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3"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Lst>
  <p:sldSz cy="5143500" cx="9144000"/>
  <p:notesSz cx="6858000" cy="9144000"/>
  <p:embeddedFontLst>
    <p:embeddedFont>
      <p:font typeface="Neucha"/>
      <p:regular r:id="rId23"/>
    </p:embeddedFont>
    <p:embeddedFont>
      <p:font typeface="Oswald Medium"/>
      <p:regular r:id="rId24"/>
      <p:bold r:id="rId25"/>
    </p:embeddedFont>
    <p:embeddedFont>
      <p:font typeface="Roboto"/>
      <p:regular r:id="rId26"/>
      <p:bold r:id="rId27"/>
      <p:italic r:id="rId28"/>
      <p:boldItalic r:id="rId29"/>
    </p:embeddedFont>
    <p:embeddedFont>
      <p:font typeface="Nunito"/>
      <p:regular r:id="rId30"/>
      <p:bold r:id="rId31"/>
      <p:italic r:id="rId32"/>
      <p:boldItalic r:id="rId33"/>
    </p:embeddedFont>
    <p:embeddedFont>
      <p:font typeface="Lilita One"/>
      <p:regular r:id="rId34"/>
    </p:embeddedFont>
    <p:embeddedFont>
      <p:font typeface="Nunito ExtraBold"/>
      <p:bold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Nunito-bold.fntdata"/><Relationship Id="rId30" Type="http://schemas.openxmlformats.org/officeDocument/2006/relationships/font" Target="fonts/Nunito-regular.fntdata"/><Relationship Id="rId33" Type="http://schemas.openxmlformats.org/officeDocument/2006/relationships/font" Target="fonts/Nunito-boldItalic.fntdata"/><Relationship Id="rId32" Type="http://schemas.openxmlformats.org/officeDocument/2006/relationships/font" Target="fonts/Nunito-italic.fntdata"/><Relationship Id="rId35" Type="http://schemas.openxmlformats.org/officeDocument/2006/relationships/font" Target="fonts/NunitoExtraBold-bold.fntdata"/><Relationship Id="rId34" Type="http://schemas.openxmlformats.org/officeDocument/2006/relationships/font" Target="fonts/LilitaOne-regular.fntdata"/><Relationship Id="rId36" Type="http://schemas.openxmlformats.org/officeDocument/2006/relationships/font" Target="fonts/NunitoExtraBold-boldItalic.fntdata"/><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font" Target="fonts/OswaldMedium-regular.fntdata"/><Relationship Id="rId23" Type="http://schemas.openxmlformats.org/officeDocument/2006/relationships/font" Target="fonts/Neucha-regular.fntdata"/><Relationship Id="rId26" Type="http://schemas.openxmlformats.org/officeDocument/2006/relationships/font" Target="fonts/Roboto-regular.fntdata"/><Relationship Id="rId25" Type="http://schemas.openxmlformats.org/officeDocument/2006/relationships/font" Target="fonts/OswaldMedium-bold.fntdata"/><Relationship Id="rId28" Type="http://schemas.openxmlformats.org/officeDocument/2006/relationships/font" Target="fonts/Roboto-italic.fntdata"/><Relationship Id="rId27" Type="http://schemas.openxmlformats.org/officeDocument/2006/relationships/font" Target="fonts/Roboto-bold.fntdata"/><Relationship Id="rId29" Type="http://schemas.openxmlformats.org/officeDocument/2006/relationships/font" Target="fonts/Roboto-boldItalic.fnt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6" name="Shape 2596"/>
        <p:cNvGrpSpPr/>
        <p:nvPr/>
      </p:nvGrpSpPr>
      <p:grpSpPr>
        <a:xfrm>
          <a:off x="0" y="0"/>
          <a:ext cx="0" cy="0"/>
          <a:chOff x="0" y="0"/>
          <a:chExt cx="0" cy="0"/>
        </a:xfrm>
      </p:grpSpPr>
      <p:sp>
        <p:nvSpPr>
          <p:cNvPr id="2597" name="Google Shape;2597;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598" name="Google Shape;2598;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0" name="Shape 2670"/>
        <p:cNvGrpSpPr/>
        <p:nvPr/>
      </p:nvGrpSpPr>
      <p:grpSpPr>
        <a:xfrm>
          <a:off x="0" y="0"/>
          <a:ext cx="0" cy="0"/>
          <a:chOff x="0" y="0"/>
          <a:chExt cx="0" cy="0"/>
        </a:xfrm>
      </p:grpSpPr>
      <p:sp>
        <p:nvSpPr>
          <p:cNvPr id="2671" name="Google Shape;2671;g8c453551a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2" name="Google Shape;2672;g8c453551a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2" name="Shape 2682"/>
        <p:cNvGrpSpPr/>
        <p:nvPr/>
      </p:nvGrpSpPr>
      <p:grpSpPr>
        <a:xfrm>
          <a:off x="0" y="0"/>
          <a:ext cx="0" cy="0"/>
          <a:chOff x="0" y="0"/>
          <a:chExt cx="0" cy="0"/>
        </a:xfrm>
      </p:grpSpPr>
      <p:sp>
        <p:nvSpPr>
          <p:cNvPr id="2683" name="Google Shape;2683;g8c453551a3_0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4" name="Google Shape;2684;g8c453551a3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9" name="Shape 2789"/>
        <p:cNvGrpSpPr/>
        <p:nvPr/>
      </p:nvGrpSpPr>
      <p:grpSpPr>
        <a:xfrm>
          <a:off x="0" y="0"/>
          <a:ext cx="0" cy="0"/>
          <a:chOff x="0" y="0"/>
          <a:chExt cx="0" cy="0"/>
        </a:xfrm>
      </p:grpSpPr>
      <p:sp>
        <p:nvSpPr>
          <p:cNvPr id="2790" name="Google Shape;2790;g315779d54fb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1" name="Google Shape;2791;g315779d54fb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4" name="Shape 2884"/>
        <p:cNvGrpSpPr/>
        <p:nvPr/>
      </p:nvGrpSpPr>
      <p:grpSpPr>
        <a:xfrm>
          <a:off x="0" y="0"/>
          <a:ext cx="0" cy="0"/>
          <a:chOff x="0" y="0"/>
          <a:chExt cx="0" cy="0"/>
        </a:xfrm>
      </p:grpSpPr>
      <p:sp>
        <p:nvSpPr>
          <p:cNvPr id="2885" name="Google Shape;2885;g315779d54fb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6" name="Google Shape;2886;g315779d54fb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0" name="Shape 3010"/>
        <p:cNvGrpSpPr/>
        <p:nvPr/>
      </p:nvGrpSpPr>
      <p:grpSpPr>
        <a:xfrm>
          <a:off x="0" y="0"/>
          <a:ext cx="0" cy="0"/>
          <a:chOff x="0" y="0"/>
          <a:chExt cx="0" cy="0"/>
        </a:xfrm>
      </p:grpSpPr>
      <p:sp>
        <p:nvSpPr>
          <p:cNvPr id="3011" name="Google Shape;3011;g315779d54fb_0_3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2" name="Google Shape;3012;g315779d54fb_0_3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4" name="Shape 3024"/>
        <p:cNvGrpSpPr/>
        <p:nvPr/>
      </p:nvGrpSpPr>
      <p:grpSpPr>
        <a:xfrm>
          <a:off x="0" y="0"/>
          <a:ext cx="0" cy="0"/>
          <a:chOff x="0" y="0"/>
          <a:chExt cx="0" cy="0"/>
        </a:xfrm>
      </p:grpSpPr>
      <p:sp>
        <p:nvSpPr>
          <p:cNvPr id="3025" name="Google Shape;3025;g312a4cc05ed_2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6" name="Google Shape;3026;g312a4cc05ed_2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2" name="Shape 3032"/>
        <p:cNvGrpSpPr/>
        <p:nvPr/>
      </p:nvGrpSpPr>
      <p:grpSpPr>
        <a:xfrm>
          <a:off x="0" y="0"/>
          <a:ext cx="0" cy="0"/>
          <a:chOff x="0" y="0"/>
          <a:chExt cx="0" cy="0"/>
        </a:xfrm>
      </p:grpSpPr>
      <p:sp>
        <p:nvSpPr>
          <p:cNvPr id="3033" name="Google Shape;3033;g315779d54fb_0_3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4" name="Google Shape;3034;g315779d54fb_0_3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8" name="Shape 3038"/>
        <p:cNvGrpSpPr/>
        <p:nvPr/>
      </p:nvGrpSpPr>
      <p:grpSpPr>
        <a:xfrm>
          <a:off x="0" y="0"/>
          <a:ext cx="0" cy="0"/>
          <a:chOff x="0" y="0"/>
          <a:chExt cx="0" cy="0"/>
        </a:xfrm>
      </p:grpSpPr>
      <p:sp>
        <p:nvSpPr>
          <p:cNvPr id="3039" name="Google Shape;3039;g312a4cc05ed_2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0" name="Google Shape;3040;g312a4cc05ed_2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7" name="Shape 3057"/>
        <p:cNvGrpSpPr/>
        <p:nvPr/>
      </p:nvGrpSpPr>
      <p:grpSpPr>
        <a:xfrm>
          <a:off x="0" y="0"/>
          <a:ext cx="0" cy="0"/>
          <a:chOff x="0" y="0"/>
          <a:chExt cx="0" cy="0"/>
        </a:xfrm>
      </p:grpSpPr>
      <p:sp>
        <p:nvSpPr>
          <p:cNvPr id="3058" name="Google Shape;3058;g31c1ef7ea20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9" name="Google Shape;3059;g31c1ef7ea20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6" name="Shape 3066"/>
        <p:cNvGrpSpPr/>
        <p:nvPr/>
      </p:nvGrpSpPr>
      <p:grpSpPr>
        <a:xfrm>
          <a:off x="0" y="0"/>
          <a:ext cx="0" cy="0"/>
          <a:chOff x="0" y="0"/>
          <a:chExt cx="0" cy="0"/>
        </a:xfrm>
      </p:grpSpPr>
      <p:sp>
        <p:nvSpPr>
          <p:cNvPr id="3067" name="Google Shape;3067;g312a4cc05ed_2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8" name="Google Shape;3068;g312a4cc05ed_2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2" name="Shape 3072"/>
        <p:cNvGrpSpPr/>
        <p:nvPr/>
      </p:nvGrpSpPr>
      <p:grpSpPr>
        <a:xfrm>
          <a:off x="0" y="0"/>
          <a:ext cx="0" cy="0"/>
          <a:chOff x="0" y="0"/>
          <a:chExt cx="0" cy="0"/>
        </a:xfrm>
      </p:grpSpPr>
      <p:sp>
        <p:nvSpPr>
          <p:cNvPr id="3073" name="Google Shape;3073;g8c453551a3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4" name="Google Shape;3074;g8c453551a3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3" name="Shape 3083"/>
        <p:cNvGrpSpPr/>
        <p:nvPr/>
      </p:nvGrpSpPr>
      <p:grpSpPr>
        <a:xfrm>
          <a:off x="0" y="0"/>
          <a:ext cx="0" cy="0"/>
          <a:chOff x="0" y="0"/>
          <a:chExt cx="0" cy="0"/>
        </a:xfrm>
      </p:grpSpPr>
      <p:sp>
        <p:nvSpPr>
          <p:cNvPr id="3084" name="Google Shape;3084;g315779d54fb_1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5" name="Google Shape;3085;g315779d54fb_1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4" name="Shape 3094"/>
        <p:cNvGrpSpPr/>
        <p:nvPr/>
      </p:nvGrpSpPr>
      <p:grpSpPr>
        <a:xfrm>
          <a:off x="0" y="0"/>
          <a:ext cx="0" cy="0"/>
          <a:chOff x="0" y="0"/>
          <a:chExt cx="0" cy="0"/>
        </a:xfrm>
      </p:grpSpPr>
      <p:sp>
        <p:nvSpPr>
          <p:cNvPr id="3095" name="Google Shape;3095;g315779d54fb_1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6" name="Google Shape;3096;g315779d54fb_1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4" name="Shape 3104"/>
        <p:cNvGrpSpPr/>
        <p:nvPr/>
      </p:nvGrpSpPr>
      <p:grpSpPr>
        <a:xfrm>
          <a:off x="0" y="0"/>
          <a:ext cx="0" cy="0"/>
          <a:chOff x="0" y="0"/>
          <a:chExt cx="0" cy="0"/>
        </a:xfrm>
      </p:grpSpPr>
      <p:sp>
        <p:nvSpPr>
          <p:cNvPr id="3105" name="Google Shape;3105;g315779d54fb_1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6" name="Google Shape;3106;g315779d54fb_1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5" name="Shape 3115"/>
        <p:cNvGrpSpPr/>
        <p:nvPr/>
      </p:nvGrpSpPr>
      <p:grpSpPr>
        <a:xfrm>
          <a:off x="0" y="0"/>
          <a:ext cx="0" cy="0"/>
          <a:chOff x="0" y="0"/>
          <a:chExt cx="0" cy="0"/>
        </a:xfrm>
      </p:grpSpPr>
      <p:sp>
        <p:nvSpPr>
          <p:cNvPr id="3116" name="Google Shape;3116;g31291606d64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7" name="Google Shape;3117;g31291606d64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1" name="Shape 3121"/>
        <p:cNvGrpSpPr/>
        <p:nvPr/>
      </p:nvGrpSpPr>
      <p:grpSpPr>
        <a:xfrm>
          <a:off x="0" y="0"/>
          <a:ext cx="0" cy="0"/>
          <a:chOff x="0" y="0"/>
          <a:chExt cx="0" cy="0"/>
        </a:xfrm>
      </p:grpSpPr>
      <p:sp>
        <p:nvSpPr>
          <p:cNvPr id="3122" name="Google Shape;3122;g31291606d64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3" name="Google Shape;3123;g31291606d64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7" name="Shape 3127"/>
        <p:cNvGrpSpPr/>
        <p:nvPr/>
      </p:nvGrpSpPr>
      <p:grpSpPr>
        <a:xfrm>
          <a:off x="0" y="0"/>
          <a:ext cx="0" cy="0"/>
          <a:chOff x="0" y="0"/>
          <a:chExt cx="0" cy="0"/>
        </a:xfrm>
      </p:grpSpPr>
      <p:sp>
        <p:nvSpPr>
          <p:cNvPr id="3128" name="Google Shape;3128;g315779d54fb_1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9" name="Google Shape;3129;g315779d54fb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slidesgo.com/" TargetMode="External"/><Relationship Id="rId3" Type="http://schemas.openxmlformats.org/officeDocument/2006/relationships/hyperlink" Target="https://www.flaticon.com/" TargetMode="External"/><Relationship Id="rId4" Type="http://schemas.openxmlformats.org/officeDocument/2006/relationships/hyperlink" Target="https://www.freepik.com/" TargetMode="Externa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713325" y="1242425"/>
            <a:ext cx="44259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Font typeface="Lilita One"/>
              <a:buNone/>
              <a:defRPr sz="5200">
                <a:latin typeface="Lilita One"/>
                <a:ea typeface="Lilita One"/>
                <a:cs typeface="Lilita One"/>
                <a:sym typeface="Lilita One"/>
              </a:defRPr>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0" name="Google Shape;10;p2"/>
          <p:cNvSpPr txBox="1"/>
          <p:nvPr>
            <p:ph idx="1" type="subTitle"/>
          </p:nvPr>
        </p:nvSpPr>
        <p:spPr>
          <a:xfrm>
            <a:off x="1396725" y="3157475"/>
            <a:ext cx="3059100" cy="717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1" name="Google Shape;11;p2"/>
          <p:cNvSpPr/>
          <p:nvPr/>
        </p:nvSpPr>
        <p:spPr>
          <a:xfrm>
            <a:off x="0" y="0"/>
            <a:ext cx="3330303" cy="4665197"/>
          </a:xfrm>
          <a:custGeom>
            <a:rect b="b" l="l" r="r" t="t"/>
            <a:pathLst>
              <a:path extrusionOk="0" h="69648" w="49719">
                <a:moveTo>
                  <a:pt x="0" y="1"/>
                </a:moveTo>
                <a:lnTo>
                  <a:pt x="0" y="69648"/>
                </a:lnTo>
                <a:cubicBezTo>
                  <a:pt x="7726" y="62086"/>
                  <a:pt x="13329" y="52510"/>
                  <a:pt x="9032" y="42442"/>
                </a:cubicBezTo>
                <a:cubicBezTo>
                  <a:pt x="684" y="23087"/>
                  <a:pt x="10447" y="12185"/>
                  <a:pt x="21914" y="12185"/>
                </a:cubicBezTo>
                <a:cubicBezTo>
                  <a:pt x="22406" y="12185"/>
                  <a:pt x="22900" y="12205"/>
                  <a:pt x="23397" y="12245"/>
                </a:cubicBezTo>
                <a:cubicBezTo>
                  <a:pt x="25475" y="12417"/>
                  <a:pt x="27419" y="12499"/>
                  <a:pt x="29233" y="12499"/>
                </a:cubicBezTo>
                <a:cubicBezTo>
                  <a:pt x="43567" y="12499"/>
                  <a:pt x="49719" y="7342"/>
                  <a:pt x="4875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 name="Google Shape;12;p2"/>
          <p:cNvGrpSpPr/>
          <p:nvPr/>
        </p:nvGrpSpPr>
        <p:grpSpPr>
          <a:xfrm>
            <a:off x="446475" y="3874475"/>
            <a:ext cx="996175" cy="685800"/>
            <a:chOff x="1379925" y="685000"/>
            <a:chExt cx="996175" cy="685800"/>
          </a:xfrm>
        </p:grpSpPr>
        <p:sp>
          <p:nvSpPr>
            <p:cNvPr id="13" name="Google Shape;13;p2"/>
            <p:cNvSpPr/>
            <p:nvPr/>
          </p:nvSpPr>
          <p:spPr>
            <a:xfrm>
              <a:off x="1379925" y="685000"/>
              <a:ext cx="996175" cy="685800"/>
            </a:xfrm>
            <a:custGeom>
              <a:rect b="b" l="l" r="r" t="t"/>
              <a:pathLst>
                <a:path extrusionOk="0" h="27432" w="39847">
                  <a:moveTo>
                    <a:pt x="7049" y="1"/>
                  </a:moveTo>
                  <a:cubicBezTo>
                    <a:pt x="6004" y="1"/>
                    <a:pt x="5047" y="612"/>
                    <a:pt x="4594" y="1668"/>
                  </a:cubicBezTo>
                  <a:lnTo>
                    <a:pt x="614" y="11370"/>
                  </a:lnTo>
                  <a:cubicBezTo>
                    <a:pt x="1" y="12800"/>
                    <a:pt x="712" y="14435"/>
                    <a:pt x="2044" y="14950"/>
                  </a:cubicBezTo>
                  <a:lnTo>
                    <a:pt x="31673" y="27210"/>
                  </a:lnTo>
                  <a:cubicBezTo>
                    <a:pt x="32026" y="27361"/>
                    <a:pt x="32384" y="27431"/>
                    <a:pt x="32734" y="27431"/>
                  </a:cubicBezTo>
                  <a:cubicBezTo>
                    <a:pt x="33802" y="27431"/>
                    <a:pt x="34783" y="26777"/>
                    <a:pt x="35245" y="25779"/>
                  </a:cubicBezTo>
                  <a:lnTo>
                    <a:pt x="39233" y="15971"/>
                  </a:lnTo>
                  <a:cubicBezTo>
                    <a:pt x="39846" y="14639"/>
                    <a:pt x="39127" y="13004"/>
                    <a:pt x="37803" y="12391"/>
                  </a:cubicBezTo>
                  <a:lnTo>
                    <a:pt x="8174" y="238"/>
                  </a:lnTo>
                  <a:cubicBezTo>
                    <a:pt x="7800" y="77"/>
                    <a:pt x="7419" y="1"/>
                    <a:pt x="704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a:off x="1530525" y="760450"/>
              <a:ext cx="132850" cy="129725"/>
            </a:xfrm>
            <a:custGeom>
              <a:rect b="b" l="l" r="r" t="t"/>
              <a:pathLst>
                <a:path extrusionOk="0" h="5189" w="5314">
                  <a:moveTo>
                    <a:pt x="2604" y="0"/>
                  </a:moveTo>
                  <a:cubicBezTo>
                    <a:pt x="2144" y="0"/>
                    <a:pt x="1672" y="125"/>
                    <a:pt x="1227" y="383"/>
                  </a:cubicBezTo>
                  <a:cubicBezTo>
                    <a:pt x="1227" y="383"/>
                    <a:pt x="1129" y="383"/>
                    <a:pt x="1129" y="489"/>
                  </a:cubicBezTo>
                  <a:lnTo>
                    <a:pt x="924" y="489"/>
                  </a:lnTo>
                  <a:lnTo>
                    <a:pt x="924" y="587"/>
                  </a:lnTo>
                  <a:lnTo>
                    <a:pt x="818" y="587"/>
                  </a:lnTo>
                  <a:lnTo>
                    <a:pt x="818" y="693"/>
                  </a:lnTo>
                  <a:cubicBezTo>
                    <a:pt x="614" y="791"/>
                    <a:pt x="516" y="996"/>
                    <a:pt x="409" y="1200"/>
                  </a:cubicBezTo>
                  <a:lnTo>
                    <a:pt x="311" y="1200"/>
                  </a:lnTo>
                  <a:lnTo>
                    <a:pt x="311" y="1404"/>
                  </a:lnTo>
                  <a:lnTo>
                    <a:pt x="205" y="1404"/>
                  </a:lnTo>
                  <a:lnTo>
                    <a:pt x="205" y="1609"/>
                  </a:lnTo>
                  <a:lnTo>
                    <a:pt x="107" y="1609"/>
                  </a:lnTo>
                  <a:lnTo>
                    <a:pt x="107" y="1813"/>
                  </a:lnTo>
                  <a:lnTo>
                    <a:pt x="1" y="1919"/>
                  </a:lnTo>
                  <a:lnTo>
                    <a:pt x="1" y="2124"/>
                  </a:lnTo>
                  <a:lnTo>
                    <a:pt x="1" y="2328"/>
                  </a:lnTo>
                  <a:lnTo>
                    <a:pt x="1" y="2630"/>
                  </a:lnTo>
                  <a:lnTo>
                    <a:pt x="1" y="2835"/>
                  </a:lnTo>
                  <a:lnTo>
                    <a:pt x="1" y="2941"/>
                  </a:lnTo>
                  <a:lnTo>
                    <a:pt x="1" y="3039"/>
                  </a:lnTo>
                  <a:lnTo>
                    <a:pt x="1" y="3145"/>
                  </a:lnTo>
                  <a:cubicBezTo>
                    <a:pt x="1" y="3243"/>
                    <a:pt x="1" y="3243"/>
                    <a:pt x="107" y="3350"/>
                  </a:cubicBezTo>
                  <a:lnTo>
                    <a:pt x="107" y="3554"/>
                  </a:lnTo>
                  <a:lnTo>
                    <a:pt x="205" y="3652"/>
                  </a:lnTo>
                  <a:lnTo>
                    <a:pt x="205" y="3758"/>
                  </a:lnTo>
                  <a:cubicBezTo>
                    <a:pt x="311" y="3758"/>
                    <a:pt x="311" y="3856"/>
                    <a:pt x="311" y="3856"/>
                  </a:cubicBezTo>
                  <a:cubicBezTo>
                    <a:pt x="311" y="3963"/>
                    <a:pt x="409" y="3963"/>
                    <a:pt x="409" y="4061"/>
                  </a:cubicBezTo>
                  <a:cubicBezTo>
                    <a:pt x="614" y="4469"/>
                    <a:pt x="1022" y="4674"/>
                    <a:pt x="1333" y="4878"/>
                  </a:cubicBezTo>
                  <a:cubicBezTo>
                    <a:pt x="1431" y="4984"/>
                    <a:pt x="1537" y="4984"/>
                    <a:pt x="1635" y="4984"/>
                  </a:cubicBezTo>
                  <a:cubicBezTo>
                    <a:pt x="1635" y="5082"/>
                    <a:pt x="1742" y="5082"/>
                    <a:pt x="1840" y="5082"/>
                  </a:cubicBezTo>
                  <a:cubicBezTo>
                    <a:pt x="1946" y="5082"/>
                    <a:pt x="1946" y="5082"/>
                    <a:pt x="2044" y="5189"/>
                  </a:cubicBezTo>
                  <a:lnTo>
                    <a:pt x="2559" y="5189"/>
                  </a:lnTo>
                  <a:cubicBezTo>
                    <a:pt x="2968" y="5189"/>
                    <a:pt x="3376" y="5082"/>
                    <a:pt x="3679" y="4878"/>
                  </a:cubicBezTo>
                  <a:lnTo>
                    <a:pt x="3883" y="4878"/>
                  </a:lnTo>
                  <a:lnTo>
                    <a:pt x="3883" y="4780"/>
                  </a:lnTo>
                  <a:lnTo>
                    <a:pt x="3989" y="4780"/>
                  </a:lnTo>
                  <a:cubicBezTo>
                    <a:pt x="4087" y="4674"/>
                    <a:pt x="4087" y="4674"/>
                    <a:pt x="4194" y="4674"/>
                  </a:cubicBezTo>
                  <a:lnTo>
                    <a:pt x="4194" y="4576"/>
                  </a:lnTo>
                  <a:lnTo>
                    <a:pt x="4292" y="4576"/>
                  </a:lnTo>
                  <a:cubicBezTo>
                    <a:pt x="4292" y="4469"/>
                    <a:pt x="4398" y="4469"/>
                    <a:pt x="4398" y="4469"/>
                  </a:cubicBezTo>
                  <a:cubicBezTo>
                    <a:pt x="4398" y="4371"/>
                    <a:pt x="4398" y="4371"/>
                    <a:pt x="4496" y="4371"/>
                  </a:cubicBezTo>
                  <a:cubicBezTo>
                    <a:pt x="4496" y="4371"/>
                    <a:pt x="4496" y="4265"/>
                    <a:pt x="4602" y="4265"/>
                  </a:cubicBezTo>
                  <a:lnTo>
                    <a:pt x="4602" y="4167"/>
                  </a:lnTo>
                  <a:cubicBezTo>
                    <a:pt x="4700" y="4167"/>
                    <a:pt x="4700" y="4061"/>
                    <a:pt x="4700" y="4061"/>
                  </a:cubicBezTo>
                  <a:cubicBezTo>
                    <a:pt x="4700" y="3963"/>
                    <a:pt x="4807" y="3963"/>
                    <a:pt x="4807" y="3963"/>
                  </a:cubicBezTo>
                  <a:lnTo>
                    <a:pt x="4807" y="3856"/>
                  </a:lnTo>
                  <a:lnTo>
                    <a:pt x="4905" y="3758"/>
                  </a:lnTo>
                  <a:lnTo>
                    <a:pt x="4905" y="3652"/>
                  </a:lnTo>
                  <a:lnTo>
                    <a:pt x="5011" y="3554"/>
                  </a:lnTo>
                  <a:lnTo>
                    <a:pt x="5011" y="3448"/>
                  </a:lnTo>
                  <a:cubicBezTo>
                    <a:pt x="5313" y="2737"/>
                    <a:pt x="5215" y="1813"/>
                    <a:pt x="4700" y="1102"/>
                  </a:cubicBezTo>
                  <a:cubicBezTo>
                    <a:pt x="4180" y="384"/>
                    <a:pt x="3410" y="0"/>
                    <a:pt x="2604"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a:off x="1515200" y="747700"/>
              <a:ext cx="145725" cy="130475"/>
            </a:xfrm>
            <a:custGeom>
              <a:rect b="b" l="l" r="r" t="t"/>
              <a:pathLst>
                <a:path extrusionOk="0" h="5219" w="5829">
                  <a:moveTo>
                    <a:pt x="2916" y="0"/>
                  </a:moveTo>
                  <a:cubicBezTo>
                    <a:pt x="1884" y="0"/>
                    <a:pt x="901" y="598"/>
                    <a:pt x="516" y="1612"/>
                  </a:cubicBezTo>
                  <a:cubicBezTo>
                    <a:pt x="1" y="2936"/>
                    <a:pt x="614" y="4473"/>
                    <a:pt x="1946" y="4979"/>
                  </a:cubicBezTo>
                  <a:cubicBezTo>
                    <a:pt x="2296" y="5142"/>
                    <a:pt x="2662" y="5218"/>
                    <a:pt x="3019" y="5218"/>
                  </a:cubicBezTo>
                  <a:cubicBezTo>
                    <a:pt x="4011" y="5218"/>
                    <a:pt x="4941" y="4629"/>
                    <a:pt x="5313" y="3655"/>
                  </a:cubicBezTo>
                  <a:cubicBezTo>
                    <a:pt x="5828" y="2323"/>
                    <a:pt x="5215" y="795"/>
                    <a:pt x="3883" y="182"/>
                  </a:cubicBezTo>
                  <a:cubicBezTo>
                    <a:pt x="3567" y="59"/>
                    <a:pt x="3239" y="0"/>
                    <a:pt x="2916" y="0"/>
                  </a:cubicBezTo>
                  <a:close/>
                </a:path>
              </a:pathLst>
            </a:custGeom>
            <a:solidFill>
              <a:srgbClr val="FF78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1522975" y="798200"/>
              <a:ext cx="130175" cy="79975"/>
            </a:xfrm>
            <a:custGeom>
              <a:rect b="b" l="l" r="r" t="t"/>
              <a:pathLst>
                <a:path extrusionOk="0" h="3199" w="5207">
                  <a:moveTo>
                    <a:pt x="5109" y="1"/>
                  </a:moveTo>
                  <a:cubicBezTo>
                    <a:pt x="5109" y="303"/>
                    <a:pt x="5109" y="712"/>
                    <a:pt x="4904" y="1022"/>
                  </a:cubicBezTo>
                  <a:cubicBezTo>
                    <a:pt x="4511" y="2033"/>
                    <a:pt x="3527" y="2630"/>
                    <a:pt x="2491" y="2630"/>
                  </a:cubicBezTo>
                  <a:cubicBezTo>
                    <a:pt x="2170" y="2630"/>
                    <a:pt x="1844" y="2573"/>
                    <a:pt x="1529" y="2453"/>
                  </a:cubicBezTo>
                  <a:cubicBezTo>
                    <a:pt x="711" y="2044"/>
                    <a:pt x="205" y="1325"/>
                    <a:pt x="0" y="614"/>
                  </a:cubicBezTo>
                  <a:lnTo>
                    <a:pt x="0" y="614"/>
                  </a:lnTo>
                  <a:cubicBezTo>
                    <a:pt x="0" y="1635"/>
                    <a:pt x="613" y="2551"/>
                    <a:pt x="1635" y="2959"/>
                  </a:cubicBezTo>
                  <a:cubicBezTo>
                    <a:pt x="1985" y="3122"/>
                    <a:pt x="2351" y="3198"/>
                    <a:pt x="2708" y="3198"/>
                  </a:cubicBezTo>
                  <a:cubicBezTo>
                    <a:pt x="3700" y="3198"/>
                    <a:pt x="4630" y="2609"/>
                    <a:pt x="5002" y="1635"/>
                  </a:cubicBezTo>
                  <a:cubicBezTo>
                    <a:pt x="5207" y="1022"/>
                    <a:pt x="5207" y="507"/>
                    <a:pt x="5109" y="1"/>
                  </a:cubicBezTo>
                  <a:close/>
                </a:path>
              </a:pathLst>
            </a:custGeom>
            <a:solidFill>
              <a:srgbClr val="F56E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1525425" y="788000"/>
              <a:ext cx="122625" cy="58650"/>
            </a:xfrm>
            <a:custGeom>
              <a:rect b="b" l="l" r="r" t="t"/>
              <a:pathLst>
                <a:path extrusionOk="0" h="2346" w="4905">
                  <a:moveTo>
                    <a:pt x="107" y="0"/>
                  </a:moveTo>
                  <a:lnTo>
                    <a:pt x="107" y="98"/>
                  </a:lnTo>
                  <a:cubicBezTo>
                    <a:pt x="0" y="98"/>
                    <a:pt x="0" y="204"/>
                    <a:pt x="0" y="302"/>
                  </a:cubicBezTo>
                  <a:lnTo>
                    <a:pt x="4700" y="2346"/>
                  </a:lnTo>
                  <a:cubicBezTo>
                    <a:pt x="4806" y="2248"/>
                    <a:pt x="4806" y="2141"/>
                    <a:pt x="4904" y="2043"/>
                  </a:cubicBezTo>
                  <a:lnTo>
                    <a:pt x="107" y="0"/>
                  </a:lnTo>
                  <a:close/>
                </a:path>
              </a:pathLst>
            </a:custGeom>
            <a:solidFill>
              <a:srgbClr val="F56E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2"/>
            <p:cNvSpPr/>
            <p:nvPr/>
          </p:nvSpPr>
          <p:spPr>
            <a:xfrm>
              <a:off x="1525425" y="782875"/>
              <a:ext cx="125275" cy="58675"/>
            </a:xfrm>
            <a:custGeom>
              <a:rect b="b" l="l" r="r" t="t"/>
              <a:pathLst>
                <a:path extrusionOk="0" h="2347" w="5011">
                  <a:moveTo>
                    <a:pt x="205" y="1"/>
                  </a:moveTo>
                  <a:cubicBezTo>
                    <a:pt x="107" y="99"/>
                    <a:pt x="107" y="99"/>
                    <a:pt x="107" y="205"/>
                  </a:cubicBezTo>
                  <a:cubicBezTo>
                    <a:pt x="107" y="205"/>
                    <a:pt x="107" y="303"/>
                    <a:pt x="0" y="303"/>
                  </a:cubicBezTo>
                  <a:lnTo>
                    <a:pt x="4806" y="2346"/>
                  </a:lnTo>
                  <a:cubicBezTo>
                    <a:pt x="4904" y="2346"/>
                    <a:pt x="4904" y="2248"/>
                    <a:pt x="4904" y="2248"/>
                  </a:cubicBezTo>
                  <a:cubicBezTo>
                    <a:pt x="4904" y="2142"/>
                    <a:pt x="4904" y="2142"/>
                    <a:pt x="5011" y="2044"/>
                  </a:cubicBezTo>
                  <a:lnTo>
                    <a:pt x="20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2"/>
            <p:cNvSpPr/>
            <p:nvPr/>
          </p:nvSpPr>
          <p:spPr>
            <a:xfrm>
              <a:off x="1691550" y="826850"/>
              <a:ext cx="132850" cy="129750"/>
            </a:xfrm>
            <a:custGeom>
              <a:rect b="b" l="l" r="r" t="t"/>
              <a:pathLst>
                <a:path extrusionOk="0" h="5190" w="5314">
                  <a:moveTo>
                    <a:pt x="2628" y="0"/>
                  </a:moveTo>
                  <a:cubicBezTo>
                    <a:pt x="2156" y="0"/>
                    <a:pt x="1671" y="125"/>
                    <a:pt x="1226" y="383"/>
                  </a:cubicBezTo>
                  <a:cubicBezTo>
                    <a:pt x="1226" y="383"/>
                    <a:pt x="1120" y="383"/>
                    <a:pt x="1120" y="489"/>
                  </a:cubicBezTo>
                  <a:lnTo>
                    <a:pt x="1022" y="489"/>
                  </a:lnTo>
                  <a:lnTo>
                    <a:pt x="1022" y="587"/>
                  </a:lnTo>
                  <a:cubicBezTo>
                    <a:pt x="916" y="587"/>
                    <a:pt x="916" y="587"/>
                    <a:pt x="916" y="694"/>
                  </a:cubicBezTo>
                  <a:lnTo>
                    <a:pt x="818" y="694"/>
                  </a:lnTo>
                  <a:cubicBezTo>
                    <a:pt x="711" y="792"/>
                    <a:pt x="507" y="996"/>
                    <a:pt x="409" y="1200"/>
                  </a:cubicBezTo>
                  <a:cubicBezTo>
                    <a:pt x="303" y="1307"/>
                    <a:pt x="303" y="1307"/>
                    <a:pt x="303" y="1405"/>
                  </a:cubicBezTo>
                  <a:cubicBezTo>
                    <a:pt x="205" y="1511"/>
                    <a:pt x="205" y="1511"/>
                    <a:pt x="205" y="1609"/>
                  </a:cubicBezTo>
                  <a:lnTo>
                    <a:pt x="205" y="1715"/>
                  </a:lnTo>
                  <a:cubicBezTo>
                    <a:pt x="98" y="1715"/>
                    <a:pt x="98" y="1813"/>
                    <a:pt x="98" y="1920"/>
                  </a:cubicBezTo>
                  <a:cubicBezTo>
                    <a:pt x="98" y="1920"/>
                    <a:pt x="98" y="2018"/>
                    <a:pt x="0" y="2124"/>
                  </a:cubicBezTo>
                  <a:lnTo>
                    <a:pt x="0" y="2328"/>
                  </a:lnTo>
                  <a:lnTo>
                    <a:pt x="0" y="2426"/>
                  </a:lnTo>
                  <a:lnTo>
                    <a:pt x="0" y="2631"/>
                  </a:lnTo>
                  <a:lnTo>
                    <a:pt x="0" y="2835"/>
                  </a:lnTo>
                  <a:lnTo>
                    <a:pt x="0" y="2941"/>
                  </a:lnTo>
                  <a:lnTo>
                    <a:pt x="0" y="3039"/>
                  </a:lnTo>
                  <a:lnTo>
                    <a:pt x="0" y="3146"/>
                  </a:lnTo>
                  <a:cubicBezTo>
                    <a:pt x="98" y="3244"/>
                    <a:pt x="98" y="3244"/>
                    <a:pt x="98" y="3350"/>
                  </a:cubicBezTo>
                  <a:cubicBezTo>
                    <a:pt x="98" y="3448"/>
                    <a:pt x="98" y="3554"/>
                    <a:pt x="205" y="3554"/>
                  </a:cubicBezTo>
                  <a:lnTo>
                    <a:pt x="205" y="3652"/>
                  </a:lnTo>
                  <a:cubicBezTo>
                    <a:pt x="205" y="3652"/>
                    <a:pt x="205" y="3759"/>
                    <a:pt x="303" y="3759"/>
                  </a:cubicBezTo>
                  <a:lnTo>
                    <a:pt x="303" y="3857"/>
                  </a:lnTo>
                  <a:cubicBezTo>
                    <a:pt x="303" y="3963"/>
                    <a:pt x="409" y="3963"/>
                    <a:pt x="409" y="4061"/>
                  </a:cubicBezTo>
                  <a:cubicBezTo>
                    <a:pt x="711" y="4470"/>
                    <a:pt x="1022" y="4780"/>
                    <a:pt x="1431" y="4878"/>
                  </a:cubicBezTo>
                  <a:cubicBezTo>
                    <a:pt x="1431" y="4985"/>
                    <a:pt x="1529" y="4985"/>
                    <a:pt x="1635" y="4985"/>
                  </a:cubicBezTo>
                  <a:cubicBezTo>
                    <a:pt x="1733" y="5083"/>
                    <a:pt x="1733" y="5083"/>
                    <a:pt x="1839" y="5083"/>
                  </a:cubicBezTo>
                  <a:cubicBezTo>
                    <a:pt x="1937" y="5083"/>
                    <a:pt x="2044" y="5189"/>
                    <a:pt x="2142" y="5189"/>
                  </a:cubicBezTo>
                  <a:lnTo>
                    <a:pt x="2550" y="5189"/>
                  </a:lnTo>
                  <a:cubicBezTo>
                    <a:pt x="2959" y="5189"/>
                    <a:pt x="3368" y="5083"/>
                    <a:pt x="3776" y="4985"/>
                  </a:cubicBezTo>
                  <a:lnTo>
                    <a:pt x="3776" y="4878"/>
                  </a:lnTo>
                  <a:lnTo>
                    <a:pt x="3883" y="4878"/>
                  </a:lnTo>
                  <a:cubicBezTo>
                    <a:pt x="3883" y="4878"/>
                    <a:pt x="3981" y="4878"/>
                    <a:pt x="3981" y="4780"/>
                  </a:cubicBezTo>
                  <a:lnTo>
                    <a:pt x="4087" y="4780"/>
                  </a:lnTo>
                  <a:lnTo>
                    <a:pt x="4185" y="4674"/>
                  </a:lnTo>
                  <a:lnTo>
                    <a:pt x="4291" y="4576"/>
                  </a:lnTo>
                  <a:cubicBezTo>
                    <a:pt x="4389" y="4576"/>
                    <a:pt x="4389" y="4470"/>
                    <a:pt x="4389" y="4470"/>
                  </a:cubicBezTo>
                  <a:cubicBezTo>
                    <a:pt x="4496" y="4470"/>
                    <a:pt x="4496" y="4372"/>
                    <a:pt x="4496" y="4372"/>
                  </a:cubicBezTo>
                  <a:lnTo>
                    <a:pt x="4594" y="4265"/>
                  </a:lnTo>
                  <a:lnTo>
                    <a:pt x="4594" y="4167"/>
                  </a:lnTo>
                  <a:cubicBezTo>
                    <a:pt x="4700" y="4167"/>
                    <a:pt x="4700" y="4061"/>
                    <a:pt x="4798" y="4061"/>
                  </a:cubicBezTo>
                  <a:lnTo>
                    <a:pt x="4798" y="3963"/>
                  </a:lnTo>
                  <a:lnTo>
                    <a:pt x="4904" y="3857"/>
                  </a:lnTo>
                  <a:lnTo>
                    <a:pt x="4904" y="3759"/>
                  </a:lnTo>
                  <a:lnTo>
                    <a:pt x="5002" y="3652"/>
                  </a:lnTo>
                  <a:lnTo>
                    <a:pt x="5002" y="3554"/>
                  </a:lnTo>
                  <a:cubicBezTo>
                    <a:pt x="5313" y="2737"/>
                    <a:pt x="5207" y="1920"/>
                    <a:pt x="4700" y="1102"/>
                  </a:cubicBezTo>
                  <a:cubicBezTo>
                    <a:pt x="4242" y="384"/>
                    <a:pt x="3455" y="0"/>
                    <a:pt x="2628"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1676225" y="814100"/>
              <a:ext cx="148175" cy="130475"/>
            </a:xfrm>
            <a:custGeom>
              <a:rect b="b" l="l" r="r" t="t"/>
              <a:pathLst>
                <a:path extrusionOk="0" h="5219" w="5927">
                  <a:moveTo>
                    <a:pt x="3012" y="1"/>
                  </a:moveTo>
                  <a:cubicBezTo>
                    <a:pt x="1976" y="1"/>
                    <a:pt x="974" y="598"/>
                    <a:pt x="507" y="1612"/>
                  </a:cubicBezTo>
                  <a:cubicBezTo>
                    <a:pt x="0" y="2936"/>
                    <a:pt x="613" y="4473"/>
                    <a:pt x="1937" y="4980"/>
                  </a:cubicBezTo>
                  <a:cubicBezTo>
                    <a:pt x="2290" y="5142"/>
                    <a:pt x="2657" y="5218"/>
                    <a:pt x="3014" y="5218"/>
                  </a:cubicBezTo>
                  <a:cubicBezTo>
                    <a:pt x="4008" y="5218"/>
                    <a:pt x="4934" y="4629"/>
                    <a:pt x="5313" y="3656"/>
                  </a:cubicBezTo>
                  <a:cubicBezTo>
                    <a:pt x="5926" y="2323"/>
                    <a:pt x="5313" y="795"/>
                    <a:pt x="3981" y="182"/>
                  </a:cubicBezTo>
                  <a:cubicBezTo>
                    <a:pt x="3665" y="59"/>
                    <a:pt x="3337" y="1"/>
                    <a:pt x="3012" y="1"/>
                  </a:cubicBezTo>
                  <a:close/>
                </a:path>
              </a:pathLst>
            </a:custGeom>
            <a:solidFill>
              <a:srgbClr val="FF78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1683775" y="864625"/>
              <a:ext cx="132850" cy="79950"/>
            </a:xfrm>
            <a:custGeom>
              <a:rect b="b" l="l" r="r" t="t"/>
              <a:pathLst>
                <a:path extrusionOk="0" h="3198" w="5314">
                  <a:moveTo>
                    <a:pt x="5215" y="0"/>
                  </a:moveTo>
                  <a:cubicBezTo>
                    <a:pt x="5215" y="409"/>
                    <a:pt x="5109" y="711"/>
                    <a:pt x="5011" y="1022"/>
                  </a:cubicBezTo>
                  <a:cubicBezTo>
                    <a:pt x="4543" y="2033"/>
                    <a:pt x="3537" y="2629"/>
                    <a:pt x="2497" y="2629"/>
                  </a:cubicBezTo>
                  <a:cubicBezTo>
                    <a:pt x="2175" y="2629"/>
                    <a:pt x="1850" y="2572"/>
                    <a:pt x="1537" y="2452"/>
                  </a:cubicBezTo>
                  <a:cubicBezTo>
                    <a:pt x="720" y="2043"/>
                    <a:pt x="205" y="1430"/>
                    <a:pt x="1" y="613"/>
                  </a:cubicBezTo>
                  <a:lnTo>
                    <a:pt x="1" y="613"/>
                  </a:lnTo>
                  <a:cubicBezTo>
                    <a:pt x="1" y="1635"/>
                    <a:pt x="614" y="2550"/>
                    <a:pt x="1635" y="2959"/>
                  </a:cubicBezTo>
                  <a:cubicBezTo>
                    <a:pt x="1988" y="3121"/>
                    <a:pt x="2355" y="3197"/>
                    <a:pt x="2712" y="3197"/>
                  </a:cubicBezTo>
                  <a:cubicBezTo>
                    <a:pt x="3706" y="3197"/>
                    <a:pt x="4632" y="2608"/>
                    <a:pt x="5011" y="1635"/>
                  </a:cubicBezTo>
                  <a:cubicBezTo>
                    <a:pt x="5215" y="1120"/>
                    <a:pt x="5313" y="507"/>
                    <a:pt x="5215" y="0"/>
                  </a:cubicBezTo>
                  <a:close/>
                </a:path>
              </a:pathLst>
            </a:custGeom>
            <a:solidFill>
              <a:srgbClr val="F56E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1686450" y="854400"/>
              <a:ext cx="122625" cy="58675"/>
            </a:xfrm>
            <a:custGeom>
              <a:rect b="b" l="l" r="r" t="t"/>
              <a:pathLst>
                <a:path extrusionOk="0" h="2347" w="4905">
                  <a:moveTo>
                    <a:pt x="98" y="0"/>
                  </a:moveTo>
                  <a:lnTo>
                    <a:pt x="98" y="98"/>
                  </a:lnTo>
                  <a:cubicBezTo>
                    <a:pt x="98" y="205"/>
                    <a:pt x="0" y="205"/>
                    <a:pt x="0" y="303"/>
                  </a:cubicBezTo>
                  <a:lnTo>
                    <a:pt x="4798" y="2346"/>
                  </a:lnTo>
                  <a:cubicBezTo>
                    <a:pt x="4798" y="2248"/>
                    <a:pt x="4904" y="2142"/>
                    <a:pt x="4904" y="2142"/>
                  </a:cubicBezTo>
                  <a:lnTo>
                    <a:pt x="4904" y="2044"/>
                  </a:lnTo>
                  <a:lnTo>
                    <a:pt x="98" y="0"/>
                  </a:lnTo>
                  <a:close/>
                </a:path>
              </a:pathLst>
            </a:custGeom>
            <a:solidFill>
              <a:srgbClr val="F56E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2"/>
            <p:cNvSpPr/>
            <p:nvPr/>
          </p:nvSpPr>
          <p:spPr>
            <a:xfrm>
              <a:off x="1688900" y="851750"/>
              <a:ext cx="122625" cy="56200"/>
            </a:xfrm>
            <a:custGeom>
              <a:rect b="b" l="l" r="r" t="t"/>
              <a:pathLst>
                <a:path extrusionOk="0" h="2248" w="4905">
                  <a:moveTo>
                    <a:pt x="106" y="0"/>
                  </a:moveTo>
                  <a:cubicBezTo>
                    <a:pt x="106" y="0"/>
                    <a:pt x="106" y="106"/>
                    <a:pt x="0" y="106"/>
                  </a:cubicBezTo>
                  <a:lnTo>
                    <a:pt x="0" y="311"/>
                  </a:lnTo>
                  <a:lnTo>
                    <a:pt x="4806" y="2248"/>
                  </a:lnTo>
                  <a:lnTo>
                    <a:pt x="4806" y="2150"/>
                  </a:lnTo>
                  <a:cubicBezTo>
                    <a:pt x="4904" y="2043"/>
                    <a:pt x="4904" y="2043"/>
                    <a:pt x="4904" y="1945"/>
                  </a:cubicBezTo>
                  <a:lnTo>
                    <a:pt x="106"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1852350" y="893375"/>
              <a:ext cx="132850" cy="129625"/>
            </a:xfrm>
            <a:custGeom>
              <a:rect b="b" l="l" r="r" t="t"/>
              <a:pathLst>
                <a:path extrusionOk="0" h="5185" w="5314">
                  <a:moveTo>
                    <a:pt x="2638" y="0"/>
                  </a:moveTo>
                  <a:cubicBezTo>
                    <a:pt x="2184" y="0"/>
                    <a:pt x="1732" y="125"/>
                    <a:pt x="1333" y="378"/>
                  </a:cubicBezTo>
                  <a:cubicBezTo>
                    <a:pt x="1227" y="378"/>
                    <a:pt x="1227" y="485"/>
                    <a:pt x="1129" y="485"/>
                  </a:cubicBezTo>
                  <a:lnTo>
                    <a:pt x="1022" y="583"/>
                  </a:lnTo>
                  <a:lnTo>
                    <a:pt x="924" y="689"/>
                  </a:lnTo>
                  <a:lnTo>
                    <a:pt x="409" y="1196"/>
                  </a:lnTo>
                  <a:cubicBezTo>
                    <a:pt x="409" y="1302"/>
                    <a:pt x="409" y="1302"/>
                    <a:pt x="311" y="1400"/>
                  </a:cubicBezTo>
                  <a:lnTo>
                    <a:pt x="311" y="1506"/>
                  </a:lnTo>
                  <a:lnTo>
                    <a:pt x="205" y="1604"/>
                  </a:lnTo>
                  <a:lnTo>
                    <a:pt x="205" y="1711"/>
                  </a:lnTo>
                  <a:cubicBezTo>
                    <a:pt x="205" y="1711"/>
                    <a:pt x="107" y="1809"/>
                    <a:pt x="107" y="1915"/>
                  </a:cubicBezTo>
                  <a:lnTo>
                    <a:pt x="107" y="2119"/>
                  </a:lnTo>
                  <a:lnTo>
                    <a:pt x="107" y="2217"/>
                  </a:lnTo>
                  <a:lnTo>
                    <a:pt x="1" y="2324"/>
                  </a:lnTo>
                  <a:lnTo>
                    <a:pt x="1" y="2422"/>
                  </a:lnTo>
                  <a:lnTo>
                    <a:pt x="1" y="2626"/>
                  </a:lnTo>
                  <a:lnTo>
                    <a:pt x="1" y="2830"/>
                  </a:lnTo>
                  <a:lnTo>
                    <a:pt x="1" y="2937"/>
                  </a:lnTo>
                  <a:cubicBezTo>
                    <a:pt x="1" y="3035"/>
                    <a:pt x="107" y="3035"/>
                    <a:pt x="107" y="3141"/>
                  </a:cubicBezTo>
                  <a:lnTo>
                    <a:pt x="107" y="3345"/>
                  </a:lnTo>
                  <a:cubicBezTo>
                    <a:pt x="205" y="3443"/>
                    <a:pt x="205" y="3550"/>
                    <a:pt x="205" y="3648"/>
                  </a:cubicBezTo>
                  <a:cubicBezTo>
                    <a:pt x="311" y="3754"/>
                    <a:pt x="311" y="3754"/>
                    <a:pt x="311" y="3852"/>
                  </a:cubicBezTo>
                  <a:cubicBezTo>
                    <a:pt x="409" y="3958"/>
                    <a:pt x="409" y="4056"/>
                    <a:pt x="516" y="4056"/>
                  </a:cubicBezTo>
                  <a:cubicBezTo>
                    <a:pt x="720" y="4465"/>
                    <a:pt x="1022" y="4776"/>
                    <a:pt x="1431" y="4980"/>
                  </a:cubicBezTo>
                  <a:cubicBezTo>
                    <a:pt x="1537" y="4980"/>
                    <a:pt x="1635" y="4980"/>
                    <a:pt x="1635" y="5078"/>
                  </a:cubicBezTo>
                  <a:lnTo>
                    <a:pt x="1946" y="5078"/>
                  </a:lnTo>
                  <a:cubicBezTo>
                    <a:pt x="1946" y="5184"/>
                    <a:pt x="2044" y="5184"/>
                    <a:pt x="2150" y="5184"/>
                  </a:cubicBezTo>
                  <a:lnTo>
                    <a:pt x="2657" y="5184"/>
                  </a:lnTo>
                  <a:cubicBezTo>
                    <a:pt x="3066" y="5184"/>
                    <a:pt x="3475" y="5184"/>
                    <a:pt x="3785" y="4980"/>
                  </a:cubicBezTo>
                  <a:cubicBezTo>
                    <a:pt x="3883" y="4874"/>
                    <a:pt x="3883" y="4874"/>
                    <a:pt x="3989" y="4874"/>
                  </a:cubicBezTo>
                  <a:lnTo>
                    <a:pt x="3989" y="4776"/>
                  </a:lnTo>
                  <a:lnTo>
                    <a:pt x="4088" y="4776"/>
                  </a:lnTo>
                  <a:cubicBezTo>
                    <a:pt x="4194" y="4776"/>
                    <a:pt x="4194" y="4669"/>
                    <a:pt x="4194" y="4669"/>
                  </a:cubicBezTo>
                  <a:lnTo>
                    <a:pt x="4292" y="4669"/>
                  </a:lnTo>
                  <a:cubicBezTo>
                    <a:pt x="4292" y="4571"/>
                    <a:pt x="4292" y="4571"/>
                    <a:pt x="4398" y="4571"/>
                  </a:cubicBezTo>
                  <a:cubicBezTo>
                    <a:pt x="4398" y="4571"/>
                    <a:pt x="4398" y="4465"/>
                    <a:pt x="4496" y="4465"/>
                  </a:cubicBezTo>
                  <a:lnTo>
                    <a:pt x="4496" y="4367"/>
                  </a:lnTo>
                  <a:cubicBezTo>
                    <a:pt x="4602" y="4367"/>
                    <a:pt x="4602" y="4367"/>
                    <a:pt x="4602" y="4261"/>
                  </a:cubicBezTo>
                  <a:lnTo>
                    <a:pt x="4701" y="4261"/>
                  </a:lnTo>
                  <a:cubicBezTo>
                    <a:pt x="4701" y="4163"/>
                    <a:pt x="4807" y="4163"/>
                    <a:pt x="4807" y="4056"/>
                  </a:cubicBezTo>
                  <a:lnTo>
                    <a:pt x="4807" y="3958"/>
                  </a:lnTo>
                  <a:cubicBezTo>
                    <a:pt x="4905" y="3958"/>
                    <a:pt x="4905" y="3852"/>
                    <a:pt x="4905" y="3852"/>
                  </a:cubicBezTo>
                  <a:cubicBezTo>
                    <a:pt x="4905" y="3852"/>
                    <a:pt x="4905" y="3754"/>
                    <a:pt x="5011" y="3754"/>
                  </a:cubicBezTo>
                  <a:lnTo>
                    <a:pt x="5011" y="3648"/>
                  </a:lnTo>
                  <a:cubicBezTo>
                    <a:pt x="5011" y="3648"/>
                    <a:pt x="5011" y="3550"/>
                    <a:pt x="5109" y="3550"/>
                  </a:cubicBezTo>
                  <a:cubicBezTo>
                    <a:pt x="5314" y="2732"/>
                    <a:pt x="5314" y="1915"/>
                    <a:pt x="4807" y="1196"/>
                  </a:cubicBezTo>
                  <a:cubicBezTo>
                    <a:pt x="4281" y="407"/>
                    <a:pt x="3457" y="0"/>
                    <a:pt x="2638"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1837025" y="881525"/>
              <a:ext cx="148175" cy="130575"/>
            </a:xfrm>
            <a:custGeom>
              <a:rect b="b" l="l" r="r" t="t"/>
              <a:pathLst>
                <a:path extrusionOk="0" h="5223" w="5927">
                  <a:moveTo>
                    <a:pt x="2914" y="1"/>
                  </a:moveTo>
                  <a:cubicBezTo>
                    <a:pt x="1920" y="1"/>
                    <a:pt x="993" y="592"/>
                    <a:pt x="614" y="1572"/>
                  </a:cubicBezTo>
                  <a:cubicBezTo>
                    <a:pt x="1" y="2896"/>
                    <a:pt x="614" y="4432"/>
                    <a:pt x="1946" y="5045"/>
                  </a:cubicBezTo>
                  <a:cubicBezTo>
                    <a:pt x="2259" y="5165"/>
                    <a:pt x="2584" y="5222"/>
                    <a:pt x="2906" y="5222"/>
                  </a:cubicBezTo>
                  <a:cubicBezTo>
                    <a:pt x="3945" y="5222"/>
                    <a:pt x="4952" y="4626"/>
                    <a:pt x="5420" y="3615"/>
                  </a:cubicBezTo>
                  <a:cubicBezTo>
                    <a:pt x="5927" y="2283"/>
                    <a:pt x="5314" y="754"/>
                    <a:pt x="3989" y="239"/>
                  </a:cubicBezTo>
                  <a:cubicBezTo>
                    <a:pt x="3637" y="77"/>
                    <a:pt x="3271" y="1"/>
                    <a:pt x="2914" y="1"/>
                  </a:cubicBezTo>
                  <a:close/>
                </a:path>
              </a:pathLst>
            </a:custGeom>
            <a:solidFill>
              <a:srgbClr val="FF78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1847250" y="931025"/>
              <a:ext cx="130400" cy="81075"/>
            </a:xfrm>
            <a:custGeom>
              <a:rect b="b" l="l" r="r" t="t"/>
              <a:pathLst>
                <a:path extrusionOk="0" h="3243" w="5216">
                  <a:moveTo>
                    <a:pt x="5109" y="0"/>
                  </a:moveTo>
                  <a:cubicBezTo>
                    <a:pt x="5109" y="409"/>
                    <a:pt x="5011" y="711"/>
                    <a:pt x="4905" y="1022"/>
                  </a:cubicBezTo>
                  <a:cubicBezTo>
                    <a:pt x="4518" y="2033"/>
                    <a:pt x="3530" y="2629"/>
                    <a:pt x="2496" y="2629"/>
                  </a:cubicBezTo>
                  <a:cubicBezTo>
                    <a:pt x="2175" y="2629"/>
                    <a:pt x="1850" y="2572"/>
                    <a:pt x="1537" y="2452"/>
                  </a:cubicBezTo>
                  <a:cubicBezTo>
                    <a:pt x="720" y="2142"/>
                    <a:pt x="107" y="1431"/>
                    <a:pt x="0" y="613"/>
                  </a:cubicBezTo>
                  <a:lnTo>
                    <a:pt x="0" y="613"/>
                  </a:lnTo>
                  <a:cubicBezTo>
                    <a:pt x="0" y="1635"/>
                    <a:pt x="613" y="2550"/>
                    <a:pt x="1537" y="3065"/>
                  </a:cubicBezTo>
                  <a:cubicBezTo>
                    <a:pt x="1850" y="3185"/>
                    <a:pt x="2175" y="3242"/>
                    <a:pt x="2497" y="3242"/>
                  </a:cubicBezTo>
                  <a:cubicBezTo>
                    <a:pt x="3536" y="3242"/>
                    <a:pt x="4543" y="2646"/>
                    <a:pt x="5011" y="1635"/>
                  </a:cubicBezTo>
                  <a:cubicBezTo>
                    <a:pt x="5215" y="1120"/>
                    <a:pt x="5215" y="507"/>
                    <a:pt x="5109" y="0"/>
                  </a:cubicBezTo>
                  <a:close/>
                </a:path>
              </a:pathLst>
            </a:custGeom>
            <a:solidFill>
              <a:srgbClr val="F56E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1849900" y="920800"/>
              <a:ext cx="122625" cy="58675"/>
            </a:xfrm>
            <a:custGeom>
              <a:rect b="b" l="l" r="r" t="t"/>
              <a:pathLst>
                <a:path extrusionOk="0" h="2347" w="4905">
                  <a:moveTo>
                    <a:pt x="99" y="1"/>
                  </a:moveTo>
                  <a:cubicBezTo>
                    <a:pt x="99" y="99"/>
                    <a:pt x="1" y="99"/>
                    <a:pt x="1" y="99"/>
                  </a:cubicBezTo>
                  <a:lnTo>
                    <a:pt x="1" y="303"/>
                  </a:lnTo>
                  <a:lnTo>
                    <a:pt x="4700" y="2346"/>
                  </a:lnTo>
                  <a:cubicBezTo>
                    <a:pt x="4799" y="2248"/>
                    <a:pt x="4799" y="2248"/>
                    <a:pt x="4799" y="2142"/>
                  </a:cubicBezTo>
                  <a:lnTo>
                    <a:pt x="4905" y="2044"/>
                  </a:lnTo>
                  <a:lnTo>
                    <a:pt x="99" y="1"/>
                  </a:lnTo>
                  <a:close/>
                </a:path>
              </a:pathLst>
            </a:custGeom>
            <a:solidFill>
              <a:srgbClr val="F56E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1849900" y="918150"/>
              <a:ext cx="122625" cy="56225"/>
            </a:xfrm>
            <a:custGeom>
              <a:rect b="b" l="l" r="r" t="t"/>
              <a:pathLst>
                <a:path extrusionOk="0" h="2249" w="4905">
                  <a:moveTo>
                    <a:pt x="99" y="0"/>
                  </a:moveTo>
                  <a:lnTo>
                    <a:pt x="99" y="107"/>
                  </a:lnTo>
                  <a:cubicBezTo>
                    <a:pt x="1" y="205"/>
                    <a:pt x="1" y="205"/>
                    <a:pt x="1" y="311"/>
                  </a:cubicBezTo>
                  <a:lnTo>
                    <a:pt x="4799" y="2248"/>
                  </a:lnTo>
                  <a:cubicBezTo>
                    <a:pt x="4799" y="2248"/>
                    <a:pt x="4799" y="2150"/>
                    <a:pt x="4905" y="2150"/>
                  </a:cubicBezTo>
                  <a:lnTo>
                    <a:pt x="4905" y="1946"/>
                  </a:lnTo>
                  <a:lnTo>
                    <a:pt x="9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2015825" y="960400"/>
              <a:ext cx="132850" cy="131450"/>
            </a:xfrm>
            <a:custGeom>
              <a:rect b="b" l="l" r="r" t="t"/>
              <a:pathLst>
                <a:path extrusionOk="0" h="5258" w="5314">
                  <a:moveTo>
                    <a:pt x="2534" y="1"/>
                  </a:moveTo>
                  <a:cubicBezTo>
                    <a:pt x="2092" y="1"/>
                    <a:pt x="1641" y="113"/>
                    <a:pt x="1227" y="354"/>
                  </a:cubicBezTo>
                  <a:cubicBezTo>
                    <a:pt x="1227" y="460"/>
                    <a:pt x="1128" y="460"/>
                    <a:pt x="1128" y="460"/>
                  </a:cubicBezTo>
                  <a:cubicBezTo>
                    <a:pt x="1022" y="460"/>
                    <a:pt x="1022" y="460"/>
                    <a:pt x="1022" y="558"/>
                  </a:cubicBezTo>
                  <a:lnTo>
                    <a:pt x="924" y="558"/>
                  </a:lnTo>
                  <a:cubicBezTo>
                    <a:pt x="924" y="558"/>
                    <a:pt x="924" y="664"/>
                    <a:pt x="818" y="664"/>
                  </a:cubicBezTo>
                  <a:cubicBezTo>
                    <a:pt x="614" y="869"/>
                    <a:pt x="515" y="967"/>
                    <a:pt x="409" y="1171"/>
                  </a:cubicBezTo>
                  <a:lnTo>
                    <a:pt x="409" y="1277"/>
                  </a:lnTo>
                  <a:cubicBezTo>
                    <a:pt x="311" y="1277"/>
                    <a:pt x="311" y="1375"/>
                    <a:pt x="311" y="1375"/>
                  </a:cubicBezTo>
                  <a:cubicBezTo>
                    <a:pt x="205" y="1375"/>
                    <a:pt x="205" y="1482"/>
                    <a:pt x="205" y="1482"/>
                  </a:cubicBezTo>
                  <a:lnTo>
                    <a:pt x="205" y="1580"/>
                  </a:lnTo>
                  <a:cubicBezTo>
                    <a:pt x="205" y="1686"/>
                    <a:pt x="107" y="1686"/>
                    <a:pt x="107" y="1686"/>
                  </a:cubicBezTo>
                  <a:lnTo>
                    <a:pt x="107" y="1890"/>
                  </a:lnTo>
                  <a:cubicBezTo>
                    <a:pt x="1" y="1988"/>
                    <a:pt x="1" y="2095"/>
                    <a:pt x="1" y="2095"/>
                  </a:cubicBezTo>
                  <a:lnTo>
                    <a:pt x="1" y="2193"/>
                  </a:lnTo>
                  <a:lnTo>
                    <a:pt x="1" y="2299"/>
                  </a:lnTo>
                  <a:lnTo>
                    <a:pt x="1" y="2397"/>
                  </a:lnTo>
                  <a:lnTo>
                    <a:pt x="1" y="2601"/>
                  </a:lnTo>
                  <a:lnTo>
                    <a:pt x="1" y="2806"/>
                  </a:lnTo>
                  <a:lnTo>
                    <a:pt x="1" y="2912"/>
                  </a:lnTo>
                  <a:lnTo>
                    <a:pt x="1" y="3116"/>
                  </a:lnTo>
                  <a:cubicBezTo>
                    <a:pt x="1" y="3214"/>
                    <a:pt x="1" y="3321"/>
                    <a:pt x="107" y="3419"/>
                  </a:cubicBezTo>
                  <a:lnTo>
                    <a:pt x="107" y="3623"/>
                  </a:lnTo>
                  <a:lnTo>
                    <a:pt x="205" y="3623"/>
                  </a:lnTo>
                  <a:lnTo>
                    <a:pt x="205" y="3827"/>
                  </a:lnTo>
                  <a:cubicBezTo>
                    <a:pt x="311" y="3827"/>
                    <a:pt x="311" y="3827"/>
                    <a:pt x="311" y="3934"/>
                  </a:cubicBezTo>
                  <a:cubicBezTo>
                    <a:pt x="311" y="3934"/>
                    <a:pt x="409" y="4032"/>
                    <a:pt x="409" y="4138"/>
                  </a:cubicBezTo>
                  <a:cubicBezTo>
                    <a:pt x="614" y="4440"/>
                    <a:pt x="1022" y="4751"/>
                    <a:pt x="1333" y="4955"/>
                  </a:cubicBezTo>
                  <a:cubicBezTo>
                    <a:pt x="1431" y="4955"/>
                    <a:pt x="1537" y="5053"/>
                    <a:pt x="1635" y="5053"/>
                  </a:cubicBezTo>
                  <a:cubicBezTo>
                    <a:pt x="1635" y="5053"/>
                    <a:pt x="1741" y="5053"/>
                    <a:pt x="1840" y="5160"/>
                  </a:cubicBezTo>
                  <a:lnTo>
                    <a:pt x="2044" y="5160"/>
                  </a:lnTo>
                  <a:cubicBezTo>
                    <a:pt x="2248" y="5258"/>
                    <a:pt x="2453" y="5258"/>
                    <a:pt x="2559" y="5258"/>
                  </a:cubicBezTo>
                  <a:cubicBezTo>
                    <a:pt x="2967" y="5258"/>
                    <a:pt x="3376" y="5160"/>
                    <a:pt x="3785" y="4955"/>
                  </a:cubicBezTo>
                  <a:lnTo>
                    <a:pt x="3883" y="4849"/>
                  </a:lnTo>
                  <a:lnTo>
                    <a:pt x="3989" y="4849"/>
                  </a:lnTo>
                  <a:lnTo>
                    <a:pt x="3989" y="4751"/>
                  </a:lnTo>
                  <a:cubicBezTo>
                    <a:pt x="4087" y="4751"/>
                    <a:pt x="4087" y="4751"/>
                    <a:pt x="4193" y="4645"/>
                  </a:cubicBezTo>
                  <a:lnTo>
                    <a:pt x="4292" y="4547"/>
                  </a:lnTo>
                  <a:cubicBezTo>
                    <a:pt x="4292" y="4547"/>
                    <a:pt x="4398" y="4547"/>
                    <a:pt x="4398" y="4440"/>
                  </a:cubicBezTo>
                  <a:lnTo>
                    <a:pt x="4496" y="4440"/>
                  </a:lnTo>
                  <a:cubicBezTo>
                    <a:pt x="4496" y="4342"/>
                    <a:pt x="4496" y="4342"/>
                    <a:pt x="4602" y="4236"/>
                  </a:cubicBezTo>
                  <a:cubicBezTo>
                    <a:pt x="4700" y="4138"/>
                    <a:pt x="4700" y="4138"/>
                    <a:pt x="4700" y="4032"/>
                  </a:cubicBezTo>
                  <a:cubicBezTo>
                    <a:pt x="4806" y="4032"/>
                    <a:pt x="4806" y="4032"/>
                    <a:pt x="4806" y="3934"/>
                  </a:cubicBezTo>
                  <a:lnTo>
                    <a:pt x="4905" y="3827"/>
                  </a:lnTo>
                  <a:lnTo>
                    <a:pt x="4905" y="3729"/>
                  </a:lnTo>
                  <a:lnTo>
                    <a:pt x="4905" y="3623"/>
                  </a:lnTo>
                  <a:cubicBezTo>
                    <a:pt x="5011" y="3623"/>
                    <a:pt x="5011" y="3623"/>
                    <a:pt x="5011" y="3525"/>
                  </a:cubicBezTo>
                  <a:cubicBezTo>
                    <a:pt x="5313" y="2806"/>
                    <a:pt x="5215" y="1890"/>
                    <a:pt x="4700" y="1171"/>
                  </a:cubicBezTo>
                  <a:cubicBezTo>
                    <a:pt x="4230" y="430"/>
                    <a:pt x="3398" y="1"/>
                    <a:pt x="2534" y="1"/>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2"/>
            <p:cNvSpPr/>
            <p:nvPr/>
          </p:nvSpPr>
          <p:spPr>
            <a:xfrm>
              <a:off x="2000500" y="947950"/>
              <a:ext cx="145725" cy="130550"/>
            </a:xfrm>
            <a:custGeom>
              <a:rect b="b" l="l" r="r" t="t"/>
              <a:pathLst>
                <a:path extrusionOk="0" h="5222" w="5829">
                  <a:moveTo>
                    <a:pt x="2811" y="0"/>
                  </a:moveTo>
                  <a:cubicBezTo>
                    <a:pt x="1818" y="0"/>
                    <a:pt x="888" y="591"/>
                    <a:pt x="515" y="1571"/>
                  </a:cubicBezTo>
                  <a:cubicBezTo>
                    <a:pt x="1" y="2895"/>
                    <a:pt x="614" y="4432"/>
                    <a:pt x="1946" y="5045"/>
                  </a:cubicBezTo>
                  <a:cubicBezTo>
                    <a:pt x="2259" y="5165"/>
                    <a:pt x="2584" y="5222"/>
                    <a:pt x="2904" y="5222"/>
                  </a:cubicBezTo>
                  <a:cubicBezTo>
                    <a:pt x="3939" y="5222"/>
                    <a:pt x="4926" y="4625"/>
                    <a:pt x="5313" y="3614"/>
                  </a:cubicBezTo>
                  <a:cubicBezTo>
                    <a:pt x="5828" y="2282"/>
                    <a:pt x="5215" y="754"/>
                    <a:pt x="3883" y="239"/>
                  </a:cubicBezTo>
                  <a:cubicBezTo>
                    <a:pt x="3533" y="77"/>
                    <a:pt x="3168" y="0"/>
                    <a:pt x="2811" y="0"/>
                  </a:cubicBezTo>
                  <a:close/>
                </a:path>
              </a:pathLst>
            </a:custGeom>
            <a:solidFill>
              <a:srgbClr val="FF78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a:off x="2008275" y="999875"/>
              <a:ext cx="132825" cy="78625"/>
            </a:xfrm>
            <a:custGeom>
              <a:rect b="b" l="l" r="r" t="t"/>
              <a:pathLst>
                <a:path extrusionOk="0" h="3145" w="5313">
                  <a:moveTo>
                    <a:pt x="5108" y="1"/>
                  </a:moveTo>
                  <a:cubicBezTo>
                    <a:pt x="5108" y="311"/>
                    <a:pt x="5108" y="614"/>
                    <a:pt x="4904" y="1022"/>
                  </a:cubicBezTo>
                  <a:cubicBezTo>
                    <a:pt x="4525" y="2002"/>
                    <a:pt x="3598" y="2593"/>
                    <a:pt x="2604" y="2593"/>
                  </a:cubicBezTo>
                  <a:cubicBezTo>
                    <a:pt x="2247" y="2593"/>
                    <a:pt x="1881" y="2517"/>
                    <a:pt x="1529" y="2355"/>
                  </a:cubicBezTo>
                  <a:cubicBezTo>
                    <a:pt x="711" y="2044"/>
                    <a:pt x="204" y="1333"/>
                    <a:pt x="0" y="516"/>
                  </a:cubicBezTo>
                  <a:lnTo>
                    <a:pt x="0" y="516"/>
                  </a:lnTo>
                  <a:cubicBezTo>
                    <a:pt x="0" y="1537"/>
                    <a:pt x="613" y="2559"/>
                    <a:pt x="1635" y="2968"/>
                  </a:cubicBezTo>
                  <a:cubicBezTo>
                    <a:pt x="1948" y="3088"/>
                    <a:pt x="2273" y="3145"/>
                    <a:pt x="2593" y="3145"/>
                  </a:cubicBezTo>
                  <a:cubicBezTo>
                    <a:pt x="3628" y="3145"/>
                    <a:pt x="4615" y="2548"/>
                    <a:pt x="5002" y="1537"/>
                  </a:cubicBezTo>
                  <a:cubicBezTo>
                    <a:pt x="5207" y="1022"/>
                    <a:pt x="5313" y="516"/>
                    <a:pt x="5108" y="1"/>
                  </a:cubicBezTo>
                  <a:close/>
                </a:path>
              </a:pathLst>
            </a:custGeom>
            <a:solidFill>
              <a:srgbClr val="F56E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2010725" y="987225"/>
              <a:ext cx="122625" cy="58650"/>
            </a:xfrm>
            <a:custGeom>
              <a:rect b="b" l="l" r="r" t="t"/>
              <a:pathLst>
                <a:path extrusionOk="0" h="2346" w="4905">
                  <a:moveTo>
                    <a:pt x="106" y="0"/>
                  </a:moveTo>
                  <a:lnTo>
                    <a:pt x="106" y="98"/>
                  </a:lnTo>
                  <a:cubicBezTo>
                    <a:pt x="0" y="204"/>
                    <a:pt x="0" y="302"/>
                    <a:pt x="0" y="409"/>
                  </a:cubicBezTo>
                  <a:lnTo>
                    <a:pt x="4806" y="2346"/>
                  </a:lnTo>
                  <a:cubicBezTo>
                    <a:pt x="4806" y="2248"/>
                    <a:pt x="4806" y="2248"/>
                    <a:pt x="4904" y="2141"/>
                  </a:cubicBezTo>
                  <a:lnTo>
                    <a:pt x="4904" y="2043"/>
                  </a:lnTo>
                  <a:lnTo>
                    <a:pt x="106" y="0"/>
                  </a:lnTo>
                  <a:close/>
                </a:path>
              </a:pathLst>
            </a:custGeom>
            <a:solidFill>
              <a:srgbClr val="F56E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2010725" y="984550"/>
              <a:ext cx="125275" cy="58875"/>
            </a:xfrm>
            <a:custGeom>
              <a:rect b="b" l="l" r="r" t="t"/>
              <a:pathLst>
                <a:path extrusionOk="0" h="2355" w="5011">
                  <a:moveTo>
                    <a:pt x="205" y="1"/>
                  </a:moveTo>
                  <a:cubicBezTo>
                    <a:pt x="106" y="1"/>
                    <a:pt x="106" y="107"/>
                    <a:pt x="106" y="107"/>
                  </a:cubicBezTo>
                  <a:cubicBezTo>
                    <a:pt x="106" y="205"/>
                    <a:pt x="106" y="205"/>
                    <a:pt x="0" y="311"/>
                  </a:cubicBezTo>
                  <a:lnTo>
                    <a:pt x="4806" y="2355"/>
                  </a:lnTo>
                  <a:cubicBezTo>
                    <a:pt x="4904" y="2248"/>
                    <a:pt x="4904" y="2248"/>
                    <a:pt x="4904" y="2150"/>
                  </a:cubicBezTo>
                  <a:cubicBezTo>
                    <a:pt x="4904" y="2150"/>
                    <a:pt x="4904" y="2044"/>
                    <a:pt x="5010" y="2044"/>
                  </a:cubicBezTo>
                  <a:lnTo>
                    <a:pt x="20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a:off x="2176850" y="1027900"/>
              <a:ext cx="132825" cy="130375"/>
            </a:xfrm>
            <a:custGeom>
              <a:rect b="b" l="l" r="r" t="t"/>
              <a:pathLst>
                <a:path extrusionOk="0" h="5215" w="5313">
                  <a:moveTo>
                    <a:pt x="2562" y="1"/>
                  </a:moveTo>
                  <a:cubicBezTo>
                    <a:pt x="2135" y="1"/>
                    <a:pt x="1707" y="102"/>
                    <a:pt x="1324" y="310"/>
                  </a:cubicBezTo>
                  <a:lnTo>
                    <a:pt x="1226" y="310"/>
                  </a:lnTo>
                  <a:cubicBezTo>
                    <a:pt x="1226" y="416"/>
                    <a:pt x="1226" y="416"/>
                    <a:pt x="1120" y="416"/>
                  </a:cubicBezTo>
                  <a:cubicBezTo>
                    <a:pt x="1120" y="416"/>
                    <a:pt x="1120" y="514"/>
                    <a:pt x="1022" y="514"/>
                  </a:cubicBezTo>
                  <a:lnTo>
                    <a:pt x="916" y="621"/>
                  </a:lnTo>
                  <a:lnTo>
                    <a:pt x="817" y="621"/>
                  </a:lnTo>
                  <a:cubicBezTo>
                    <a:pt x="711" y="825"/>
                    <a:pt x="507" y="1029"/>
                    <a:pt x="409" y="1234"/>
                  </a:cubicBezTo>
                  <a:lnTo>
                    <a:pt x="303" y="1332"/>
                  </a:lnTo>
                  <a:lnTo>
                    <a:pt x="303" y="1438"/>
                  </a:lnTo>
                  <a:cubicBezTo>
                    <a:pt x="204" y="1536"/>
                    <a:pt x="204" y="1536"/>
                    <a:pt x="204" y="1642"/>
                  </a:cubicBezTo>
                  <a:cubicBezTo>
                    <a:pt x="98" y="1740"/>
                    <a:pt x="98" y="1847"/>
                    <a:pt x="98" y="1847"/>
                  </a:cubicBezTo>
                  <a:cubicBezTo>
                    <a:pt x="98" y="1945"/>
                    <a:pt x="98" y="2051"/>
                    <a:pt x="0" y="2051"/>
                  </a:cubicBezTo>
                  <a:lnTo>
                    <a:pt x="0" y="2149"/>
                  </a:lnTo>
                  <a:lnTo>
                    <a:pt x="0" y="2353"/>
                  </a:lnTo>
                  <a:lnTo>
                    <a:pt x="0" y="2558"/>
                  </a:lnTo>
                  <a:lnTo>
                    <a:pt x="0" y="2664"/>
                  </a:lnTo>
                  <a:lnTo>
                    <a:pt x="0" y="2868"/>
                  </a:lnTo>
                  <a:lnTo>
                    <a:pt x="0" y="3073"/>
                  </a:lnTo>
                  <a:lnTo>
                    <a:pt x="0" y="3171"/>
                  </a:lnTo>
                  <a:cubicBezTo>
                    <a:pt x="98" y="3171"/>
                    <a:pt x="98" y="3277"/>
                    <a:pt x="98" y="3375"/>
                  </a:cubicBezTo>
                  <a:cubicBezTo>
                    <a:pt x="98" y="3481"/>
                    <a:pt x="204" y="3481"/>
                    <a:pt x="204" y="3580"/>
                  </a:cubicBezTo>
                  <a:lnTo>
                    <a:pt x="204" y="3686"/>
                  </a:lnTo>
                  <a:lnTo>
                    <a:pt x="303" y="3784"/>
                  </a:lnTo>
                  <a:lnTo>
                    <a:pt x="303" y="3890"/>
                  </a:lnTo>
                  <a:cubicBezTo>
                    <a:pt x="409" y="3890"/>
                    <a:pt x="409" y="3988"/>
                    <a:pt x="409" y="4094"/>
                  </a:cubicBezTo>
                  <a:cubicBezTo>
                    <a:pt x="711" y="4397"/>
                    <a:pt x="1022" y="4707"/>
                    <a:pt x="1431" y="4912"/>
                  </a:cubicBezTo>
                  <a:cubicBezTo>
                    <a:pt x="1431" y="4912"/>
                    <a:pt x="1529" y="5010"/>
                    <a:pt x="1635" y="5010"/>
                  </a:cubicBezTo>
                  <a:cubicBezTo>
                    <a:pt x="1733" y="5010"/>
                    <a:pt x="1839" y="5116"/>
                    <a:pt x="1839" y="5116"/>
                  </a:cubicBezTo>
                  <a:lnTo>
                    <a:pt x="2142" y="5116"/>
                  </a:lnTo>
                  <a:cubicBezTo>
                    <a:pt x="2248" y="5214"/>
                    <a:pt x="2452" y="5214"/>
                    <a:pt x="2657" y="5214"/>
                  </a:cubicBezTo>
                  <a:cubicBezTo>
                    <a:pt x="2959" y="5214"/>
                    <a:pt x="3368" y="5116"/>
                    <a:pt x="3776" y="4912"/>
                  </a:cubicBezTo>
                  <a:cubicBezTo>
                    <a:pt x="3883" y="4912"/>
                    <a:pt x="3883" y="4912"/>
                    <a:pt x="3883" y="4806"/>
                  </a:cubicBezTo>
                  <a:lnTo>
                    <a:pt x="3981" y="4806"/>
                  </a:lnTo>
                  <a:cubicBezTo>
                    <a:pt x="3981" y="4806"/>
                    <a:pt x="4087" y="4806"/>
                    <a:pt x="4087" y="4707"/>
                  </a:cubicBezTo>
                  <a:cubicBezTo>
                    <a:pt x="4087" y="4707"/>
                    <a:pt x="4185" y="4707"/>
                    <a:pt x="4185" y="4601"/>
                  </a:cubicBezTo>
                  <a:lnTo>
                    <a:pt x="4291" y="4601"/>
                  </a:lnTo>
                  <a:cubicBezTo>
                    <a:pt x="4389" y="4503"/>
                    <a:pt x="4389" y="4503"/>
                    <a:pt x="4389" y="4397"/>
                  </a:cubicBezTo>
                  <a:lnTo>
                    <a:pt x="4496" y="4397"/>
                  </a:lnTo>
                  <a:cubicBezTo>
                    <a:pt x="4496" y="4299"/>
                    <a:pt x="4594" y="4299"/>
                    <a:pt x="4594" y="4299"/>
                  </a:cubicBezTo>
                  <a:cubicBezTo>
                    <a:pt x="4594" y="4193"/>
                    <a:pt x="4594" y="4193"/>
                    <a:pt x="4700" y="4193"/>
                  </a:cubicBezTo>
                  <a:cubicBezTo>
                    <a:pt x="4700" y="4193"/>
                    <a:pt x="4700" y="4094"/>
                    <a:pt x="4798" y="3988"/>
                  </a:cubicBezTo>
                  <a:cubicBezTo>
                    <a:pt x="4798" y="3890"/>
                    <a:pt x="4904" y="3890"/>
                    <a:pt x="4904" y="3784"/>
                  </a:cubicBezTo>
                  <a:cubicBezTo>
                    <a:pt x="5002" y="3686"/>
                    <a:pt x="5002" y="3686"/>
                    <a:pt x="5002" y="3580"/>
                  </a:cubicBezTo>
                  <a:lnTo>
                    <a:pt x="5002" y="3481"/>
                  </a:lnTo>
                  <a:cubicBezTo>
                    <a:pt x="5313" y="2762"/>
                    <a:pt x="5207" y="1847"/>
                    <a:pt x="4700" y="1127"/>
                  </a:cubicBezTo>
                  <a:cubicBezTo>
                    <a:pt x="4224" y="387"/>
                    <a:pt x="3395" y="1"/>
                    <a:pt x="2562" y="1"/>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a:off x="2161525" y="1015900"/>
              <a:ext cx="148150" cy="129025"/>
            </a:xfrm>
            <a:custGeom>
              <a:rect b="b" l="l" r="r" t="t"/>
              <a:pathLst>
                <a:path extrusionOk="0" h="5161" w="5926">
                  <a:moveTo>
                    <a:pt x="3021" y="0"/>
                  </a:moveTo>
                  <a:cubicBezTo>
                    <a:pt x="1981" y="0"/>
                    <a:pt x="975" y="597"/>
                    <a:pt x="507" y="1607"/>
                  </a:cubicBezTo>
                  <a:cubicBezTo>
                    <a:pt x="0" y="2940"/>
                    <a:pt x="613" y="4468"/>
                    <a:pt x="1937" y="4983"/>
                  </a:cubicBezTo>
                  <a:cubicBezTo>
                    <a:pt x="2252" y="5103"/>
                    <a:pt x="2578" y="5160"/>
                    <a:pt x="2899" y="5160"/>
                  </a:cubicBezTo>
                  <a:cubicBezTo>
                    <a:pt x="3936" y="5160"/>
                    <a:pt x="4920" y="4564"/>
                    <a:pt x="5313" y="3553"/>
                  </a:cubicBezTo>
                  <a:cubicBezTo>
                    <a:pt x="5926" y="2220"/>
                    <a:pt x="5313" y="692"/>
                    <a:pt x="3981" y="177"/>
                  </a:cubicBezTo>
                  <a:cubicBezTo>
                    <a:pt x="3667" y="57"/>
                    <a:pt x="3342" y="0"/>
                    <a:pt x="3021" y="0"/>
                  </a:cubicBezTo>
                  <a:close/>
                </a:path>
              </a:pathLst>
            </a:custGeom>
            <a:solidFill>
              <a:srgbClr val="FF78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
            <p:cNvSpPr/>
            <p:nvPr/>
          </p:nvSpPr>
          <p:spPr>
            <a:xfrm>
              <a:off x="2169075" y="1066300"/>
              <a:ext cx="132850" cy="78625"/>
            </a:xfrm>
            <a:custGeom>
              <a:rect b="b" l="l" r="r" t="t"/>
              <a:pathLst>
                <a:path extrusionOk="0" h="3145" w="5314">
                  <a:moveTo>
                    <a:pt x="5215" y="0"/>
                  </a:moveTo>
                  <a:cubicBezTo>
                    <a:pt x="5215" y="311"/>
                    <a:pt x="5109" y="719"/>
                    <a:pt x="5011" y="1022"/>
                  </a:cubicBezTo>
                  <a:cubicBezTo>
                    <a:pt x="4560" y="2002"/>
                    <a:pt x="3609" y="2593"/>
                    <a:pt x="2611" y="2593"/>
                  </a:cubicBezTo>
                  <a:cubicBezTo>
                    <a:pt x="2252" y="2593"/>
                    <a:pt x="1887" y="2516"/>
                    <a:pt x="1537" y="2354"/>
                  </a:cubicBezTo>
                  <a:cubicBezTo>
                    <a:pt x="818" y="2044"/>
                    <a:pt x="205" y="1332"/>
                    <a:pt x="1" y="515"/>
                  </a:cubicBezTo>
                  <a:lnTo>
                    <a:pt x="1" y="515"/>
                  </a:lnTo>
                  <a:cubicBezTo>
                    <a:pt x="1" y="1537"/>
                    <a:pt x="614" y="2558"/>
                    <a:pt x="1635" y="2967"/>
                  </a:cubicBezTo>
                  <a:cubicBezTo>
                    <a:pt x="1950" y="3087"/>
                    <a:pt x="2276" y="3144"/>
                    <a:pt x="2597" y="3144"/>
                  </a:cubicBezTo>
                  <a:cubicBezTo>
                    <a:pt x="3634" y="3144"/>
                    <a:pt x="4618" y="2548"/>
                    <a:pt x="5011" y="1537"/>
                  </a:cubicBezTo>
                  <a:cubicBezTo>
                    <a:pt x="5313" y="1022"/>
                    <a:pt x="5313" y="515"/>
                    <a:pt x="5215" y="0"/>
                  </a:cubicBezTo>
                  <a:close/>
                </a:path>
              </a:pathLst>
            </a:custGeom>
            <a:solidFill>
              <a:srgbClr val="F56E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p:nvPr/>
          </p:nvSpPr>
          <p:spPr>
            <a:xfrm>
              <a:off x="2171725" y="1056075"/>
              <a:ext cx="122625" cy="56225"/>
            </a:xfrm>
            <a:custGeom>
              <a:rect b="b" l="l" r="r" t="t"/>
              <a:pathLst>
                <a:path extrusionOk="0" h="2249" w="4905">
                  <a:moveTo>
                    <a:pt x="99" y="0"/>
                  </a:moveTo>
                  <a:lnTo>
                    <a:pt x="99" y="107"/>
                  </a:lnTo>
                  <a:cubicBezTo>
                    <a:pt x="99" y="107"/>
                    <a:pt x="99" y="205"/>
                    <a:pt x="1" y="311"/>
                  </a:cubicBezTo>
                  <a:lnTo>
                    <a:pt x="4799" y="2248"/>
                  </a:lnTo>
                  <a:cubicBezTo>
                    <a:pt x="4799" y="2248"/>
                    <a:pt x="4905" y="2150"/>
                    <a:pt x="4905" y="2044"/>
                  </a:cubicBezTo>
                  <a:lnTo>
                    <a:pt x="4905" y="1946"/>
                  </a:lnTo>
                  <a:lnTo>
                    <a:pt x="99" y="0"/>
                  </a:lnTo>
                  <a:close/>
                </a:path>
              </a:pathLst>
            </a:custGeom>
            <a:solidFill>
              <a:srgbClr val="F56E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
            <p:cNvSpPr/>
            <p:nvPr/>
          </p:nvSpPr>
          <p:spPr>
            <a:xfrm>
              <a:off x="2174175" y="1050975"/>
              <a:ext cx="122625" cy="58875"/>
            </a:xfrm>
            <a:custGeom>
              <a:rect b="b" l="l" r="r" t="t"/>
              <a:pathLst>
                <a:path extrusionOk="0" h="2355" w="4905">
                  <a:moveTo>
                    <a:pt x="107" y="0"/>
                  </a:moveTo>
                  <a:cubicBezTo>
                    <a:pt x="107" y="106"/>
                    <a:pt x="107" y="106"/>
                    <a:pt x="1" y="204"/>
                  </a:cubicBezTo>
                  <a:lnTo>
                    <a:pt x="1" y="311"/>
                  </a:lnTo>
                  <a:lnTo>
                    <a:pt x="4807" y="2354"/>
                  </a:lnTo>
                  <a:lnTo>
                    <a:pt x="4807" y="2150"/>
                  </a:lnTo>
                  <a:cubicBezTo>
                    <a:pt x="4905" y="2150"/>
                    <a:pt x="4905" y="2043"/>
                    <a:pt x="4905" y="2043"/>
                  </a:cubicBezTo>
                  <a:lnTo>
                    <a:pt x="10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a:off x="1466775" y="908700"/>
              <a:ext cx="132850" cy="130700"/>
            </a:xfrm>
            <a:custGeom>
              <a:rect b="b" l="l" r="r" t="t"/>
              <a:pathLst>
                <a:path extrusionOk="0" h="5228" w="5314">
                  <a:moveTo>
                    <a:pt x="2633" y="0"/>
                  </a:moveTo>
                  <a:cubicBezTo>
                    <a:pt x="2180" y="0"/>
                    <a:pt x="1727" y="125"/>
                    <a:pt x="1325" y="378"/>
                  </a:cubicBezTo>
                  <a:cubicBezTo>
                    <a:pt x="1227" y="378"/>
                    <a:pt x="1227" y="485"/>
                    <a:pt x="1120" y="485"/>
                  </a:cubicBezTo>
                  <a:lnTo>
                    <a:pt x="1120" y="583"/>
                  </a:lnTo>
                  <a:lnTo>
                    <a:pt x="1022" y="583"/>
                  </a:lnTo>
                  <a:lnTo>
                    <a:pt x="916" y="689"/>
                  </a:lnTo>
                  <a:lnTo>
                    <a:pt x="409" y="1196"/>
                  </a:lnTo>
                  <a:cubicBezTo>
                    <a:pt x="409" y="1302"/>
                    <a:pt x="409" y="1400"/>
                    <a:pt x="303" y="1400"/>
                  </a:cubicBezTo>
                  <a:lnTo>
                    <a:pt x="303" y="1506"/>
                  </a:lnTo>
                  <a:cubicBezTo>
                    <a:pt x="303" y="1506"/>
                    <a:pt x="303" y="1604"/>
                    <a:pt x="205" y="1604"/>
                  </a:cubicBezTo>
                  <a:lnTo>
                    <a:pt x="205" y="1711"/>
                  </a:lnTo>
                  <a:cubicBezTo>
                    <a:pt x="205" y="1711"/>
                    <a:pt x="205" y="1809"/>
                    <a:pt x="99" y="1915"/>
                  </a:cubicBezTo>
                  <a:lnTo>
                    <a:pt x="99" y="2119"/>
                  </a:lnTo>
                  <a:lnTo>
                    <a:pt x="99" y="2217"/>
                  </a:lnTo>
                  <a:lnTo>
                    <a:pt x="99" y="2324"/>
                  </a:lnTo>
                  <a:lnTo>
                    <a:pt x="1" y="2422"/>
                  </a:lnTo>
                  <a:lnTo>
                    <a:pt x="1" y="2626"/>
                  </a:lnTo>
                  <a:lnTo>
                    <a:pt x="1" y="2830"/>
                  </a:lnTo>
                  <a:cubicBezTo>
                    <a:pt x="1" y="2937"/>
                    <a:pt x="99" y="2937"/>
                    <a:pt x="99" y="2937"/>
                  </a:cubicBezTo>
                  <a:lnTo>
                    <a:pt x="99" y="3141"/>
                  </a:lnTo>
                  <a:lnTo>
                    <a:pt x="99" y="3345"/>
                  </a:lnTo>
                  <a:lnTo>
                    <a:pt x="99" y="3443"/>
                  </a:lnTo>
                  <a:cubicBezTo>
                    <a:pt x="205" y="3443"/>
                    <a:pt x="205" y="3550"/>
                    <a:pt x="205" y="3648"/>
                  </a:cubicBezTo>
                  <a:cubicBezTo>
                    <a:pt x="303" y="3754"/>
                    <a:pt x="303" y="3754"/>
                    <a:pt x="303" y="3852"/>
                  </a:cubicBezTo>
                  <a:lnTo>
                    <a:pt x="409" y="3852"/>
                  </a:lnTo>
                  <a:cubicBezTo>
                    <a:pt x="409" y="3958"/>
                    <a:pt x="409" y="4056"/>
                    <a:pt x="507" y="4056"/>
                  </a:cubicBezTo>
                  <a:cubicBezTo>
                    <a:pt x="712" y="4465"/>
                    <a:pt x="1120" y="4776"/>
                    <a:pt x="1431" y="4980"/>
                  </a:cubicBezTo>
                  <a:cubicBezTo>
                    <a:pt x="1529" y="4980"/>
                    <a:pt x="1635" y="4980"/>
                    <a:pt x="1635" y="5078"/>
                  </a:cubicBezTo>
                  <a:lnTo>
                    <a:pt x="1938" y="5078"/>
                  </a:lnTo>
                  <a:cubicBezTo>
                    <a:pt x="1938" y="5184"/>
                    <a:pt x="2044" y="5184"/>
                    <a:pt x="2142" y="5184"/>
                  </a:cubicBezTo>
                  <a:cubicBezTo>
                    <a:pt x="2278" y="5184"/>
                    <a:pt x="2371" y="5228"/>
                    <a:pt x="2478" y="5228"/>
                  </a:cubicBezTo>
                  <a:cubicBezTo>
                    <a:pt x="2532" y="5228"/>
                    <a:pt x="2589" y="5217"/>
                    <a:pt x="2657" y="5184"/>
                  </a:cubicBezTo>
                  <a:cubicBezTo>
                    <a:pt x="3066" y="5184"/>
                    <a:pt x="3474" y="5184"/>
                    <a:pt x="3777" y="4980"/>
                  </a:cubicBezTo>
                  <a:lnTo>
                    <a:pt x="3883" y="4980"/>
                  </a:lnTo>
                  <a:cubicBezTo>
                    <a:pt x="3883" y="4874"/>
                    <a:pt x="3883" y="4874"/>
                    <a:pt x="3981" y="4874"/>
                  </a:cubicBezTo>
                  <a:lnTo>
                    <a:pt x="4087" y="4776"/>
                  </a:lnTo>
                  <a:cubicBezTo>
                    <a:pt x="4185" y="4776"/>
                    <a:pt x="4185" y="4669"/>
                    <a:pt x="4292" y="4669"/>
                  </a:cubicBezTo>
                  <a:cubicBezTo>
                    <a:pt x="4292" y="4571"/>
                    <a:pt x="4292" y="4571"/>
                    <a:pt x="4390" y="4571"/>
                  </a:cubicBezTo>
                  <a:cubicBezTo>
                    <a:pt x="4390" y="4571"/>
                    <a:pt x="4390" y="4465"/>
                    <a:pt x="4496" y="4465"/>
                  </a:cubicBezTo>
                  <a:lnTo>
                    <a:pt x="4496" y="4367"/>
                  </a:lnTo>
                  <a:cubicBezTo>
                    <a:pt x="4594" y="4367"/>
                    <a:pt x="4594" y="4367"/>
                    <a:pt x="4594" y="4261"/>
                  </a:cubicBezTo>
                  <a:lnTo>
                    <a:pt x="4700" y="4261"/>
                  </a:lnTo>
                  <a:cubicBezTo>
                    <a:pt x="4700" y="4163"/>
                    <a:pt x="4798" y="4163"/>
                    <a:pt x="4798" y="4056"/>
                  </a:cubicBezTo>
                  <a:cubicBezTo>
                    <a:pt x="4798" y="4056"/>
                    <a:pt x="4798" y="3958"/>
                    <a:pt x="4905" y="3958"/>
                  </a:cubicBezTo>
                  <a:lnTo>
                    <a:pt x="4905" y="3852"/>
                  </a:lnTo>
                  <a:lnTo>
                    <a:pt x="5003" y="3754"/>
                  </a:lnTo>
                  <a:lnTo>
                    <a:pt x="5003" y="3648"/>
                  </a:lnTo>
                  <a:lnTo>
                    <a:pt x="5109" y="3550"/>
                  </a:lnTo>
                  <a:cubicBezTo>
                    <a:pt x="5313" y="2732"/>
                    <a:pt x="5313" y="1915"/>
                    <a:pt x="4798" y="1196"/>
                  </a:cubicBezTo>
                  <a:cubicBezTo>
                    <a:pt x="4272" y="407"/>
                    <a:pt x="3452" y="0"/>
                    <a:pt x="2633"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2"/>
            <p:cNvSpPr/>
            <p:nvPr/>
          </p:nvSpPr>
          <p:spPr>
            <a:xfrm>
              <a:off x="1451450" y="896850"/>
              <a:ext cx="148175" cy="130575"/>
            </a:xfrm>
            <a:custGeom>
              <a:rect b="b" l="l" r="r" t="t"/>
              <a:pathLst>
                <a:path extrusionOk="0" h="5223" w="5927">
                  <a:moveTo>
                    <a:pt x="2909" y="1"/>
                  </a:moveTo>
                  <a:cubicBezTo>
                    <a:pt x="1916" y="1"/>
                    <a:pt x="986" y="592"/>
                    <a:pt x="614" y="1572"/>
                  </a:cubicBezTo>
                  <a:cubicBezTo>
                    <a:pt x="1" y="2896"/>
                    <a:pt x="614" y="4432"/>
                    <a:pt x="1938" y="5045"/>
                  </a:cubicBezTo>
                  <a:cubicBezTo>
                    <a:pt x="2253" y="5165"/>
                    <a:pt x="2579" y="5222"/>
                    <a:pt x="2901" y="5222"/>
                  </a:cubicBezTo>
                  <a:cubicBezTo>
                    <a:pt x="3942" y="5222"/>
                    <a:pt x="4943" y="4626"/>
                    <a:pt x="5411" y="3615"/>
                  </a:cubicBezTo>
                  <a:cubicBezTo>
                    <a:pt x="5926" y="2283"/>
                    <a:pt x="5313" y="754"/>
                    <a:pt x="3981" y="239"/>
                  </a:cubicBezTo>
                  <a:cubicBezTo>
                    <a:pt x="3631" y="77"/>
                    <a:pt x="3266" y="1"/>
                    <a:pt x="2909" y="1"/>
                  </a:cubicBezTo>
                  <a:close/>
                </a:path>
              </a:pathLst>
            </a:custGeom>
            <a:solidFill>
              <a:srgbClr val="FF78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a:off x="1461675" y="948800"/>
              <a:ext cx="130175" cy="78625"/>
            </a:xfrm>
            <a:custGeom>
              <a:rect b="b" l="l" r="r" t="t"/>
              <a:pathLst>
                <a:path extrusionOk="0" h="3145" w="5207">
                  <a:moveTo>
                    <a:pt x="5109" y="0"/>
                  </a:moveTo>
                  <a:cubicBezTo>
                    <a:pt x="5109" y="311"/>
                    <a:pt x="5109" y="613"/>
                    <a:pt x="4904" y="924"/>
                  </a:cubicBezTo>
                  <a:cubicBezTo>
                    <a:pt x="4511" y="1935"/>
                    <a:pt x="3527" y="2531"/>
                    <a:pt x="2491" y="2531"/>
                  </a:cubicBezTo>
                  <a:cubicBezTo>
                    <a:pt x="2170" y="2531"/>
                    <a:pt x="1844" y="2474"/>
                    <a:pt x="1529" y="2354"/>
                  </a:cubicBezTo>
                  <a:cubicBezTo>
                    <a:pt x="711" y="2044"/>
                    <a:pt x="205" y="1333"/>
                    <a:pt x="0" y="515"/>
                  </a:cubicBezTo>
                  <a:lnTo>
                    <a:pt x="0" y="515"/>
                  </a:lnTo>
                  <a:cubicBezTo>
                    <a:pt x="0" y="1537"/>
                    <a:pt x="613" y="2559"/>
                    <a:pt x="1529" y="2967"/>
                  </a:cubicBezTo>
                  <a:cubicBezTo>
                    <a:pt x="1844" y="3087"/>
                    <a:pt x="2170" y="3144"/>
                    <a:pt x="2492" y="3144"/>
                  </a:cubicBezTo>
                  <a:cubicBezTo>
                    <a:pt x="3533" y="3144"/>
                    <a:pt x="4534" y="2548"/>
                    <a:pt x="5002" y="1537"/>
                  </a:cubicBezTo>
                  <a:cubicBezTo>
                    <a:pt x="5207" y="1022"/>
                    <a:pt x="5207" y="515"/>
                    <a:pt x="5109" y="0"/>
                  </a:cubicBezTo>
                  <a:close/>
                </a:path>
              </a:pathLst>
            </a:custGeom>
            <a:solidFill>
              <a:srgbClr val="F56E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1464125" y="936125"/>
              <a:ext cx="122625" cy="58675"/>
            </a:xfrm>
            <a:custGeom>
              <a:rect b="b" l="l" r="r" t="t"/>
              <a:pathLst>
                <a:path extrusionOk="0" h="2347" w="4905">
                  <a:moveTo>
                    <a:pt x="107" y="1"/>
                  </a:moveTo>
                  <a:cubicBezTo>
                    <a:pt x="107" y="99"/>
                    <a:pt x="107" y="99"/>
                    <a:pt x="0" y="99"/>
                  </a:cubicBezTo>
                  <a:lnTo>
                    <a:pt x="0" y="303"/>
                  </a:lnTo>
                  <a:lnTo>
                    <a:pt x="4700" y="2346"/>
                  </a:lnTo>
                  <a:cubicBezTo>
                    <a:pt x="4806" y="2248"/>
                    <a:pt x="4806" y="2248"/>
                    <a:pt x="4806" y="2142"/>
                  </a:cubicBezTo>
                  <a:cubicBezTo>
                    <a:pt x="4904" y="2142"/>
                    <a:pt x="4904" y="2044"/>
                    <a:pt x="4904" y="2044"/>
                  </a:cubicBezTo>
                  <a:lnTo>
                    <a:pt x="107" y="1"/>
                  </a:lnTo>
                  <a:close/>
                </a:path>
              </a:pathLst>
            </a:custGeom>
            <a:solidFill>
              <a:srgbClr val="F56E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a:off x="1464125" y="933475"/>
              <a:ext cx="122625" cy="56225"/>
            </a:xfrm>
            <a:custGeom>
              <a:rect b="b" l="l" r="r" t="t"/>
              <a:pathLst>
                <a:path extrusionOk="0" h="2249" w="4905">
                  <a:moveTo>
                    <a:pt x="205" y="0"/>
                  </a:moveTo>
                  <a:cubicBezTo>
                    <a:pt x="107" y="0"/>
                    <a:pt x="107" y="107"/>
                    <a:pt x="107" y="107"/>
                  </a:cubicBezTo>
                  <a:cubicBezTo>
                    <a:pt x="107" y="205"/>
                    <a:pt x="0" y="205"/>
                    <a:pt x="0" y="311"/>
                  </a:cubicBezTo>
                  <a:lnTo>
                    <a:pt x="4806" y="2248"/>
                  </a:lnTo>
                  <a:cubicBezTo>
                    <a:pt x="4806" y="2248"/>
                    <a:pt x="4904" y="2248"/>
                    <a:pt x="4904" y="2150"/>
                  </a:cubicBezTo>
                  <a:lnTo>
                    <a:pt x="4904" y="1946"/>
                  </a:lnTo>
                  <a:lnTo>
                    <a:pt x="205"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1630250" y="976825"/>
              <a:ext cx="132850" cy="130350"/>
            </a:xfrm>
            <a:custGeom>
              <a:rect b="b" l="l" r="r" t="t"/>
              <a:pathLst>
                <a:path extrusionOk="0" h="5214" w="5314">
                  <a:moveTo>
                    <a:pt x="2534" y="0"/>
                  </a:moveTo>
                  <a:cubicBezTo>
                    <a:pt x="2092" y="0"/>
                    <a:pt x="1642" y="102"/>
                    <a:pt x="1226" y="310"/>
                  </a:cubicBezTo>
                  <a:cubicBezTo>
                    <a:pt x="1226" y="416"/>
                    <a:pt x="1120" y="416"/>
                    <a:pt x="1120" y="416"/>
                  </a:cubicBezTo>
                  <a:cubicBezTo>
                    <a:pt x="1120" y="416"/>
                    <a:pt x="1022" y="416"/>
                    <a:pt x="1022" y="514"/>
                  </a:cubicBezTo>
                  <a:lnTo>
                    <a:pt x="916" y="514"/>
                  </a:lnTo>
                  <a:cubicBezTo>
                    <a:pt x="916" y="514"/>
                    <a:pt x="916" y="620"/>
                    <a:pt x="818" y="620"/>
                  </a:cubicBezTo>
                  <a:cubicBezTo>
                    <a:pt x="711" y="825"/>
                    <a:pt x="507" y="923"/>
                    <a:pt x="409" y="1127"/>
                  </a:cubicBezTo>
                  <a:lnTo>
                    <a:pt x="409" y="1233"/>
                  </a:lnTo>
                  <a:cubicBezTo>
                    <a:pt x="303" y="1233"/>
                    <a:pt x="303" y="1331"/>
                    <a:pt x="303" y="1331"/>
                  </a:cubicBezTo>
                  <a:lnTo>
                    <a:pt x="205" y="1438"/>
                  </a:lnTo>
                  <a:lnTo>
                    <a:pt x="205" y="1536"/>
                  </a:lnTo>
                  <a:cubicBezTo>
                    <a:pt x="205" y="1642"/>
                    <a:pt x="205" y="1642"/>
                    <a:pt x="98" y="1642"/>
                  </a:cubicBezTo>
                  <a:lnTo>
                    <a:pt x="98" y="1846"/>
                  </a:lnTo>
                  <a:cubicBezTo>
                    <a:pt x="98" y="1944"/>
                    <a:pt x="0" y="2051"/>
                    <a:pt x="0" y="2051"/>
                  </a:cubicBezTo>
                  <a:lnTo>
                    <a:pt x="0" y="2149"/>
                  </a:lnTo>
                  <a:lnTo>
                    <a:pt x="0" y="2255"/>
                  </a:lnTo>
                  <a:lnTo>
                    <a:pt x="0" y="2353"/>
                  </a:lnTo>
                  <a:lnTo>
                    <a:pt x="0" y="2557"/>
                  </a:lnTo>
                  <a:lnTo>
                    <a:pt x="0" y="2868"/>
                  </a:lnTo>
                  <a:lnTo>
                    <a:pt x="0" y="3072"/>
                  </a:lnTo>
                  <a:cubicBezTo>
                    <a:pt x="0" y="3170"/>
                    <a:pt x="98" y="3277"/>
                    <a:pt x="98" y="3375"/>
                  </a:cubicBezTo>
                  <a:cubicBezTo>
                    <a:pt x="98" y="3375"/>
                    <a:pt x="98" y="3481"/>
                    <a:pt x="205" y="3579"/>
                  </a:cubicBezTo>
                  <a:cubicBezTo>
                    <a:pt x="205" y="3685"/>
                    <a:pt x="205" y="3685"/>
                    <a:pt x="303" y="3783"/>
                  </a:cubicBezTo>
                  <a:lnTo>
                    <a:pt x="303" y="3890"/>
                  </a:lnTo>
                  <a:cubicBezTo>
                    <a:pt x="303" y="3890"/>
                    <a:pt x="409" y="3988"/>
                    <a:pt x="409" y="4094"/>
                  </a:cubicBezTo>
                  <a:cubicBezTo>
                    <a:pt x="711" y="4396"/>
                    <a:pt x="1022" y="4707"/>
                    <a:pt x="1431" y="4911"/>
                  </a:cubicBezTo>
                  <a:cubicBezTo>
                    <a:pt x="1431" y="4911"/>
                    <a:pt x="1529" y="5009"/>
                    <a:pt x="1635" y="5009"/>
                  </a:cubicBezTo>
                  <a:cubicBezTo>
                    <a:pt x="1733" y="5009"/>
                    <a:pt x="1733" y="5009"/>
                    <a:pt x="1839" y="5116"/>
                  </a:cubicBezTo>
                  <a:lnTo>
                    <a:pt x="2044" y="5116"/>
                  </a:lnTo>
                  <a:cubicBezTo>
                    <a:pt x="2248" y="5214"/>
                    <a:pt x="2452" y="5214"/>
                    <a:pt x="2550" y="5214"/>
                  </a:cubicBezTo>
                  <a:cubicBezTo>
                    <a:pt x="2959" y="5214"/>
                    <a:pt x="3368" y="5116"/>
                    <a:pt x="3776" y="4911"/>
                  </a:cubicBezTo>
                  <a:lnTo>
                    <a:pt x="3883" y="4805"/>
                  </a:lnTo>
                  <a:lnTo>
                    <a:pt x="3981" y="4805"/>
                  </a:lnTo>
                  <a:cubicBezTo>
                    <a:pt x="3981" y="4805"/>
                    <a:pt x="3981" y="4707"/>
                    <a:pt x="4087" y="4707"/>
                  </a:cubicBezTo>
                  <a:lnTo>
                    <a:pt x="4185" y="4601"/>
                  </a:lnTo>
                  <a:cubicBezTo>
                    <a:pt x="4291" y="4601"/>
                    <a:pt x="4291" y="4601"/>
                    <a:pt x="4291" y="4503"/>
                  </a:cubicBezTo>
                  <a:cubicBezTo>
                    <a:pt x="4291" y="4503"/>
                    <a:pt x="4389" y="4503"/>
                    <a:pt x="4389" y="4396"/>
                  </a:cubicBezTo>
                  <a:lnTo>
                    <a:pt x="4496" y="4396"/>
                  </a:lnTo>
                  <a:cubicBezTo>
                    <a:pt x="4496" y="4298"/>
                    <a:pt x="4496" y="4298"/>
                    <a:pt x="4594" y="4192"/>
                  </a:cubicBezTo>
                  <a:lnTo>
                    <a:pt x="4798" y="3988"/>
                  </a:lnTo>
                  <a:lnTo>
                    <a:pt x="4798" y="3890"/>
                  </a:lnTo>
                  <a:lnTo>
                    <a:pt x="4904" y="3783"/>
                  </a:lnTo>
                  <a:lnTo>
                    <a:pt x="4904" y="3685"/>
                  </a:lnTo>
                  <a:lnTo>
                    <a:pt x="5002" y="3579"/>
                  </a:lnTo>
                  <a:lnTo>
                    <a:pt x="5002" y="3481"/>
                  </a:lnTo>
                  <a:cubicBezTo>
                    <a:pt x="5313" y="2762"/>
                    <a:pt x="5207" y="1846"/>
                    <a:pt x="4700" y="1127"/>
                  </a:cubicBezTo>
                  <a:cubicBezTo>
                    <a:pt x="4225" y="387"/>
                    <a:pt x="3396" y="0"/>
                    <a:pt x="2534"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a:off x="1614925" y="963275"/>
              <a:ext cx="148175" cy="130550"/>
            </a:xfrm>
            <a:custGeom>
              <a:rect b="b" l="l" r="r" t="t"/>
              <a:pathLst>
                <a:path extrusionOk="0" h="5222" w="5927">
                  <a:moveTo>
                    <a:pt x="2907" y="0"/>
                  </a:moveTo>
                  <a:cubicBezTo>
                    <a:pt x="1909" y="0"/>
                    <a:pt x="958" y="591"/>
                    <a:pt x="507" y="1571"/>
                  </a:cubicBezTo>
                  <a:cubicBezTo>
                    <a:pt x="0" y="2895"/>
                    <a:pt x="613" y="4432"/>
                    <a:pt x="1937" y="5045"/>
                  </a:cubicBezTo>
                  <a:cubicBezTo>
                    <a:pt x="2252" y="5165"/>
                    <a:pt x="2579" y="5222"/>
                    <a:pt x="2900" y="5222"/>
                  </a:cubicBezTo>
                  <a:cubicBezTo>
                    <a:pt x="3936" y="5222"/>
                    <a:pt x="4920" y="4625"/>
                    <a:pt x="5313" y="3614"/>
                  </a:cubicBezTo>
                  <a:cubicBezTo>
                    <a:pt x="5926" y="2282"/>
                    <a:pt x="5207" y="754"/>
                    <a:pt x="3981" y="239"/>
                  </a:cubicBezTo>
                  <a:cubicBezTo>
                    <a:pt x="3631" y="77"/>
                    <a:pt x="3266" y="0"/>
                    <a:pt x="2907" y="0"/>
                  </a:cubicBezTo>
                  <a:close/>
                </a:path>
              </a:pathLst>
            </a:custGeom>
            <a:solidFill>
              <a:srgbClr val="FF78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2"/>
            <p:cNvSpPr/>
            <p:nvPr/>
          </p:nvSpPr>
          <p:spPr>
            <a:xfrm>
              <a:off x="1622475" y="1015200"/>
              <a:ext cx="132850" cy="78625"/>
            </a:xfrm>
            <a:custGeom>
              <a:rect b="b" l="l" r="r" t="t"/>
              <a:pathLst>
                <a:path extrusionOk="0" h="3145" w="5314">
                  <a:moveTo>
                    <a:pt x="5215" y="1"/>
                  </a:moveTo>
                  <a:cubicBezTo>
                    <a:pt x="5215" y="311"/>
                    <a:pt x="5109" y="614"/>
                    <a:pt x="5011" y="1022"/>
                  </a:cubicBezTo>
                  <a:cubicBezTo>
                    <a:pt x="4560" y="2002"/>
                    <a:pt x="3610" y="2593"/>
                    <a:pt x="2611" y="2593"/>
                  </a:cubicBezTo>
                  <a:cubicBezTo>
                    <a:pt x="2253" y="2593"/>
                    <a:pt x="1888" y="2517"/>
                    <a:pt x="1537" y="2355"/>
                  </a:cubicBezTo>
                  <a:cubicBezTo>
                    <a:pt x="720" y="2044"/>
                    <a:pt x="205" y="1333"/>
                    <a:pt x="1" y="516"/>
                  </a:cubicBezTo>
                  <a:lnTo>
                    <a:pt x="1" y="516"/>
                  </a:lnTo>
                  <a:cubicBezTo>
                    <a:pt x="1" y="1537"/>
                    <a:pt x="614" y="2559"/>
                    <a:pt x="1635" y="2968"/>
                  </a:cubicBezTo>
                  <a:cubicBezTo>
                    <a:pt x="1950" y="3088"/>
                    <a:pt x="2277" y="3145"/>
                    <a:pt x="2598" y="3145"/>
                  </a:cubicBezTo>
                  <a:cubicBezTo>
                    <a:pt x="3634" y="3145"/>
                    <a:pt x="4618" y="2548"/>
                    <a:pt x="5011" y="1537"/>
                  </a:cubicBezTo>
                  <a:cubicBezTo>
                    <a:pt x="5215" y="1022"/>
                    <a:pt x="5313" y="516"/>
                    <a:pt x="5215" y="1"/>
                  </a:cubicBezTo>
                  <a:close/>
                </a:path>
              </a:pathLst>
            </a:custGeom>
            <a:solidFill>
              <a:srgbClr val="F56E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2"/>
            <p:cNvSpPr/>
            <p:nvPr/>
          </p:nvSpPr>
          <p:spPr>
            <a:xfrm>
              <a:off x="1625125" y="1002550"/>
              <a:ext cx="122650" cy="58650"/>
            </a:xfrm>
            <a:custGeom>
              <a:rect b="b" l="l" r="r" t="t"/>
              <a:pathLst>
                <a:path extrusionOk="0" h="2346" w="4906">
                  <a:moveTo>
                    <a:pt x="99" y="0"/>
                  </a:moveTo>
                  <a:lnTo>
                    <a:pt x="99" y="98"/>
                  </a:lnTo>
                  <a:cubicBezTo>
                    <a:pt x="99" y="204"/>
                    <a:pt x="1" y="302"/>
                    <a:pt x="1" y="409"/>
                  </a:cubicBezTo>
                  <a:lnTo>
                    <a:pt x="4799" y="2346"/>
                  </a:lnTo>
                  <a:cubicBezTo>
                    <a:pt x="4799" y="2248"/>
                    <a:pt x="4799" y="2248"/>
                    <a:pt x="4905" y="2141"/>
                  </a:cubicBezTo>
                  <a:lnTo>
                    <a:pt x="4905" y="2043"/>
                  </a:lnTo>
                  <a:lnTo>
                    <a:pt x="99" y="0"/>
                  </a:lnTo>
                  <a:close/>
                </a:path>
              </a:pathLst>
            </a:custGeom>
            <a:solidFill>
              <a:srgbClr val="F56E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2"/>
            <p:cNvSpPr/>
            <p:nvPr/>
          </p:nvSpPr>
          <p:spPr>
            <a:xfrm>
              <a:off x="1627600" y="999875"/>
              <a:ext cx="122625" cy="58875"/>
            </a:xfrm>
            <a:custGeom>
              <a:rect b="b" l="l" r="r" t="t"/>
              <a:pathLst>
                <a:path extrusionOk="0" h="2355" w="4905">
                  <a:moveTo>
                    <a:pt x="106" y="1"/>
                  </a:moveTo>
                  <a:lnTo>
                    <a:pt x="0" y="107"/>
                  </a:lnTo>
                  <a:lnTo>
                    <a:pt x="0" y="311"/>
                  </a:lnTo>
                  <a:lnTo>
                    <a:pt x="4700" y="2355"/>
                  </a:lnTo>
                  <a:cubicBezTo>
                    <a:pt x="4806" y="2248"/>
                    <a:pt x="4806" y="2248"/>
                    <a:pt x="4806" y="2150"/>
                  </a:cubicBezTo>
                  <a:lnTo>
                    <a:pt x="4904" y="2044"/>
                  </a:lnTo>
                  <a:lnTo>
                    <a:pt x="10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2"/>
            <p:cNvSpPr/>
            <p:nvPr/>
          </p:nvSpPr>
          <p:spPr>
            <a:xfrm>
              <a:off x="1791050" y="1043225"/>
              <a:ext cx="132850" cy="130375"/>
            </a:xfrm>
            <a:custGeom>
              <a:rect b="b" l="l" r="r" t="t"/>
              <a:pathLst>
                <a:path extrusionOk="0" h="5215" w="5314">
                  <a:moveTo>
                    <a:pt x="2571" y="1"/>
                  </a:moveTo>
                  <a:cubicBezTo>
                    <a:pt x="2140" y="1"/>
                    <a:pt x="1713" y="102"/>
                    <a:pt x="1333" y="310"/>
                  </a:cubicBezTo>
                  <a:cubicBezTo>
                    <a:pt x="1227" y="416"/>
                    <a:pt x="1227" y="416"/>
                    <a:pt x="1129" y="416"/>
                  </a:cubicBezTo>
                  <a:lnTo>
                    <a:pt x="1129" y="514"/>
                  </a:lnTo>
                  <a:lnTo>
                    <a:pt x="1022" y="514"/>
                  </a:lnTo>
                  <a:lnTo>
                    <a:pt x="924" y="621"/>
                  </a:lnTo>
                  <a:cubicBezTo>
                    <a:pt x="720" y="825"/>
                    <a:pt x="516" y="1029"/>
                    <a:pt x="409" y="1234"/>
                  </a:cubicBezTo>
                  <a:lnTo>
                    <a:pt x="311" y="1332"/>
                  </a:lnTo>
                  <a:lnTo>
                    <a:pt x="311" y="1438"/>
                  </a:lnTo>
                  <a:cubicBezTo>
                    <a:pt x="205" y="1536"/>
                    <a:pt x="205" y="1536"/>
                    <a:pt x="205" y="1642"/>
                  </a:cubicBezTo>
                  <a:cubicBezTo>
                    <a:pt x="205" y="1740"/>
                    <a:pt x="107" y="1847"/>
                    <a:pt x="107" y="1847"/>
                  </a:cubicBezTo>
                  <a:lnTo>
                    <a:pt x="107" y="1945"/>
                  </a:lnTo>
                  <a:lnTo>
                    <a:pt x="107" y="2051"/>
                  </a:lnTo>
                  <a:cubicBezTo>
                    <a:pt x="107" y="2149"/>
                    <a:pt x="1" y="2149"/>
                    <a:pt x="1" y="2149"/>
                  </a:cubicBezTo>
                  <a:lnTo>
                    <a:pt x="1" y="2353"/>
                  </a:lnTo>
                  <a:lnTo>
                    <a:pt x="1" y="2664"/>
                  </a:lnTo>
                  <a:lnTo>
                    <a:pt x="1" y="2868"/>
                  </a:lnTo>
                  <a:lnTo>
                    <a:pt x="1" y="3073"/>
                  </a:lnTo>
                  <a:cubicBezTo>
                    <a:pt x="107" y="3073"/>
                    <a:pt x="107" y="3073"/>
                    <a:pt x="107" y="3171"/>
                  </a:cubicBezTo>
                  <a:lnTo>
                    <a:pt x="107" y="3375"/>
                  </a:lnTo>
                  <a:cubicBezTo>
                    <a:pt x="107" y="3481"/>
                    <a:pt x="205" y="3481"/>
                    <a:pt x="205" y="3580"/>
                  </a:cubicBezTo>
                  <a:lnTo>
                    <a:pt x="205" y="3686"/>
                  </a:lnTo>
                  <a:lnTo>
                    <a:pt x="311" y="3784"/>
                  </a:lnTo>
                  <a:lnTo>
                    <a:pt x="311" y="3890"/>
                  </a:lnTo>
                  <a:cubicBezTo>
                    <a:pt x="409" y="3890"/>
                    <a:pt x="409" y="3988"/>
                    <a:pt x="409" y="4094"/>
                  </a:cubicBezTo>
                  <a:cubicBezTo>
                    <a:pt x="720" y="4397"/>
                    <a:pt x="1022" y="4707"/>
                    <a:pt x="1431" y="4912"/>
                  </a:cubicBezTo>
                  <a:cubicBezTo>
                    <a:pt x="1537" y="4912"/>
                    <a:pt x="1537" y="5010"/>
                    <a:pt x="1635" y="5010"/>
                  </a:cubicBezTo>
                  <a:cubicBezTo>
                    <a:pt x="1742" y="5010"/>
                    <a:pt x="1840" y="5116"/>
                    <a:pt x="1840" y="5116"/>
                  </a:cubicBezTo>
                  <a:lnTo>
                    <a:pt x="2150" y="5116"/>
                  </a:lnTo>
                  <a:cubicBezTo>
                    <a:pt x="2248" y="5214"/>
                    <a:pt x="2453" y="5214"/>
                    <a:pt x="2657" y="5214"/>
                  </a:cubicBezTo>
                  <a:cubicBezTo>
                    <a:pt x="3066" y="5214"/>
                    <a:pt x="3376" y="5116"/>
                    <a:pt x="3785" y="4912"/>
                  </a:cubicBezTo>
                  <a:cubicBezTo>
                    <a:pt x="3883" y="4912"/>
                    <a:pt x="3883" y="4912"/>
                    <a:pt x="3883" y="4806"/>
                  </a:cubicBezTo>
                  <a:lnTo>
                    <a:pt x="3989" y="4806"/>
                  </a:lnTo>
                  <a:cubicBezTo>
                    <a:pt x="3989" y="4806"/>
                    <a:pt x="4087" y="4806"/>
                    <a:pt x="4087" y="4707"/>
                  </a:cubicBezTo>
                  <a:cubicBezTo>
                    <a:pt x="4087" y="4707"/>
                    <a:pt x="4194" y="4707"/>
                    <a:pt x="4194" y="4601"/>
                  </a:cubicBezTo>
                  <a:lnTo>
                    <a:pt x="4292" y="4601"/>
                  </a:lnTo>
                  <a:lnTo>
                    <a:pt x="4496" y="4397"/>
                  </a:lnTo>
                  <a:cubicBezTo>
                    <a:pt x="4496" y="4299"/>
                    <a:pt x="4602" y="4299"/>
                    <a:pt x="4602" y="4299"/>
                  </a:cubicBezTo>
                  <a:cubicBezTo>
                    <a:pt x="4602" y="4299"/>
                    <a:pt x="4602" y="4193"/>
                    <a:pt x="4700" y="4193"/>
                  </a:cubicBezTo>
                  <a:cubicBezTo>
                    <a:pt x="4700" y="4193"/>
                    <a:pt x="4700" y="4094"/>
                    <a:pt x="4807" y="3988"/>
                  </a:cubicBezTo>
                  <a:cubicBezTo>
                    <a:pt x="4905" y="3890"/>
                    <a:pt x="4905" y="3890"/>
                    <a:pt x="4905" y="3784"/>
                  </a:cubicBezTo>
                  <a:cubicBezTo>
                    <a:pt x="5011" y="3686"/>
                    <a:pt x="5011" y="3686"/>
                    <a:pt x="5011" y="3580"/>
                  </a:cubicBezTo>
                  <a:lnTo>
                    <a:pt x="5011" y="3481"/>
                  </a:lnTo>
                  <a:cubicBezTo>
                    <a:pt x="5313" y="2762"/>
                    <a:pt x="5215" y="1847"/>
                    <a:pt x="4807" y="1127"/>
                  </a:cubicBezTo>
                  <a:cubicBezTo>
                    <a:pt x="4266" y="387"/>
                    <a:pt x="3412" y="1"/>
                    <a:pt x="2571" y="1"/>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2"/>
            <p:cNvSpPr/>
            <p:nvPr/>
          </p:nvSpPr>
          <p:spPr>
            <a:xfrm>
              <a:off x="1775725" y="1031225"/>
              <a:ext cx="148175" cy="129025"/>
            </a:xfrm>
            <a:custGeom>
              <a:rect b="b" l="l" r="r" t="t"/>
              <a:pathLst>
                <a:path extrusionOk="0" h="5161" w="5927">
                  <a:moveTo>
                    <a:pt x="3027" y="0"/>
                  </a:moveTo>
                  <a:cubicBezTo>
                    <a:pt x="1991" y="0"/>
                    <a:pt x="1007" y="597"/>
                    <a:pt x="614" y="1607"/>
                  </a:cubicBezTo>
                  <a:cubicBezTo>
                    <a:pt x="1" y="2940"/>
                    <a:pt x="614" y="4468"/>
                    <a:pt x="1946" y="4983"/>
                  </a:cubicBezTo>
                  <a:cubicBezTo>
                    <a:pt x="2259" y="5103"/>
                    <a:pt x="2584" y="5160"/>
                    <a:pt x="2906" y="5160"/>
                  </a:cubicBezTo>
                  <a:cubicBezTo>
                    <a:pt x="3945" y="5160"/>
                    <a:pt x="4952" y="4564"/>
                    <a:pt x="5420" y="3553"/>
                  </a:cubicBezTo>
                  <a:cubicBezTo>
                    <a:pt x="5926" y="2220"/>
                    <a:pt x="5313" y="692"/>
                    <a:pt x="3989" y="177"/>
                  </a:cubicBezTo>
                  <a:cubicBezTo>
                    <a:pt x="3674" y="57"/>
                    <a:pt x="3348" y="0"/>
                    <a:pt x="3027" y="0"/>
                  </a:cubicBezTo>
                  <a:close/>
                </a:path>
              </a:pathLst>
            </a:custGeom>
            <a:solidFill>
              <a:srgbClr val="FF78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2"/>
            <p:cNvSpPr/>
            <p:nvPr/>
          </p:nvSpPr>
          <p:spPr>
            <a:xfrm>
              <a:off x="1785950" y="1081625"/>
              <a:ext cx="130400" cy="78625"/>
            </a:xfrm>
            <a:custGeom>
              <a:rect b="b" l="l" r="r" t="t"/>
              <a:pathLst>
                <a:path extrusionOk="0" h="3145" w="5216">
                  <a:moveTo>
                    <a:pt x="5109" y="0"/>
                  </a:moveTo>
                  <a:cubicBezTo>
                    <a:pt x="5109" y="311"/>
                    <a:pt x="5011" y="719"/>
                    <a:pt x="4904" y="1022"/>
                  </a:cubicBezTo>
                  <a:cubicBezTo>
                    <a:pt x="4454" y="2002"/>
                    <a:pt x="3507" y="2593"/>
                    <a:pt x="2551" y="2593"/>
                  </a:cubicBezTo>
                  <a:cubicBezTo>
                    <a:pt x="2207" y="2593"/>
                    <a:pt x="1861" y="2516"/>
                    <a:pt x="1537" y="2354"/>
                  </a:cubicBezTo>
                  <a:cubicBezTo>
                    <a:pt x="720" y="2044"/>
                    <a:pt x="107" y="1332"/>
                    <a:pt x="0" y="613"/>
                  </a:cubicBezTo>
                  <a:lnTo>
                    <a:pt x="0" y="613"/>
                  </a:lnTo>
                  <a:cubicBezTo>
                    <a:pt x="0" y="1537"/>
                    <a:pt x="515" y="2558"/>
                    <a:pt x="1537" y="2967"/>
                  </a:cubicBezTo>
                  <a:cubicBezTo>
                    <a:pt x="1850" y="3087"/>
                    <a:pt x="2175" y="3144"/>
                    <a:pt x="2497" y="3144"/>
                  </a:cubicBezTo>
                  <a:cubicBezTo>
                    <a:pt x="3536" y="3144"/>
                    <a:pt x="4543" y="2548"/>
                    <a:pt x="5011" y="1537"/>
                  </a:cubicBezTo>
                  <a:cubicBezTo>
                    <a:pt x="5215" y="1022"/>
                    <a:pt x="5215" y="515"/>
                    <a:pt x="5109" y="0"/>
                  </a:cubicBezTo>
                  <a:close/>
                </a:path>
              </a:pathLst>
            </a:custGeom>
            <a:solidFill>
              <a:srgbClr val="F56E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2"/>
            <p:cNvSpPr/>
            <p:nvPr/>
          </p:nvSpPr>
          <p:spPr>
            <a:xfrm>
              <a:off x="1785950" y="1071400"/>
              <a:ext cx="122625" cy="56225"/>
            </a:xfrm>
            <a:custGeom>
              <a:rect b="b" l="l" r="r" t="t"/>
              <a:pathLst>
                <a:path extrusionOk="0" h="2249" w="4905">
                  <a:moveTo>
                    <a:pt x="205" y="0"/>
                  </a:moveTo>
                  <a:cubicBezTo>
                    <a:pt x="107" y="0"/>
                    <a:pt x="107" y="0"/>
                    <a:pt x="107" y="107"/>
                  </a:cubicBezTo>
                  <a:cubicBezTo>
                    <a:pt x="107" y="107"/>
                    <a:pt x="107" y="205"/>
                    <a:pt x="0" y="311"/>
                  </a:cubicBezTo>
                  <a:lnTo>
                    <a:pt x="4806" y="2248"/>
                  </a:lnTo>
                  <a:cubicBezTo>
                    <a:pt x="4806" y="2248"/>
                    <a:pt x="4904" y="2150"/>
                    <a:pt x="4904" y="2044"/>
                  </a:cubicBezTo>
                  <a:lnTo>
                    <a:pt x="4904" y="1946"/>
                  </a:lnTo>
                  <a:lnTo>
                    <a:pt x="205" y="0"/>
                  </a:lnTo>
                  <a:close/>
                </a:path>
              </a:pathLst>
            </a:custGeom>
            <a:solidFill>
              <a:srgbClr val="F56E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2"/>
            <p:cNvSpPr/>
            <p:nvPr/>
          </p:nvSpPr>
          <p:spPr>
            <a:xfrm>
              <a:off x="1788600" y="1066300"/>
              <a:ext cx="122625" cy="58875"/>
            </a:xfrm>
            <a:custGeom>
              <a:rect b="b" l="l" r="r" t="t"/>
              <a:pathLst>
                <a:path extrusionOk="0" h="2355" w="4905">
                  <a:moveTo>
                    <a:pt x="99" y="0"/>
                  </a:moveTo>
                  <a:lnTo>
                    <a:pt x="99" y="204"/>
                  </a:lnTo>
                  <a:cubicBezTo>
                    <a:pt x="1" y="204"/>
                    <a:pt x="1" y="311"/>
                    <a:pt x="1" y="311"/>
                  </a:cubicBezTo>
                  <a:lnTo>
                    <a:pt x="4798" y="2354"/>
                  </a:lnTo>
                  <a:cubicBezTo>
                    <a:pt x="4798" y="2248"/>
                    <a:pt x="4798" y="2248"/>
                    <a:pt x="4905" y="2150"/>
                  </a:cubicBezTo>
                  <a:lnTo>
                    <a:pt x="4905" y="2044"/>
                  </a:lnTo>
                  <a:lnTo>
                    <a:pt x="9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2"/>
            <p:cNvSpPr/>
            <p:nvPr/>
          </p:nvSpPr>
          <p:spPr>
            <a:xfrm>
              <a:off x="1952075" y="1110375"/>
              <a:ext cx="135300" cy="129625"/>
            </a:xfrm>
            <a:custGeom>
              <a:rect b="b" l="l" r="r" t="t"/>
              <a:pathLst>
                <a:path extrusionOk="0" h="5185" w="5412">
                  <a:moveTo>
                    <a:pt x="2659" y="0"/>
                  </a:moveTo>
                  <a:cubicBezTo>
                    <a:pt x="2197" y="0"/>
                    <a:pt x="1734" y="125"/>
                    <a:pt x="1325" y="387"/>
                  </a:cubicBezTo>
                  <a:cubicBezTo>
                    <a:pt x="1226" y="387"/>
                    <a:pt x="1226" y="387"/>
                    <a:pt x="1226" y="485"/>
                  </a:cubicBezTo>
                  <a:lnTo>
                    <a:pt x="1120" y="485"/>
                  </a:lnTo>
                  <a:cubicBezTo>
                    <a:pt x="1022" y="485"/>
                    <a:pt x="1022" y="485"/>
                    <a:pt x="1022" y="591"/>
                  </a:cubicBezTo>
                  <a:lnTo>
                    <a:pt x="916" y="591"/>
                  </a:lnTo>
                  <a:lnTo>
                    <a:pt x="916" y="689"/>
                  </a:lnTo>
                  <a:cubicBezTo>
                    <a:pt x="712" y="795"/>
                    <a:pt x="613" y="1000"/>
                    <a:pt x="507" y="1204"/>
                  </a:cubicBezTo>
                  <a:lnTo>
                    <a:pt x="409" y="1204"/>
                  </a:lnTo>
                  <a:cubicBezTo>
                    <a:pt x="409" y="1302"/>
                    <a:pt x="409" y="1302"/>
                    <a:pt x="303" y="1408"/>
                  </a:cubicBezTo>
                  <a:cubicBezTo>
                    <a:pt x="303" y="1507"/>
                    <a:pt x="303" y="1507"/>
                    <a:pt x="205" y="1613"/>
                  </a:cubicBezTo>
                  <a:cubicBezTo>
                    <a:pt x="205" y="1711"/>
                    <a:pt x="205" y="1817"/>
                    <a:pt x="99" y="1817"/>
                  </a:cubicBezTo>
                  <a:lnTo>
                    <a:pt x="99" y="1915"/>
                  </a:lnTo>
                  <a:lnTo>
                    <a:pt x="99" y="2120"/>
                  </a:lnTo>
                  <a:lnTo>
                    <a:pt x="99" y="2324"/>
                  </a:lnTo>
                  <a:lnTo>
                    <a:pt x="99" y="2430"/>
                  </a:lnTo>
                  <a:cubicBezTo>
                    <a:pt x="0" y="2430"/>
                    <a:pt x="0" y="2528"/>
                    <a:pt x="0" y="2634"/>
                  </a:cubicBezTo>
                  <a:cubicBezTo>
                    <a:pt x="0" y="2733"/>
                    <a:pt x="0" y="2733"/>
                    <a:pt x="99" y="2839"/>
                  </a:cubicBezTo>
                  <a:lnTo>
                    <a:pt x="99" y="2937"/>
                  </a:lnTo>
                  <a:lnTo>
                    <a:pt x="99" y="3043"/>
                  </a:lnTo>
                  <a:lnTo>
                    <a:pt x="99" y="3141"/>
                  </a:lnTo>
                  <a:cubicBezTo>
                    <a:pt x="99" y="3247"/>
                    <a:pt x="99" y="3247"/>
                    <a:pt x="205" y="3346"/>
                  </a:cubicBezTo>
                  <a:lnTo>
                    <a:pt x="205" y="3550"/>
                  </a:lnTo>
                  <a:cubicBezTo>
                    <a:pt x="205" y="3550"/>
                    <a:pt x="205" y="3656"/>
                    <a:pt x="303" y="3656"/>
                  </a:cubicBezTo>
                  <a:lnTo>
                    <a:pt x="303" y="3754"/>
                  </a:lnTo>
                  <a:cubicBezTo>
                    <a:pt x="303" y="3860"/>
                    <a:pt x="409" y="3860"/>
                    <a:pt x="409" y="3860"/>
                  </a:cubicBezTo>
                  <a:cubicBezTo>
                    <a:pt x="409" y="3959"/>
                    <a:pt x="409" y="3959"/>
                    <a:pt x="507" y="4065"/>
                  </a:cubicBezTo>
                  <a:cubicBezTo>
                    <a:pt x="712" y="4473"/>
                    <a:pt x="1120" y="4678"/>
                    <a:pt x="1431" y="4882"/>
                  </a:cubicBezTo>
                  <a:cubicBezTo>
                    <a:pt x="1529" y="4980"/>
                    <a:pt x="1635" y="4980"/>
                    <a:pt x="1635" y="4980"/>
                  </a:cubicBezTo>
                  <a:cubicBezTo>
                    <a:pt x="1733" y="5086"/>
                    <a:pt x="1839" y="5086"/>
                    <a:pt x="1938" y="5086"/>
                  </a:cubicBezTo>
                  <a:cubicBezTo>
                    <a:pt x="2044" y="5086"/>
                    <a:pt x="2044" y="5185"/>
                    <a:pt x="2142" y="5185"/>
                  </a:cubicBezTo>
                  <a:lnTo>
                    <a:pt x="2657" y="5185"/>
                  </a:lnTo>
                  <a:cubicBezTo>
                    <a:pt x="3065" y="5185"/>
                    <a:pt x="3474" y="5086"/>
                    <a:pt x="3777" y="4882"/>
                  </a:cubicBezTo>
                  <a:lnTo>
                    <a:pt x="3981" y="4882"/>
                  </a:lnTo>
                  <a:lnTo>
                    <a:pt x="3981" y="4776"/>
                  </a:lnTo>
                  <a:lnTo>
                    <a:pt x="4087" y="4776"/>
                  </a:lnTo>
                  <a:cubicBezTo>
                    <a:pt x="4185" y="4678"/>
                    <a:pt x="4185" y="4678"/>
                    <a:pt x="4291" y="4678"/>
                  </a:cubicBezTo>
                  <a:lnTo>
                    <a:pt x="4291" y="4572"/>
                  </a:lnTo>
                  <a:lnTo>
                    <a:pt x="4390" y="4572"/>
                  </a:lnTo>
                  <a:cubicBezTo>
                    <a:pt x="4390" y="4473"/>
                    <a:pt x="4390" y="4473"/>
                    <a:pt x="4496" y="4473"/>
                  </a:cubicBezTo>
                  <a:lnTo>
                    <a:pt x="4496" y="4367"/>
                  </a:lnTo>
                  <a:cubicBezTo>
                    <a:pt x="4594" y="4367"/>
                    <a:pt x="4594" y="4269"/>
                    <a:pt x="4594" y="4269"/>
                  </a:cubicBezTo>
                  <a:cubicBezTo>
                    <a:pt x="4700" y="4269"/>
                    <a:pt x="4700" y="4269"/>
                    <a:pt x="4700" y="4163"/>
                  </a:cubicBezTo>
                  <a:lnTo>
                    <a:pt x="4798" y="4065"/>
                  </a:lnTo>
                  <a:cubicBezTo>
                    <a:pt x="4798" y="3959"/>
                    <a:pt x="4904" y="3959"/>
                    <a:pt x="4904" y="3959"/>
                  </a:cubicBezTo>
                  <a:lnTo>
                    <a:pt x="4904" y="3860"/>
                  </a:lnTo>
                  <a:lnTo>
                    <a:pt x="5003" y="3754"/>
                  </a:lnTo>
                  <a:lnTo>
                    <a:pt x="5003" y="3656"/>
                  </a:lnTo>
                  <a:cubicBezTo>
                    <a:pt x="5003" y="3550"/>
                    <a:pt x="5109" y="3550"/>
                    <a:pt x="5109" y="3550"/>
                  </a:cubicBezTo>
                  <a:lnTo>
                    <a:pt x="5109" y="3452"/>
                  </a:lnTo>
                  <a:cubicBezTo>
                    <a:pt x="5411" y="2733"/>
                    <a:pt x="5313" y="1817"/>
                    <a:pt x="4798" y="1098"/>
                  </a:cubicBezTo>
                  <a:cubicBezTo>
                    <a:pt x="4278" y="385"/>
                    <a:pt x="3469" y="0"/>
                    <a:pt x="2659"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2"/>
            <p:cNvSpPr/>
            <p:nvPr/>
          </p:nvSpPr>
          <p:spPr>
            <a:xfrm>
              <a:off x="1936750" y="1097625"/>
              <a:ext cx="148175" cy="130550"/>
            </a:xfrm>
            <a:custGeom>
              <a:rect b="b" l="l" r="r" t="t"/>
              <a:pathLst>
                <a:path extrusionOk="0" h="5222" w="5927">
                  <a:moveTo>
                    <a:pt x="3022" y="0"/>
                  </a:moveTo>
                  <a:cubicBezTo>
                    <a:pt x="1988" y="0"/>
                    <a:pt x="1000" y="597"/>
                    <a:pt x="613" y="1608"/>
                  </a:cubicBezTo>
                  <a:cubicBezTo>
                    <a:pt x="0" y="2940"/>
                    <a:pt x="712" y="4469"/>
                    <a:pt x="1938" y="4983"/>
                  </a:cubicBezTo>
                  <a:cubicBezTo>
                    <a:pt x="2290" y="5146"/>
                    <a:pt x="2656" y="5222"/>
                    <a:pt x="3015" y="5222"/>
                  </a:cubicBezTo>
                  <a:cubicBezTo>
                    <a:pt x="4014" y="5222"/>
                    <a:pt x="4960" y="4631"/>
                    <a:pt x="5411" y="3651"/>
                  </a:cubicBezTo>
                  <a:cubicBezTo>
                    <a:pt x="5926" y="2327"/>
                    <a:pt x="5313" y="791"/>
                    <a:pt x="3981" y="177"/>
                  </a:cubicBezTo>
                  <a:cubicBezTo>
                    <a:pt x="3668" y="58"/>
                    <a:pt x="3343" y="0"/>
                    <a:pt x="3022" y="0"/>
                  </a:cubicBezTo>
                  <a:close/>
                </a:path>
              </a:pathLst>
            </a:custGeom>
            <a:solidFill>
              <a:srgbClr val="FF78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2"/>
            <p:cNvSpPr/>
            <p:nvPr/>
          </p:nvSpPr>
          <p:spPr>
            <a:xfrm>
              <a:off x="1946975" y="1148025"/>
              <a:ext cx="130175" cy="80150"/>
            </a:xfrm>
            <a:custGeom>
              <a:rect b="b" l="l" r="r" t="t"/>
              <a:pathLst>
                <a:path extrusionOk="0" h="3206" w="5207">
                  <a:moveTo>
                    <a:pt x="5108" y="1"/>
                  </a:moveTo>
                  <a:cubicBezTo>
                    <a:pt x="5108" y="311"/>
                    <a:pt x="5108" y="720"/>
                    <a:pt x="4904" y="1022"/>
                  </a:cubicBezTo>
                  <a:cubicBezTo>
                    <a:pt x="4512" y="2037"/>
                    <a:pt x="3532" y="2634"/>
                    <a:pt x="2499" y="2634"/>
                  </a:cubicBezTo>
                  <a:cubicBezTo>
                    <a:pt x="2175" y="2634"/>
                    <a:pt x="1846" y="2575"/>
                    <a:pt x="1529" y="2453"/>
                  </a:cubicBezTo>
                  <a:cubicBezTo>
                    <a:pt x="711" y="2044"/>
                    <a:pt x="204" y="1333"/>
                    <a:pt x="0" y="614"/>
                  </a:cubicBezTo>
                  <a:lnTo>
                    <a:pt x="0" y="614"/>
                  </a:lnTo>
                  <a:cubicBezTo>
                    <a:pt x="0" y="1635"/>
                    <a:pt x="613" y="2559"/>
                    <a:pt x="1529" y="2967"/>
                  </a:cubicBezTo>
                  <a:cubicBezTo>
                    <a:pt x="1881" y="3130"/>
                    <a:pt x="2247" y="3206"/>
                    <a:pt x="2606" y="3206"/>
                  </a:cubicBezTo>
                  <a:cubicBezTo>
                    <a:pt x="3605" y="3206"/>
                    <a:pt x="4551" y="2615"/>
                    <a:pt x="5002" y="1635"/>
                  </a:cubicBezTo>
                  <a:cubicBezTo>
                    <a:pt x="5207" y="1128"/>
                    <a:pt x="5207" y="515"/>
                    <a:pt x="5108" y="1"/>
                  </a:cubicBezTo>
                  <a:close/>
                </a:path>
              </a:pathLst>
            </a:custGeom>
            <a:solidFill>
              <a:srgbClr val="F56E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2"/>
            <p:cNvSpPr/>
            <p:nvPr/>
          </p:nvSpPr>
          <p:spPr>
            <a:xfrm>
              <a:off x="1949425" y="1137800"/>
              <a:ext cx="122625" cy="58875"/>
            </a:xfrm>
            <a:custGeom>
              <a:rect b="b" l="l" r="r" t="t"/>
              <a:pathLst>
                <a:path extrusionOk="0" h="2355" w="4905">
                  <a:moveTo>
                    <a:pt x="106" y="1"/>
                  </a:moveTo>
                  <a:lnTo>
                    <a:pt x="106" y="107"/>
                  </a:lnTo>
                  <a:cubicBezTo>
                    <a:pt x="0" y="205"/>
                    <a:pt x="0" y="205"/>
                    <a:pt x="0" y="311"/>
                  </a:cubicBezTo>
                  <a:lnTo>
                    <a:pt x="4700" y="2355"/>
                  </a:lnTo>
                  <a:cubicBezTo>
                    <a:pt x="4806" y="2249"/>
                    <a:pt x="4806" y="2150"/>
                    <a:pt x="4806" y="2044"/>
                  </a:cubicBezTo>
                  <a:lnTo>
                    <a:pt x="4904" y="2044"/>
                  </a:lnTo>
                  <a:lnTo>
                    <a:pt x="106" y="1"/>
                  </a:lnTo>
                  <a:close/>
                </a:path>
              </a:pathLst>
            </a:custGeom>
            <a:solidFill>
              <a:srgbClr val="F56E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2"/>
            <p:cNvSpPr/>
            <p:nvPr/>
          </p:nvSpPr>
          <p:spPr>
            <a:xfrm>
              <a:off x="1949425" y="1132700"/>
              <a:ext cx="122625" cy="58875"/>
            </a:xfrm>
            <a:custGeom>
              <a:rect b="b" l="l" r="r" t="t"/>
              <a:pathLst>
                <a:path extrusionOk="0" h="2355" w="4905">
                  <a:moveTo>
                    <a:pt x="205" y="1"/>
                  </a:moveTo>
                  <a:cubicBezTo>
                    <a:pt x="106" y="107"/>
                    <a:pt x="106" y="107"/>
                    <a:pt x="106" y="205"/>
                  </a:cubicBezTo>
                  <a:lnTo>
                    <a:pt x="0" y="311"/>
                  </a:lnTo>
                  <a:lnTo>
                    <a:pt x="4806" y="2354"/>
                  </a:lnTo>
                  <a:lnTo>
                    <a:pt x="4904" y="2248"/>
                  </a:lnTo>
                  <a:lnTo>
                    <a:pt x="4904" y="2044"/>
                  </a:lnTo>
                  <a:lnTo>
                    <a:pt x="20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2"/>
            <p:cNvSpPr/>
            <p:nvPr/>
          </p:nvSpPr>
          <p:spPr>
            <a:xfrm>
              <a:off x="2115550" y="1176775"/>
              <a:ext cx="132825" cy="129625"/>
            </a:xfrm>
            <a:custGeom>
              <a:rect b="b" l="l" r="r" t="t"/>
              <a:pathLst>
                <a:path extrusionOk="0" h="5185" w="5313">
                  <a:moveTo>
                    <a:pt x="2629" y="0"/>
                  </a:moveTo>
                  <a:cubicBezTo>
                    <a:pt x="2157" y="0"/>
                    <a:pt x="1672" y="126"/>
                    <a:pt x="1226" y="387"/>
                  </a:cubicBezTo>
                  <a:cubicBezTo>
                    <a:pt x="1226" y="387"/>
                    <a:pt x="1120" y="387"/>
                    <a:pt x="1120" y="485"/>
                  </a:cubicBezTo>
                  <a:lnTo>
                    <a:pt x="1022" y="485"/>
                  </a:lnTo>
                  <a:lnTo>
                    <a:pt x="1022" y="591"/>
                  </a:lnTo>
                  <a:cubicBezTo>
                    <a:pt x="916" y="591"/>
                    <a:pt x="916" y="591"/>
                    <a:pt x="916" y="690"/>
                  </a:cubicBezTo>
                  <a:lnTo>
                    <a:pt x="817" y="690"/>
                  </a:lnTo>
                  <a:cubicBezTo>
                    <a:pt x="711" y="796"/>
                    <a:pt x="507" y="1000"/>
                    <a:pt x="409" y="1204"/>
                  </a:cubicBezTo>
                  <a:cubicBezTo>
                    <a:pt x="303" y="1303"/>
                    <a:pt x="303" y="1303"/>
                    <a:pt x="303" y="1409"/>
                  </a:cubicBezTo>
                  <a:lnTo>
                    <a:pt x="204" y="1507"/>
                  </a:lnTo>
                  <a:lnTo>
                    <a:pt x="204" y="1613"/>
                  </a:lnTo>
                  <a:lnTo>
                    <a:pt x="204" y="1711"/>
                  </a:lnTo>
                  <a:cubicBezTo>
                    <a:pt x="98" y="1711"/>
                    <a:pt x="98" y="1817"/>
                    <a:pt x="98" y="1916"/>
                  </a:cubicBezTo>
                  <a:cubicBezTo>
                    <a:pt x="98" y="2022"/>
                    <a:pt x="0" y="2022"/>
                    <a:pt x="0" y="2120"/>
                  </a:cubicBezTo>
                  <a:lnTo>
                    <a:pt x="0" y="2226"/>
                  </a:lnTo>
                  <a:lnTo>
                    <a:pt x="0" y="2324"/>
                  </a:lnTo>
                  <a:lnTo>
                    <a:pt x="0" y="2430"/>
                  </a:lnTo>
                  <a:lnTo>
                    <a:pt x="0" y="2635"/>
                  </a:lnTo>
                  <a:lnTo>
                    <a:pt x="0" y="2839"/>
                  </a:lnTo>
                  <a:lnTo>
                    <a:pt x="0" y="2937"/>
                  </a:lnTo>
                  <a:lnTo>
                    <a:pt x="0" y="3043"/>
                  </a:lnTo>
                  <a:lnTo>
                    <a:pt x="0" y="3142"/>
                  </a:lnTo>
                  <a:cubicBezTo>
                    <a:pt x="0" y="3248"/>
                    <a:pt x="98" y="3346"/>
                    <a:pt x="98" y="3346"/>
                  </a:cubicBezTo>
                  <a:cubicBezTo>
                    <a:pt x="98" y="3452"/>
                    <a:pt x="98" y="3550"/>
                    <a:pt x="204" y="3550"/>
                  </a:cubicBezTo>
                  <a:lnTo>
                    <a:pt x="204" y="3656"/>
                  </a:lnTo>
                  <a:cubicBezTo>
                    <a:pt x="204" y="3755"/>
                    <a:pt x="204" y="3755"/>
                    <a:pt x="303" y="3861"/>
                  </a:cubicBezTo>
                  <a:cubicBezTo>
                    <a:pt x="303" y="3959"/>
                    <a:pt x="409" y="4065"/>
                    <a:pt x="409" y="4065"/>
                  </a:cubicBezTo>
                  <a:cubicBezTo>
                    <a:pt x="711" y="4474"/>
                    <a:pt x="1022" y="4776"/>
                    <a:pt x="1430" y="4882"/>
                  </a:cubicBezTo>
                  <a:cubicBezTo>
                    <a:pt x="1430" y="4981"/>
                    <a:pt x="1529" y="4981"/>
                    <a:pt x="1635" y="4981"/>
                  </a:cubicBezTo>
                  <a:cubicBezTo>
                    <a:pt x="1733" y="5087"/>
                    <a:pt x="1733" y="5087"/>
                    <a:pt x="1839" y="5087"/>
                  </a:cubicBezTo>
                  <a:cubicBezTo>
                    <a:pt x="1937" y="5185"/>
                    <a:pt x="2043" y="5185"/>
                    <a:pt x="2142" y="5185"/>
                  </a:cubicBezTo>
                  <a:lnTo>
                    <a:pt x="2550" y="5185"/>
                  </a:lnTo>
                  <a:cubicBezTo>
                    <a:pt x="2959" y="5185"/>
                    <a:pt x="3368" y="5087"/>
                    <a:pt x="3776" y="4981"/>
                  </a:cubicBezTo>
                  <a:lnTo>
                    <a:pt x="3776" y="4882"/>
                  </a:lnTo>
                  <a:lnTo>
                    <a:pt x="3981" y="4882"/>
                  </a:lnTo>
                  <a:lnTo>
                    <a:pt x="3981" y="4776"/>
                  </a:lnTo>
                  <a:lnTo>
                    <a:pt x="4087" y="4776"/>
                  </a:lnTo>
                  <a:lnTo>
                    <a:pt x="4185" y="4678"/>
                  </a:lnTo>
                  <a:lnTo>
                    <a:pt x="4185" y="4572"/>
                  </a:lnTo>
                  <a:lnTo>
                    <a:pt x="4291" y="4572"/>
                  </a:lnTo>
                  <a:lnTo>
                    <a:pt x="4389" y="4474"/>
                  </a:lnTo>
                  <a:lnTo>
                    <a:pt x="4496" y="4368"/>
                  </a:lnTo>
                  <a:cubicBezTo>
                    <a:pt x="4496" y="4368"/>
                    <a:pt x="4594" y="4368"/>
                    <a:pt x="4594" y="4269"/>
                  </a:cubicBezTo>
                  <a:cubicBezTo>
                    <a:pt x="4700" y="4163"/>
                    <a:pt x="4700" y="4065"/>
                    <a:pt x="4798" y="4065"/>
                  </a:cubicBezTo>
                  <a:lnTo>
                    <a:pt x="4798" y="3959"/>
                  </a:lnTo>
                  <a:cubicBezTo>
                    <a:pt x="4798" y="3959"/>
                    <a:pt x="4798" y="3861"/>
                    <a:pt x="4904" y="3861"/>
                  </a:cubicBezTo>
                  <a:lnTo>
                    <a:pt x="4904" y="3755"/>
                  </a:lnTo>
                  <a:lnTo>
                    <a:pt x="5002" y="3656"/>
                  </a:lnTo>
                  <a:lnTo>
                    <a:pt x="5002" y="3550"/>
                  </a:lnTo>
                  <a:cubicBezTo>
                    <a:pt x="5313" y="2733"/>
                    <a:pt x="5207" y="1916"/>
                    <a:pt x="4700" y="1098"/>
                  </a:cubicBezTo>
                  <a:cubicBezTo>
                    <a:pt x="4242" y="385"/>
                    <a:pt x="3456" y="0"/>
                    <a:pt x="2629"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2"/>
            <p:cNvSpPr/>
            <p:nvPr/>
          </p:nvSpPr>
          <p:spPr>
            <a:xfrm>
              <a:off x="2100225" y="1164025"/>
              <a:ext cx="148150" cy="130575"/>
            </a:xfrm>
            <a:custGeom>
              <a:rect b="b" l="l" r="r" t="t"/>
              <a:pathLst>
                <a:path extrusionOk="0" h="5223" w="5926">
                  <a:moveTo>
                    <a:pt x="3021" y="1"/>
                  </a:moveTo>
                  <a:cubicBezTo>
                    <a:pt x="1981" y="1"/>
                    <a:pt x="975" y="597"/>
                    <a:pt x="507" y="1608"/>
                  </a:cubicBezTo>
                  <a:cubicBezTo>
                    <a:pt x="0" y="2940"/>
                    <a:pt x="613" y="4469"/>
                    <a:pt x="1937" y="4984"/>
                  </a:cubicBezTo>
                  <a:cubicBezTo>
                    <a:pt x="2290" y="5146"/>
                    <a:pt x="2656" y="5222"/>
                    <a:pt x="3013" y="5222"/>
                  </a:cubicBezTo>
                  <a:cubicBezTo>
                    <a:pt x="4007" y="5222"/>
                    <a:pt x="4934" y="4631"/>
                    <a:pt x="5313" y="3652"/>
                  </a:cubicBezTo>
                  <a:cubicBezTo>
                    <a:pt x="5926" y="2327"/>
                    <a:pt x="5313" y="791"/>
                    <a:pt x="3981" y="178"/>
                  </a:cubicBezTo>
                  <a:cubicBezTo>
                    <a:pt x="3667" y="58"/>
                    <a:pt x="3342" y="1"/>
                    <a:pt x="3021" y="1"/>
                  </a:cubicBezTo>
                  <a:close/>
                </a:path>
              </a:pathLst>
            </a:custGeom>
            <a:solidFill>
              <a:srgbClr val="FF78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2"/>
            <p:cNvSpPr/>
            <p:nvPr/>
          </p:nvSpPr>
          <p:spPr>
            <a:xfrm>
              <a:off x="2107775" y="1214425"/>
              <a:ext cx="132850" cy="80175"/>
            </a:xfrm>
            <a:custGeom>
              <a:rect b="b" l="l" r="r" t="t"/>
              <a:pathLst>
                <a:path extrusionOk="0" h="3207" w="5314">
                  <a:moveTo>
                    <a:pt x="5215" y="1"/>
                  </a:moveTo>
                  <a:cubicBezTo>
                    <a:pt x="5215" y="410"/>
                    <a:pt x="5109" y="720"/>
                    <a:pt x="5011" y="1023"/>
                  </a:cubicBezTo>
                  <a:cubicBezTo>
                    <a:pt x="4544" y="2037"/>
                    <a:pt x="3542" y="2634"/>
                    <a:pt x="2506" y="2634"/>
                  </a:cubicBezTo>
                  <a:cubicBezTo>
                    <a:pt x="2181" y="2634"/>
                    <a:pt x="1853" y="2576"/>
                    <a:pt x="1537" y="2453"/>
                  </a:cubicBezTo>
                  <a:cubicBezTo>
                    <a:pt x="720" y="2044"/>
                    <a:pt x="205" y="1431"/>
                    <a:pt x="1" y="614"/>
                  </a:cubicBezTo>
                  <a:lnTo>
                    <a:pt x="1" y="614"/>
                  </a:lnTo>
                  <a:cubicBezTo>
                    <a:pt x="1" y="1636"/>
                    <a:pt x="614" y="2559"/>
                    <a:pt x="1635" y="2968"/>
                  </a:cubicBezTo>
                  <a:cubicBezTo>
                    <a:pt x="1988" y="3130"/>
                    <a:pt x="2354" y="3206"/>
                    <a:pt x="2711" y="3206"/>
                  </a:cubicBezTo>
                  <a:cubicBezTo>
                    <a:pt x="3705" y="3206"/>
                    <a:pt x="4632" y="2615"/>
                    <a:pt x="5011" y="1636"/>
                  </a:cubicBezTo>
                  <a:cubicBezTo>
                    <a:pt x="5215" y="1129"/>
                    <a:pt x="5313" y="516"/>
                    <a:pt x="5215" y="1"/>
                  </a:cubicBezTo>
                  <a:close/>
                </a:path>
              </a:pathLst>
            </a:custGeom>
            <a:solidFill>
              <a:srgbClr val="F56E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2"/>
            <p:cNvSpPr/>
            <p:nvPr/>
          </p:nvSpPr>
          <p:spPr>
            <a:xfrm>
              <a:off x="2110425" y="1204225"/>
              <a:ext cx="122625" cy="58875"/>
            </a:xfrm>
            <a:custGeom>
              <a:rect b="b" l="l" r="r" t="t"/>
              <a:pathLst>
                <a:path extrusionOk="0" h="2355" w="4905">
                  <a:moveTo>
                    <a:pt x="99" y="0"/>
                  </a:moveTo>
                  <a:lnTo>
                    <a:pt x="99" y="106"/>
                  </a:lnTo>
                  <a:cubicBezTo>
                    <a:pt x="99" y="205"/>
                    <a:pt x="1" y="205"/>
                    <a:pt x="1" y="311"/>
                  </a:cubicBezTo>
                  <a:lnTo>
                    <a:pt x="4799" y="2354"/>
                  </a:lnTo>
                  <a:cubicBezTo>
                    <a:pt x="4799" y="2248"/>
                    <a:pt x="4799" y="2150"/>
                    <a:pt x="4905" y="2150"/>
                  </a:cubicBezTo>
                  <a:lnTo>
                    <a:pt x="4905" y="2044"/>
                  </a:lnTo>
                  <a:lnTo>
                    <a:pt x="99" y="0"/>
                  </a:lnTo>
                  <a:close/>
                </a:path>
              </a:pathLst>
            </a:custGeom>
            <a:solidFill>
              <a:srgbClr val="F56E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2"/>
            <p:cNvSpPr/>
            <p:nvPr/>
          </p:nvSpPr>
          <p:spPr>
            <a:xfrm>
              <a:off x="2112875" y="1201775"/>
              <a:ext cx="122625" cy="56200"/>
            </a:xfrm>
            <a:custGeom>
              <a:rect b="b" l="l" r="r" t="t"/>
              <a:pathLst>
                <a:path extrusionOk="0" h="2248" w="4905">
                  <a:moveTo>
                    <a:pt x="107" y="0"/>
                  </a:moveTo>
                  <a:lnTo>
                    <a:pt x="1" y="98"/>
                  </a:lnTo>
                  <a:lnTo>
                    <a:pt x="1" y="303"/>
                  </a:lnTo>
                  <a:lnTo>
                    <a:pt x="4807" y="2248"/>
                  </a:lnTo>
                  <a:lnTo>
                    <a:pt x="4807" y="2142"/>
                  </a:lnTo>
                  <a:cubicBezTo>
                    <a:pt x="4807" y="2043"/>
                    <a:pt x="4905" y="2043"/>
                    <a:pt x="4905" y="1937"/>
                  </a:cubicBezTo>
                  <a:lnTo>
                    <a:pt x="10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 name="Google Shape;64;p2"/>
          <p:cNvGrpSpPr/>
          <p:nvPr/>
        </p:nvGrpSpPr>
        <p:grpSpPr>
          <a:xfrm>
            <a:off x="5039213" y="4229775"/>
            <a:ext cx="482850" cy="615300"/>
            <a:chOff x="6278450" y="5904625"/>
            <a:chExt cx="482850" cy="615300"/>
          </a:xfrm>
        </p:grpSpPr>
        <p:sp>
          <p:nvSpPr>
            <p:cNvPr id="65" name="Google Shape;65;p2"/>
            <p:cNvSpPr/>
            <p:nvPr/>
          </p:nvSpPr>
          <p:spPr>
            <a:xfrm>
              <a:off x="6278450" y="5986375"/>
              <a:ext cx="482850" cy="533550"/>
            </a:xfrm>
            <a:custGeom>
              <a:rect b="b" l="l" r="r" t="t"/>
              <a:pathLst>
                <a:path extrusionOk="0" h="21342" w="19314">
                  <a:moveTo>
                    <a:pt x="5926" y="0"/>
                  </a:moveTo>
                  <a:lnTo>
                    <a:pt x="5722" y="1022"/>
                  </a:lnTo>
                  <a:cubicBezTo>
                    <a:pt x="4291" y="1128"/>
                    <a:pt x="3065" y="1945"/>
                    <a:pt x="2763" y="3270"/>
                  </a:cubicBezTo>
                  <a:lnTo>
                    <a:pt x="311" y="15840"/>
                  </a:lnTo>
                  <a:cubicBezTo>
                    <a:pt x="0" y="17475"/>
                    <a:pt x="1332" y="19003"/>
                    <a:pt x="3172" y="19412"/>
                  </a:cubicBezTo>
                  <a:lnTo>
                    <a:pt x="12571" y="21251"/>
                  </a:lnTo>
                  <a:cubicBezTo>
                    <a:pt x="12860" y="21312"/>
                    <a:pt x="13145" y="21341"/>
                    <a:pt x="13421" y="21341"/>
                  </a:cubicBezTo>
                  <a:cubicBezTo>
                    <a:pt x="14996" y="21341"/>
                    <a:pt x="16294" y="20394"/>
                    <a:pt x="16551" y="19003"/>
                  </a:cubicBezTo>
                  <a:lnTo>
                    <a:pt x="19003" y="6539"/>
                  </a:lnTo>
                  <a:cubicBezTo>
                    <a:pt x="19314" y="5215"/>
                    <a:pt x="18497" y="3883"/>
                    <a:pt x="17164" y="3270"/>
                  </a:cubicBezTo>
                  <a:lnTo>
                    <a:pt x="17369" y="2248"/>
                  </a:lnTo>
                  <a:lnTo>
                    <a:pt x="5926"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2"/>
            <p:cNvSpPr/>
            <p:nvPr/>
          </p:nvSpPr>
          <p:spPr>
            <a:xfrm>
              <a:off x="6424125" y="5986375"/>
              <a:ext cx="288550" cy="71525"/>
            </a:xfrm>
            <a:custGeom>
              <a:rect b="b" l="l" r="r" t="t"/>
              <a:pathLst>
                <a:path extrusionOk="0" h="2861" w="11542">
                  <a:moveTo>
                    <a:pt x="99" y="0"/>
                  </a:moveTo>
                  <a:lnTo>
                    <a:pt x="1" y="613"/>
                  </a:lnTo>
                  <a:lnTo>
                    <a:pt x="11444" y="2861"/>
                  </a:lnTo>
                  <a:lnTo>
                    <a:pt x="11542" y="2248"/>
                  </a:lnTo>
                  <a:lnTo>
                    <a:pt x="99" y="0"/>
                  </a:lnTo>
                  <a:close/>
                </a:path>
              </a:pathLst>
            </a:custGeom>
            <a:solidFill>
              <a:srgbClr val="F56E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2"/>
            <p:cNvSpPr/>
            <p:nvPr/>
          </p:nvSpPr>
          <p:spPr>
            <a:xfrm>
              <a:off x="6406150" y="5904625"/>
              <a:ext cx="344950" cy="143075"/>
            </a:xfrm>
            <a:custGeom>
              <a:rect b="b" l="l" r="r" t="t"/>
              <a:pathLst>
                <a:path extrusionOk="0" h="5723" w="13798">
                  <a:moveTo>
                    <a:pt x="614" y="1"/>
                  </a:moveTo>
                  <a:lnTo>
                    <a:pt x="1" y="3066"/>
                  </a:lnTo>
                  <a:lnTo>
                    <a:pt x="13184" y="5722"/>
                  </a:lnTo>
                  <a:lnTo>
                    <a:pt x="13797" y="2559"/>
                  </a:lnTo>
                  <a:lnTo>
                    <a:pt x="614"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2"/>
            <p:cNvSpPr/>
            <p:nvPr/>
          </p:nvSpPr>
          <p:spPr>
            <a:xfrm>
              <a:off x="6416375" y="5904625"/>
              <a:ext cx="30675" cy="81775"/>
            </a:xfrm>
            <a:custGeom>
              <a:rect b="b" l="l" r="r" t="t"/>
              <a:pathLst>
                <a:path extrusionOk="0" h="3271" w="1227">
                  <a:moveTo>
                    <a:pt x="613" y="1"/>
                  </a:moveTo>
                  <a:lnTo>
                    <a:pt x="0" y="3172"/>
                  </a:lnTo>
                  <a:lnTo>
                    <a:pt x="613" y="3270"/>
                  </a:lnTo>
                  <a:lnTo>
                    <a:pt x="1226" y="205"/>
                  </a:lnTo>
                  <a:lnTo>
                    <a:pt x="61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2"/>
            <p:cNvSpPr/>
            <p:nvPr/>
          </p:nvSpPr>
          <p:spPr>
            <a:xfrm>
              <a:off x="6447025" y="5912400"/>
              <a:ext cx="28225" cy="79100"/>
            </a:xfrm>
            <a:custGeom>
              <a:rect b="b" l="l" r="r" t="t"/>
              <a:pathLst>
                <a:path extrusionOk="0" h="3164" w="1129">
                  <a:moveTo>
                    <a:pt x="613" y="0"/>
                  </a:moveTo>
                  <a:lnTo>
                    <a:pt x="0" y="3065"/>
                  </a:lnTo>
                  <a:lnTo>
                    <a:pt x="515" y="3164"/>
                  </a:lnTo>
                  <a:lnTo>
                    <a:pt x="1128" y="99"/>
                  </a:lnTo>
                  <a:lnTo>
                    <a:pt x="61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2"/>
            <p:cNvSpPr/>
            <p:nvPr/>
          </p:nvSpPr>
          <p:spPr>
            <a:xfrm>
              <a:off x="6475225" y="5917500"/>
              <a:ext cx="30675" cy="81775"/>
            </a:xfrm>
            <a:custGeom>
              <a:rect b="b" l="l" r="r" t="t"/>
              <a:pathLst>
                <a:path extrusionOk="0" h="3271" w="1227">
                  <a:moveTo>
                    <a:pt x="613" y="1"/>
                  </a:moveTo>
                  <a:lnTo>
                    <a:pt x="0" y="3164"/>
                  </a:lnTo>
                  <a:lnTo>
                    <a:pt x="613" y="3270"/>
                  </a:lnTo>
                  <a:lnTo>
                    <a:pt x="1226" y="99"/>
                  </a:lnTo>
                  <a:lnTo>
                    <a:pt x="61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2"/>
            <p:cNvSpPr/>
            <p:nvPr/>
          </p:nvSpPr>
          <p:spPr>
            <a:xfrm>
              <a:off x="6505875" y="5922625"/>
              <a:ext cx="28000" cy="81750"/>
            </a:xfrm>
            <a:custGeom>
              <a:rect b="b" l="l" r="r" t="t"/>
              <a:pathLst>
                <a:path extrusionOk="0" h="3270" w="1120">
                  <a:moveTo>
                    <a:pt x="613" y="0"/>
                  </a:moveTo>
                  <a:lnTo>
                    <a:pt x="0" y="3163"/>
                  </a:lnTo>
                  <a:lnTo>
                    <a:pt x="507" y="3269"/>
                  </a:lnTo>
                  <a:lnTo>
                    <a:pt x="1120" y="98"/>
                  </a:lnTo>
                  <a:lnTo>
                    <a:pt x="61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2"/>
            <p:cNvSpPr/>
            <p:nvPr/>
          </p:nvSpPr>
          <p:spPr>
            <a:xfrm>
              <a:off x="6533850" y="5930175"/>
              <a:ext cx="30675" cy="79300"/>
            </a:xfrm>
            <a:custGeom>
              <a:rect b="b" l="l" r="r" t="t"/>
              <a:pathLst>
                <a:path extrusionOk="0" h="3172" w="1227">
                  <a:moveTo>
                    <a:pt x="614" y="1"/>
                  </a:moveTo>
                  <a:lnTo>
                    <a:pt x="1" y="3066"/>
                  </a:lnTo>
                  <a:lnTo>
                    <a:pt x="516" y="3172"/>
                  </a:lnTo>
                  <a:lnTo>
                    <a:pt x="1227" y="107"/>
                  </a:lnTo>
                  <a:lnTo>
                    <a:pt x="614"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2"/>
            <p:cNvSpPr/>
            <p:nvPr/>
          </p:nvSpPr>
          <p:spPr>
            <a:xfrm>
              <a:off x="6562050" y="5935275"/>
              <a:ext cx="30675" cy="81775"/>
            </a:xfrm>
            <a:custGeom>
              <a:rect b="b" l="l" r="r" t="t"/>
              <a:pathLst>
                <a:path extrusionOk="0" h="3271" w="1227">
                  <a:moveTo>
                    <a:pt x="712" y="1"/>
                  </a:moveTo>
                  <a:lnTo>
                    <a:pt x="1" y="3066"/>
                  </a:lnTo>
                  <a:lnTo>
                    <a:pt x="614" y="3270"/>
                  </a:lnTo>
                  <a:lnTo>
                    <a:pt x="1227" y="107"/>
                  </a:lnTo>
                  <a:lnTo>
                    <a:pt x="71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2"/>
            <p:cNvSpPr/>
            <p:nvPr/>
          </p:nvSpPr>
          <p:spPr>
            <a:xfrm>
              <a:off x="6592700" y="5940400"/>
              <a:ext cx="28025" cy="81750"/>
            </a:xfrm>
            <a:custGeom>
              <a:rect b="b" l="l" r="r" t="t"/>
              <a:pathLst>
                <a:path extrusionOk="0" h="3270" w="1121">
                  <a:moveTo>
                    <a:pt x="614" y="0"/>
                  </a:moveTo>
                  <a:lnTo>
                    <a:pt x="1" y="3171"/>
                  </a:lnTo>
                  <a:lnTo>
                    <a:pt x="508" y="3270"/>
                  </a:lnTo>
                  <a:lnTo>
                    <a:pt x="1121" y="106"/>
                  </a:lnTo>
                  <a:lnTo>
                    <a:pt x="614"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2"/>
            <p:cNvSpPr/>
            <p:nvPr/>
          </p:nvSpPr>
          <p:spPr>
            <a:xfrm>
              <a:off x="6620700" y="5945500"/>
              <a:ext cx="30675" cy="81750"/>
            </a:xfrm>
            <a:custGeom>
              <a:rect b="b" l="l" r="r" t="t"/>
              <a:pathLst>
                <a:path extrusionOk="0" h="3270" w="1227">
                  <a:moveTo>
                    <a:pt x="614" y="1"/>
                  </a:moveTo>
                  <a:lnTo>
                    <a:pt x="1" y="3172"/>
                  </a:lnTo>
                  <a:lnTo>
                    <a:pt x="614" y="3270"/>
                  </a:lnTo>
                  <a:lnTo>
                    <a:pt x="1227" y="205"/>
                  </a:lnTo>
                  <a:lnTo>
                    <a:pt x="614"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2"/>
            <p:cNvSpPr/>
            <p:nvPr/>
          </p:nvSpPr>
          <p:spPr>
            <a:xfrm>
              <a:off x="6651350" y="5953275"/>
              <a:ext cx="28225" cy="79100"/>
            </a:xfrm>
            <a:custGeom>
              <a:rect b="b" l="l" r="r" t="t"/>
              <a:pathLst>
                <a:path extrusionOk="0" h="3164" w="1129">
                  <a:moveTo>
                    <a:pt x="614" y="0"/>
                  </a:moveTo>
                  <a:lnTo>
                    <a:pt x="1" y="3065"/>
                  </a:lnTo>
                  <a:lnTo>
                    <a:pt x="516" y="3163"/>
                  </a:lnTo>
                  <a:lnTo>
                    <a:pt x="1129" y="98"/>
                  </a:lnTo>
                  <a:lnTo>
                    <a:pt x="614"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2"/>
            <p:cNvSpPr/>
            <p:nvPr/>
          </p:nvSpPr>
          <p:spPr>
            <a:xfrm>
              <a:off x="6679550" y="5958375"/>
              <a:ext cx="30675" cy="81750"/>
            </a:xfrm>
            <a:custGeom>
              <a:rect b="b" l="l" r="r" t="t"/>
              <a:pathLst>
                <a:path extrusionOk="0" h="3270" w="1227">
                  <a:moveTo>
                    <a:pt x="614" y="0"/>
                  </a:moveTo>
                  <a:lnTo>
                    <a:pt x="1" y="3164"/>
                  </a:lnTo>
                  <a:lnTo>
                    <a:pt x="614" y="3270"/>
                  </a:lnTo>
                  <a:lnTo>
                    <a:pt x="1227" y="99"/>
                  </a:lnTo>
                  <a:lnTo>
                    <a:pt x="614"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2"/>
            <p:cNvSpPr/>
            <p:nvPr/>
          </p:nvSpPr>
          <p:spPr>
            <a:xfrm>
              <a:off x="6710200" y="5963475"/>
              <a:ext cx="28025" cy="81775"/>
            </a:xfrm>
            <a:custGeom>
              <a:rect b="b" l="l" r="r" t="t"/>
              <a:pathLst>
                <a:path extrusionOk="0" h="3271" w="1121">
                  <a:moveTo>
                    <a:pt x="614" y="1"/>
                  </a:moveTo>
                  <a:lnTo>
                    <a:pt x="1" y="3164"/>
                  </a:lnTo>
                  <a:lnTo>
                    <a:pt x="507" y="3270"/>
                  </a:lnTo>
                  <a:lnTo>
                    <a:pt x="1120" y="99"/>
                  </a:lnTo>
                  <a:lnTo>
                    <a:pt x="614"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2"/>
            <p:cNvSpPr/>
            <p:nvPr/>
          </p:nvSpPr>
          <p:spPr>
            <a:xfrm>
              <a:off x="6301525" y="6124300"/>
              <a:ext cx="441800" cy="260550"/>
            </a:xfrm>
            <a:custGeom>
              <a:rect b="b" l="l" r="r" t="t"/>
              <a:pathLst>
                <a:path extrusionOk="0" h="10422" w="17672">
                  <a:moveTo>
                    <a:pt x="1431" y="0"/>
                  </a:moveTo>
                  <a:lnTo>
                    <a:pt x="1" y="7152"/>
                  </a:lnTo>
                  <a:lnTo>
                    <a:pt x="16241" y="10421"/>
                  </a:lnTo>
                  <a:lnTo>
                    <a:pt x="17672" y="3172"/>
                  </a:lnTo>
                  <a:lnTo>
                    <a:pt x="143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2"/>
            <p:cNvSpPr/>
            <p:nvPr/>
          </p:nvSpPr>
          <p:spPr>
            <a:xfrm>
              <a:off x="6332175" y="6124300"/>
              <a:ext cx="411150" cy="112400"/>
            </a:xfrm>
            <a:custGeom>
              <a:rect b="b" l="l" r="r" t="t"/>
              <a:pathLst>
                <a:path extrusionOk="0" h="4496" w="16446">
                  <a:moveTo>
                    <a:pt x="205" y="0"/>
                  </a:moveTo>
                  <a:lnTo>
                    <a:pt x="1" y="1333"/>
                  </a:lnTo>
                  <a:lnTo>
                    <a:pt x="16241" y="4496"/>
                  </a:lnTo>
                  <a:lnTo>
                    <a:pt x="16446" y="3172"/>
                  </a:lnTo>
                  <a:lnTo>
                    <a:pt x="205"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2"/>
            <p:cNvSpPr/>
            <p:nvPr/>
          </p:nvSpPr>
          <p:spPr>
            <a:xfrm>
              <a:off x="6349950" y="6195800"/>
              <a:ext cx="97100" cy="94650"/>
            </a:xfrm>
            <a:custGeom>
              <a:rect b="b" l="l" r="r" t="t"/>
              <a:pathLst>
                <a:path extrusionOk="0" h="3786" w="3884">
                  <a:moveTo>
                    <a:pt x="1538" y="1"/>
                  </a:moveTo>
                  <a:lnTo>
                    <a:pt x="1333" y="1023"/>
                  </a:lnTo>
                  <a:lnTo>
                    <a:pt x="312" y="818"/>
                  </a:lnTo>
                  <a:lnTo>
                    <a:pt x="1" y="2249"/>
                  </a:lnTo>
                  <a:lnTo>
                    <a:pt x="1129" y="2453"/>
                  </a:lnTo>
                  <a:lnTo>
                    <a:pt x="925" y="3475"/>
                  </a:lnTo>
                  <a:lnTo>
                    <a:pt x="2355" y="3785"/>
                  </a:lnTo>
                  <a:lnTo>
                    <a:pt x="2559" y="2764"/>
                  </a:lnTo>
                  <a:lnTo>
                    <a:pt x="3581" y="2968"/>
                  </a:lnTo>
                  <a:lnTo>
                    <a:pt x="3883" y="1538"/>
                  </a:lnTo>
                  <a:lnTo>
                    <a:pt x="2862" y="1333"/>
                  </a:lnTo>
                  <a:lnTo>
                    <a:pt x="3066" y="205"/>
                  </a:lnTo>
                  <a:lnTo>
                    <a:pt x="153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2"/>
            <p:cNvSpPr/>
            <p:nvPr/>
          </p:nvSpPr>
          <p:spPr>
            <a:xfrm>
              <a:off x="6546725" y="6236675"/>
              <a:ext cx="145525" cy="43550"/>
            </a:xfrm>
            <a:custGeom>
              <a:rect b="b" l="l" r="r" t="t"/>
              <a:pathLst>
                <a:path extrusionOk="0" h="1742" w="5821">
                  <a:moveTo>
                    <a:pt x="99" y="1"/>
                  </a:moveTo>
                  <a:lnTo>
                    <a:pt x="1" y="614"/>
                  </a:lnTo>
                  <a:lnTo>
                    <a:pt x="5722" y="1742"/>
                  </a:lnTo>
                  <a:lnTo>
                    <a:pt x="5820" y="1129"/>
                  </a:lnTo>
                  <a:lnTo>
                    <a:pt x="99"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2"/>
            <p:cNvSpPr/>
            <p:nvPr/>
          </p:nvSpPr>
          <p:spPr>
            <a:xfrm>
              <a:off x="6538975" y="6275100"/>
              <a:ext cx="145700" cy="43325"/>
            </a:xfrm>
            <a:custGeom>
              <a:rect b="b" l="l" r="r" t="t"/>
              <a:pathLst>
                <a:path extrusionOk="0" h="1733" w="5828">
                  <a:moveTo>
                    <a:pt x="107" y="0"/>
                  </a:moveTo>
                  <a:lnTo>
                    <a:pt x="0" y="613"/>
                  </a:lnTo>
                  <a:lnTo>
                    <a:pt x="5722" y="1733"/>
                  </a:lnTo>
                  <a:lnTo>
                    <a:pt x="5828" y="1120"/>
                  </a:lnTo>
                  <a:lnTo>
                    <a:pt x="10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4" name="Google Shape;84;p2"/>
          <p:cNvGrpSpPr/>
          <p:nvPr/>
        </p:nvGrpSpPr>
        <p:grpSpPr>
          <a:xfrm>
            <a:off x="8430775" y="3865875"/>
            <a:ext cx="597725" cy="702975"/>
            <a:chOff x="5070725" y="5750900"/>
            <a:chExt cx="597725" cy="702975"/>
          </a:xfrm>
        </p:grpSpPr>
        <p:sp>
          <p:nvSpPr>
            <p:cNvPr id="85" name="Google Shape;85;p2"/>
            <p:cNvSpPr/>
            <p:nvPr/>
          </p:nvSpPr>
          <p:spPr>
            <a:xfrm>
              <a:off x="5469200" y="5750900"/>
              <a:ext cx="199250" cy="176175"/>
            </a:xfrm>
            <a:custGeom>
              <a:rect b="b" l="l" r="r" t="t"/>
              <a:pathLst>
                <a:path extrusionOk="0" h="7047" w="7970">
                  <a:moveTo>
                    <a:pt x="1741" y="1"/>
                  </a:moveTo>
                  <a:lnTo>
                    <a:pt x="0" y="2248"/>
                  </a:lnTo>
                  <a:lnTo>
                    <a:pt x="6334" y="7046"/>
                  </a:lnTo>
                  <a:lnTo>
                    <a:pt x="7969" y="4798"/>
                  </a:lnTo>
                  <a:lnTo>
                    <a:pt x="1741"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2"/>
            <p:cNvSpPr/>
            <p:nvPr/>
          </p:nvSpPr>
          <p:spPr>
            <a:xfrm>
              <a:off x="5476950" y="5756000"/>
              <a:ext cx="48450" cy="61325"/>
            </a:xfrm>
            <a:custGeom>
              <a:rect b="b" l="l" r="r" t="t"/>
              <a:pathLst>
                <a:path extrusionOk="0" h="2453" w="1938">
                  <a:moveTo>
                    <a:pt x="1635" y="1"/>
                  </a:moveTo>
                  <a:lnTo>
                    <a:pt x="1" y="2249"/>
                  </a:lnTo>
                  <a:lnTo>
                    <a:pt x="205" y="2453"/>
                  </a:lnTo>
                  <a:lnTo>
                    <a:pt x="1938" y="205"/>
                  </a:lnTo>
                  <a:lnTo>
                    <a:pt x="1635" y="1"/>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2"/>
            <p:cNvSpPr/>
            <p:nvPr/>
          </p:nvSpPr>
          <p:spPr>
            <a:xfrm>
              <a:off x="5492275" y="5768675"/>
              <a:ext cx="48450" cy="61325"/>
            </a:xfrm>
            <a:custGeom>
              <a:rect b="b" l="l" r="r" t="t"/>
              <a:pathLst>
                <a:path extrusionOk="0" h="2453" w="1938">
                  <a:moveTo>
                    <a:pt x="1635" y="1"/>
                  </a:moveTo>
                  <a:lnTo>
                    <a:pt x="1" y="2150"/>
                  </a:lnTo>
                  <a:lnTo>
                    <a:pt x="303" y="2453"/>
                  </a:lnTo>
                  <a:lnTo>
                    <a:pt x="1938" y="205"/>
                  </a:lnTo>
                  <a:lnTo>
                    <a:pt x="1635" y="1"/>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
            <p:cNvSpPr/>
            <p:nvPr/>
          </p:nvSpPr>
          <p:spPr>
            <a:xfrm>
              <a:off x="5507600" y="5778900"/>
              <a:ext cx="48450" cy="61325"/>
            </a:xfrm>
            <a:custGeom>
              <a:rect b="b" l="l" r="r" t="t"/>
              <a:pathLst>
                <a:path extrusionOk="0" h="2453" w="1938">
                  <a:moveTo>
                    <a:pt x="1635" y="0"/>
                  </a:moveTo>
                  <a:lnTo>
                    <a:pt x="1" y="2248"/>
                  </a:lnTo>
                  <a:lnTo>
                    <a:pt x="303" y="2452"/>
                  </a:lnTo>
                  <a:lnTo>
                    <a:pt x="1938" y="311"/>
                  </a:lnTo>
                  <a:lnTo>
                    <a:pt x="1635" y="0"/>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2"/>
            <p:cNvSpPr/>
            <p:nvPr/>
          </p:nvSpPr>
          <p:spPr>
            <a:xfrm>
              <a:off x="5522925" y="5791775"/>
              <a:ext cx="48450" cy="61325"/>
            </a:xfrm>
            <a:custGeom>
              <a:rect b="b" l="l" r="r" t="t"/>
              <a:pathLst>
                <a:path extrusionOk="0" h="2453" w="1938">
                  <a:moveTo>
                    <a:pt x="1635" y="0"/>
                  </a:moveTo>
                  <a:lnTo>
                    <a:pt x="1" y="2248"/>
                  </a:lnTo>
                  <a:lnTo>
                    <a:pt x="303" y="2452"/>
                  </a:lnTo>
                  <a:lnTo>
                    <a:pt x="1938" y="205"/>
                  </a:lnTo>
                  <a:lnTo>
                    <a:pt x="1635" y="0"/>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2"/>
            <p:cNvSpPr/>
            <p:nvPr/>
          </p:nvSpPr>
          <p:spPr>
            <a:xfrm>
              <a:off x="5538250" y="5804450"/>
              <a:ext cx="48450" cy="61325"/>
            </a:xfrm>
            <a:custGeom>
              <a:rect b="b" l="l" r="r" t="t"/>
              <a:pathLst>
                <a:path extrusionOk="0" h="2453" w="1938">
                  <a:moveTo>
                    <a:pt x="1635" y="0"/>
                  </a:moveTo>
                  <a:lnTo>
                    <a:pt x="1" y="2150"/>
                  </a:lnTo>
                  <a:lnTo>
                    <a:pt x="303" y="2452"/>
                  </a:lnTo>
                  <a:lnTo>
                    <a:pt x="1938" y="204"/>
                  </a:lnTo>
                  <a:lnTo>
                    <a:pt x="1635" y="0"/>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2"/>
            <p:cNvSpPr/>
            <p:nvPr/>
          </p:nvSpPr>
          <p:spPr>
            <a:xfrm>
              <a:off x="5553575" y="5814650"/>
              <a:ext cx="48450" cy="61325"/>
            </a:xfrm>
            <a:custGeom>
              <a:rect b="b" l="l" r="r" t="t"/>
              <a:pathLst>
                <a:path extrusionOk="0" h="2453" w="1938">
                  <a:moveTo>
                    <a:pt x="1733" y="1"/>
                  </a:moveTo>
                  <a:lnTo>
                    <a:pt x="1" y="2248"/>
                  </a:lnTo>
                  <a:lnTo>
                    <a:pt x="303" y="2453"/>
                  </a:lnTo>
                  <a:lnTo>
                    <a:pt x="1938" y="311"/>
                  </a:lnTo>
                  <a:lnTo>
                    <a:pt x="1733" y="1"/>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2"/>
            <p:cNvSpPr/>
            <p:nvPr/>
          </p:nvSpPr>
          <p:spPr>
            <a:xfrm>
              <a:off x="5568900" y="5827525"/>
              <a:ext cx="51125" cy="61325"/>
            </a:xfrm>
            <a:custGeom>
              <a:rect b="b" l="l" r="r" t="t"/>
              <a:pathLst>
                <a:path extrusionOk="0" h="2453" w="2045">
                  <a:moveTo>
                    <a:pt x="1733" y="1"/>
                  </a:moveTo>
                  <a:lnTo>
                    <a:pt x="1" y="2248"/>
                  </a:lnTo>
                  <a:lnTo>
                    <a:pt x="303" y="2453"/>
                  </a:lnTo>
                  <a:lnTo>
                    <a:pt x="2044" y="205"/>
                  </a:lnTo>
                  <a:lnTo>
                    <a:pt x="1733" y="1"/>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2"/>
            <p:cNvSpPr/>
            <p:nvPr/>
          </p:nvSpPr>
          <p:spPr>
            <a:xfrm>
              <a:off x="5584225" y="5840200"/>
              <a:ext cx="51125" cy="61325"/>
            </a:xfrm>
            <a:custGeom>
              <a:rect b="b" l="l" r="r" t="t"/>
              <a:pathLst>
                <a:path extrusionOk="0" h="2453" w="2045">
                  <a:moveTo>
                    <a:pt x="1733" y="0"/>
                  </a:moveTo>
                  <a:lnTo>
                    <a:pt x="1" y="2150"/>
                  </a:lnTo>
                  <a:lnTo>
                    <a:pt x="303" y="2452"/>
                  </a:lnTo>
                  <a:lnTo>
                    <a:pt x="2044" y="205"/>
                  </a:lnTo>
                  <a:lnTo>
                    <a:pt x="1733" y="0"/>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2"/>
            <p:cNvSpPr/>
            <p:nvPr/>
          </p:nvSpPr>
          <p:spPr>
            <a:xfrm>
              <a:off x="5599550" y="5850425"/>
              <a:ext cx="51125" cy="61325"/>
            </a:xfrm>
            <a:custGeom>
              <a:rect b="b" l="l" r="r" t="t"/>
              <a:pathLst>
                <a:path extrusionOk="0" h="2453" w="2045">
                  <a:moveTo>
                    <a:pt x="1733" y="0"/>
                  </a:moveTo>
                  <a:lnTo>
                    <a:pt x="1" y="2248"/>
                  </a:lnTo>
                  <a:lnTo>
                    <a:pt x="303" y="2452"/>
                  </a:lnTo>
                  <a:lnTo>
                    <a:pt x="2044" y="204"/>
                  </a:lnTo>
                  <a:lnTo>
                    <a:pt x="1733" y="0"/>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2"/>
            <p:cNvSpPr/>
            <p:nvPr/>
          </p:nvSpPr>
          <p:spPr>
            <a:xfrm>
              <a:off x="5614875" y="5863275"/>
              <a:ext cx="51125" cy="61325"/>
            </a:xfrm>
            <a:custGeom>
              <a:rect b="b" l="l" r="r" t="t"/>
              <a:pathLst>
                <a:path extrusionOk="0" h="2453" w="2045">
                  <a:moveTo>
                    <a:pt x="1733" y="1"/>
                  </a:moveTo>
                  <a:lnTo>
                    <a:pt x="1" y="2249"/>
                  </a:lnTo>
                  <a:lnTo>
                    <a:pt x="303" y="2453"/>
                  </a:lnTo>
                  <a:lnTo>
                    <a:pt x="2044" y="205"/>
                  </a:lnTo>
                  <a:lnTo>
                    <a:pt x="1733" y="1"/>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2"/>
            <p:cNvSpPr/>
            <p:nvPr/>
          </p:nvSpPr>
          <p:spPr>
            <a:xfrm>
              <a:off x="5070725" y="5832625"/>
              <a:ext cx="531300" cy="621250"/>
            </a:xfrm>
            <a:custGeom>
              <a:rect b="b" l="l" r="r" t="t"/>
              <a:pathLst>
                <a:path extrusionOk="0" h="24850" w="21252">
                  <a:moveTo>
                    <a:pt x="16143" y="1"/>
                  </a:moveTo>
                  <a:lnTo>
                    <a:pt x="1023" y="19715"/>
                  </a:lnTo>
                  <a:cubicBezTo>
                    <a:pt x="1" y="21047"/>
                    <a:pt x="205" y="23091"/>
                    <a:pt x="1636" y="24211"/>
                  </a:cubicBezTo>
                  <a:cubicBezTo>
                    <a:pt x="2232" y="24636"/>
                    <a:pt x="2917" y="24849"/>
                    <a:pt x="3595" y="24849"/>
                  </a:cubicBezTo>
                  <a:cubicBezTo>
                    <a:pt x="4544" y="24849"/>
                    <a:pt x="5478" y="24432"/>
                    <a:pt x="6131" y="23598"/>
                  </a:cubicBezTo>
                  <a:lnTo>
                    <a:pt x="21252" y="3883"/>
                  </a:lnTo>
                  <a:lnTo>
                    <a:pt x="16143"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2"/>
            <p:cNvSpPr/>
            <p:nvPr/>
          </p:nvSpPr>
          <p:spPr>
            <a:xfrm>
              <a:off x="5096275" y="5980775"/>
              <a:ext cx="383150" cy="446850"/>
            </a:xfrm>
            <a:custGeom>
              <a:rect b="b" l="l" r="r" t="t"/>
              <a:pathLst>
                <a:path extrusionOk="0" h="17874" w="15326">
                  <a:moveTo>
                    <a:pt x="11648" y="1"/>
                  </a:moveTo>
                  <a:lnTo>
                    <a:pt x="818" y="14100"/>
                  </a:lnTo>
                  <a:cubicBezTo>
                    <a:pt x="1" y="15121"/>
                    <a:pt x="205" y="16650"/>
                    <a:pt x="1227" y="17369"/>
                  </a:cubicBezTo>
                  <a:cubicBezTo>
                    <a:pt x="1653" y="17710"/>
                    <a:pt x="2169" y="17873"/>
                    <a:pt x="2678" y="17873"/>
                  </a:cubicBezTo>
                  <a:cubicBezTo>
                    <a:pt x="3387" y="17873"/>
                    <a:pt x="4082" y="17556"/>
                    <a:pt x="4496" y="16960"/>
                  </a:cubicBezTo>
                  <a:lnTo>
                    <a:pt x="15326" y="2861"/>
                  </a:lnTo>
                  <a:lnTo>
                    <a:pt x="1164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2"/>
            <p:cNvSpPr/>
            <p:nvPr/>
          </p:nvSpPr>
          <p:spPr>
            <a:xfrm>
              <a:off x="5453875" y="5804450"/>
              <a:ext cx="173700" cy="143050"/>
            </a:xfrm>
            <a:custGeom>
              <a:rect b="b" l="l" r="r" t="t"/>
              <a:pathLst>
                <a:path extrusionOk="0" h="5722" w="6948">
                  <a:moveTo>
                    <a:pt x="719" y="0"/>
                  </a:moveTo>
                  <a:lnTo>
                    <a:pt x="0" y="924"/>
                  </a:lnTo>
                  <a:lnTo>
                    <a:pt x="6236" y="5721"/>
                  </a:lnTo>
                  <a:lnTo>
                    <a:pt x="6947" y="4806"/>
                  </a:lnTo>
                  <a:lnTo>
                    <a:pt x="719" y="0"/>
                  </a:lnTo>
                  <a:close/>
                </a:path>
              </a:pathLst>
            </a:custGeom>
            <a:solidFill>
              <a:srgbClr val="E8E8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2"/>
            <p:cNvSpPr/>
            <p:nvPr/>
          </p:nvSpPr>
          <p:spPr>
            <a:xfrm>
              <a:off x="5096275" y="6289725"/>
              <a:ext cx="145725" cy="137900"/>
            </a:xfrm>
            <a:custGeom>
              <a:rect b="b" l="l" r="r" t="t"/>
              <a:pathLst>
                <a:path extrusionOk="0" h="5516" w="5829">
                  <a:moveTo>
                    <a:pt x="2150" y="1"/>
                  </a:moveTo>
                  <a:lnTo>
                    <a:pt x="2150" y="1"/>
                  </a:lnTo>
                  <a:cubicBezTo>
                    <a:pt x="2130" y="27"/>
                    <a:pt x="2110" y="53"/>
                    <a:pt x="2090" y="79"/>
                  </a:cubicBezTo>
                  <a:lnTo>
                    <a:pt x="2090" y="79"/>
                  </a:lnTo>
                  <a:lnTo>
                    <a:pt x="2150" y="1"/>
                  </a:lnTo>
                  <a:close/>
                  <a:moveTo>
                    <a:pt x="5828" y="2861"/>
                  </a:moveTo>
                  <a:lnTo>
                    <a:pt x="5728" y="2992"/>
                  </a:lnTo>
                  <a:lnTo>
                    <a:pt x="5728" y="2992"/>
                  </a:lnTo>
                  <a:cubicBezTo>
                    <a:pt x="5763" y="2950"/>
                    <a:pt x="5797" y="2907"/>
                    <a:pt x="5828" y="2861"/>
                  </a:cubicBezTo>
                  <a:close/>
                  <a:moveTo>
                    <a:pt x="2090" y="79"/>
                  </a:moveTo>
                  <a:lnTo>
                    <a:pt x="818" y="1742"/>
                  </a:lnTo>
                  <a:cubicBezTo>
                    <a:pt x="1" y="2763"/>
                    <a:pt x="205" y="4292"/>
                    <a:pt x="1227" y="5011"/>
                  </a:cubicBezTo>
                  <a:cubicBezTo>
                    <a:pt x="1653" y="5352"/>
                    <a:pt x="2169" y="5515"/>
                    <a:pt x="2678" y="5515"/>
                  </a:cubicBezTo>
                  <a:cubicBezTo>
                    <a:pt x="3387" y="5515"/>
                    <a:pt x="4082" y="5198"/>
                    <a:pt x="4496" y="4602"/>
                  </a:cubicBezTo>
                  <a:lnTo>
                    <a:pt x="5728" y="2992"/>
                  </a:lnTo>
                  <a:lnTo>
                    <a:pt x="5728" y="2992"/>
                  </a:lnTo>
                  <a:cubicBezTo>
                    <a:pt x="5304" y="3503"/>
                    <a:pt x="4662" y="3774"/>
                    <a:pt x="4008" y="3774"/>
                  </a:cubicBezTo>
                  <a:cubicBezTo>
                    <a:pt x="3500" y="3774"/>
                    <a:pt x="2985" y="3611"/>
                    <a:pt x="2559" y="3270"/>
                  </a:cubicBezTo>
                  <a:cubicBezTo>
                    <a:pt x="1563" y="2577"/>
                    <a:pt x="1344" y="1100"/>
                    <a:pt x="2090" y="79"/>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0" name="Google Shape;100;p2"/>
          <p:cNvGrpSpPr/>
          <p:nvPr/>
        </p:nvGrpSpPr>
        <p:grpSpPr>
          <a:xfrm>
            <a:off x="1442650" y="4290013"/>
            <a:ext cx="840250" cy="618825"/>
            <a:chOff x="1584275" y="3431500"/>
            <a:chExt cx="840250" cy="618825"/>
          </a:xfrm>
        </p:grpSpPr>
        <p:sp>
          <p:nvSpPr>
            <p:cNvPr id="101" name="Google Shape;101;p2"/>
            <p:cNvSpPr/>
            <p:nvPr/>
          </p:nvSpPr>
          <p:spPr>
            <a:xfrm>
              <a:off x="1849900" y="3431500"/>
              <a:ext cx="158400" cy="143000"/>
            </a:xfrm>
            <a:custGeom>
              <a:rect b="b" l="l" r="r" t="t"/>
              <a:pathLst>
                <a:path extrusionOk="0" h="5720" w="6336">
                  <a:moveTo>
                    <a:pt x="3146" y="1"/>
                  </a:moveTo>
                  <a:cubicBezTo>
                    <a:pt x="2881" y="1"/>
                    <a:pt x="2612" y="35"/>
                    <a:pt x="2346" y="105"/>
                  </a:cubicBezTo>
                  <a:cubicBezTo>
                    <a:pt x="818" y="514"/>
                    <a:pt x="1" y="2149"/>
                    <a:pt x="409" y="3579"/>
                  </a:cubicBezTo>
                  <a:cubicBezTo>
                    <a:pt x="753" y="4862"/>
                    <a:pt x="1960" y="5719"/>
                    <a:pt x="3185" y="5719"/>
                  </a:cubicBezTo>
                  <a:cubicBezTo>
                    <a:pt x="3419" y="5719"/>
                    <a:pt x="3654" y="5688"/>
                    <a:pt x="3883" y="5622"/>
                  </a:cubicBezTo>
                  <a:cubicBezTo>
                    <a:pt x="5412" y="5214"/>
                    <a:pt x="6335" y="3579"/>
                    <a:pt x="5926" y="2042"/>
                  </a:cubicBezTo>
                  <a:cubicBezTo>
                    <a:pt x="5588" y="778"/>
                    <a:pt x="4412" y="1"/>
                    <a:pt x="31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2"/>
            <p:cNvSpPr/>
            <p:nvPr/>
          </p:nvSpPr>
          <p:spPr>
            <a:xfrm>
              <a:off x="1872800" y="3446800"/>
              <a:ext cx="135500" cy="127725"/>
            </a:xfrm>
            <a:custGeom>
              <a:rect b="b" l="l" r="r" t="t"/>
              <a:pathLst>
                <a:path extrusionOk="0" h="5109" w="5420">
                  <a:moveTo>
                    <a:pt x="3989" y="0"/>
                  </a:moveTo>
                  <a:lnTo>
                    <a:pt x="3989" y="0"/>
                  </a:lnTo>
                  <a:cubicBezTo>
                    <a:pt x="4291" y="311"/>
                    <a:pt x="4397" y="613"/>
                    <a:pt x="4496" y="1022"/>
                  </a:cubicBezTo>
                  <a:cubicBezTo>
                    <a:pt x="5010" y="2558"/>
                    <a:pt x="4087" y="4087"/>
                    <a:pt x="2558" y="4495"/>
                  </a:cubicBezTo>
                  <a:cubicBezTo>
                    <a:pt x="2271" y="4592"/>
                    <a:pt x="1984" y="4639"/>
                    <a:pt x="1703" y="4639"/>
                  </a:cubicBezTo>
                  <a:cubicBezTo>
                    <a:pt x="1083" y="4639"/>
                    <a:pt x="495" y="4411"/>
                    <a:pt x="0" y="3989"/>
                  </a:cubicBezTo>
                  <a:lnTo>
                    <a:pt x="0" y="3989"/>
                  </a:lnTo>
                  <a:cubicBezTo>
                    <a:pt x="561" y="4703"/>
                    <a:pt x="1367" y="5109"/>
                    <a:pt x="2229" y="5109"/>
                  </a:cubicBezTo>
                  <a:cubicBezTo>
                    <a:pt x="2472" y="5109"/>
                    <a:pt x="2719" y="5077"/>
                    <a:pt x="2967" y="5010"/>
                  </a:cubicBezTo>
                  <a:cubicBezTo>
                    <a:pt x="4496" y="4602"/>
                    <a:pt x="5419" y="2967"/>
                    <a:pt x="5010" y="1430"/>
                  </a:cubicBezTo>
                  <a:cubicBezTo>
                    <a:pt x="4806" y="817"/>
                    <a:pt x="4496" y="409"/>
                    <a:pt x="3989" y="0"/>
                  </a:cubicBezTo>
                  <a:close/>
                </a:path>
              </a:pathLst>
            </a:custGeom>
            <a:solidFill>
              <a:srgbClr val="F0F2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2"/>
            <p:cNvSpPr/>
            <p:nvPr/>
          </p:nvSpPr>
          <p:spPr>
            <a:xfrm>
              <a:off x="1860125" y="3482550"/>
              <a:ext cx="137950" cy="48650"/>
            </a:xfrm>
            <a:custGeom>
              <a:rect b="b" l="l" r="r" t="t"/>
              <a:pathLst>
                <a:path extrusionOk="0" h="1946" w="5518">
                  <a:moveTo>
                    <a:pt x="5517" y="0"/>
                  </a:moveTo>
                  <a:lnTo>
                    <a:pt x="0" y="1537"/>
                  </a:lnTo>
                  <a:lnTo>
                    <a:pt x="0" y="1635"/>
                  </a:lnTo>
                  <a:cubicBezTo>
                    <a:pt x="0" y="1741"/>
                    <a:pt x="98" y="1839"/>
                    <a:pt x="98" y="1946"/>
                  </a:cubicBezTo>
                  <a:lnTo>
                    <a:pt x="5517" y="409"/>
                  </a:lnTo>
                  <a:lnTo>
                    <a:pt x="5517" y="107"/>
                  </a:lnTo>
                  <a:lnTo>
                    <a:pt x="5517" y="0"/>
                  </a:lnTo>
                  <a:close/>
                </a:path>
              </a:pathLst>
            </a:custGeom>
            <a:solidFill>
              <a:srgbClr val="F0F2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2"/>
            <p:cNvSpPr/>
            <p:nvPr/>
          </p:nvSpPr>
          <p:spPr>
            <a:xfrm>
              <a:off x="1857475" y="3477450"/>
              <a:ext cx="140600" cy="48650"/>
            </a:xfrm>
            <a:custGeom>
              <a:rect b="b" l="l" r="r" t="t"/>
              <a:pathLst>
                <a:path extrusionOk="0" h="1946" w="5624">
                  <a:moveTo>
                    <a:pt x="5517" y="0"/>
                  </a:moveTo>
                  <a:lnTo>
                    <a:pt x="0" y="1635"/>
                  </a:lnTo>
                  <a:cubicBezTo>
                    <a:pt x="106" y="1635"/>
                    <a:pt x="106" y="1741"/>
                    <a:pt x="106" y="1741"/>
                  </a:cubicBezTo>
                  <a:lnTo>
                    <a:pt x="106" y="1945"/>
                  </a:lnTo>
                  <a:lnTo>
                    <a:pt x="5623" y="409"/>
                  </a:lnTo>
                  <a:lnTo>
                    <a:pt x="5623" y="204"/>
                  </a:lnTo>
                  <a:cubicBezTo>
                    <a:pt x="5623" y="204"/>
                    <a:pt x="5517" y="106"/>
                    <a:pt x="5517" y="0"/>
                  </a:cubicBez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5" name="Google Shape;105;p2"/>
            <p:cNvGrpSpPr/>
            <p:nvPr/>
          </p:nvGrpSpPr>
          <p:grpSpPr>
            <a:xfrm>
              <a:off x="2268800" y="3907175"/>
              <a:ext cx="155725" cy="143150"/>
              <a:chOff x="2268800" y="3907175"/>
              <a:chExt cx="155725" cy="143150"/>
            </a:xfrm>
          </p:grpSpPr>
          <p:sp>
            <p:nvSpPr>
              <p:cNvPr id="106" name="Google Shape;106;p2"/>
              <p:cNvSpPr/>
              <p:nvPr/>
            </p:nvSpPr>
            <p:spPr>
              <a:xfrm>
                <a:off x="2268800" y="3907175"/>
                <a:ext cx="155725" cy="143150"/>
              </a:xfrm>
              <a:custGeom>
                <a:rect b="b" l="l" r="r" t="t"/>
                <a:pathLst>
                  <a:path extrusionOk="0" h="5726" w="6229">
                    <a:moveTo>
                      <a:pt x="3066" y="1"/>
                    </a:moveTo>
                    <a:cubicBezTo>
                      <a:pt x="2359" y="1"/>
                      <a:pt x="1658" y="258"/>
                      <a:pt x="1120" y="792"/>
                    </a:cubicBezTo>
                    <a:cubicBezTo>
                      <a:pt x="0" y="1920"/>
                      <a:pt x="0" y="3759"/>
                      <a:pt x="1022" y="4879"/>
                    </a:cubicBezTo>
                    <a:cubicBezTo>
                      <a:pt x="1582" y="5443"/>
                      <a:pt x="2321" y="5725"/>
                      <a:pt x="3062" y="5725"/>
                    </a:cubicBezTo>
                    <a:cubicBezTo>
                      <a:pt x="3803" y="5725"/>
                      <a:pt x="4545" y="5443"/>
                      <a:pt x="5109" y="4879"/>
                    </a:cubicBezTo>
                    <a:cubicBezTo>
                      <a:pt x="6228" y="3857"/>
                      <a:pt x="6228" y="2018"/>
                      <a:pt x="5207" y="899"/>
                    </a:cubicBezTo>
                    <a:cubicBezTo>
                      <a:pt x="4621" y="309"/>
                      <a:pt x="3840" y="1"/>
                      <a:pt x="306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2"/>
              <p:cNvSpPr/>
              <p:nvPr/>
            </p:nvSpPr>
            <p:spPr>
              <a:xfrm>
                <a:off x="2317225" y="3909200"/>
                <a:ext cx="107300" cy="140400"/>
              </a:xfrm>
              <a:custGeom>
                <a:rect b="b" l="l" r="r" t="t"/>
                <a:pathLst>
                  <a:path extrusionOk="0" h="5616" w="4292">
                    <a:moveTo>
                      <a:pt x="1741" y="0"/>
                    </a:moveTo>
                    <a:cubicBezTo>
                      <a:pt x="2044" y="98"/>
                      <a:pt x="2354" y="303"/>
                      <a:pt x="2657" y="613"/>
                    </a:cubicBezTo>
                    <a:cubicBezTo>
                      <a:pt x="3678" y="1733"/>
                      <a:pt x="3678" y="3572"/>
                      <a:pt x="2559" y="4700"/>
                    </a:cubicBezTo>
                    <a:cubicBezTo>
                      <a:pt x="1990" y="5184"/>
                      <a:pt x="1300" y="5475"/>
                      <a:pt x="580" y="5475"/>
                    </a:cubicBezTo>
                    <a:cubicBezTo>
                      <a:pt x="388" y="5475"/>
                      <a:pt x="194" y="5454"/>
                      <a:pt x="0" y="5411"/>
                    </a:cubicBezTo>
                    <a:lnTo>
                      <a:pt x="0" y="5411"/>
                    </a:lnTo>
                    <a:cubicBezTo>
                      <a:pt x="341" y="5547"/>
                      <a:pt x="704" y="5616"/>
                      <a:pt x="1071" y="5616"/>
                    </a:cubicBezTo>
                    <a:cubicBezTo>
                      <a:pt x="1806" y="5616"/>
                      <a:pt x="2556" y="5343"/>
                      <a:pt x="3172" y="4798"/>
                    </a:cubicBezTo>
                    <a:cubicBezTo>
                      <a:pt x="4291" y="3776"/>
                      <a:pt x="4291" y="1937"/>
                      <a:pt x="3270" y="818"/>
                    </a:cubicBezTo>
                    <a:cubicBezTo>
                      <a:pt x="2763" y="303"/>
                      <a:pt x="2248" y="98"/>
                      <a:pt x="1741" y="0"/>
                    </a:cubicBezTo>
                    <a:close/>
                  </a:path>
                </a:pathLst>
              </a:custGeom>
              <a:solidFill>
                <a:srgbClr val="F0F2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2"/>
              <p:cNvSpPr/>
              <p:nvPr/>
            </p:nvSpPr>
            <p:spPr>
              <a:xfrm>
                <a:off x="2294325" y="3929625"/>
                <a:ext cx="109750" cy="104650"/>
              </a:xfrm>
              <a:custGeom>
                <a:rect b="b" l="l" r="r" t="t"/>
                <a:pathLst>
                  <a:path extrusionOk="0" h="4186" w="4390">
                    <a:moveTo>
                      <a:pt x="4186" y="1"/>
                    </a:moveTo>
                    <a:lnTo>
                      <a:pt x="1" y="3981"/>
                    </a:lnTo>
                    <a:lnTo>
                      <a:pt x="99" y="3981"/>
                    </a:lnTo>
                    <a:cubicBezTo>
                      <a:pt x="205" y="4087"/>
                      <a:pt x="205" y="4186"/>
                      <a:pt x="303" y="4186"/>
                    </a:cubicBezTo>
                    <a:lnTo>
                      <a:pt x="4390" y="303"/>
                    </a:lnTo>
                    <a:cubicBezTo>
                      <a:pt x="4292" y="205"/>
                      <a:pt x="4292" y="99"/>
                      <a:pt x="4186" y="99"/>
                    </a:cubicBezTo>
                    <a:lnTo>
                      <a:pt x="4186" y="1"/>
                    </a:lnTo>
                    <a:close/>
                  </a:path>
                </a:pathLst>
              </a:custGeom>
              <a:solidFill>
                <a:srgbClr val="F0F2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2"/>
              <p:cNvSpPr/>
              <p:nvPr/>
            </p:nvSpPr>
            <p:spPr>
              <a:xfrm>
                <a:off x="2291675" y="3926975"/>
                <a:ext cx="109950" cy="104850"/>
              </a:xfrm>
              <a:custGeom>
                <a:rect b="b" l="l" r="r" t="t"/>
                <a:pathLst>
                  <a:path extrusionOk="0" h="4194" w="4398">
                    <a:moveTo>
                      <a:pt x="4087" y="0"/>
                    </a:moveTo>
                    <a:lnTo>
                      <a:pt x="1" y="3883"/>
                    </a:lnTo>
                    <a:cubicBezTo>
                      <a:pt x="1" y="3989"/>
                      <a:pt x="107" y="3989"/>
                      <a:pt x="107" y="4087"/>
                    </a:cubicBezTo>
                    <a:cubicBezTo>
                      <a:pt x="205" y="4087"/>
                      <a:pt x="205" y="4193"/>
                      <a:pt x="311" y="4193"/>
                    </a:cubicBezTo>
                    <a:lnTo>
                      <a:pt x="4398" y="205"/>
                    </a:lnTo>
                    <a:cubicBezTo>
                      <a:pt x="4292" y="205"/>
                      <a:pt x="4292" y="107"/>
                      <a:pt x="4292" y="107"/>
                    </a:cubicBezTo>
                    <a:cubicBezTo>
                      <a:pt x="4194" y="0"/>
                      <a:pt x="4194" y="0"/>
                      <a:pt x="4087" y="0"/>
                    </a:cubicBez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0" name="Google Shape;110;p2"/>
            <p:cNvSpPr/>
            <p:nvPr/>
          </p:nvSpPr>
          <p:spPr>
            <a:xfrm>
              <a:off x="1584275" y="3575875"/>
              <a:ext cx="163500" cy="142975"/>
            </a:xfrm>
            <a:custGeom>
              <a:rect b="b" l="l" r="r" t="t"/>
              <a:pathLst>
                <a:path extrusionOk="0" h="5719" w="6540">
                  <a:moveTo>
                    <a:pt x="3250" y="0"/>
                  </a:moveTo>
                  <a:cubicBezTo>
                    <a:pt x="2177" y="0"/>
                    <a:pt x="1152" y="551"/>
                    <a:pt x="711" y="1580"/>
                  </a:cubicBezTo>
                  <a:cubicBezTo>
                    <a:pt x="0" y="3010"/>
                    <a:pt x="507" y="4751"/>
                    <a:pt x="1937" y="5462"/>
                  </a:cubicBezTo>
                  <a:cubicBezTo>
                    <a:pt x="2339" y="5634"/>
                    <a:pt x="2765" y="5718"/>
                    <a:pt x="3185" y="5718"/>
                  </a:cubicBezTo>
                  <a:cubicBezTo>
                    <a:pt x="4264" y="5718"/>
                    <a:pt x="5308" y="5167"/>
                    <a:pt x="5820" y="4138"/>
                  </a:cubicBezTo>
                  <a:cubicBezTo>
                    <a:pt x="6539" y="2708"/>
                    <a:pt x="5926" y="967"/>
                    <a:pt x="4496" y="256"/>
                  </a:cubicBezTo>
                  <a:cubicBezTo>
                    <a:pt x="4094" y="84"/>
                    <a:pt x="3668" y="0"/>
                    <a:pt x="325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2"/>
            <p:cNvSpPr/>
            <p:nvPr/>
          </p:nvSpPr>
          <p:spPr>
            <a:xfrm>
              <a:off x="1591825" y="3635800"/>
              <a:ext cx="145725" cy="83050"/>
            </a:xfrm>
            <a:custGeom>
              <a:rect b="b" l="l" r="r" t="t"/>
              <a:pathLst>
                <a:path extrusionOk="0" h="3322" w="5829">
                  <a:moveTo>
                    <a:pt x="5722" y="0"/>
                  </a:moveTo>
                  <a:cubicBezTo>
                    <a:pt x="5722" y="409"/>
                    <a:pt x="5624" y="720"/>
                    <a:pt x="5420" y="1128"/>
                  </a:cubicBezTo>
                  <a:cubicBezTo>
                    <a:pt x="4992" y="2125"/>
                    <a:pt x="4017" y="2673"/>
                    <a:pt x="2981" y="2673"/>
                  </a:cubicBezTo>
                  <a:cubicBezTo>
                    <a:pt x="2531" y="2673"/>
                    <a:pt x="2069" y="2570"/>
                    <a:pt x="1635" y="2354"/>
                  </a:cubicBezTo>
                  <a:cubicBezTo>
                    <a:pt x="818" y="1946"/>
                    <a:pt x="205" y="1226"/>
                    <a:pt x="107" y="311"/>
                  </a:cubicBezTo>
                  <a:lnTo>
                    <a:pt x="107" y="311"/>
                  </a:lnTo>
                  <a:cubicBezTo>
                    <a:pt x="1" y="1431"/>
                    <a:pt x="614" y="2559"/>
                    <a:pt x="1635" y="3065"/>
                  </a:cubicBezTo>
                  <a:cubicBezTo>
                    <a:pt x="2037" y="3237"/>
                    <a:pt x="2463" y="3321"/>
                    <a:pt x="2883" y="3321"/>
                  </a:cubicBezTo>
                  <a:cubicBezTo>
                    <a:pt x="3962" y="3321"/>
                    <a:pt x="5006" y="2770"/>
                    <a:pt x="5518" y="1741"/>
                  </a:cubicBezTo>
                  <a:cubicBezTo>
                    <a:pt x="5722" y="1128"/>
                    <a:pt x="5828" y="613"/>
                    <a:pt x="5722" y="0"/>
                  </a:cubicBezTo>
                  <a:close/>
                </a:path>
              </a:pathLst>
            </a:custGeom>
            <a:solidFill>
              <a:srgbClr val="F0F2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2"/>
            <p:cNvSpPr/>
            <p:nvPr/>
          </p:nvSpPr>
          <p:spPr>
            <a:xfrm>
              <a:off x="1596950" y="3615375"/>
              <a:ext cx="132825" cy="71525"/>
            </a:xfrm>
            <a:custGeom>
              <a:rect b="b" l="l" r="r" t="t"/>
              <a:pathLst>
                <a:path extrusionOk="0" h="2861" w="5313">
                  <a:moveTo>
                    <a:pt x="204" y="0"/>
                  </a:moveTo>
                  <a:lnTo>
                    <a:pt x="106" y="106"/>
                  </a:lnTo>
                  <a:cubicBezTo>
                    <a:pt x="106" y="204"/>
                    <a:pt x="0" y="311"/>
                    <a:pt x="0" y="409"/>
                  </a:cubicBezTo>
                  <a:lnTo>
                    <a:pt x="5108" y="2861"/>
                  </a:lnTo>
                  <a:cubicBezTo>
                    <a:pt x="5108" y="2763"/>
                    <a:pt x="5215" y="2763"/>
                    <a:pt x="5215" y="2656"/>
                  </a:cubicBezTo>
                  <a:cubicBezTo>
                    <a:pt x="5215" y="2558"/>
                    <a:pt x="5313" y="2558"/>
                    <a:pt x="5313" y="2558"/>
                  </a:cubicBezTo>
                  <a:lnTo>
                    <a:pt x="204" y="0"/>
                  </a:lnTo>
                  <a:close/>
                </a:path>
              </a:pathLst>
            </a:custGeom>
            <a:solidFill>
              <a:srgbClr val="F0F2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2"/>
            <p:cNvSpPr/>
            <p:nvPr/>
          </p:nvSpPr>
          <p:spPr>
            <a:xfrm>
              <a:off x="1599600" y="3612900"/>
              <a:ext cx="132850" cy="68900"/>
            </a:xfrm>
            <a:custGeom>
              <a:rect b="b" l="l" r="r" t="t"/>
              <a:pathLst>
                <a:path extrusionOk="0" h="2756" w="5314">
                  <a:moveTo>
                    <a:pt x="98" y="1"/>
                  </a:moveTo>
                  <a:lnTo>
                    <a:pt x="98" y="99"/>
                  </a:lnTo>
                  <a:cubicBezTo>
                    <a:pt x="0" y="205"/>
                    <a:pt x="0" y="205"/>
                    <a:pt x="0" y="303"/>
                  </a:cubicBezTo>
                  <a:lnTo>
                    <a:pt x="5109" y="2755"/>
                  </a:lnTo>
                  <a:lnTo>
                    <a:pt x="5207" y="2657"/>
                  </a:lnTo>
                  <a:cubicBezTo>
                    <a:pt x="5207" y="2551"/>
                    <a:pt x="5207" y="2551"/>
                    <a:pt x="5313" y="2453"/>
                  </a:cubicBezTo>
                  <a:lnTo>
                    <a:pt x="98" y="1"/>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lt1"/>
        </a:solidFill>
      </p:bgPr>
    </p:bg>
    <p:spTree>
      <p:nvGrpSpPr>
        <p:cNvPr id="114" name="Shape 114"/>
        <p:cNvGrpSpPr/>
        <p:nvPr/>
      </p:nvGrpSpPr>
      <p:grpSpPr>
        <a:xfrm>
          <a:off x="0" y="0"/>
          <a:ext cx="0" cy="0"/>
          <a:chOff x="0" y="0"/>
          <a:chExt cx="0" cy="0"/>
        </a:xfrm>
      </p:grpSpPr>
      <p:sp>
        <p:nvSpPr>
          <p:cNvPr id="115" name="Google Shape;115;p3"/>
          <p:cNvSpPr txBox="1"/>
          <p:nvPr>
            <p:ph type="title"/>
          </p:nvPr>
        </p:nvSpPr>
        <p:spPr>
          <a:xfrm>
            <a:off x="713275" y="2288400"/>
            <a:ext cx="76875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45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16" name="Google Shape;116;p3"/>
          <p:cNvSpPr/>
          <p:nvPr/>
        </p:nvSpPr>
        <p:spPr>
          <a:xfrm>
            <a:off x="0" y="0"/>
            <a:ext cx="2143137" cy="3002177"/>
          </a:xfrm>
          <a:custGeom>
            <a:rect b="b" l="l" r="r" t="t"/>
            <a:pathLst>
              <a:path extrusionOk="0" h="69648" w="49719">
                <a:moveTo>
                  <a:pt x="0" y="1"/>
                </a:moveTo>
                <a:lnTo>
                  <a:pt x="0" y="69648"/>
                </a:lnTo>
                <a:cubicBezTo>
                  <a:pt x="7726" y="62086"/>
                  <a:pt x="13329" y="52510"/>
                  <a:pt x="9032" y="42442"/>
                </a:cubicBezTo>
                <a:cubicBezTo>
                  <a:pt x="684" y="23087"/>
                  <a:pt x="10447" y="12185"/>
                  <a:pt x="21914" y="12185"/>
                </a:cubicBezTo>
                <a:cubicBezTo>
                  <a:pt x="22406" y="12185"/>
                  <a:pt x="22900" y="12205"/>
                  <a:pt x="23397" y="12245"/>
                </a:cubicBezTo>
                <a:cubicBezTo>
                  <a:pt x="25475" y="12417"/>
                  <a:pt x="27419" y="12499"/>
                  <a:pt x="29233" y="12499"/>
                </a:cubicBezTo>
                <a:cubicBezTo>
                  <a:pt x="43567" y="12499"/>
                  <a:pt x="49719" y="7342"/>
                  <a:pt x="4875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3"/>
          <p:cNvSpPr/>
          <p:nvPr/>
        </p:nvSpPr>
        <p:spPr>
          <a:xfrm rot="10800000">
            <a:off x="7000875" y="2141325"/>
            <a:ext cx="2143137" cy="3002177"/>
          </a:xfrm>
          <a:custGeom>
            <a:rect b="b" l="l" r="r" t="t"/>
            <a:pathLst>
              <a:path extrusionOk="0" h="69648" w="49719">
                <a:moveTo>
                  <a:pt x="0" y="1"/>
                </a:moveTo>
                <a:lnTo>
                  <a:pt x="0" y="69648"/>
                </a:lnTo>
                <a:cubicBezTo>
                  <a:pt x="7726" y="62086"/>
                  <a:pt x="13329" y="52510"/>
                  <a:pt x="9032" y="42442"/>
                </a:cubicBezTo>
                <a:cubicBezTo>
                  <a:pt x="684" y="23087"/>
                  <a:pt x="10447" y="12185"/>
                  <a:pt x="21914" y="12185"/>
                </a:cubicBezTo>
                <a:cubicBezTo>
                  <a:pt x="22406" y="12185"/>
                  <a:pt x="22900" y="12205"/>
                  <a:pt x="23397" y="12245"/>
                </a:cubicBezTo>
                <a:cubicBezTo>
                  <a:pt x="25475" y="12417"/>
                  <a:pt x="27419" y="12499"/>
                  <a:pt x="29233" y="12499"/>
                </a:cubicBezTo>
                <a:cubicBezTo>
                  <a:pt x="43567" y="12499"/>
                  <a:pt x="49719" y="7342"/>
                  <a:pt x="4875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3"/>
          <p:cNvSpPr txBox="1"/>
          <p:nvPr>
            <p:ph idx="1" type="subTitle"/>
          </p:nvPr>
        </p:nvSpPr>
        <p:spPr>
          <a:xfrm>
            <a:off x="1988250" y="3078375"/>
            <a:ext cx="5167500" cy="5049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800"/>
              <a:buNone/>
              <a:defRPr/>
            </a:lvl1pPr>
            <a:lvl2pPr lvl="1" rtl="0" algn="ctr">
              <a:spcBef>
                <a:spcPts val="0"/>
              </a:spcBef>
              <a:spcAft>
                <a:spcPts val="0"/>
              </a:spcAft>
              <a:buSzPts val="1400"/>
              <a:buNone/>
              <a:defRPr/>
            </a:lvl2pPr>
            <a:lvl3pPr lvl="2" rtl="0" algn="ctr">
              <a:spcBef>
                <a:spcPts val="1600"/>
              </a:spcBef>
              <a:spcAft>
                <a:spcPts val="0"/>
              </a:spcAft>
              <a:buSzPts val="1400"/>
              <a:buNone/>
              <a:defRPr/>
            </a:lvl3pPr>
            <a:lvl4pPr lvl="3" rtl="0" algn="ctr">
              <a:spcBef>
                <a:spcPts val="1600"/>
              </a:spcBef>
              <a:spcAft>
                <a:spcPts val="0"/>
              </a:spcAft>
              <a:buSzPts val="1400"/>
              <a:buNone/>
              <a:defRPr/>
            </a:lvl4pPr>
            <a:lvl5pPr lvl="4" rtl="0" algn="ctr">
              <a:spcBef>
                <a:spcPts val="1600"/>
              </a:spcBef>
              <a:spcAft>
                <a:spcPts val="0"/>
              </a:spcAft>
              <a:buSzPts val="1400"/>
              <a:buNone/>
              <a:defRPr/>
            </a:lvl5pPr>
            <a:lvl6pPr lvl="5" rtl="0" algn="ctr">
              <a:spcBef>
                <a:spcPts val="1600"/>
              </a:spcBef>
              <a:spcAft>
                <a:spcPts val="0"/>
              </a:spcAft>
              <a:buSzPts val="1400"/>
              <a:buNone/>
              <a:defRPr/>
            </a:lvl6pPr>
            <a:lvl7pPr lvl="6" rtl="0" algn="ctr">
              <a:spcBef>
                <a:spcPts val="1600"/>
              </a:spcBef>
              <a:spcAft>
                <a:spcPts val="0"/>
              </a:spcAft>
              <a:buSzPts val="1400"/>
              <a:buNone/>
              <a:defRPr/>
            </a:lvl7pPr>
            <a:lvl8pPr lvl="7" rtl="0" algn="ctr">
              <a:spcBef>
                <a:spcPts val="1600"/>
              </a:spcBef>
              <a:spcAft>
                <a:spcPts val="0"/>
              </a:spcAft>
              <a:buSzPts val="1400"/>
              <a:buNone/>
              <a:defRPr/>
            </a:lvl8pPr>
            <a:lvl9pPr lvl="8" rtl="0" algn="ctr">
              <a:spcBef>
                <a:spcPts val="1600"/>
              </a:spcBef>
              <a:spcAft>
                <a:spcPts val="1600"/>
              </a:spcAft>
              <a:buSzPts val="1400"/>
              <a:buNone/>
              <a:defRPr/>
            </a:lvl9pPr>
          </a:lstStyle>
          <a:p/>
        </p:txBody>
      </p:sp>
      <p:sp>
        <p:nvSpPr>
          <p:cNvPr id="119" name="Google Shape;119;p3"/>
          <p:cNvSpPr txBox="1"/>
          <p:nvPr>
            <p:ph hasCustomPrompt="1" idx="2" type="title"/>
          </p:nvPr>
        </p:nvSpPr>
        <p:spPr>
          <a:xfrm>
            <a:off x="3994525" y="1619250"/>
            <a:ext cx="1125000" cy="4461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4500"/>
            </a:lvl1pPr>
            <a:lvl2pPr lvl="1" rtl="0" algn="ctr">
              <a:spcBef>
                <a:spcPts val="0"/>
              </a:spcBef>
              <a:spcAft>
                <a:spcPts val="0"/>
              </a:spcAft>
              <a:buSzPts val="3000"/>
              <a:buFont typeface="Neucha"/>
              <a:buNone/>
              <a:defRPr b="1" sz="3000">
                <a:latin typeface="Neucha"/>
                <a:ea typeface="Neucha"/>
                <a:cs typeface="Neucha"/>
                <a:sym typeface="Neucha"/>
              </a:defRPr>
            </a:lvl2pPr>
            <a:lvl3pPr lvl="2" rtl="0" algn="ctr">
              <a:spcBef>
                <a:spcPts val="0"/>
              </a:spcBef>
              <a:spcAft>
                <a:spcPts val="0"/>
              </a:spcAft>
              <a:buSzPts val="3000"/>
              <a:buFont typeface="Neucha"/>
              <a:buNone/>
              <a:defRPr b="1" sz="3000">
                <a:latin typeface="Neucha"/>
                <a:ea typeface="Neucha"/>
                <a:cs typeface="Neucha"/>
                <a:sym typeface="Neucha"/>
              </a:defRPr>
            </a:lvl3pPr>
            <a:lvl4pPr lvl="3" rtl="0" algn="ctr">
              <a:spcBef>
                <a:spcPts val="0"/>
              </a:spcBef>
              <a:spcAft>
                <a:spcPts val="0"/>
              </a:spcAft>
              <a:buSzPts val="3000"/>
              <a:buFont typeface="Neucha"/>
              <a:buNone/>
              <a:defRPr b="1" sz="3000">
                <a:latin typeface="Neucha"/>
                <a:ea typeface="Neucha"/>
                <a:cs typeface="Neucha"/>
                <a:sym typeface="Neucha"/>
              </a:defRPr>
            </a:lvl4pPr>
            <a:lvl5pPr lvl="4" rtl="0" algn="ctr">
              <a:spcBef>
                <a:spcPts val="0"/>
              </a:spcBef>
              <a:spcAft>
                <a:spcPts val="0"/>
              </a:spcAft>
              <a:buSzPts val="3000"/>
              <a:buFont typeface="Neucha"/>
              <a:buNone/>
              <a:defRPr b="1" sz="3000">
                <a:latin typeface="Neucha"/>
                <a:ea typeface="Neucha"/>
                <a:cs typeface="Neucha"/>
                <a:sym typeface="Neucha"/>
              </a:defRPr>
            </a:lvl5pPr>
            <a:lvl6pPr lvl="5" rtl="0" algn="ctr">
              <a:spcBef>
                <a:spcPts val="0"/>
              </a:spcBef>
              <a:spcAft>
                <a:spcPts val="0"/>
              </a:spcAft>
              <a:buSzPts val="3000"/>
              <a:buFont typeface="Neucha"/>
              <a:buNone/>
              <a:defRPr b="1" sz="3000">
                <a:latin typeface="Neucha"/>
                <a:ea typeface="Neucha"/>
                <a:cs typeface="Neucha"/>
                <a:sym typeface="Neucha"/>
              </a:defRPr>
            </a:lvl6pPr>
            <a:lvl7pPr lvl="6" rtl="0" algn="ctr">
              <a:spcBef>
                <a:spcPts val="0"/>
              </a:spcBef>
              <a:spcAft>
                <a:spcPts val="0"/>
              </a:spcAft>
              <a:buSzPts val="3000"/>
              <a:buFont typeface="Neucha"/>
              <a:buNone/>
              <a:defRPr b="1" sz="3000">
                <a:latin typeface="Neucha"/>
                <a:ea typeface="Neucha"/>
                <a:cs typeface="Neucha"/>
                <a:sym typeface="Neucha"/>
              </a:defRPr>
            </a:lvl7pPr>
            <a:lvl8pPr lvl="7" rtl="0" algn="ctr">
              <a:spcBef>
                <a:spcPts val="0"/>
              </a:spcBef>
              <a:spcAft>
                <a:spcPts val="0"/>
              </a:spcAft>
              <a:buSzPts val="3000"/>
              <a:buFont typeface="Neucha"/>
              <a:buNone/>
              <a:defRPr b="1" sz="3000">
                <a:latin typeface="Neucha"/>
                <a:ea typeface="Neucha"/>
                <a:cs typeface="Neucha"/>
                <a:sym typeface="Neucha"/>
              </a:defRPr>
            </a:lvl8pPr>
            <a:lvl9pPr lvl="8" rtl="0" algn="ctr">
              <a:spcBef>
                <a:spcPts val="0"/>
              </a:spcBef>
              <a:spcAft>
                <a:spcPts val="0"/>
              </a:spcAft>
              <a:buSzPts val="3000"/>
              <a:buFont typeface="Neucha"/>
              <a:buNone/>
              <a:defRPr b="1" sz="3000">
                <a:latin typeface="Neucha"/>
                <a:ea typeface="Neucha"/>
                <a:cs typeface="Neucha"/>
                <a:sym typeface="Neucha"/>
              </a:defRPr>
            </a:lvl9pPr>
          </a:lstStyle>
          <a:p>
            <a:r>
              <a:t>xx%</a:t>
            </a:r>
          </a:p>
        </p:txBody>
      </p:sp>
      <p:grpSp>
        <p:nvGrpSpPr>
          <p:cNvPr id="120" name="Google Shape;120;p3"/>
          <p:cNvGrpSpPr/>
          <p:nvPr/>
        </p:nvGrpSpPr>
        <p:grpSpPr>
          <a:xfrm>
            <a:off x="714013" y="3855263"/>
            <a:ext cx="985925" cy="744150"/>
            <a:chOff x="1666700" y="5967688"/>
            <a:chExt cx="985925" cy="744150"/>
          </a:xfrm>
        </p:grpSpPr>
        <p:sp>
          <p:nvSpPr>
            <p:cNvPr id="121" name="Google Shape;121;p3"/>
            <p:cNvSpPr/>
            <p:nvPr/>
          </p:nvSpPr>
          <p:spPr>
            <a:xfrm>
              <a:off x="1666700" y="5967688"/>
              <a:ext cx="985925" cy="744150"/>
            </a:xfrm>
            <a:custGeom>
              <a:rect b="b" l="l" r="r" t="t"/>
              <a:pathLst>
                <a:path extrusionOk="0" h="29766" w="39437">
                  <a:moveTo>
                    <a:pt x="31419" y="0"/>
                  </a:moveTo>
                  <a:cubicBezTo>
                    <a:pt x="30988" y="0"/>
                    <a:pt x="30551" y="105"/>
                    <a:pt x="30144" y="326"/>
                  </a:cubicBezTo>
                  <a:lnTo>
                    <a:pt x="1839" y="15340"/>
                  </a:lnTo>
                  <a:cubicBezTo>
                    <a:pt x="515" y="16060"/>
                    <a:pt x="0" y="17694"/>
                    <a:pt x="720" y="19018"/>
                  </a:cubicBezTo>
                  <a:lnTo>
                    <a:pt x="5624" y="28320"/>
                  </a:lnTo>
                  <a:cubicBezTo>
                    <a:pt x="6116" y="29236"/>
                    <a:pt x="7051" y="29765"/>
                    <a:pt x="8022" y="29765"/>
                  </a:cubicBezTo>
                  <a:cubicBezTo>
                    <a:pt x="8453" y="29765"/>
                    <a:pt x="8892" y="29661"/>
                    <a:pt x="9302" y="29440"/>
                  </a:cubicBezTo>
                  <a:lnTo>
                    <a:pt x="37598" y="14523"/>
                  </a:lnTo>
                  <a:cubicBezTo>
                    <a:pt x="38930" y="13812"/>
                    <a:pt x="39437" y="12177"/>
                    <a:pt x="38726" y="10845"/>
                  </a:cubicBezTo>
                  <a:lnTo>
                    <a:pt x="33822" y="1446"/>
                  </a:lnTo>
                  <a:cubicBezTo>
                    <a:pt x="33324" y="529"/>
                    <a:pt x="32387" y="0"/>
                    <a:pt x="31419" y="0"/>
                  </a:cubicBezTo>
                  <a:close/>
                </a:path>
              </a:pathLst>
            </a:custGeom>
            <a:solidFill>
              <a:srgbClr val="F1F0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3"/>
            <p:cNvSpPr/>
            <p:nvPr/>
          </p:nvSpPr>
          <p:spPr>
            <a:xfrm>
              <a:off x="1758650" y="6363863"/>
              <a:ext cx="130375" cy="130375"/>
            </a:xfrm>
            <a:custGeom>
              <a:rect b="b" l="l" r="r" t="t"/>
              <a:pathLst>
                <a:path extrusionOk="0" h="5215" w="5215">
                  <a:moveTo>
                    <a:pt x="2555" y="0"/>
                  </a:moveTo>
                  <a:cubicBezTo>
                    <a:pt x="1305" y="0"/>
                    <a:pt x="194" y="901"/>
                    <a:pt x="0" y="2256"/>
                  </a:cubicBezTo>
                  <a:lnTo>
                    <a:pt x="0" y="2354"/>
                  </a:lnTo>
                  <a:lnTo>
                    <a:pt x="0" y="2460"/>
                  </a:lnTo>
                  <a:lnTo>
                    <a:pt x="0" y="2558"/>
                  </a:lnTo>
                  <a:lnTo>
                    <a:pt x="0" y="2665"/>
                  </a:lnTo>
                  <a:lnTo>
                    <a:pt x="0" y="2763"/>
                  </a:lnTo>
                  <a:cubicBezTo>
                    <a:pt x="0" y="2967"/>
                    <a:pt x="0" y="3171"/>
                    <a:pt x="107" y="3376"/>
                  </a:cubicBezTo>
                  <a:cubicBezTo>
                    <a:pt x="107" y="3482"/>
                    <a:pt x="107" y="3580"/>
                    <a:pt x="205" y="3580"/>
                  </a:cubicBezTo>
                  <a:lnTo>
                    <a:pt x="205" y="3686"/>
                  </a:lnTo>
                  <a:cubicBezTo>
                    <a:pt x="205" y="3686"/>
                    <a:pt x="205" y="3784"/>
                    <a:pt x="311" y="3784"/>
                  </a:cubicBezTo>
                  <a:lnTo>
                    <a:pt x="311" y="3891"/>
                  </a:lnTo>
                  <a:cubicBezTo>
                    <a:pt x="311" y="3989"/>
                    <a:pt x="409" y="3989"/>
                    <a:pt x="409" y="4095"/>
                  </a:cubicBezTo>
                  <a:cubicBezTo>
                    <a:pt x="409" y="4193"/>
                    <a:pt x="515" y="4193"/>
                    <a:pt x="515" y="4299"/>
                  </a:cubicBezTo>
                  <a:lnTo>
                    <a:pt x="613" y="4299"/>
                  </a:lnTo>
                  <a:cubicBezTo>
                    <a:pt x="613" y="4397"/>
                    <a:pt x="613" y="4397"/>
                    <a:pt x="720" y="4397"/>
                  </a:cubicBezTo>
                  <a:lnTo>
                    <a:pt x="720" y="4504"/>
                  </a:lnTo>
                  <a:cubicBezTo>
                    <a:pt x="818" y="4504"/>
                    <a:pt x="818" y="4602"/>
                    <a:pt x="924" y="4602"/>
                  </a:cubicBezTo>
                  <a:lnTo>
                    <a:pt x="1128" y="4806"/>
                  </a:lnTo>
                  <a:cubicBezTo>
                    <a:pt x="1226" y="4806"/>
                    <a:pt x="1226" y="4912"/>
                    <a:pt x="1333" y="4912"/>
                  </a:cubicBezTo>
                  <a:cubicBezTo>
                    <a:pt x="1431" y="4912"/>
                    <a:pt x="1537" y="5010"/>
                    <a:pt x="1537" y="5010"/>
                  </a:cubicBezTo>
                  <a:cubicBezTo>
                    <a:pt x="1635" y="5010"/>
                    <a:pt x="1741" y="5117"/>
                    <a:pt x="1741" y="5117"/>
                  </a:cubicBezTo>
                  <a:lnTo>
                    <a:pt x="2044" y="5117"/>
                  </a:lnTo>
                  <a:lnTo>
                    <a:pt x="2044" y="5215"/>
                  </a:lnTo>
                  <a:lnTo>
                    <a:pt x="2354" y="5215"/>
                  </a:lnTo>
                  <a:cubicBezTo>
                    <a:pt x="2763" y="5215"/>
                    <a:pt x="3172" y="5215"/>
                    <a:pt x="3580" y="5010"/>
                  </a:cubicBezTo>
                  <a:cubicBezTo>
                    <a:pt x="3678" y="5010"/>
                    <a:pt x="3785" y="4912"/>
                    <a:pt x="3785" y="4912"/>
                  </a:cubicBezTo>
                  <a:cubicBezTo>
                    <a:pt x="3883" y="4912"/>
                    <a:pt x="3989" y="4806"/>
                    <a:pt x="3989" y="4806"/>
                  </a:cubicBezTo>
                  <a:cubicBezTo>
                    <a:pt x="4087" y="4708"/>
                    <a:pt x="4193" y="4708"/>
                    <a:pt x="4193" y="4602"/>
                  </a:cubicBezTo>
                  <a:cubicBezTo>
                    <a:pt x="4398" y="4504"/>
                    <a:pt x="4496" y="4397"/>
                    <a:pt x="4602" y="4299"/>
                  </a:cubicBezTo>
                  <a:cubicBezTo>
                    <a:pt x="4806" y="3989"/>
                    <a:pt x="5011" y="3580"/>
                    <a:pt x="5109" y="3171"/>
                  </a:cubicBezTo>
                  <a:lnTo>
                    <a:pt x="5109" y="3073"/>
                  </a:lnTo>
                  <a:lnTo>
                    <a:pt x="5109" y="2967"/>
                  </a:lnTo>
                  <a:lnTo>
                    <a:pt x="5109" y="2869"/>
                  </a:lnTo>
                  <a:cubicBezTo>
                    <a:pt x="5215" y="2763"/>
                    <a:pt x="5215" y="2763"/>
                    <a:pt x="5215" y="2665"/>
                  </a:cubicBezTo>
                  <a:lnTo>
                    <a:pt x="5215" y="2558"/>
                  </a:lnTo>
                  <a:cubicBezTo>
                    <a:pt x="5215" y="2460"/>
                    <a:pt x="5215" y="2460"/>
                    <a:pt x="5109" y="2354"/>
                  </a:cubicBezTo>
                  <a:lnTo>
                    <a:pt x="5109" y="2256"/>
                  </a:lnTo>
                  <a:lnTo>
                    <a:pt x="5109" y="2150"/>
                  </a:lnTo>
                  <a:lnTo>
                    <a:pt x="5109" y="2052"/>
                  </a:lnTo>
                  <a:cubicBezTo>
                    <a:pt x="5109" y="1945"/>
                    <a:pt x="5109" y="1945"/>
                    <a:pt x="5011" y="1847"/>
                  </a:cubicBezTo>
                  <a:lnTo>
                    <a:pt x="5011" y="1741"/>
                  </a:lnTo>
                  <a:lnTo>
                    <a:pt x="5011" y="1643"/>
                  </a:lnTo>
                  <a:lnTo>
                    <a:pt x="4904" y="1537"/>
                  </a:lnTo>
                  <a:lnTo>
                    <a:pt x="4904" y="1439"/>
                  </a:lnTo>
                  <a:lnTo>
                    <a:pt x="4806" y="1332"/>
                  </a:lnTo>
                  <a:cubicBezTo>
                    <a:pt x="4398" y="621"/>
                    <a:pt x="3678" y="106"/>
                    <a:pt x="2763" y="8"/>
                  </a:cubicBezTo>
                  <a:cubicBezTo>
                    <a:pt x="2693" y="3"/>
                    <a:pt x="2624" y="0"/>
                    <a:pt x="2555"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3"/>
            <p:cNvSpPr/>
            <p:nvPr/>
          </p:nvSpPr>
          <p:spPr>
            <a:xfrm>
              <a:off x="1735750" y="6361013"/>
              <a:ext cx="148175" cy="131150"/>
            </a:xfrm>
            <a:custGeom>
              <a:rect b="b" l="l" r="r" t="t"/>
              <a:pathLst>
                <a:path extrusionOk="0" h="5246" w="5927">
                  <a:moveTo>
                    <a:pt x="2940" y="1"/>
                  </a:moveTo>
                  <a:cubicBezTo>
                    <a:pt x="2527" y="1"/>
                    <a:pt x="2111" y="105"/>
                    <a:pt x="1734" y="327"/>
                  </a:cubicBezTo>
                  <a:cubicBezTo>
                    <a:pt x="410" y="940"/>
                    <a:pt x="1" y="2574"/>
                    <a:pt x="614" y="3800"/>
                  </a:cubicBezTo>
                  <a:cubicBezTo>
                    <a:pt x="1106" y="4717"/>
                    <a:pt x="1994" y="5246"/>
                    <a:pt x="2901" y="5246"/>
                  </a:cubicBezTo>
                  <a:cubicBezTo>
                    <a:pt x="3304" y="5246"/>
                    <a:pt x="3710" y="5141"/>
                    <a:pt x="4088" y="4920"/>
                  </a:cubicBezTo>
                  <a:cubicBezTo>
                    <a:pt x="5412" y="4307"/>
                    <a:pt x="5927" y="2672"/>
                    <a:pt x="5207" y="1446"/>
                  </a:cubicBezTo>
                  <a:cubicBezTo>
                    <a:pt x="4783" y="530"/>
                    <a:pt x="3869" y="1"/>
                    <a:pt x="2940" y="1"/>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3"/>
            <p:cNvSpPr/>
            <p:nvPr/>
          </p:nvSpPr>
          <p:spPr>
            <a:xfrm>
              <a:off x="1766400" y="6369163"/>
              <a:ext cx="117525" cy="122175"/>
            </a:xfrm>
            <a:custGeom>
              <a:rect b="b" l="l" r="r" t="t"/>
              <a:pathLst>
                <a:path extrusionOk="0" h="4887" w="4701">
                  <a:moveTo>
                    <a:pt x="2862" y="1"/>
                  </a:moveTo>
                  <a:lnTo>
                    <a:pt x="2862" y="1"/>
                  </a:lnTo>
                  <a:cubicBezTo>
                    <a:pt x="3164" y="205"/>
                    <a:pt x="3368" y="409"/>
                    <a:pt x="3573" y="818"/>
                  </a:cubicBezTo>
                  <a:cubicBezTo>
                    <a:pt x="4186" y="2044"/>
                    <a:pt x="3679" y="3572"/>
                    <a:pt x="2453" y="4292"/>
                  </a:cubicBezTo>
                  <a:cubicBezTo>
                    <a:pt x="2044" y="4496"/>
                    <a:pt x="1636" y="4598"/>
                    <a:pt x="1227" y="4598"/>
                  </a:cubicBezTo>
                  <a:cubicBezTo>
                    <a:pt x="818" y="4598"/>
                    <a:pt x="410" y="4496"/>
                    <a:pt x="1" y="4292"/>
                  </a:cubicBezTo>
                  <a:lnTo>
                    <a:pt x="1" y="4292"/>
                  </a:lnTo>
                  <a:cubicBezTo>
                    <a:pt x="499" y="4665"/>
                    <a:pt x="1109" y="4887"/>
                    <a:pt x="1718" y="4887"/>
                  </a:cubicBezTo>
                  <a:cubicBezTo>
                    <a:pt x="2109" y="4887"/>
                    <a:pt x="2501" y="4795"/>
                    <a:pt x="2862" y="4594"/>
                  </a:cubicBezTo>
                  <a:cubicBezTo>
                    <a:pt x="4186" y="3981"/>
                    <a:pt x="4701" y="2346"/>
                    <a:pt x="3981" y="1120"/>
                  </a:cubicBezTo>
                  <a:cubicBezTo>
                    <a:pt x="3777" y="614"/>
                    <a:pt x="3368" y="205"/>
                    <a:pt x="2862" y="1"/>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3"/>
            <p:cNvSpPr/>
            <p:nvPr/>
          </p:nvSpPr>
          <p:spPr>
            <a:xfrm>
              <a:off x="1751075" y="6397163"/>
              <a:ext cx="119975" cy="66425"/>
            </a:xfrm>
            <a:custGeom>
              <a:rect b="b" l="l" r="r" t="t"/>
              <a:pathLst>
                <a:path extrusionOk="0" h="2657" w="4799">
                  <a:moveTo>
                    <a:pt x="4594" y="0"/>
                  </a:moveTo>
                  <a:lnTo>
                    <a:pt x="1" y="2354"/>
                  </a:lnTo>
                  <a:cubicBezTo>
                    <a:pt x="1" y="2354"/>
                    <a:pt x="1" y="2452"/>
                    <a:pt x="99" y="2452"/>
                  </a:cubicBezTo>
                  <a:cubicBezTo>
                    <a:pt x="99" y="2559"/>
                    <a:pt x="99" y="2559"/>
                    <a:pt x="205" y="2657"/>
                  </a:cubicBezTo>
                  <a:lnTo>
                    <a:pt x="4799" y="311"/>
                  </a:lnTo>
                  <a:cubicBezTo>
                    <a:pt x="4701" y="205"/>
                    <a:pt x="4701" y="107"/>
                    <a:pt x="4701" y="107"/>
                  </a:cubicBezTo>
                  <a:cubicBezTo>
                    <a:pt x="4701" y="0"/>
                    <a:pt x="4594" y="0"/>
                    <a:pt x="4594"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3"/>
            <p:cNvSpPr/>
            <p:nvPr/>
          </p:nvSpPr>
          <p:spPr>
            <a:xfrm>
              <a:off x="1748425" y="6392063"/>
              <a:ext cx="120175" cy="69075"/>
            </a:xfrm>
            <a:custGeom>
              <a:rect b="b" l="l" r="r" t="t"/>
              <a:pathLst>
                <a:path extrusionOk="0" h="2763" w="4807">
                  <a:moveTo>
                    <a:pt x="4602" y="0"/>
                  </a:moveTo>
                  <a:lnTo>
                    <a:pt x="1" y="2452"/>
                  </a:lnTo>
                  <a:cubicBezTo>
                    <a:pt x="107" y="2452"/>
                    <a:pt x="107" y="2558"/>
                    <a:pt x="107" y="2558"/>
                  </a:cubicBezTo>
                  <a:cubicBezTo>
                    <a:pt x="107" y="2656"/>
                    <a:pt x="205" y="2656"/>
                    <a:pt x="205" y="2763"/>
                  </a:cubicBezTo>
                  <a:lnTo>
                    <a:pt x="4807" y="311"/>
                  </a:lnTo>
                  <a:cubicBezTo>
                    <a:pt x="4807" y="311"/>
                    <a:pt x="4807" y="204"/>
                    <a:pt x="4700" y="204"/>
                  </a:cubicBezTo>
                  <a:cubicBezTo>
                    <a:pt x="4700" y="106"/>
                    <a:pt x="4700" y="106"/>
                    <a:pt x="4602" y="0"/>
                  </a:cubicBez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3"/>
            <p:cNvSpPr/>
            <p:nvPr/>
          </p:nvSpPr>
          <p:spPr>
            <a:xfrm>
              <a:off x="1911900" y="6282113"/>
              <a:ext cx="130375" cy="130400"/>
            </a:xfrm>
            <a:custGeom>
              <a:rect b="b" l="l" r="r" t="t"/>
              <a:pathLst>
                <a:path extrusionOk="0" h="5216" w="5215">
                  <a:moveTo>
                    <a:pt x="2654" y="1"/>
                  </a:moveTo>
                  <a:cubicBezTo>
                    <a:pt x="1412" y="1"/>
                    <a:pt x="300" y="901"/>
                    <a:pt x="107" y="2257"/>
                  </a:cubicBezTo>
                  <a:lnTo>
                    <a:pt x="107" y="2150"/>
                  </a:lnTo>
                  <a:cubicBezTo>
                    <a:pt x="0" y="2257"/>
                    <a:pt x="0" y="2355"/>
                    <a:pt x="0" y="2355"/>
                  </a:cubicBezTo>
                  <a:lnTo>
                    <a:pt x="0" y="2461"/>
                  </a:lnTo>
                  <a:lnTo>
                    <a:pt x="0" y="2559"/>
                  </a:lnTo>
                  <a:lnTo>
                    <a:pt x="0" y="2665"/>
                  </a:lnTo>
                  <a:cubicBezTo>
                    <a:pt x="0" y="2968"/>
                    <a:pt x="107" y="3172"/>
                    <a:pt x="107" y="3376"/>
                  </a:cubicBezTo>
                  <a:cubicBezTo>
                    <a:pt x="205" y="3483"/>
                    <a:pt x="205" y="3581"/>
                    <a:pt x="205" y="3581"/>
                  </a:cubicBezTo>
                  <a:lnTo>
                    <a:pt x="205" y="3687"/>
                  </a:lnTo>
                  <a:cubicBezTo>
                    <a:pt x="311" y="3687"/>
                    <a:pt x="311" y="3785"/>
                    <a:pt x="311" y="3785"/>
                  </a:cubicBezTo>
                  <a:lnTo>
                    <a:pt x="311" y="3891"/>
                  </a:lnTo>
                  <a:lnTo>
                    <a:pt x="515" y="4096"/>
                  </a:lnTo>
                  <a:cubicBezTo>
                    <a:pt x="515" y="4194"/>
                    <a:pt x="515" y="4194"/>
                    <a:pt x="613" y="4300"/>
                  </a:cubicBezTo>
                  <a:lnTo>
                    <a:pt x="720" y="4398"/>
                  </a:lnTo>
                  <a:cubicBezTo>
                    <a:pt x="818" y="4398"/>
                    <a:pt x="818" y="4504"/>
                    <a:pt x="818" y="4504"/>
                  </a:cubicBezTo>
                  <a:cubicBezTo>
                    <a:pt x="818" y="4504"/>
                    <a:pt x="924" y="4602"/>
                    <a:pt x="1022" y="4602"/>
                  </a:cubicBezTo>
                  <a:cubicBezTo>
                    <a:pt x="1022" y="4709"/>
                    <a:pt x="1128" y="4709"/>
                    <a:pt x="1128" y="4807"/>
                  </a:cubicBezTo>
                  <a:lnTo>
                    <a:pt x="1226" y="4807"/>
                  </a:lnTo>
                  <a:lnTo>
                    <a:pt x="1333" y="4913"/>
                  </a:lnTo>
                  <a:lnTo>
                    <a:pt x="1431" y="4913"/>
                  </a:lnTo>
                  <a:cubicBezTo>
                    <a:pt x="1431" y="4913"/>
                    <a:pt x="1537" y="5011"/>
                    <a:pt x="1635" y="5011"/>
                  </a:cubicBezTo>
                  <a:cubicBezTo>
                    <a:pt x="1741" y="5011"/>
                    <a:pt x="1741" y="5117"/>
                    <a:pt x="1839" y="5117"/>
                  </a:cubicBezTo>
                  <a:lnTo>
                    <a:pt x="2044" y="5117"/>
                  </a:lnTo>
                  <a:cubicBezTo>
                    <a:pt x="2150" y="5117"/>
                    <a:pt x="2150" y="5215"/>
                    <a:pt x="2150" y="5215"/>
                  </a:cubicBezTo>
                  <a:lnTo>
                    <a:pt x="2354" y="5215"/>
                  </a:lnTo>
                  <a:cubicBezTo>
                    <a:pt x="2861" y="5215"/>
                    <a:pt x="3270" y="5215"/>
                    <a:pt x="3678" y="5011"/>
                  </a:cubicBezTo>
                  <a:cubicBezTo>
                    <a:pt x="3678" y="5011"/>
                    <a:pt x="3785" y="4913"/>
                    <a:pt x="3883" y="4913"/>
                  </a:cubicBezTo>
                  <a:cubicBezTo>
                    <a:pt x="3989" y="4913"/>
                    <a:pt x="3989" y="4807"/>
                    <a:pt x="4087" y="4807"/>
                  </a:cubicBezTo>
                  <a:lnTo>
                    <a:pt x="4291" y="4602"/>
                  </a:lnTo>
                  <a:lnTo>
                    <a:pt x="4602" y="4300"/>
                  </a:lnTo>
                  <a:cubicBezTo>
                    <a:pt x="4904" y="3989"/>
                    <a:pt x="5109" y="3581"/>
                    <a:pt x="5215" y="3172"/>
                  </a:cubicBezTo>
                  <a:lnTo>
                    <a:pt x="5215" y="3074"/>
                  </a:lnTo>
                  <a:lnTo>
                    <a:pt x="5215" y="2968"/>
                  </a:lnTo>
                  <a:lnTo>
                    <a:pt x="5215" y="2870"/>
                  </a:lnTo>
                  <a:lnTo>
                    <a:pt x="5215" y="2665"/>
                  </a:lnTo>
                  <a:lnTo>
                    <a:pt x="5215" y="2559"/>
                  </a:lnTo>
                  <a:lnTo>
                    <a:pt x="5215" y="2355"/>
                  </a:lnTo>
                  <a:lnTo>
                    <a:pt x="5215" y="2257"/>
                  </a:lnTo>
                  <a:lnTo>
                    <a:pt x="5215" y="2150"/>
                  </a:lnTo>
                  <a:lnTo>
                    <a:pt x="5215" y="2052"/>
                  </a:lnTo>
                  <a:cubicBezTo>
                    <a:pt x="5109" y="1946"/>
                    <a:pt x="5109" y="1946"/>
                    <a:pt x="5109" y="1848"/>
                  </a:cubicBezTo>
                  <a:lnTo>
                    <a:pt x="5109" y="1742"/>
                  </a:lnTo>
                  <a:lnTo>
                    <a:pt x="5011" y="1644"/>
                  </a:lnTo>
                  <a:lnTo>
                    <a:pt x="5011" y="1537"/>
                  </a:lnTo>
                  <a:cubicBezTo>
                    <a:pt x="5011" y="1537"/>
                    <a:pt x="5011" y="1439"/>
                    <a:pt x="4904" y="1439"/>
                  </a:cubicBezTo>
                  <a:lnTo>
                    <a:pt x="4904" y="1333"/>
                  </a:lnTo>
                  <a:cubicBezTo>
                    <a:pt x="4496" y="622"/>
                    <a:pt x="3785" y="107"/>
                    <a:pt x="2861" y="9"/>
                  </a:cubicBezTo>
                  <a:cubicBezTo>
                    <a:pt x="2792" y="3"/>
                    <a:pt x="2723" y="1"/>
                    <a:pt x="2654" y="1"/>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3"/>
            <p:cNvSpPr/>
            <p:nvPr/>
          </p:nvSpPr>
          <p:spPr>
            <a:xfrm>
              <a:off x="1889000" y="6279288"/>
              <a:ext cx="148175" cy="129975"/>
            </a:xfrm>
            <a:custGeom>
              <a:rect b="b" l="l" r="r" t="t"/>
              <a:pathLst>
                <a:path extrusionOk="0" h="5199" w="5927">
                  <a:moveTo>
                    <a:pt x="3025" y="1"/>
                  </a:moveTo>
                  <a:cubicBezTo>
                    <a:pt x="2623" y="1"/>
                    <a:pt x="2217" y="105"/>
                    <a:pt x="1840" y="326"/>
                  </a:cubicBezTo>
                  <a:cubicBezTo>
                    <a:pt x="508" y="939"/>
                    <a:pt x="1" y="2574"/>
                    <a:pt x="712" y="3800"/>
                  </a:cubicBezTo>
                  <a:cubicBezTo>
                    <a:pt x="1138" y="4721"/>
                    <a:pt x="2058" y="5199"/>
                    <a:pt x="2991" y="5199"/>
                  </a:cubicBezTo>
                  <a:cubicBezTo>
                    <a:pt x="3400" y="5199"/>
                    <a:pt x="3812" y="5107"/>
                    <a:pt x="4186" y="4920"/>
                  </a:cubicBezTo>
                  <a:cubicBezTo>
                    <a:pt x="5518" y="4209"/>
                    <a:pt x="5927" y="2672"/>
                    <a:pt x="5314" y="1446"/>
                  </a:cubicBezTo>
                  <a:cubicBezTo>
                    <a:pt x="4816" y="529"/>
                    <a:pt x="3930" y="1"/>
                    <a:pt x="3025" y="1"/>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3"/>
            <p:cNvSpPr/>
            <p:nvPr/>
          </p:nvSpPr>
          <p:spPr>
            <a:xfrm>
              <a:off x="1922125" y="6287438"/>
              <a:ext cx="115050" cy="122175"/>
            </a:xfrm>
            <a:custGeom>
              <a:rect b="b" l="l" r="r" t="t"/>
              <a:pathLst>
                <a:path extrusionOk="0" h="4887" w="4602">
                  <a:moveTo>
                    <a:pt x="2861" y="0"/>
                  </a:moveTo>
                  <a:lnTo>
                    <a:pt x="2861" y="0"/>
                  </a:lnTo>
                  <a:cubicBezTo>
                    <a:pt x="3065" y="205"/>
                    <a:pt x="3376" y="409"/>
                    <a:pt x="3474" y="711"/>
                  </a:cubicBezTo>
                  <a:cubicBezTo>
                    <a:pt x="4193" y="2044"/>
                    <a:pt x="3678" y="3572"/>
                    <a:pt x="2354" y="4291"/>
                  </a:cubicBezTo>
                  <a:cubicBezTo>
                    <a:pt x="1994" y="4496"/>
                    <a:pt x="1586" y="4598"/>
                    <a:pt x="1177" y="4598"/>
                  </a:cubicBezTo>
                  <a:cubicBezTo>
                    <a:pt x="768" y="4598"/>
                    <a:pt x="360" y="4496"/>
                    <a:pt x="0" y="4291"/>
                  </a:cubicBezTo>
                  <a:lnTo>
                    <a:pt x="0" y="4291"/>
                  </a:lnTo>
                  <a:cubicBezTo>
                    <a:pt x="498" y="4665"/>
                    <a:pt x="1111" y="4886"/>
                    <a:pt x="1721" y="4886"/>
                  </a:cubicBezTo>
                  <a:cubicBezTo>
                    <a:pt x="2112" y="4886"/>
                    <a:pt x="2503" y="4795"/>
                    <a:pt x="2861" y="4594"/>
                  </a:cubicBezTo>
                  <a:cubicBezTo>
                    <a:pt x="4193" y="3883"/>
                    <a:pt x="4602" y="2346"/>
                    <a:pt x="3989" y="1120"/>
                  </a:cubicBezTo>
                  <a:cubicBezTo>
                    <a:pt x="3678" y="613"/>
                    <a:pt x="3269" y="205"/>
                    <a:pt x="2861"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3"/>
            <p:cNvSpPr/>
            <p:nvPr/>
          </p:nvSpPr>
          <p:spPr>
            <a:xfrm>
              <a:off x="1906800" y="6315438"/>
              <a:ext cx="117500" cy="66425"/>
            </a:xfrm>
            <a:custGeom>
              <a:rect b="b" l="l" r="r" t="t"/>
              <a:pathLst>
                <a:path extrusionOk="0" h="2657" w="4700">
                  <a:moveTo>
                    <a:pt x="4602" y="0"/>
                  </a:moveTo>
                  <a:lnTo>
                    <a:pt x="0" y="2354"/>
                  </a:lnTo>
                  <a:lnTo>
                    <a:pt x="0" y="2452"/>
                  </a:lnTo>
                  <a:cubicBezTo>
                    <a:pt x="106" y="2558"/>
                    <a:pt x="106" y="2558"/>
                    <a:pt x="106" y="2656"/>
                  </a:cubicBezTo>
                  <a:lnTo>
                    <a:pt x="4700" y="311"/>
                  </a:lnTo>
                  <a:cubicBezTo>
                    <a:pt x="4700" y="204"/>
                    <a:pt x="4700" y="106"/>
                    <a:pt x="4602"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3"/>
            <p:cNvSpPr/>
            <p:nvPr/>
          </p:nvSpPr>
          <p:spPr>
            <a:xfrm>
              <a:off x="1904325" y="6310313"/>
              <a:ext cx="119975" cy="69100"/>
            </a:xfrm>
            <a:custGeom>
              <a:rect b="b" l="l" r="r" t="t"/>
              <a:pathLst>
                <a:path extrusionOk="0" h="2764" w="4799">
                  <a:moveTo>
                    <a:pt x="4594" y="1"/>
                  </a:moveTo>
                  <a:lnTo>
                    <a:pt x="1" y="2453"/>
                  </a:lnTo>
                  <a:cubicBezTo>
                    <a:pt x="1" y="2453"/>
                    <a:pt x="1" y="2559"/>
                    <a:pt x="99" y="2559"/>
                  </a:cubicBezTo>
                  <a:cubicBezTo>
                    <a:pt x="99" y="2657"/>
                    <a:pt x="99" y="2657"/>
                    <a:pt x="205" y="2763"/>
                  </a:cubicBezTo>
                  <a:lnTo>
                    <a:pt x="4799" y="311"/>
                  </a:lnTo>
                  <a:cubicBezTo>
                    <a:pt x="4701" y="311"/>
                    <a:pt x="4701" y="205"/>
                    <a:pt x="4701" y="205"/>
                  </a:cubicBezTo>
                  <a:cubicBezTo>
                    <a:pt x="4701" y="107"/>
                    <a:pt x="4594" y="107"/>
                    <a:pt x="4594" y="1"/>
                  </a:cubicBez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3"/>
            <p:cNvSpPr/>
            <p:nvPr/>
          </p:nvSpPr>
          <p:spPr>
            <a:xfrm>
              <a:off x="2067800" y="6200388"/>
              <a:ext cx="130200" cy="130400"/>
            </a:xfrm>
            <a:custGeom>
              <a:rect b="b" l="l" r="r" t="t"/>
              <a:pathLst>
                <a:path extrusionOk="0" h="5216" w="5208">
                  <a:moveTo>
                    <a:pt x="2638" y="0"/>
                  </a:moveTo>
                  <a:cubicBezTo>
                    <a:pt x="1305" y="0"/>
                    <a:pt x="194" y="895"/>
                    <a:pt x="1" y="2150"/>
                  </a:cubicBezTo>
                  <a:lnTo>
                    <a:pt x="1" y="2354"/>
                  </a:lnTo>
                  <a:lnTo>
                    <a:pt x="1" y="2461"/>
                  </a:lnTo>
                  <a:lnTo>
                    <a:pt x="1" y="2559"/>
                  </a:lnTo>
                  <a:lnTo>
                    <a:pt x="1" y="2665"/>
                  </a:lnTo>
                  <a:cubicBezTo>
                    <a:pt x="1" y="2967"/>
                    <a:pt x="1" y="3172"/>
                    <a:pt x="99" y="3376"/>
                  </a:cubicBezTo>
                  <a:cubicBezTo>
                    <a:pt x="99" y="3482"/>
                    <a:pt x="205" y="3580"/>
                    <a:pt x="205" y="3580"/>
                  </a:cubicBezTo>
                  <a:lnTo>
                    <a:pt x="205" y="3687"/>
                  </a:lnTo>
                  <a:lnTo>
                    <a:pt x="303" y="3785"/>
                  </a:lnTo>
                  <a:lnTo>
                    <a:pt x="303" y="3891"/>
                  </a:lnTo>
                  <a:cubicBezTo>
                    <a:pt x="303" y="3989"/>
                    <a:pt x="409" y="3989"/>
                    <a:pt x="409" y="4095"/>
                  </a:cubicBezTo>
                  <a:lnTo>
                    <a:pt x="614" y="4300"/>
                  </a:lnTo>
                  <a:lnTo>
                    <a:pt x="712" y="4398"/>
                  </a:lnTo>
                  <a:cubicBezTo>
                    <a:pt x="712" y="4398"/>
                    <a:pt x="712" y="4504"/>
                    <a:pt x="818" y="4504"/>
                  </a:cubicBezTo>
                  <a:lnTo>
                    <a:pt x="916" y="4602"/>
                  </a:lnTo>
                  <a:lnTo>
                    <a:pt x="1120" y="4806"/>
                  </a:lnTo>
                  <a:cubicBezTo>
                    <a:pt x="1227" y="4806"/>
                    <a:pt x="1227" y="4806"/>
                    <a:pt x="1325" y="4913"/>
                  </a:cubicBezTo>
                  <a:cubicBezTo>
                    <a:pt x="1431" y="4913"/>
                    <a:pt x="1529" y="5011"/>
                    <a:pt x="1529" y="5011"/>
                  </a:cubicBezTo>
                  <a:lnTo>
                    <a:pt x="1635" y="5011"/>
                  </a:lnTo>
                  <a:cubicBezTo>
                    <a:pt x="1635" y="5011"/>
                    <a:pt x="1733" y="5117"/>
                    <a:pt x="1840" y="5117"/>
                  </a:cubicBezTo>
                  <a:lnTo>
                    <a:pt x="2044" y="5117"/>
                  </a:lnTo>
                  <a:cubicBezTo>
                    <a:pt x="2044" y="5117"/>
                    <a:pt x="2044" y="5215"/>
                    <a:pt x="2142" y="5215"/>
                  </a:cubicBezTo>
                  <a:lnTo>
                    <a:pt x="2346" y="5215"/>
                  </a:lnTo>
                  <a:cubicBezTo>
                    <a:pt x="2755" y="5215"/>
                    <a:pt x="3270" y="5215"/>
                    <a:pt x="3572" y="5011"/>
                  </a:cubicBezTo>
                  <a:cubicBezTo>
                    <a:pt x="3679" y="5011"/>
                    <a:pt x="3777" y="4913"/>
                    <a:pt x="3883" y="4913"/>
                  </a:cubicBezTo>
                  <a:cubicBezTo>
                    <a:pt x="3883" y="4913"/>
                    <a:pt x="3981" y="4806"/>
                    <a:pt x="4087" y="4806"/>
                  </a:cubicBezTo>
                  <a:cubicBezTo>
                    <a:pt x="4087" y="4708"/>
                    <a:pt x="4185" y="4708"/>
                    <a:pt x="4292" y="4602"/>
                  </a:cubicBezTo>
                  <a:lnTo>
                    <a:pt x="4594" y="4300"/>
                  </a:lnTo>
                  <a:cubicBezTo>
                    <a:pt x="4798" y="3989"/>
                    <a:pt x="5003" y="3580"/>
                    <a:pt x="5109" y="3172"/>
                  </a:cubicBezTo>
                  <a:lnTo>
                    <a:pt x="5109" y="3074"/>
                  </a:lnTo>
                  <a:cubicBezTo>
                    <a:pt x="5109" y="2967"/>
                    <a:pt x="5207" y="2967"/>
                    <a:pt x="5207" y="2967"/>
                  </a:cubicBezTo>
                  <a:lnTo>
                    <a:pt x="5207" y="2869"/>
                  </a:lnTo>
                  <a:lnTo>
                    <a:pt x="5207" y="2665"/>
                  </a:lnTo>
                  <a:lnTo>
                    <a:pt x="5207" y="2559"/>
                  </a:lnTo>
                  <a:lnTo>
                    <a:pt x="5207" y="2354"/>
                  </a:lnTo>
                  <a:lnTo>
                    <a:pt x="5207" y="2256"/>
                  </a:lnTo>
                  <a:lnTo>
                    <a:pt x="5109" y="2150"/>
                  </a:lnTo>
                  <a:lnTo>
                    <a:pt x="5109" y="2052"/>
                  </a:lnTo>
                  <a:lnTo>
                    <a:pt x="5109" y="1848"/>
                  </a:lnTo>
                  <a:lnTo>
                    <a:pt x="5003" y="1741"/>
                  </a:lnTo>
                  <a:lnTo>
                    <a:pt x="5003" y="1643"/>
                  </a:lnTo>
                  <a:lnTo>
                    <a:pt x="5003" y="1537"/>
                  </a:lnTo>
                  <a:cubicBezTo>
                    <a:pt x="4905" y="1537"/>
                    <a:pt x="4905" y="1439"/>
                    <a:pt x="4905" y="1439"/>
                  </a:cubicBezTo>
                  <a:cubicBezTo>
                    <a:pt x="4905" y="1439"/>
                    <a:pt x="4905" y="1333"/>
                    <a:pt x="4798" y="1333"/>
                  </a:cubicBezTo>
                  <a:cubicBezTo>
                    <a:pt x="4390" y="622"/>
                    <a:pt x="3679" y="107"/>
                    <a:pt x="2861" y="9"/>
                  </a:cubicBezTo>
                  <a:cubicBezTo>
                    <a:pt x="2786" y="3"/>
                    <a:pt x="2712" y="0"/>
                    <a:pt x="2638"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3"/>
            <p:cNvSpPr/>
            <p:nvPr/>
          </p:nvSpPr>
          <p:spPr>
            <a:xfrm>
              <a:off x="2044725" y="6197563"/>
              <a:ext cx="148150" cy="129975"/>
            </a:xfrm>
            <a:custGeom>
              <a:rect b="b" l="l" r="r" t="t"/>
              <a:pathLst>
                <a:path extrusionOk="0" h="5199" w="5926">
                  <a:moveTo>
                    <a:pt x="2993" y="0"/>
                  </a:moveTo>
                  <a:cubicBezTo>
                    <a:pt x="2576" y="0"/>
                    <a:pt x="2148" y="105"/>
                    <a:pt x="1741" y="326"/>
                  </a:cubicBezTo>
                  <a:cubicBezTo>
                    <a:pt x="515" y="939"/>
                    <a:pt x="0" y="2574"/>
                    <a:pt x="613" y="3800"/>
                  </a:cubicBezTo>
                  <a:cubicBezTo>
                    <a:pt x="1113" y="4720"/>
                    <a:pt x="2004" y="5198"/>
                    <a:pt x="2948" y="5198"/>
                  </a:cubicBezTo>
                  <a:cubicBezTo>
                    <a:pt x="3363" y="5198"/>
                    <a:pt x="3787" y="5106"/>
                    <a:pt x="4193" y="4919"/>
                  </a:cubicBezTo>
                  <a:cubicBezTo>
                    <a:pt x="5419" y="4208"/>
                    <a:pt x="5926" y="2672"/>
                    <a:pt x="5313" y="1446"/>
                  </a:cubicBezTo>
                  <a:cubicBezTo>
                    <a:pt x="4821" y="529"/>
                    <a:pt x="3933" y="0"/>
                    <a:pt x="2993" y="0"/>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3"/>
            <p:cNvSpPr/>
            <p:nvPr/>
          </p:nvSpPr>
          <p:spPr>
            <a:xfrm>
              <a:off x="2078025" y="6205713"/>
              <a:ext cx="114850" cy="122175"/>
            </a:xfrm>
            <a:custGeom>
              <a:rect b="b" l="l" r="r" t="t"/>
              <a:pathLst>
                <a:path extrusionOk="0" h="4887" w="4594">
                  <a:moveTo>
                    <a:pt x="2755" y="0"/>
                  </a:moveTo>
                  <a:lnTo>
                    <a:pt x="2755" y="0"/>
                  </a:lnTo>
                  <a:cubicBezTo>
                    <a:pt x="3065" y="204"/>
                    <a:pt x="3270" y="409"/>
                    <a:pt x="3474" y="711"/>
                  </a:cubicBezTo>
                  <a:cubicBezTo>
                    <a:pt x="4087" y="2043"/>
                    <a:pt x="3572" y="3572"/>
                    <a:pt x="2346" y="4291"/>
                  </a:cubicBezTo>
                  <a:cubicBezTo>
                    <a:pt x="1937" y="4495"/>
                    <a:pt x="1529" y="4598"/>
                    <a:pt x="1133" y="4598"/>
                  </a:cubicBezTo>
                  <a:cubicBezTo>
                    <a:pt x="738" y="4598"/>
                    <a:pt x="356" y="4495"/>
                    <a:pt x="0" y="4291"/>
                  </a:cubicBezTo>
                  <a:lnTo>
                    <a:pt x="0" y="4291"/>
                  </a:lnTo>
                  <a:cubicBezTo>
                    <a:pt x="433" y="4664"/>
                    <a:pt x="1021" y="4886"/>
                    <a:pt x="1645" y="4886"/>
                  </a:cubicBezTo>
                  <a:cubicBezTo>
                    <a:pt x="2046" y="4886"/>
                    <a:pt x="2462" y="4795"/>
                    <a:pt x="2861" y="4593"/>
                  </a:cubicBezTo>
                  <a:cubicBezTo>
                    <a:pt x="4087" y="3882"/>
                    <a:pt x="4594" y="2346"/>
                    <a:pt x="3981" y="1120"/>
                  </a:cubicBezTo>
                  <a:cubicBezTo>
                    <a:pt x="3678" y="613"/>
                    <a:pt x="3270" y="204"/>
                    <a:pt x="2755"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3"/>
            <p:cNvSpPr/>
            <p:nvPr/>
          </p:nvSpPr>
          <p:spPr>
            <a:xfrm>
              <a:off x="2060050" y="6233688"/>
              <a:ext cx="120175" cy="66450"/>
            </a:xfrm>
            <a:custGeom>
              <a:rect b="b" l="l" r="r" t="t"/>
              <a:pathLst>
                <a:path extrusionOk="0" h="2658" w="4807">
                  <a:moveTo>
                    <a:pt x="4602" y="1"/>
                  </a:moveTo>
                  <a:lnTo>
                    <a:pt x="0" y="2355"/>
                  </a:lnTo>
                  <a:cubicBezTo>
                    <a:pt x="106" y="2355"/>
                    <a:pt x="106" y="2453"/>
                    <a:pt x="106" y="2453"/>
                  </a:cubicBezTo>
                  <a:cubicBezTo>
                    <a:pt x="106" y="2559"/>
                    <a:pt x="204" y="2559"/>
                    <a:pt x="204" y="2657"/>
                  </a:cubicBezTo>
                  <a:lnTo>
                    <a:pt x="4806" y="311"/>
                  </a:lnTo>
                  <a:cubicBezTo>
                    <a:pt x="4806" y="205"/>
                    <a:pt x="4700" y="107"/>
                    <a:pt x="4700" y="1"/>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3"/>
            <p:cNvSpPr/>
            <p:nvPr/>
          </p:nvSpPr>
          <p:spPr>
            <a:xfrm>
              <a:off x="2060050" y="6228588"/>
              <a:ext cx="117500" cy="69100"/>
            </a:xfrm>
            <a:custGeom>
              <a:rect b="b" l="l" r="r" t="t"/>
              <a:pathLst>
                <a:path extrusionOk="0" h="2764" w="4700">
                  <a:moveTo>
                    <a:pt x="4602" y="0"/>
                  </a:moveTo>
                  <a:lnTo>
                    <a:pt x="0" y="2452"/>
                  </a:lnTo>
                  <a:lnTo>
                    <a:pt x="0" y="2559"/>
                  </a:lnTo>
                  <a:cubicBezTo>
                    <a:pt x="106" y="2657"/>
                    <a:pt x="106" y="2657"/>
                    <a:pt x="106" y="2763"/>
                  </a:cubicBezTo>
                  <a:lnTo>
                    <a:pt x="4700" y="311"/>
                  </a:lnTo>
                  <a:lnTo>
                    <a:pt x="4700" y="205"/>
                  </a:lnTo>
                  <a:cubicBezTo>
                    <a:pt x="4602" y="107"/>
                    <a:pt x="4602" y="107"/>
                    <a:pt x="4602" y="0"/>
                  </a:cubicBez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3"/>
            <p:cNvSpPr/>
            <p:nvPr/>
          </p:nvSpPr>
          <p:spPr>
            <a:xfrm>
              <a:off x="2221050" y="6118663"/>
              <a:ext cx="130200" cy="130375"/>
            </a:xfrm>
            <a:custGeom>
              <a:rect b="b" l="l" r="r" t="t"/>
              <a:pathLst>
                <a:path extrusionOk="0" h="5215" w="5208">
                  <a:moveTo>
                    <a:pt x="2653" y="0"/>
                  </a:moveTo>
                  <a:cubicBezTo>
                    <a:pt x="1403" y="0"/>
                    <a:pt x="292" y="895"/>
                    <a:pt x="99" y="2150"/>
                  </a:cubicBezTo>
                  <a:lnTo>
                    <a:pt x="99" y="2354"/>
                  </a:lnTo>
                  <a:lnTo>
                    <a:pt x="99" y="2460"/>
                  </a:lnTo>
                  <a:lnTo>
                    <a:pt x="1" y="2460"/>
                  </a:lnTo>
                  <a:lnTo>
                    <a:pt x="1" y="2558"/>
                  </a:lnTo>
                  <a:lnTo>
                    <a:pt x="1" y="2665"/>
                  </a:lnTo>
                  <a:cubicBezTo>
                    <a:pt x="99" y="2967"/>
                    <a:pt x="99" y="3171"/>
                    <a:pt x="205" y="3376"/>
                  </a:cubicBezTo>
                  <a:lnTo>
                    <a:pt x="205" y="3580"/>
                  </a:lnTo>
                  <a:lnTo>
                    <a:pt x="303" y="3686"/>
                  </a:lnTo>
                  <a:lnTo>
                    <a:pt x="303" y="3784"/>
                  </a:lnTo>
                  <a:lnTo>
                    <a:pt x="409" y="3891"/>
                  </a:lnTo>
                  <a:cubicBezTo>
                    <a:pt x="409" y="3989"/>
                    <a:pt x="409" y="3989"/>
                    <a:pt x="507" y="4095"/>
                  </a:cubicBezTo>
                  <a:lnTo>
                    <a:pt x="614" y="4193"/>
                  </a:lnTo>
                  <a:cubicBezTo>
                    <a:pt x="614" y="4299"/>
                    <a:pt x="614" y="4299"/>
                    <a:pt x="712" y="4299"/>
                  </a:cubicBezTo>
                  <a:cubicBezTo>
                    <a:pt x="712" y="4299"/>
                    <a:pt x="712" y="4397"/>
                    <a:pt x="818" y="4397"/>
                  </a:cubicBezTo>
                  <a:lnTo>
                    <a:pt x="818" y="4504"/>
                  </a:lnTo>
                  <a:cubicBezTo>
                    <a:pt x="916" y="4504"/>
                    <a:pt x="916" y="4602"/>
                    <a:pt x="1022" y="4602"/>
                  </a:cubicBezTo>
                  <a:cubicBezTo>
                    <a:pt x="1022" y="4708"/>
                    <a:pt x="1120" y="4708"/>
                    <a:pt x="1227" y="4708"/>
                  </a:cubicBezTo>
                  <a:lnTo>
                    <a:pt x="1227" y="4806"/>
                  </a:lnTo>
                  <a:cubicBezTo>
                    <a:pt x="1325" y="4806"/>
                    <a:pt x="1325" y="4806"/>
                    <a:pt x="1325" y="4912"/>
                  </a:cubicBezTo>
                  <a:lnTo>
                    <a:pt x="1431" y="4912"/>
                  </a:lnTo>
                  <a:cubicBezTo>
                    <a:pt x="1529" y="4912"/>
                    <a:pt x="1529" y="5010"/>
                    <a:pt x="1635" y="5010"/>
                  </a:cubicBezTo>
                  <a:cubicBezTo>
                    <a:pt x="1733" y="5010"/>
                    <a:pt x="1840" y="5117"/>
                    <a:pt x="1840" y="5117"/>
                  </a:cubicBezTo>
                  <a:lnTo>
                    <a:pt x="2142" y="5117"/>
                  </a:lnTo>
                  <a:lnTo>
                    <a:pt x="2142" y="5215"/>
                  </a:lnTo>
                  <a:lnTo>
                    <a:pt x="2453" y="5215"/>
                  </a:lnTo>
                  <a:cubicBezTo>
                    <a:pt x="2861" y="5215"/>
                    <a:pt x="3270" y="5215"/>
                    <a:pt x="3679" y="5010"/>
                  </a:cubicBezTo>
                  <a:cubicBezTo>
                    <a:pt x="3777" y="5010"/>
                    <a:pt x="3777" y="4912"/>
                    <a:pt x="3883" y="4912"/>
                  </a:cubicBezTo>
                  <a:cubicBezTo>
                    <a:pt x="3981" y="4806"/>
                    <a:pt x="4087" y="4806"/>
                    <a:pt x="4087" y="4806"/>
                  </a:cubicBezTo>
                  <a:cubicBezTo>
                    <a:pt x="4186" y="4708"/>
                    <a:pt x="4292" y="4708"/>
                    <a:pt x="4292" y="4602"/>
                  </a:cubicBezTo>
                  <a:cubicBezTo>
                    <a:pt x="4390" y="4504"/>
                    <a:pt x="4594" y="4397"/>
                    <a:pt x="4700" y="4299"/>
                  </a:cubicBezTo>
                  <a:cubicBezTo>
                    <a:pt x="4905" y="3989"/>
                    <a:pt x="5109" y="3580"/>
                    <a:pt x="5207" y="3171"/>
                  </a:cubicBezTo>
                  <a:lnTo>
                    <a:pt x="5207" y="3073"/>
                  </a:lnTo>
                  <a:lnTo>
                    <a:pt x="5207" y="2967"/>
                  </a:lnTo>
                  <a:lnTo>
                    <a:pt x="5207" y="2869"/>
                  </a:lnTo>
                  <a:lnTo>
                    <a:pt x="5207" y="2665"/>
                  </a:lnTo>
                  <a:lnTo>
                    <a:pt x="5207" y="2558"/>
                  </a:lnTo>
                  <a:lnTo>
                    <a:pt x="5207" y="2354"/>
                  </a:lnTo>
                  <a:lnTo>
                    <a:pt x="5207" y="2256"/>
                  </a:lnTo>
                  <a:lnTo>
                    <a:pt x="5207" y="2150"/>
                  </a:lnTo>
                  <a:lnTo>
                    <a:pt x="5207" y="2052"/>
                  </a:lnTo>
                  <a:cubicBezTo>
                    <a:pt x="5207" y="1945"/>
                    <a:pt x="5109" y="1945"/>
                    <a:pt x="5109" y="1847"/>
                  </a:cubicBezTo>
                  <a:lnTo>
                    <a:pt x="5109" y="1741"/>
                  </a:lnTo>
                  <a:lnTo>
                    <a:pt x="5109" y="1643"/>
                  </a:lnTo>
                  <a:cubicBezTo>
                    <a:pt x="5003" y="1643"/>
                    <a:pt x="5003" y="1537"/>
                    <a:pt x="5003" y="1537"/>
                  </a:cubicBezTo>
                  <a:lnTo>
                    <a:pt x="5003" y="1439"/>
                  </a:lnTo>
                  <a:cubicBezTo>
                    <a:pt x="4905" y="1439"/>
                    <a:pt x="4905" y="1332"/>
                    <a:pt x="4905" y="1332"/>
                  </a:cubicBezTo>
                  <a:cubicBezTo>
                    <a:pt x="4496" y="621"/>
                    <a:pt x="3777" y="106"/>
                    <a:pt x="2861" y="8"/>
                  </a:cubicBezTo>
                  <a:cubicBezTo>
                    <a:pt x="2792" y="3"/>
                    <a:pt x="2722" y="0"/>
                    <a:pt x="2653"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3"/>
            <p:cNvSpPr/>
            <p:nvPr/>
          </p:nvSpPr>
          <p:spPr>
            <a:xfrm>
              <a:off x="2197975" y="6115813"/>
              <a:ext cx="150825" cy="129975"/>
            </a:xfrm>
            <a:custGeom>
              <a:rect b="b" l="l" r="r" t="t"/>
              <a:pathLst>
                <a:path extrusionOk="0" h="5199" w="6033">
                  <a:moveTo>
                    <a:pt x="3045" y="1"/>
                  </a:moveTo>
                  <a:cubicBezTo>
                    <a:pt x="2632" y="1"/>
                    <a:pt x="2216" y="105"/>
                    <a:pt x="1839" y="327"/>
                  </a:cubicBezTo>
                  <a:cubicBezTo>
                    <a:pt x="515" y="940"/>
                    <a:pt x="0" y="2574"/>
                    <a:pt x="719" y="3800"/>
                  </a:cubicBezTo>
                  <a:cubicBezTo>
                    <a:pt x="1146" y="4721"/>
                    <a:pt x="2065" y="5199"/>
                    <a:pt x="2998" y="5199"/>
                  </a:cubicBezTo>
                  <a:cubicBezTo>
                    <a:pt x="3408" y="5199"/>
                    <a:pt x="3819" y="5107"/>
                    <a:pt x="4193" y="4920"/>
                  </a:cubicBezTo>
                  <a:cubicBezTo>
                    <a:pt x="5517" y="4209"/>
                    <a:pt x="6032" y="2672"/>
                    <a:pt x="5313" y="1446"/>
                  </a:cubicBezTo>
                  <a:cubicBezTo>
                    <a:pt x="4888" y="530"/>
                    <a:pt x="3974" y="1"/>
                    <a:pt x="3045" y="1"/>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3"/>
            <p:cNvSpPr/>
            <p:nvPr/>
          </p:nvSpPr>
          <p:spPr>
            <a:xfrm>
              <a:off x="2231275" y="6123963"/>
              <a:ext cx="117525" cy="122175"/>
            </a:xfrm>
            <a:custGeom>
              <a:rect b="b" l="l" r="r" t="t"/>
              <a:pathLst>
                <a:path extrusionOk="0" h="4887" w="4701">
                  <a:moveTo>
                    <a:pt x="2861" y="1"/>
                  </a:moveTo>
                  <a:lnTo>
                    <a:pt x="2861" y="1"/>
                  </a:lnTo>
                  <a:cubicBezTo>
                    <a:pt x="3163" y="205"/>
                    <a:pt x="3368" y="409"/>
                    <a:pt x="3474" y="712"/>
                  </a:cubicBezTo>
                  <a:cubicBezTo>
                    <a:pt x="4185" y="2044"/>
                    <a:pt x="3678" y="3572"/>
                    <a:pt x="2452" y="4292"/>
                  </a:cubicBezTo>
                  <a:cubicBezTo>
                    <a:pt x="2044" y="4496"/>
                    <a:pt x="1609" y="4598"/>
                    <a:pt x="1187" y="4598"/>
                  </a:cubicBezTo>
                  <a:cubicBezTo>
                    <a:pt x="765" y="4598"/>
                    <a:pt x="356" y="4496"/>
                    <a:pt x="0" y="4292"/>
                  </a:cubicBezTo>
                  <a:lnTo>
                    <a:pt x="0" y="4292"/>
                  </a:lnTo>
                  <a:cubicBezTo>
                    <a:pt x="498" y="4665"/>
                    <a:pt x="1108" y="4887"/>
                    <a:pt x="1718" y="4887"/>
                  </a:cubicBezTo>
                  <a:cubicBezTo>
                    <a:pt x="2109" y="4887"/>
                    <a:pt x="2500" y="4795"/>
                    <a:pt x="2861" y="4594"/>
                  </a:cubicBezTo>
                  <a:cubicBezTo>
                    <a:pt x="4185" y="3883"/>
                    <a:pt x="4700" y="2346"/>
                    <a:pt x="3981" y="1120"/>
                  </a:cubicBezTo>
                  <a:cubicBezTo>
                    <a:pt x="3777" y="614"/>
                    <a:pt x="3368" y="205"/>
                    <a:pt x="2861" y="1"/>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3"/>
            <p:cNvSpPr/>
            <p:nvPr/>
          </p:nvSpPr>
          <p:spPr>
            <a:xfrm>
              <a:off x="2215950" y="6151963"/>
              <a:ext cx="117525" cy="66425"/>
            </a:xfrm>
            <a:custGeom>
              <a:rect b="b" l="l" r="r" t="t"/>
              <a:pathLst>
                <a:path extrusionOk="0" h="2657" w="4701">
                  <a:moveTo>
                    <a:pt x="4594" y="0"/>
                  </a:moveTo>
                  <a:lnTo>
                    <a:pt x="0" y="2354"/>
                  </a:lnTo>
                  <a:lnTo>
                    <a:pt x="0" y="2452"/>
                  </a:lnTo>
                  <a:lnTo>
                    <a:pt x="205" y="2657"/>
                  </a:lnTo>
                  <a:lnTo>
                    <a:pt x="4700" y="311"/>
                  </a:lnTo>
                  <a:lnTo>
                    <a:pt x="4700" y="0"/>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3"/>
            <p:cNvSpPr/>
            <p:nvPr/>
          </p:nvSpPr>
          <p:spPr>
            <a:xfrm>
              <a:off x="2213300" y="6146863"/>
              <a:ext cx="120175" cy="69075"/>
            </a:xfrm>
            <a:custGeom>
              <a:rect b="b" l="l" r="r" t="t"/>
              <a:pathLst>
                <a:path extrusionOk="0" h="2763" w="4807">
                  <a:moveTo>
                    <a:pt x="4602" y="0"/>
                  </a:moveTo>
                  <a:lnTo>
                    <a:pt x="0" y="2452"/>
                  </a:lnTo>
                  <a:lnTo>
                    <a:pt x="106" y="2558"/>
                  </a:lnTo>
                  <a:cubicBezTo>
                    <a:pt x="106" y="2656"/>
                    <a:pt x="106" y="2656"/>
                    <a:pt x="204" y="2763"/>
                  </a:cubicBezTo>
                  <a:lnTo>
                    <a:pt x="4806" y="311"/>
                  </a:lnTo>
                  <a:lnTo>
                    <a:pt x="4700" y="204"/>
                  </a:lnTo>
                  <a:cubicBezTo>
                    <a:pt x="4700" y="106"/>
                    <a:pt x="4700" y="106"/>
                    <a:pt x="4602" y="0"/>
                  </a:cubicBez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3"/>
            <p:cNvSpPr/>
            <p:nvPr/>
          </p:nvSpPr>
          <p:spPr>
            <a:xfrm>
              <a:off x="2376750" y="6036913"/>
              <a:ext cx="130400" cy="130400"/>
            </a:xfrm>
            <a:custGeom>
              <a:rect b="b" l="l" r="r" t="t"/>
              <a:pathLst>
                <a:path extrusionOk="0" h="5216" w="5216">
                  <a:moveTo>
                    <a:pt x="2654" y="1"/>
                  </a:moveTo>
                  <a:cubicBezTo>
                    <a:pt x="1411" y="1"/>
                    <a:pt x="295" y="896"/>
                    <a:pt x="1" y="2150"/>
                  </a:cubicBezTo>
                  <a:lnTo>
                    <a:pt x="1" y="2355"/>
                  </a:lnTo>
                  <a:lnTo>
                    <a:pt x="1" y="2461"/>
                  </a:lnTo>
                  <a:lnTo>
                    <a:pt x="1" y="2559"/>
                  </a:lnTo>
                  <a:lnTo>
                    <a:pt x="1" y="2665"/>
                  </a:lnTo>
                  <a:cubicBezTo>
                    <a:pt x="1" y="2968"/>
                    <a:pt x="107" y="3172"/>
                    <a:pt x="107" y="3376"/>
                  </a:cubicBezTo>
                  <a:cubicBezTo>
                    <a:pt x="205" y="3483"/>
                    <a:pt x="205" y="3581"/>
                    <a:pt x="205" y="3581"/>
                  </a:cubicBezTo>
                  <a:lnTo>
                    <a:pt x="205" y="3687"/>
                  </a:lnTo>
                  <a:cubicBezTo>
                    <a:pt x="311" y="3687"/>
                    <a:pt x="311" y="3785"/>
                    <a:pt x="311" y="3785"/>
                  </a:cubicBezTo>
                  <a:lnTo>
                    <a:pt x="311" y="3891"/>
                  </a:lnTo>
                  <a:cubicBezTo>
                    <a:pt x="410" y="3891"/>
                    <a:pt x="410" y="3989"/>
                    <a:pt x="410" y="4096"/>
                  </a:cubicBezTo>
                  <a:lnTo>
                    <a:pt x="516" y="4096"/>
                  </a:lnTo>
                  <a:cubicBezTo>
                    <a:pt x="516" y="4096"/>
                    <a:pt x="516" y="4194"/>
                    <a:pt x="614" y="4194"/>
                  </a:cubicBezTo>
                  <a:lnTo>
                    <a:pt x="614" y="4300"/>
                  </a:lnTo>
                  <a:cubicBezTo>
                    <a:pt x="720" y="4300"/>
                    <a:pt x="720" y="4398"/>
                    <a:pt x="720" y="4398"/>
                  </a:cubicBezTo>
                  <a:lnTo>
                    <a:pt x="818" y="4504"/>
                  </a:lnTo>
                  <a:lnTo>
                    <a:pt x="924" y="4602"/>
                  </a:lnTo>
                  <a:cubicBezTo>
                    <a:pt x="1023" y="4709"/>
                    <a:pt x="1129" y="4709"/>
                    <a:pt x="1129" y="4709"/>
                  </a:cubicBezTo>
                  <a:cubicBezTo>
                    <a:pt x="1129" y="4807"/>
                    <a:pt x="1227" y="4807"/>
                    <a:pt x="1227" y="4807"/>
                  </a:cubicBezTo>
                  <a:cubicBezTo>
                    <a:pt x="1227" y="4807"/>
                    <a:pt x="1333" y="4807"/>
                    <a:pt x="1333" y="4913"/>
                  </a:cubicBezTo>
                  <a:lnTo>
                    <a:pt x="1431" y="4913"/>
                  </a:lnTo>
                  <a:cubicBezTo>
                    <a:pt x="1431" y="4913"/>
                    <a:pt x="1537" y="5011"/>
                    <a:pt x="1636" y="5011"/>
                  </a:cubicBezTo>
                  <a:cubicBezTo>
                    <a:pt x="1636" y="5011"/>
                    <a:pt x="1742" y="5117"/>
                    <a:pt x="1840" y="5117"/>
                  </a:cubicBezTo>
                  <a:lnTo>
                    <a:pt x="2150" y="5117"/>
                  </a:lnTo>
                  <a:cubicBezTo>
                    <a:pt x="2249" y="5215"/>
                    <a:pt x="2249" y="5215"/>
                    <a:pt x="2355" y="5215"/>
                  </a:cubicBezTo>
                  <a:cubicBezTo>
                    <a:pt x="2862" y="5215"/>
                    <a:pt x="3270" y="5215"/>
                    <a:pt x="3679" y="5011"/>
                  </a:cubicBezTo>
                  <a:cubicBezTo>
                    <a:pt x="3679" y="5011"/>
                    <a:pt x="3785" y="4913"/>
                    <a:pt x="3883" y="4913"/>
                  </a:cubicBezTo>
                  <a:cubicBezTo>
                    <a:pt x="3883" y="4807"/>
                    <a:pt x="3989" y="4807"/>
                    <a:pt x="4088" y="4807"/>
                  </a:cubicBezTo>
                  <a:lnTo>
                    <a:pt x="4292" y="4602"/>
                  </a:lnTo>
                  <a:lnTo>
                    <a:pt x="4602" y="4300"/>
                  </a:lnTo>
                  <a:cubicBezTo>
                    <a:pt x="4905" y="3989"/>
                    <a:pt x="5011" y="3581"/>
                    <a:pt x="5109" y="3172"/>
                  </a:cubicBezTo>
                  <a:lnTo>
                    <a:pt x="5215" y="3074"/>
                  </a:lnTo>
                  <a:lnTo>
                    <a:pt x="5215" y="2968"/>
                  </a:lnTo>
                  <a:lnTo>
                    <a:pt x="5215" y="2870"/>
                  </a:lnTo>
                  <a:lnTo>
                    <a:pt x="5215" y="2665"/>
                  </a:lnTo>
                  <a:lnTo>
                    <a:pt x="5215" y="2559"/>
                  </a:lnTo>
                  <a:lnTo>
                    <a:pt x="5215" y="2355"/>
                  </a:lnTo>
                  <a:lnTo>
                    <a:pt x="5215" y="2257"/>
                  </a:lnTo>
                  <a:lnTo>
                    <a:pt x="5215" y="2150"/>
                  </a:lnTo>
                  <a:lnTo>
                    <a:pt x="5109" y="2052"/>
                  </a:lnTo>
                  <a:lnTo>
                    <a:pt x="5109" y="1848"/>
                  </a:lnTo>
                  <a:lnTo>
                    <a:pt x="5109" y="1742"/>
                  </a:lnTo>
                  <a:cubicBezTo>
                    <a:pt x="5011" y="1742"/>
                    <a:pt x="5011" y="1644"/>
                    <a:pt x="5011" y="1644"/>
                  </a:cubicBezTo>
                  <a:lnTo>
                    <a:pt x="5011" y="1537"/>
                  </a:lnTo>
                  <a:lnTo>
                    <a:pt x="4905" y="1439"/>
                  </a:lnTo>
                  <a:lnTo>
                    <a:pt x="4905" y="1333"/>
                  </a:lnTo>
                  <a:cubicBezTo>
                    <a:pt x="4496" y="622"/>
                    <a:pt x="3679" y="107"/>
                    <a:pt x="2862" y="9"/>
                  </a:cubicBezTo>
                  <a:cubicBezTo>
                    <a:pt x="2792" y="3"/>
                    <a:pt x="2723" y="1"/>
                    <a:pt x="2654" y="1"/>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3"/>
            <p:cNvSpPr/>
            <p:nvPr/>
          </p:nvSpPr>
          <p:spPr>
            <a:xfrm>
              <a:off x="2353875" y="6034013"/>
              <a:ext cx="148175" cy="130050"/>
            </a:xfrm>
            <a:custGeom>
              <a:rect b="b" l="l" r="r" t="t"/>
              <a:pathLst>
                <a:path extrusionOk="0" h="5202" w="5927">
                  <a:moveTo>
                    <a:pt x="3007" y="1"/>
                  </a:moveTo>
                  <a:cubicBezTo>
                    <a:pt x="2584" y="1"/>
                    <a:pt x="2149" y="105"/>
                    <a:pt x="1733" y="329"/>
                  </a:cubicBezTo>
                  <a:cubicBezTo>
                    <a:pt x="507" y="942"/>
                    <a:pt x="0" y="2577"/>
                    <a:pt x="712" y="3803"/>
                  </a:cubicBezTo>
                  <a:cubicBezTo>
                    <a:pt x="1138" y="4723"/>
                    <a:pt x="2010" y="5202"/>
                    <a:pt x="2947" y="5202"/>
                  </a:cubicBezTo>
                  <a:cubicBezTo>
                    <a:pt x="3358" y="5202"/>
                    <a:pt x="3782" y="5110"/>
                    <a:pt x="4185" y="4923"/>
                  </a:cubicBezTo>
                  <a:cubicBezTo>
                    <a:pt x="5411" y="4212"/>
                    <a:pt x="5926" y="2675"/>
                    <a:pt x="5313" y="1351"/>
                  </a:cubicBezTo>
                  <a:cubicBezTo>
                    <a:pt x="4818" y="508"/>
                    <a:pt x="3940" y="1"/>
                    <a:pt x="3007" y="1"/>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3"/>
            <p:cNvSpPr/>
            <p:nvPr/>
          </p:nvSpPr>
          <p:spPr>
            <a:xfrm>
              <a:off x="2386975" y="6042238"/>
              <a:ext cx="115075" cy="122175"/>
            </a:xfrm>
            <a:custGeom>
              <a:rect b="b" l="l" r="r" t="t"/>
              <a:pathLst>
                <a:path extrusionOk="0" h="4887" w="4603">
                  <a:moveTo>
                    <a:pt x="2861" y="0"/>
                  </a:moveTo>
                  <a:cubicBezTo>
                    <a:pt x="3066" y="205"/>
                    <a:pt x="3270" y="409"/>
                    <a:pt x="3474" y="711"/>
                  </a:cubicBezTo>
                  <a:cubicBezTo>
                    <a:pt x="4193" y="2044"/>
                    <a:pt x="3679" y="3572"/>
                    <a:pt x="2354" y="4291"/>
                  </a:cubicBezTo>
                  <a:cubicBezTo>
                    <a:pt x="2021" y="4481"/>
                    <a:pt x="1646" y="4559"/>
                    <a:pt x="1268" y="4559"/>
                  </a:cubicBezTo>
                  <a:cubicBezTo>
                    <a:pt x="829" y="4559"/>
                    <a:pt x="387" y="4454"/>
                    <a:pt x="1" y="4291"/>
                  </a:cubicBezTo>
                  <a:lnTo>
                    <a:pt x="1" y="4291"/>
                  </a:lnTo>
                  <a:cubicBezTo>
                    <a:pt x="498" y="4665"/>
                    <a:pt x="1111" y="4886"/>
                    <a:pt x="1721" y="4886"/>
                  </a:cubicBezTo>
                  <a:cubicBezTo>
                    <a:pt x="2113" y="4886"/>
                    <a:pt x="2503" y="4795"/>
                    <a:pt x="2861" y="4594"/>
                  </a:cubicBezTo>
                  <a:cubicBezTo>
                    <a:pt x="4087" y="3883"/>
                    <a:pt x="4602" y="2346"/>
                    <a:pt x="3989" y="1022"/>
                  </a:cubicBezTo>
                  <a:cubicBezTo>
                    <a:pt x="3679" y="613"/>
                    <a:pt x="3270" y="205"/>
                    <a:pt x="2861"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3"/>
            <p:cNvSpPr/>
            <p:nvPr/>
          </p:nvSpPr>
          <p:spPr>
            <a:xfrm>
              <a:off x="2371650" y="6070238"/>
              <a:ext cx="117525" cy="66425"/>
            </a:xfrm>
            <a:custGeom>
              <a:rect b="b" l="l" r="r" t="t"/>
              <a:pathLst>
                <a:path extrusionOk="0" h="2657" w="4701">
                  <a:moveTo>
                    <a:pt x="4602" y="0"/>
                  </a:moveTo>
                  <a:lnTo>
                    <a:pt x="1" y="2354"/>
                  </a:lnTo>
                  <a:lnTo>
                    <a:pt x="1" y="2452"/>
                  </a:lnTo>
                  <a:cubicBezTo>
                    <a:pt x="1" y="2558"/>
                    <a:pt x="107" y="2558"/>
                    <a:pt x="107" y="2656"/>
                  </a:cubicBezTo>
                  <a:lnTo>
                    <a:pt x="4700" y="311"/>
                  </a:lnTo>
                  <a:cubicBezTo>
                    <a:pt x="4700" y="204"/>
                    <a:pt x="4700" y="106"/>
                    <a:pt x="4602"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3"/>
            <p:cNvSpPr/>
            <p:nvPr/>
          </p:nvSpPr>
          <p:spPr>
            <a:xfrm>
              <a:off x="2369200" y="6065113"/>
              <a:ext cx="117525" cy="69100"/>
            </a:xfrm>
            <a:custGeom>
              <a:rect b="b" l="l" r="r" t="t"/>
              <a:pathLst>
                <a:path extrusionOk="0" h="2764" w="4701">
                  <a:moveTo>
                    <a:pt x="4594" y="1"/>
                  </a:moveTo>
                  <a:lnTo>
                    <a:pt x="0" y="2453"/>
                  </a:lnTo>
                  <a:cubicBezTo>
                    <a:pt x="0" y="2453"/>
                    <a:pt x="0" y="2559"/>
                    <a:pt x="99" y="2559"/>
                  </a:cubicBezTo>
                  <a:lnTo>
                    <a:pt x="99" y="2763"/>
                  </a:lnTo>
                  <a:lnTo>
                    <a:pt x="4700" y="311"/>
                  </a:lnTo>
                  <a:lnTo>
                    <a:pt x="4700" y="107"/>
                  </a:lnTo>
                  <a:cubicBezTo>
                    <a:pt x="4700" y="107"/>
                    <a:pt x="4594" y="107"/>
                    <a:pt x="4594" y="1"/>
                  </a:cubicBez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3"/>
            <p:cNvSpPr/>
            <p:nvPr/>
          </p:nvSpPr>
          <p:spPr>
            <a:xfrm>
              <a:off x="1832825" y="6506888"/>
              <a:ext cx="130175" cy="130400"/>
            </a:xfrm>
            <a:custGeom>
              <a:rect b="b" l="l" r="r" t="t"/>
              <a:pathLst>
                <a:path extrusionOk="0" h="5216" w="5207">
                  <a:moveTo>
                    <a:pt x="2652" y="0"/>
                  </a:moveTo>
                  <a:cubicBezTo>
                    <a:pt x="1403" y="0"/>
                    <a:pt x="292" y="896"/>
                    <a:pt x="98" y="2150"/>
                  </a:cubicBezTo>
                  <a:lnTo>
                    <a:pt x="0" y="2150"/>
                  </a:lnTo>
                  <a:lnTo>
                    <a:pt x="0" y="2355"/>
                  </a:lnTo>
                  <a:lnTo>
                    <a:pt x="0" y="2461"/>
                  </a:lnTo>
                  <a:lnTo>
                    <a:pt x="0" y="2559"/>
                  </a:lnTo>
                  <a:lnTo>
                    <a:pt x="0" y="2665"/>
                  </a:lnTo>
                  <a:cubicBezTo>
                    <a:pt x="0" y="2968"/>
                    <a:pt x="98" y="3172"/>
                    <a:pt x="98" y="3376"/>
                  </a:cubicBezTo>
                  <a:cubicBezTo>
                    <a:pt x="205" y="3482"/>
                    <a:pt x="205" y="3581"/>
                    <a:pt x="205" y="3581"/>
                  </a:cubicBezTo>
                  <a:lnTo>
                    <a:pt x="205" y="3687"/>
                  </a:lnTo>
                  <a:cubicBezTo>
                    <a:pt x="303" y="3687"/>
                    <a:pt x="303" y="3785"/>
                    <a:pt x="303" y="3785"/>
                  </a:cubicBezTo>
                  <a:lnTo>
                    <a:pt x="303" y="3891"/>
                  </a:lnTo>
                  <a:lnTo>
                    <a:pt x="507" y="4095"/>
                  </a:lnTo>
                  <a:cubicBezTo>
                    <a:pt x="507" y="4095"/>
                    <a:pt x="507" y="4194"/>
                    <a:pt x="613" y="4300"/>
                  </a:cubicBezTo>
                  <a:cubicBezTo>
                    <a:pt x="711" y="4300"/>
                    <a:pt x="711" y="4398"/>
                    <a:pt x="711" y="4398"/>
                  </a:cubicBezTo>
                  <a:cubicBezTo>
                    <a:pt x="818" y="4398"/>
                    <a:pt x="818" y="4504"/>
                    <a:pt x="818" y="4504"/>
                  </a:cubicBezTo>
                  <a:lnTo>
                    <a:pt x="916" y="4602"/>
                  </a:lnTo>
                  <a:lnTo>
                    <a:pt x="1022" y="4602"/>
                  </a:lnTo>
                  <a:cubicBezTo>
                    <a:pt x="1022" y="4708"/>
                    <a:pt x="1120" y="4708"/>
                    <a:pt x="1120" y="4807"/>
                  </a:cubicBezTo>
                  <a:lnTo>
                    <a:pt x="1226" y="4807"/>
                  </a:lnTo>
                  <a:cubicBezTo>
                    <a:pt x="1226" y="4807"/>
                    <a:pt x="1324" y="4807"/>
                    <a:pt x="1324" y="4913"/>
                  </a:cubicBezTo>
                  <a:lnTo>
                    <a:pt x="1431" y="4913"/>
                  </a:lnTo>
                  <a:cubicBezTo>
                    <a:pt x="1431" y="4913"/>
                    <a:pt x="1529" y="5011"/>
                    <a:pt x="1635" y="5011"/>
                  </a:cubicBezTo>
                  <a:cubicBezTo>
                    <a:pt x="1733" y="5011"/>
                    <a:pt x="1733" y="5117"/>
                    <a:pt x="1839" y="5117"/>
                  </a:cubicBezTo>
                  <a:lnTo>
                    <a:pt x="2044" y="5117"/>
                  </a:lnTo>
                  <a:cubicBezTo>
                    <a:pt x="2044" y="5117"/>
                    <a:pt x="2142" y="5117"/>
                    <a:pt x="2142" y="5215"/>
                  </a:cubicBezTo>
                  <a:lnTo>
                    <a:pt x="2346" y="5215"/>
                  </a:lnTo>
                  <a:cubicBezTo>
                    <a:pt x="2861" y="5215"/>
                    <a:pt x="3270" y="5215"/>
                    <a:pt x="3678" y="5011"/>
                  </a:cubicBezTo>
                  <a:cubicBezTo>
                    <a:pt x="3678" y="5011"/>
                    <a:pt x="3776" y="4913"/>
                    <a:pt x="3883" y="4913"/>
                  </a:cubicBezTo>
                  <a:cubicBezTo>
                    <a:pt x="3981" y="4807"/>
                    <a:pt x="3981" y="4807"/>
                    <a:pt x="4087" y="4807"/>
                  </a:cubicBezTo>
                  <a:lnTo>
                    <a:pt x="4291" y="4602"/>
                  </a:lnTo>
                  <a:lnTo>
                    <a:pt x="4594" y="4300"/>
                  </a:lnTo>
                  <a:cubicBezTo>
                    <a:pt x="4904" y="3989"/>
                    <a:pt x="5109" y="3581"/>
                    <a:pt x="5109" y="3172"/>
                  </a:cubicBezTo>
                  <a:lnTo>
                    <a:pt x="5207" y="3172"/>
                  </a:lnTo>
                  <a:lnTo>
                    <a:pt x="5207" y="3074"/>
                  </a:lnTo>
                  <a:lnTo>
                    <a:pt x="5207" y="2968"/>
                  </a:lnTo>
                  <a:lnTo>
                    <a:pt x="5207" y="2869"/>
                  </a:lnTo>
                  <a:lnTo>
                    <a:pt x="5207" y="2665"/>
                  </a:lnTo>
                  <a:lnTo>
                    <a:pt x="5207" y="2559"/>
                  </a:lnTo>
                  <a:lnTo>
                    <a:pt x="5207" y="2355"/>
                  </a:lnTo>
                  <a:lnTo>
                    <a:pt x="5207" y="2256"/>
                  </a:lnTo>
                  <a:lnTo>
                    <a:pt x="5207" y="2150"/>
                  </a:lnTo>
                  <a:lnTo>
                    <a:pt x="5207" y="2052"/>
                  </a:lnTo>
                  <a:cubicBezTo>
                    <a:pt x="5109" y="1946"/>
                    <a:pt x="5109" y="1946"/>
                    <a:pt x="5109" y="1848"/>
                  </a:cubicBezTo>
                  <a:lnTo>
                    <a:pt x="5109" y="1742"/>
                  </a:lnTo>
                  <a:lnTo>
                    <a:pt x="5002" y="1643"/>
                  </a:lnTo>
                  <a:lnTo>
                    <a:pt x="5002" y="1537"/>
                  </a:lnTo>
                  <a:lnTo>
                    <a:pt x="4904" y="1439"/>
                  </a:lnTo>
                  <a:lnTo>
                    <a:pt x="4904" y="1333"/>
                  </a:lnTo>
                  <a:cubicBezTo>
                    <a:pt x="4496" y="622"/>
                    <a:pt x="3776" y="107"/>
                    <a:pt x="2861" y="9"/>
                  </a:cubicBezTo>
                  <a:cubicBezTo>
                    <a:pt x="2791" y="3"/>
                    <a:pt x="2722" y="0"/>
                    <a:pt x="2652"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3"/>
            <p:cNvSpPr/>
            <p:nvPr/>
          </p:nvSpPr>
          <p:spPr>
            <a:xfrm>
              <a:off x="1809725" y="6504063"/>
              <a:ext cx="148175" cy="129975"/>
            </a:xfrm>
            <a:custGeom>
              <a:rect b="b" l="l" r="r" t="t"/>
              <a:pathLst>
                <a:path extrusionOk="0" h="5199" w="5927">
                  <a:moveTo>
                    <a:pt x="2994" y="0"/>
                  </a:moveTo>
                  <a:cubicBezTo>
                    <a:pt x="2577" y="0"/>
                    <a:pt x="2149" y="105"/>
                    <a:pt x="1742" y="326"/>
                  </a:cubicBezTo>
                  <a:cubicBezTo>
                    <a:pt x="516" y="939"/>
                    <a:pt x="1" y="2574"/>
                    <a:pt x="720" y="3800"/>
                  </a:cubicBezTo>
                  <a:cubicBezTo>
                    <a:pt x="1146" y="4720"/>
                    <a:pt x="2066" y="5198"/>
                    <a:pt x="2999" y="5198"/>
                  </a:cubicBezTo>
                  <a:cubicBezTo>
                    <a:pt x="3408" y="5198"/>
                    <a:pt x="3820" y="5106"/>
                    <a:pt x="4194" y="4920"/>
                  </a:cubicBezTo>
                  <a:cubicBezTo>
                    <a:pt x="5518" y="4208"/>
                    <a:pt x="5926" y="2672"/>
                    <a:pt x="5313" y="1446"/>
                  </a:cubicBezTo>
                  <a:cubicBezTo>
                    <a:pt x="4821" y="529"/>
                    <a:pt x="3933" y="0"/>
                    <a:pt x="2994" y="0"/>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3"/>
            <p:cNvSpPr/>
            <p:nvPr/>
          </p:nvSpPr>
          <p:spPr>
            <a:xfrm>
              <a:off x="1843025" y="6512213"/>
              <a:ext cx="114875" cy="122175"/>
            </a:xfrm>
            <a:custGeom>
              <a:rect b="b" l="l" r="r" t="t"/>
              <a:pathLst>
                <a:path extrusionOk="0" h="4887" w="4595">
                  <a:moveTo>
                    <a:pt x="2862" y="0"/>
                  </a:moveTo>
                  <a:lnTo>
                    <a:pt x="2862" y="0"/>
                  </a:lnTo>
                  <a:cubicBezTo>
                    <a:pt x="3066" y="204"/>
                    <a:pt x="3270" y="409"/>
                    <a:pt x="3475" y="711"/>
                  </a:cubicBezTo>
                  <a:cubicBezTo>
                    <a:pt x="4186" y="2043"/>
                    <a:pt x="3679" y="3572"/>
                    <a:pt x="2347" y="4291"/>
                  </a:cubicBezTo>
                  <a:cubicBezTo>
                    <a:pt x="1991" y="4495"/>
                    <a:pt x="1582" y="4598"/>
                    <a:pt x="1174" y="4598"/>
                  </a:cubicBezTo>
                  <a:cubicBezTo>
                    <a:pt x="765" y="4598"/>
                    <a:pt x="356" y="4495"/>
                    <a:pt x="1" y="4291"/>
                  </a:cubicBezTo>
                  <a:lnTo>
                    <a:pt x="1" y="4291"/>
                  </a:lnTo>
                  <a:cubicBezTo>
                    <a:pt x="499" y="4664"/>
                    <a:pt x="1109" y="4886"/>
                    <a:pt x="1718" y="4886"/>
                  </a:cubicBezTo>
                  <a:cubicBezTo>
                    <a:pt x="2109" y="4886"/>
                    <a:pt x="2501" y="4795"/>
                    <a:pt x="2862" y="4594"/>
                  </a:cubicBezTo>
                  <a:cubicBezTo>
                    <a:pt x="4186" y="3882"/>
                    <a:pt x="4594" y="2346"/>
                    <a:pt x="3981" y="1120"/>
                  </a:cubicBezTo>
                  <a:cubicBezTo>
                    <a:pt x="3679" y="613"/>
                    <a:pt x="3270" y="204"/>
                    <a:pt x="2862"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3"/>
            <p:cNvSpPr/>
            <p:nvPr/>
          </p:nvSpPr>
          <p:spPr>
            <a:xfrm>
              <a:off x="1827700" y="6540188"/>
              <a:ext cx="117525" cy="66450"/>
            </a:xfrm>
            <a:custGeom>
              <a:rect b="b" l="l" r="r" t="t"/>
              <a:pathLst>
                <a:path extrusionOk="0" h="2658" w="4701">
                  <a:moveTo>
                    <a:pt x="4594" y="1"/>
                  </a:moveTo>
                  <a:lnTo>
                    <a:pt x="1" y="2355"/>
                  </a:lnTo>
                  <a:lnTo>
                    <a:pt x="1" y="2453"/>
                  </a:lnTo>
                  <a:cubicBezTo>
                    <a:pt x="99" y="2559"/>
                    <a:pt x="99" y="2559"/>
                    <a:pt x="99" y="2657"/>
                  </a:cubicBezTo>
                  <a:lnTo>
                    <a:pt x="4701" y="311"/>
                  </a:lnTo>
                  <a:cubicBezTo>
                    <a:pt x="4701" y="205"/>
                    <a:pt x="4701" y="107"/>
                    <a:pt x="4594" y="1"/>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3"/>
            <p:cNvSpPr/>
            <p:nvPr/>
          </p:nvSpPr>
          <p:spPr>
            <a:xfrm>
              <a:off x="1825050" y="6535088"/>
              <a:ext cx="120175" cy="69100"/>
            </a:xfrm>
            <a:custGeom>
              <a:rect b="b" l="l" r="r" t="t"/>
              <a:pathLst>
                <a:path extrusionOk="0" h="2764" w="4807">
                  <a:moveTo>
                    <a:pt x="4602" y="1"/>
                  </a:moveTo>
                  <a:lnTo>
                    <a:pt x="1" y="2453"/>
                  </a:lnTo>
                  <a:cubicBezTo>
                    <a:pt x="1" y="2453"/>
                    <a:pt x="1" y="2559"/>
                    <a:pt x="107" y="2559"/>
                  </a:cubicBezTo>
                  <a:lnTo>
                    <a:pt x="107" y="2763"/>
                  </a:lnTo>
                  <a:lnTo>
                    <a:pt x="4807" y="311"/>
                  </a:lnTo>
                  <a:cubicBezTo>
                    <a:pt x="4700" y="311"/>
                    <a:pt x="4700" y="205"/>
                    <a:pt x="4700" y="205"/>
                  </a:cubicBezTo>
                  <a:cubicBezTo>
                    <a:pt x="4700" y="107"/>
                    <a:pt x="4602" y="107"/>
                    <a:pt x="4602" y="1"/>
                  </a:cubicBez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3"/>
            <p:cNvSpPr/>
            <p:nvPr/>
          </p:nvSpPr>
          <p:spPr>
            <a:xfrm>
              <a:off x="1988525" y="6425163"/>
              <a:ext cx="130400" cy="130375"/>
            </a:xfrm>
            <a:custGeom>
              <a:rect b="b" l="l" r="r" t="t"/>
              <a:pathLst>
                <a:path extrusionOk="0" h="5215" w="5216">
                  <a:moveTo>
                    <a:pt x="2638" y="0"/>
                  </a:moveTo>
                  <a:cubicBezTo>
                    <a:pt x="1305" y="0"/>
                    <a:pt x="194" y="895"/>
                    <a:pt x="0" y="2150"/>
                  </a:cubicBezTo>
                  <a:lnTo>
                    <a:pt x="0" y="2354"/>
                  </a:lnTo>
                  <a:lnTo>
                    <a:pt x="0" y="2460"/>
                  </a:lnTo>
                  <a:lnTo>
                    <a:pt x="0" y="2558"/>
                  </a:lnTo>
                  <a:lnTo>
                    <a:pt x="0" y="2665"/>
                  </a:lnTo>
                  <a:cubicBezTo>
                    <a:pt x="0" y="2967"/>
                    <a:pt x="0" y="3171"/>
                    <a:pt x="107" y="3376"/>
                  </a:cubicBezTo>
                  <a:cubicBezTo>
                    <a:pt x="107" y="3482"/>
                    <a:pt x="107" y="3580"/>
                    <a:pt x="205" y="3580"/>
                  </a:cubicBezTo>
                  <a:lnTo>
                    <a:pt x="205" y="3686"/>
                  </a:lnTo>
                  <a:cubicBezTo>
                    <a:pt x="205" y="3686"/>
                    <a:pt x="205" y="3785"/>
                    <a:pt x="311" y="3785"/>
                  </a:cubicBezTo>
                  <a:lnTo>
                    <a:pt x="311" y="3891"/>
                  </a:lnTo>
                  <a:cubicBezTo>
                    <a:pt x="311" y="3989"/>
                    <a:pt x="409" y="3989"/>
                    <a:pt x="409" y="4095"/>
                  </a:cubicBezTo>
                  <a:cubicBezTo>
                    <a:pt x="515" y="4095"/>
                    <a:pt x="515" y="4193"/>
                    <a:pt x="515" y="4193"/>
                  </a:cubicBezTo>
                  <a:lnTo>
                    <a:pt x="613" y="4299"/>
                  </a:lnTo>
                  <a:lnTo>
                    <a:pt x="720" y="4398"/>
                  </a:lnTo>
                  <a:lnTo>
                    <a:pt x="720" y="4504"/>
                  </a:lnTo>
                  <a:cubicBezTo>
                    <a:pt x="818" y="4504"/>
                    <a:pt x="818" y="4602"/>
                    <a:pt x="924" y="4602"/>
                  </a:cubicBezTo>
                  <a:cubicBezTo>
                    <a:pt x="1022" y="4708"/>
                    <a:pt x="1022" y="4708"/>
                    <a:pt x="1128" y="4708"/>
                  </a:cubicBezTo>
                  <a:lnTo>
                    <a:pt x="1128" y="4806"/>
                  </a:lnTo>
                  <a:cubicBezTo>
                    <a:pt x="1226" y="4806"/>
                    <a:pt x="1226" y="4806"/>
                    <a:pt x="1333" y="4912"/>
                  </a:cubicBezTo>
                  <a:cubicBezTo>
                    <a:pt x="1431" y="4912"/>
                    <a:pt x="1537" y="5011"/>
                    <a:pt x="1537" y="5011"/>
                  </a:cubicBezTo>
                  <a:cubicBezTo>
                    <a:pt x="1635" y="5011"/>
                    <a:pt x="1741" y="5117"/>
                    <a:pt x="1839" y="5117"/>
                  </a:cubicBezTo>
                  <a:lnTo>
                    <a:pt x="2150" y="5117"/>
                  </a:lnTo>
                  <a:cubicBezTo>
                    <a:pt x="2150" y="5215"/>
                    <a:pt x="2248" y="5215"/>
                    <a:pt x="2354" y="5215"/>
                  </a:cubicBezTo>
                  <a:cubicBezTo>
                    <a:pt x="2763" y="5215"/>
                    <a:pt x="3172" y="5215"/>
                    <a:pt x="3580" y="5011"/>
                  </a:cubicBezTo>
                  <a:cubicBezTo>
                    <a:pt x="3678" y="5011"/>
                    <a:pt x="3785" y="4912"/>
                    <a:pt x="3785" y="4912"/>
                  </a:cubicBezTo>
                  <a:cubicBezTo>
                    <a:pt x="3883" y="4806"/>
                    <a:pt x="3989" y="4806"/>
                    <a:pt x="4087" y="4806"/>
                  </a:cubicBezTo>
                  <a:cubicBezTo>
                    <a:pt x="4087" y="4708"/>
                    <a:pt x="4193" y="4708"/>
                    <a:pt x="4193" y="4602"/>
                  </a:cubicBezTo>
                  <a:cubicBezTo>
                    <a:pt x="4398" y="4504"/>
                    <a:pt x="4496" y="4398"/>
                    <a:pt x="4602" y="4299"/>
                  </a:cubicBezTo>
                  <a:cubicBezTo>
                    <a:pt x="4806" y="3989"/>
                    <a:pt x="5011" y="3580"/>
                    <a:pt x="5109" y="3171"/>
                  </a:cubicBezTo>
                  <a:lnTo>
                    <a:pt x="5109" y="3073"/>
                  </a:lnTo>
                  <a:lnTo>
                    <a:pt x="5109" y="2967"/>
                  </a:lnTo>
                  <a:lnTo>
                    <a:pt x="5215" y="2967"/>
                  </a:lnTo>
                  <a:lnTo>
                    <a:pt x="5215" y="2869"/>
                  </a:lnTo>
                  <a:lnTo>
                    <a:pt x="5215" y="2665"/>
                  </a:lnTo>
                  <a:lnTo>
                    <a:pt x="5215" y="2558"/>
                  </a:lnTo>
                  <a:lnTo>
                    <a:pt x="5215" y="2354"/>
                  </a:lnTo>
                  <a:lnTo>
                    <a:pt x="5215" y="2256"/>
                  </a:lnTo>
                  <a:cubicBezTo>
                    <a:pt x="5109" y="2256"/>
                    <a:pt x="5109" y="2150"/>
                    <a:pt x="5109" y="2150"/>
                  </a:cubicBezTo>
                  <a:lnTo>
                    <a:pt x="5109" y="2052"/>
                  </a:lnTo>
                  <a:lnTo>
                    <a:pt x="5109" y="1847"/>
                  </a:lnTo>
                  <a:lnTo>
                    <a:pt x="5011" y="1741"/>
                  </a:lnTo>
                  <a:lnTo>
                    <a:pt x="5011" y="1643"/>
                  </a:lnTo>
                  <a:cubicBezTo>
                    <a:pt x="5011" y="1643"/>
                    <a:pt x="5011" y="1537"/>
                    <a:pt x="4904" y="1537"/>
                  </a:cubicBezTo>
                  <a:lnTo>
                    <a:pt x="4904" y="1439"/>
                  </a:lnTo>
                  <a:cubicBezTo>
                    <a:pt x="4904" y="1439"/>
                    <a:pt x="4904" y="1332"/>
                    <a:pt x="4806" y="1332"/>
                  </a:cubicBezTo>
                  <a:cubicBezTo>
                    <a:pt x="4398" y="621"/>
                    <a:pt x="3678" y="106"/>
                    <a:pt x="2861" y="8"/>
                  </a:cubicBezTo>
                  <a:cubicBezTo>
                    <a:pt x="2786" y="3"/>
                    <a:pt x="2712" y="0"/>
                    <a:pt x="2638"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3"/>
            <p:cNvSpPr/>
            <p:nvPr/>
          </p:nvSpPr>
          <p:spPr>
            <a:xfrm>
              <a:off x="1965625" y="6422313"/>
              <a:ext cx="148175" cy="129975"/>
            </a:xfrm>
            <a:custGeom>
              <a:rect b="b" l="l" r="r" t="t"/>
              <a:pathLst>
                <a:path extrusionOk="0" h="5199" w="5927">
                  <a:moveTo>
                    <a:pt x="2987" y="1"/>
                  </a:moveTo>
                  <a:cubicBezTo>
                    <a:pt x="2572" y="1"/>
                    <a:pt x="2144" y="105"/>
                    <a:pt x="1734" y="327"/>
                  </a:cubicBezTo>
                  <a:cubicBezTo>
                    <a:pt x="508" y="940"/>
                    <a:pt x="1" y="2574"/>
                    <a:pt x="614" y="3800"/>
                  </a:cubicBezTo>
                  <a:cubicBezTo>
                    <a:pt x="1108" y="4721"/>
                    <a:pt x="2002" y="5199"/>
                    <a:pt x="2945" y="5199"/>
                  </a:cubicBezTo>
                  <a:cubicBezTo>
                    <a:pt x="3359" y="5199"/>
                    <a:pt x="3782" y="5107"/>
                    <a:pt x="4186" y="4920"/>
                  </a:cubicBezTo>
                  <a:cubicBezTo>
                    <a:pt x="5412" y="4209"/>
                    <a:pt x="5927" y="2672"/>
                    <a:pt x="5207" y="1446"/>
                  </a:cubicBezTo>
                  <a:cubicBezTo>
                    <a:pt x="4783" y="530"/>
                    <a:pt x="3920" y="1"/>
                    <a:pt x="2987" y="1"/>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3"/>
            <p:cNvSpPr/>
            <p:nvPr/>
          </p:nvSpPr>
          <p:spPr>
            <a:xfrm>
              <a:off x="1998750" y="6430463"/>
              <a:ext cx="115050" cy="122175"/>
            </a:xfrm>
            <a:custGeom>
              <a:rect b="b" l="l" r="r" t="t"/>
              <a:pathLst>
                <a:path extrusionOk="0" h="4887" w="4602">
                  <a:moveTo>
                    <a:pt x="2763" y="1"/>
                  </a:moveTo>
                  <a:lnTo>
                    <a:pt x="2763" y="1"/>
                  </a:lnTo>
                  <a:cubicBezTo>
                    <a:pt x="3065" y="205"/>
                    <a:pt x="3269" y="409"/>
                    <a:pt x="3474" y="712"/>
                  </a:cubicBezTo>
                  <a:cubicBezTo>
                    <a:pt x="4087" y="2044"/>
                    <a:pt x="3580" y="3573"/>
                    <a:pt x="2354" y="4292"/>
                  </a:cubicBezTo>
                  <a:cubicBezTo>
                    <a:pt x="1945" y="4496"/>
                    <a:pt x="1537" y="4598"/>
                    <a:pt x="1140" y="4598"/>
                  </a:cubicBezTo>
                  <a:cubicBezTo>
                    <a:pt x="744" y="4598"/>
                    <a:pt x="360" y="4496"/>
                    <a:pt x="0" y="4292"/>
                  </a:cubicBezTo>
                  <a:lnTo>
                    <a:pt x="0" y="4292"/>
                  </a:lnTo>
                  <a:cubicBezTo>
                    <a:pt x="438" y="4665"/>
                    <a:pt x="1025" y="4887"/>
                    <a:pt x="1647" y="4887"/>
                  </a:cubicBezTo>
                  <a:cubicBezTo>
                    <a:pt x="2047" y="4887"/>
                    <a:pt x="2461" y="4795"/>
                    <a:pt x="2861" y="4594"/>
                  </a:cubicBezTo>
                  <a:cubicBezTo>
                    <a:pt x="4087" y="3883"/>
                    <a:pt x="4602" y="2346"/>
                    <a:pt x="3882" y="1120"/>
                  </a:cubicBezTo>
                  <a:cubicBezTo>
                    <a:pt x="3678" y="614"/>
                    <a:pt x="3269" y="205"/>
                    <a:pt x="2763" y="1"/>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3"/>
            <p:cNvSpPr/>
            <p:nvPr/>
          </p:nvSpPr>
          <p:spPr>
            <a:xfrm>
              <a:off x="1980950" y="6458463"/>
              <a:ext cx="119975" cy="66425"/>
            </a:xfrm>
            <a:custGeom>
              <a:rect b="b" l="l" r="r" t="t"/>
              <a:pathLst>
                <a:path extrusionOk="0" h="2657" w="4799">
                  <a:moveTo>
                    <a:pt x="4594" y="0"/>
                  </a:moveTo>
                  <a:lnTo>
                    <a:pt x="1" y="2354"/>
                  </a:lnTo>
                  <a:lnTo>
                    <a:pt x="99" y="2453"/>
                  </a:lnTo>
                  <a:cubicBezTo>
                    <a:pt x="99" y="2559"/>
                    <a:pt x="205" y="2559"/>
                    <a:pt x="205" y="2657"/>
                  </a:cubicBezTo>
                  <a:lnTo>
                    <a:pt x="4799" y="311"/>
                  </a:lnTo>
                  <a:cubicBezTo>
                    <a:pt x="4799" y="205"/>
                    <a:pt x="4701" y="107"/>
                    <a:pt x="4701"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3"/>
            <p:cNvSpPr/>
            <p:nvPr/>
          </p:nvSpPr>
          <p:spPr>
            <a:xfrm>
              <a:off x="1980950" y="6453363"/>
              <a:ext cx="117525" cy="69075"/>
            </a:xfrm>
            <a:custGeom>
              <a:rect b="b" l="l" r="r" t="t"/>
              <a:pathLst>
                <a:path extrusionOk="0" h="2763" w="4701">
                  <a:moveTo>
                    <a:pt x="4594" y="0"/>
                  </a:moveTo>
                  <a:lnTo>
                    <a:pt x="1" y="2452"/>
                  </a:lnTo>
                  <a:lnTo>
                    <a:pt x="1" y="2558"/>
                  </a:lnTo>
                  <a:cubicBezTo>
                    <a:pt x="99" y="2657"/>
                    <a:pt x="99" y="2657"/>
                    <a:pt x="99" y="2763"/>
                  </a:cubicBezTo>
                  <a:lnTo>
                    <a:pt x="4701" y="311"/>
                  </a:lnTo>
                  <a:cubicBezTo>
                    <a:pt x="4701" y="311"/>
                    <a:pt x="4701" y="204"/>
                    <a:pt x="4594" y="204"/>
                  </a:cubicBezTo>
                  <a:lnTo>
                    <a:pt x="4594" y="0"/>
                  </a:ln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3"/>
            <p:cNvSpPr/>
            <p:nvPr/>
          </p:nvSpPr>
          <p:spPr>
            <a:xfrm>
              <a:off x="2141775" y="6343413"/>
              <a:ext cx="130400" cy="130400"/>
            </a:xfrm>
            <a:custGeom>
              <a:rect b="b" l="l" r="r" t="t"/>
              <a:pathLst>
                <a:path extrusionOk="0" h="5216" w="5216">
                  <a:moveTo>
                    <a:pt x="2654" y="1"/>
                  </a:moveTo>
                  <a:cubicBezTo>
                    <a:pt x="1411" y="1"/>
                    <a:pt x="300" y="896"/>
                    <a:pt x="107" y="2150"/>
                  </a:cubicBezTo>
                  <a:lnTo>
                    <a:pt x="107" y="2355"/>
                  </a:lnTo>
                  <a:cubicBezTo>
                    <a:pt x="0" y="2355"/>
                    <a:pt x="0" y="2461"/>
                    <a:pt x="0" y="2461"/>
                  </a:cubicBezTo>
                  <a:lnTo>
                    <a:pt x="0" y="2559"/>
                  </a:lnTo>
                  <a:lnTo>
                    <a:pt x="0" y="2665"/>
                  </a:lnTo>
                  <a:cubicBezTo>
                    <a:pt x="107" y="2968"/>
                    <a:pt x="107" y="3172"/>
                    <a:pt x="205" y="3376"/>
                  </a:cubicBezTo>
                  <a:lnTo>
                    <a:pt x="205" y="3581"/>
                  </a:lnTo>
                  <a:lnTo>
                    <a:pt x="311" y="3687"/>
                  </a:lnTo>
                  <a:lnTo>
                    <a:pt x="311" y="3785"/>
                  </a:lnTo>
                  <a:lnTo>
                    <a:pt x="409" y="3891"/>
                  </a:lnTo>
                  <a:cubicBezTo>
                    <a:pt x="409" y="3891"/>
                    <a:pt x="409" y="3989"/>
                    <a:pt x="515" y="4096"/>
                  </a:cubicBezTo>
                  <a:lnTo>
                    <a:pt x="613" y="4194"/>
                  </a:lnTo>
                  <a:cubicBezTo>
                    <a:pt x="613" y="4300"/>
                    <a:pt x="613" y="4300"/>
                    <a:pt x="720" y="4300"/>
                  </a:cubicBezTo>
                  <a:cubicBezTo>
                    <a:pt x="720" y="4300"/>
                    <a:pt x="720" y="4398"/>
                    <a:pt x="818" y="4398"/>
                  </a:cubicBezTo>
                  <a:lnTo>
                    <a:pt x="818" y="4504"/>
                  </a:lnTo>
                  <a:cubicBezTo>
                    <a:pt x="924" y="4504"/>
                    <a:pt x="924" y="4602"/>
                    <a:pt x="1022" y="4602"/>
                  </a:cubicBezTo>
                  <a:cubicBezTo>
                    <a:pt x="1022" y="4709"/>
                    <a:pt x="1128" y="4709"/>
                    <a:pt x="1128" y="4709"/>
                  </a:cubicBezTo>
                  <a:lnTo>
                    <a:pt x="1226" y="4807"/>
                  </a:lnTo>
                  <a:cubicBezTo>
                    <a:pt x="1226" y="4807"/>
                    <a:pt x="1333" y="4807"/>
                    <a:pt x="1333" y="4913"/>
                  </a:cubicBezTo>
                  <a:lnTo>
                    <a:pt x="1431" y="4913"/>
                  </a:lnTo>
                  <a:cubicBezTo>
                    <a:pt x="1537" y="4913"/>
                    <a:pt x="1537" y="5011"/>
                    <a:pt x="1635" y="5011"/>
                  </a:cubicBezTo>
                  <a:cubicBezTo>
                    <a:pt x="1741" y="5011"/>
                    <a:pt x="1741" y="5011"/>
                    <a:pt x="1839" y="5117"/>
                  </a:cubicBezTo>
                  <a:lnTo>
                    <a:pt x="2150" y="5117"/>
                  </a:lnTo>
                  <a:cubicBezTo>
                    <a:pt x="2248" y="5215"/>
                    <a:pt x="2354" y="5215"/>
                    <a:pt x="2354" y="5215"/>
                  </a:cubicBezTo>
                  <a:cubicBezTo>
                    <a:pt x="2861" y="5215"/>
                    <a:pt x="3270" y="5117"/>
                    <a:pt x="3678" y="5011"/>
                  </a:cubicBezTo>
                  <a:cubicBezTo>
                    <a:pt x="3785" y="5011"/>
                    <a:pt x="3785" y="4913"/>
                    <a:pt x="3883" y="4913"/>
                  </a:cubicBezTo>
                  <a:cubicBezTo>
                    <a:pt x="3989" y="4807"/>
                    <a:pt x="3989" y="4807"/>
                    <a:pt x="4087" y="4807"/>
                  </a:cubicBezTo>
                  <a:lnTo>
                    <a:pt x="4291" y="4602"/>
                  </a:lnTo>
                  <a:cubicBezTo>
                    <a:pt x="4398" y="4504"/>
                    <a:pt x="4602" y="4398"/>
                    <a:pt x="4700" y="4300"/>
                  </a:cubicBezTo>
                  <a:cubicBezTo>
                    <a:pt x="4904" y="3989"/>
                    <a:pt x="5109" y="3581"/>
                    <a:pt x="5215" y="3172"/>
                  </a:cubicBezTo>
                  <a:lnTo>
                    <a:pt x="5215" y="3074"/>
                  </a:lnTo>
                  <a:lnTo>
                    <a:pt x="5215" y="2968"/>
                  </a:lnTo>
                  <a:lnTo>
                    <a:pt x="5215" y="2870"/>
                  </a:lnTo>
                  <a:lnTo>
                    <a:pt x="5215" y="2665"/>
                  </a:lnTo>
                  <a:lnTo>
                    <a:pt x="5215" y="2559"/>
                  </a:lnTo>
                  <a:lnTo>
                    <a:pt x="5215" y="2355"/>
                  </a:lnTo>
                  <a:lnTo>
                    <a:pt x="5215" y="2257"/>
                  </a:lnTo>
                  <a:lnTo>
                    <a:pt x="5215" y="2150"/>
                  </a:lnTo>
                  <a:lnTo>
                    <a:pt x="5215" y="2052"/>
                  </a:lnTo>
                  <a:cubicBezTo>
                    <a:pt x="5215" y="1946"/>
                    <a:pt x="5109" y="1946"/>
                    <a:pt x="5109" y="1848"/>
                  </a:cubicBezTo>
                  <a:lnTo>
                    <a:pt x="5109" y="1742"/>
                  </a:lnTo>
                  <a:cubicBezTo>
                    <a:pt x="5109" y="1742"/>
                    <a:pt x="5109" y="1644"/>
                    <a:pt x="5011" y="1644"/>
                  </a:cubicBezTo>
                  <a:lnTo>
                    <a:pt x="5011" y="1537"/>
                  </a:lnTo>
                  <a:lnTo>
                    <a:pt x="5011" y="1439"/>
                  </a:lnTo>
                  <a:cubicBezTo>
                    <a:pt x="4904" y="1439"/>
                    <a:pt x="4904" y="1333"/>
                    <a:pt x="4904" y="1333"/>
                  </a:cubicBezTo>
                  <a:cubicBezTo>
                    <a:pt x="4496" y="622"/>
                    <a:pt x="3785" y="107"/>
                    <a:pt x="2861" y="9"/>
                  </a:cubicBezTo>
                  <a:cubicBezTo>
                    <a:pt x="2792" y="3"/>
                    <a:pt x="2723" y="1"/>
                    <a:pt x="2654" y="1"/>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3"/>
            <p:cNvSpPr/>
            <p:nvPr/>
          </p:nvSpPr>
          <p:spPr>
            <a:xfrm>
              <a:off x="2118900" y="6340513"/>
              <a:ext cx="150600" cy="130050"/>
            </a:xfrm>
            <a:custGeom>
              <a:rect b="b" l="l" r="r" t="t"/>
              <a:pathLst>
                <a:path extrusionOk="0" h="5202" w="6024">
                  <a:moveTo>
                    <a:pt x="3063" y="1"/>
                  </a:moveTo>
                  <a:cubicBezTo>
                    <a:pt x="2644" y="1"/>
                    <a:pt x="2222" y="105"/>
                    <a:pt x="1839" y="329"/>
                  </a:cubicBezTo>
                  <a:cubicBezTo>
                    <a:pt x="507" y="942"/>
                    <a:pt x="0" y="2577"/>
                    <a:pt x="711" y="3803"/>
                  </a:cubicBezTo>
                  <a:cubicBezTo>
                    <a:pt x="1137" y="4724"/>
                    <a:pt x="2057" y="5202"/>
                    <a:pt x="2990" y="5202"/>
                  </a:cubicBezTo>
                  <a:cubicBezTo>
                    <a:pt x="3399" y="5202"/>
                    <a:pt x="3811" y="5110"/>
                    <a:pt x="4185" y="4923"/>
                  </a:cubicBezTo>
                  <a:cubicBezTo>
                    <a:pt x="5517" y="4212"/>
                    <a:pt x="6024" y="2675"/>
                    <a:pt x="5313" y="1351"/>
                  </a:cubicBezTo>
                  <a:cubicBezTo>
                    <a:pt x="4891" y="508"/>
                    <a:pt x="3986" y="1"/>
                    <a:pt x="3063" y="1"/>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3"/>
            <p:cNvSpPr/>
            <p:nvPr/>
          </p:nvSpPr>
          <p:spPr>
            <a:xfrm>
              <a:off x="2152000" y="6348738"/>
              <a:ext cx="117500" cy="122175"/>
            </a:xfrm>
            <a:custGeom>
              <a:rect b="b" l="l" r="r" t="t"/>
              <a:pathLst>
                <a:path extrusionOk="0" h="4887" w="4700">
                  <a:moveTo>
                    <a:pt x="2861" y="0"/>
                  </a:moveTo>
                  <a:lnTo>
                    <a:pt x="2861" y="0"/>
                  </a:lnTo>
                  <a:cubicBezTo>
                    <a:pt x="3171" y="205"/>
                    <a:pt x="3376" y="409"/>
                    <a:pt x="3474" y="711"/>
                  </a:cubicBezTo>
                  <a:cubicBezTo>
                    <a:pt x="4193" y="2044"/>
                    <a:pt x="3678" y="3572"/>
                    <a:pt x="2452" y="4291"/>
                  </a:cubicBezTo>
                  <a:cubicBezTo>
                    <a:pt x="2074" y="4481"/>
                    <a:pt x="1674" y="4560"/>
                    <a:pt x="1282" y="4560"/>
                  </a:cubicBezTo>
                  <a:cubicBezTo>
                    <a:pt x="829" y="4560"/>
                    <a:pt x="386" y="4454"/>
                    <a:pt x="0" y="4291"/>
                  </a:cubicBezTo>
                  <a:lnTo>
                    <a:pt x="0" y="4291"/>
                  </a:lnTo>
                  <a:cubicBezTo>
                    <a:pt x="498" y="4665"/>
                    <a:pt x="1111" y="4887"/>
                    <a:pt x="1721" y="4887"/>
                  </a:cubicBezTo>
                  <a:cubicBezTo>
                    <a:pt x="2113" y="4887"/>
                    <a:pt x="2503" y="4795"/>
                    <a:pt x="2861" y="4594"/>
                  </a:cubicBezTo>
                  <a:cubicBezTo>
                    <a:pt x="4193" y="3883"/>
                    <a:pt x="4700" y="2346"/>
                    <a:pt x="3989" y="1022"/>
                  </a:cubicBezTo>
                  <a:cubicBezTo>
                    <a:pt x="3784" y="613"/>
                    <a:pt x="3376" y="205"/>
                    <a:pt x="2861"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3"/>
            <p:cNvSpPr/>
            <p:nvPr/>
          </p:nvSpPr>
          <p:spPr>
            <a:xfrm>
              <a:off x="2136675" y="6376738"/>
              <a:ext cx="117500" cy="66425"/>
            </a:xfrm>
            <a:custGeom>
              <a:rect b="b" l="l" r="r" t="t"/>
              <a:pathLst>
                <a:path extrusionOk="0" h="2657" w="4700">
                  <a:moveTo>
                    <a:pt x="4602" y="0"/>
                  </a:moveTo>
                  <a:lnTo>
                    <a:pt x="0" y="2354"/>
                  </a:lnTo>
                  <a:lnTo>
                    <a:pt x="0" y="2452"/>
                  </a:lnTo>
                  <a:lnTo>
                    <a:pt x="204" y="2656"/>
                  </a:lnTo>
                  <a:lnTo>
                    <a:pt x="4700" y="311"/>
                  </a:lnTo>
                  <a:lnTo>
                    <a:pt x="4700" y="0"/>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3"/>
            <p:cNvSpPr/>
            <p:nvPr/>
          </p:nvSpPr>
          <p:spPr>
            <a:xfrm>
              <a:off x="2134225" y="6371613"/>
              <a:ext cx="119950" cy="66450"/>
            </a:xfrm>
            <a:custGeom>
              <a:rect b="b" l="l" r="r" t="t"/>
              <a:pathLst>
                <a:path extrusionOk="0" h="2658" w="4798">
                  <a:moveTo>
                    <a:pt x="4593" y="1"/>
                  </a:moveTo>
                  <a:lnTo>
                    <a:pt x="0" y="2453"/>
                  </a:lnTo>
                  <a:lnTo>
                    <a:pt x="98" y="2559"/>
                  </a:lnTo>
                  <a:cubicBezTo>
                    <a:pt x="98" y="2657"/>
                    <a:pt x="98" y="2657"/>
                    <a:pt x="204" y="2657"/>
                  </a:cubicBezTo>
                  <a:lnTo>
                    <a:pt x="4798" y="311"/>
                  </a:lnTo>
                  <a:cubicBezTo>
                    <a:pt x="4798" y="205"/>
                    <a:pt x="4700" y="205"/>
                    <a:pt x="4700" y="107"/>
                  </a:cubicBezTo>
                  <a:lnTo>
                    <a:pt x="4593" y="1"/>
                  </a:ln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3"/>
            <p:cNvSpPr/>
            <p:nvPr/>
          </p:nvSpPr>
          <p:spPr>
            <a:xfrm>
              <a:off x="2297675" y="6261688"/>
              <a:ext cx="130200" cy="130400"/>
            </a:xfrm>
            <a:custGeom>
              <a:rect b="b" l="l" r="r" t="t"/>
              <a:pathLst>
                <a:path extrusionOk="0" h="5216" w="5208">
                  <a:moveTo>
                    <a:pt x="2638" y="0"/>
                  </a:moveTo>
                  <a:cubicBezTo>
                    <a:pt x="1305" y="0"/>
                    <a:pt x="194" y="895"/>
                    <a:pt x="1" y="2150"/>
                  </a:cubicBezTo>
                  <a:lnTo>
                    <a:pt x="1" y="2354"/>
                  </a:lnTo>
                  <a:lnTo>
                    <a:pt x="1" y="2461"/>
                  </a:lnTo>
                  <a:lnTo>
                    <a:pt x="1" y="2559"/>
                  </a:lnTo>
                  <a:lnTo>
                    <a:pt x="1" y="2665"/>
                  </a:lnTo>
                  <a:cubicBezTo>
                    <a:pt x="1" y="2967"/>
                    <a:pt x="1" y="3172"/>
                    <a:pt x="99" y="3376"/>
                  </a:cubicBezTo>
                  <a:cubicBezTo>
                    <a:pt x="99" y="3482"/>
                    <a:pt x="205" y="3580"/>
                    <a:pt x="205" y="3580"/>
                  </a:cubicBezTo>
                  <a:lnTo>
                    <a:pt x="205" y="3687"/>
                  </a:lnTo>
                  <a:lnTo>
                    <a:pt x="303" y="3785"/>
                  </a:lnTo>
                  <a:lnTo>
                    <a:pt x="303" y="3891"/>
                  </a:lnTo>
                  <a:cubicBezTo>
                    <a:pt x="409" y="3891"/>
                    <a:pt x="409" y="3989"/>
                    <a:pt x="409" y="4095"/>
                  </a:cubicBezTo>
                  <a:lnTo>
                    <a:pt x="507" y="4095"/>
                  </a:lnTo>
                  <a:cubicBezTo>
                    <a:pt x="507" y="4095"/>
                    <a:pt x="507" y="4193"/>
                    <a:pt x="614" y="4193"/>
                  </a:cubicBezTo>
                  <a:lnTo>
                    <a:pt x="614" y="4300"/>
                  </a:lnTo>
                  <a:lnTo>
                    <a:pt x="712" y="4398"/>
                  </a:lnTo>
                  <a:cubicBezTo>
                    <a:pt x="712" y="4398"/>
                    <a:pt x="818" y="4398"/>
                    <a:pt x="818" y="4504"/>
                  </a:cubicBezTo>
                  <a:lnTo>
                    <a:pt x="916" y="4602"/>
                  </a:lnTo>
                  <a:cubicBezTo>
                    <a:pt x="1022" y="4708"/>
                    <a:pt x="1022" y="4708"/>
                    <a:pt x="1121" y="4708"/>
                  </a:cubicBezTo>
                  <a:cubicBezTo>
                    <a:pt x="1121" y="4806"/>
                    <a:pt x="1121" y="4806"/>
                    <a:pt x="1227" y="4806"/>
                  </a:cubicBezTo>
                  <a:cubicBezTo>
                    <a:pt x="1227" y="4806"/>
                    <a:pt x="1325" y="4806"/>
                    <a:pt x="1325" y="4913"/>
                  </a:cubicBezTo>
                  <a:lnTo>
                    <a:pt x="1431" y="4913"/>
                  </a:lnTo>
                  <a:cubicBezTo>
                    <a:pt x="1431" y="4913"/>
                    <a:pt x="1529" y="5011"/>
                    <a:pt x="1635" y="5011"/>
                  </a:cubicBezTo>
                  <a:cubicBezTo>
                    <a:pt x="1635" y="5011"/>
                    <a:pt x="1734" y="5011"/>
                    <a:pt x="1840" y="5117"/>
                  </a:cubicBezTo>
                  <a:lnTo>
                    <a:pt x="2142" y="5117"/>
                  </a:lnTo>
                  <a:cubicBezTo>
                    <a:pt x="2248" y="5215"/>
                    <a:pt x="2248" y="5215"/>
                    <a:pt x="2347" y="5215"/>
                  </a:cubicBezTo>
                  <a:cubicBezTo>
                    <a:pt x="2755" y="5215"/>
                    <a:pt x="3270" y="5117"/>
                    <a:pt x="3573" y="5011"/>
                  </a:cubicBezTo>
                  <a:cubicBezTo>
                    <a:pt x="3679" y="5011"/>
                    <a:pt x="3777" y="4913"/>
                    <a:pt x="3883" y="4913"/>
                  </a:cubicBezTo>
                  <a:cubicBezTo>
                    <a:pt x="3883" y="4806"/>
                    <a:pt x="3981" y="4806"/>
                    <a:pt x="4087" y="4806"/>
                  </a:cubicBezTo>
                  <a:cubicBezTo>
                    <a:pt x="4087" y="4708"/>
                    <a:pt x="4186" y="4708"/>
                    <a:pt x="4292" y="4602"/>
                  </a:cubicBezTo>
                  <a:lnTo>
                    <a:pt x="4594" y="4300"/>
                  </a:lnTo>
                  <a:cubicBezTo>
                    <a:pt x="4905" y="3989"/>
                    <a:pt x="5003" y="3580"/>
                    <a:pt x="5109" y="3172"/>
                  </a:cubicBezTo>
                  <a:cubicBezTo>
                    <a:pt x="5109" y="3074"/>
                    <a:pt x="5207" y="3074"/>
                    <a:pt x="5207" y="2967"/>
                  </a:cubicBezTo>
                  <a:lnTo>
                    <a:pt x="5207" y="2869"/>
                  </a:lnTo>
                  <a:lnTo>
                    <a:pt x="5207" y="2665"/>
                  </a:lnTo>
                  <a:lnTo>
                    <a:pt x="5207" y="2559"/>
                  </a:lnTo>
                  <a:lnTo>
                    <a:pt x="5207" y="2354"/>
                  </a:lnTo>
                  <a:lnTo>
                    <a:pt x="5207" y="2256"/>
                  </a:lnTo>
                  <a:lnTo>
                    <a:pt x="5207" y="2150"/>
                  </a:lnTo>
                  <a:lnTo>
                    <a:pt x="5109" y="2052"/>
                  </a:lnTo>
                  <a:lnTo>
                    <a:pt x="5109" y="1848"/>
                  </a:lnTo>
                  <a:lnTo>
                    <a:pt x="5109" y="1741"/>
                  </a:lnTo>
                  <a:cubicBezTo>
                    <a:pt x="5003" y="1741"/>
                    <a:pt x="5003" y="1643"/>
                    <a:pt x="5003" y="1643"/>
                  </a:cubicBezTo>
                  <a:lnTo>
                    <a:pt x="5003" y="1537"/>
                  </a:lnTo>
                  <a:lnTo>
                    <a:pt x="4905" y="1439"/>
                  </a:lnTo>
                  <a:lnTo>
                    <a:pt x="4905" y="1333"/>
                  </a:lnTo>
                  <a:cubicBezTo>
                    <a:pt x="4496" y="622"/>
                    <a:pt x="3679" y="107"/>
                    <a:pt x="2861" y="9"/>
                  </a:cubicBezTo>
                  <a:cubicBezTo>
                    <a:pt x="2786" y="3"/>
                    <a:pt x="2712" y="0"/>
                    <a:pt x="2638"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3"/>
            <p:cNvSpPr/>
            <p:nvPr/>
          </p:nvSpPr>
          <p:spPr>
            <a:xfrm>
              <a:off x="2274600" y="6258788"/>
              <a:ext cx="148150" cy="129600"/>
            </a:xfrm>
            <a:custGeom>
              <a:rect b="b" l="l" r="r" t="t"/>
              <a:pathLst>
                <a:path extrusionOk="0" h="5184" w="5926">
                  <a:moveTo>
                    <a:pt x="3011" y="0"/>
                  </a:moveTo>
                  <a:cubicBezTo>
                    <a:pt x="2588" y="0"/>
                    <a:pt x="2154" y="105"/>
                    <a:pt x="1741" y="329"/>
                  </a:cubicBezTo>
                  <a:cubicBezTo>
                    <a:pt x="515" y="942"/>
                    <a:pt x="0" y="2577"/>
                    <a:pt x="719" y="3803"/>
                  </a:cubicBezTo>
                  <a:cubicBezTo>
                    <a:pt x="1155" y="4675"/>
                    <a:pt x="2055" y="5183"/>
                    <a:pt x="3017" y="5183"/>
                  </a:cubicBezTo>
                  <a:cubicBezTo>
                    <a:pt x="3408" y="5183"/>
                    <a:pt x="3809" y="5099"/>
                    <a:pt x="4193" y="4922"/>
                  </a:cubicBezTo>
                  <a:cubicBezTo>
                    <a:pt x="5419" y="4211"/>
                    <a:pt x="5926" y="2675"/>
                    <a:pt x="5313" y="1351"/>
                  </a:cubicBezTo>
                  <a:cubicBezTo>
                    <a:pt x="4824" y="507"/>
                    <a:pt x="3944" y="0"/>
                    <a:pt x="3011" y="0"/>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3"/>
            <p:cNvSpPr/>
            <p:nvPr/>
          </p:nvSpPr>
          <p:spPr>
            <a:xfrm>
              <a:off x="2307900" y="6267013"/>
              <a:ext cx="114850" cy="122175"/>
            </a:xfrm>
            <a:custGeom>
              <a:rect b="b" l="l" r="r" t="t"/>
              <a:pathLst>
                <a:path extrusionOk="0" h="4887" w="4594">
                  <a:moveTo>
                    <a:pt x="2861" y="0"/>
                  </a:moveTo>
                  <a:lnTo>
                    <a:pt x="2861" y="0"/>
                  </a:lnTo>
                  <a:cubicBezTo>
                    <a:pt x="3065" y="204"/>
                    <a:pt x="3270" y="409"/>
                    <a:pt x="3474" y="711"/>
                  </a:cubicBezTo>
                  <a:cubicBezTo>
                    <a:pt x="4087" y="2043"/>
                    <a:pt x="3678" y="3572"/>
                    <a:pt x="2346" y="4291"/>
                  </a:cubicBezTo>
                  <a:cubicBezTo>
                    <a:pt x="2017" y="4480"/>
                    <a:pt x="1642" y="4559"/>
                    <a:pt x="1263" y="4559"/>
                  </a:cubicBezTo>
                  <a:cubicBezTo>
                    <a:pt x="825" y="4559"/>
                    <a:pt x="382" y="4453"/>
                    <a:pt x="0" y="4291"/>
                  </a:cubicBezTo>
                  <a:lnTo>
                    <a:pt x="0" y="4291"/>
                  </a:lnTo>
                  <a:cubicBezTo>
                    <a:pt x="433" y="4664"/>
                    <a:pt x="1058" y="4886"/>
                    <a:pt x="1688" y="4886"/>
                  </a:cubicBezTo>
                  <a:cubicBezTo>
                    <a:pt x="2093" y="4886"/>
                    <a:pt x="2500" y="4795"/>
                    <a:pt x="2861" y="4593"/>
                  </a:cubicBezTo>
                  <a:cubicBezTo>
                    <a:pt x="4087" y="3882"/>
                    <a:pt x="4594" y="2346"/>
                    <a:pt x="3981" y="1022"/>
                  </a:cubicBezTo>
                  <a:cubicBezTo>
                    <a:pt x="3678" y="613"/>
                    <a:pt x="3270" y="204"/>
                    <a:pt x="2861"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3"/>
            <p:cNvSpPr/>
            <p:nvPr/>
          </p:nvSpPr>
          <p:spPr>
            <a:xfrm>
              <a:off x="2292575" y="6292538"/>
              <a:ext cx="117525" cy="68900"/>
            </a:xfrm>
            <a:custGeom>
              <a:rect b="b" l="l" r="r" t="t"/>
              <a:pathLst>
                <a:path extrusionOk="0" h="2756" w="4701">
                  <a:moveTo>
                    <a:pt x="4594" y="1"/>
                  </a:moveTo>
                  <a:lnTo>
                    <a:pt x="0" y="2453"/>
                  </a:lnTo>
                  <a:lnTo>
                    <a:pt x="0" y="2551"/>
                  </a:lnTo>
                  <a:cubicBezTo>
                    <a:pt x="0" y="2657"/>
                    <a:pt x="98" y="2657"/>
                    <a:pt x="98" y="2755"/>
                  </a:cubicBezTo>
                  <a:lnTo>
                    <a:pt x="4700" y="303"/>
                  </a:lnTo>
                  <a:cubicBezTo>
                    <a:pt x="4700" y="303"/>
                    <a:pt x="4594" y="205"/>
                    <a:pt x="4594" y="99"/>
                  </a:cubicBezTo>
                  <a:lnTo>
                    <a:pt x="4594" y="1"/>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3"/>
            <p:cNvSpPr/>
            <p:nvPr/>
          </p:nvSpPr>
          <p:spPr>
            <a:xfrm>
              <a:off x="2289925" y="6289888"/>
              <a:ext cx="117500" cy="66425"/>
            </a:xfrm>
            <a:custGeom>
              <a:rect b="b" l="l" r="r" t="t"/>
              <a:pathLst>
                <a:path extrusionOk="0" h="2657" w="4700">
                  <a:moveTo>
                    <a:pt x="4602" y="0"/>
                  </a:moveTo>
                  <a:lnTo>
                    <a:pt x="0" y="2452"/>
                  </a:lnTo>
                  <a:cubicBezTo>
                    <a:pt x="0" y="2452"/>
                    <a:pt x="0" y="2559"/>
                    <a:pt x="106" y="2559"/>
                  </a:cubicBezTo>
                  <a:lnTo>
                    <a:pt x="106" y="2657"/>
                  </a:lnTo>
                  <a:lnTo>
                    <a:pt x="4700" y="311"/>
                  </a:lnTo>
                  <a:lnTo>
                    <a:pt x="4700" y="107"/>
                  </a:lnTo>
                  <a:cubicBezTo>
                    <a:pt x="4602" y="107"/>
                    <a:pt x="4602" y="0"/>
                    <a:pt x="4602" y="0"/>
                  </a:cubicBez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3"/>
            <p:cNvSpPr/>
            <p:nvPr/>
          </p:nvSpPr>
          <p:spPr>
            <a:xfrm>
              <a:off x="2453375" y="6179963"/>
              <a:ext cx="130400" cy="130375"/>
            </a:xfrm>
            <a:custGeom>
              <a:rect b="b" l="l" r="r" t="t"/>
              <a:pathLst>
                <a:path extrusionOk="0" h="5215" w="5216">
                  <a:moveTo>
                    <a:pt x="2638" y="0"/>
                  </a:moveTo>
                  <a:cubicBezTo>
                    <a:pt x="1305" y="0"/>
                    <a:pt x="194" y="895"/>
                    <a:pt x="1" y="2150"/>
                  </a:cubicBezTo>
                  <a:lnTo>
                    <a:pt x="1" y="2354"/>
                  </a:lnTo>
                  <a:lnTo>
                    <a:pt x="1" y="2460"/>
                  </a:lnTo>
                  <a:lnTo>
                    <a:pt x="1" y="2558"/>
                  </a:lnTo>
                  <a:lnTo>
                    <a:pt x="1" y="2665"/>
                  </a:lnTo>
                  <a:cubicBezTo>
                    <a:pt x="1" y="2967"/>
                    <a:pt x="1" y="3171"/>
                    <a:pt x="107" y="3376"/>
                  </a:cubicBezTo>
                  <a:cubicBezTo>
                    <a:pt x="107" y="3482"/>
                    <a:pt x="107" y="3482"/>
                    <a:pt x="205" y="3580"/>
                  </a:cubicBezTo>
                  <a:lnTo>
                    <a:pt x="205" y="3686"/>
                  </a:lnTo>
                  <a:cubicBezTo>
                    <a:pt x="205" y="3686"/>
                    <a:pt x="205" y="3784"/>
                    <a:pt x="311" y="3784"/>
                  </a:cubicBezTo>
                  <a:lnTo>
                    <a:pt x="311" y="3891"/>
                  </a:lnTo>
                  <a:cubicBezTo>
                    <a:pt x="311" y="3891"/>
                    <a:pt x="410" y="3989"/>
                    <a:pt x="410" y="4095"/>
                  </a:cubicBezTo>
                  <a:lnTo>
                    <a:pt x="516" y="4193"/>
                  </a:lnTo>
                  <a:cubicBezTo>
                    <a:pt x="516" y="4299"/>
                    <a:pt x="614" y="4299"/>
                    <a:pt x="614" y="4299"/>
                  </a:cubicBezTo>
                  <a:cubicBezTo>
                    <a:pt x="614" y="4299"/>
                    <a:pt x="614" y="4397"/>
                    <a:pt x="720" y="4397"/>
                  </a:cubicBezTo>
                  <a:lnTo>
                    <a:pt x="720" y="4504"/>
                  </a:lnTo>
                  <a:cubicBezTo>
                    <a:pt x="818" y="4504"/>
                    <a:pt x="818" y="4602"/>
                    <a:pt x="924" y="4602"/>
                  </a:cubicBezTo>
                  <a:cubicBezTo>
                    <a:pt x="1023" y="4708"/>
                    <a:pt x="1023" y="4708"/>
                    <a:pt x="1129" y="4708"/>
                  </a:cubicBezTo>
                  <a:lnTo>
                    <a:pt x="1129" y="4806"/>
                  </a:lnTo>
                  <a:cubicBezTo>
                    <a:pt x="1227" y="4806"/>
                    <a:pt x="1227" y="4806"/>
                    <a:pt x="1333" y="4912"/>
                  </a:cubicBezTo>
                  <a:cubicBezTo>
                    <a:pt x="1431" y="4912"/>
                    <a:pt x="1537" y="5010"/>
                    <a:pt x="1537" y="5010"/>
                  </a:cubicBezTo>
                  <a:cubicBezTo>
                    <a:pt x="1636" y="5010"/>
                    <a:pt x="1742" y="5010"/>
                    <a:pt x="1742" y="5117"/>
                  </a:cubicBezTo>
                  <a:lnTo>
                    <a:pt x="2044" y="5117"/>
                  </a:lnTo>
                  <a:cubicBezTo>
                    <a:pt x="2150" y="5215"/>
                    <a:pt x="2249" y="5215"/>
                    <a:pt x="2355" y="5215"/>
                  </a:cubicBezTo>
                  <a:cubicBezTo>
                    <a:pt x="2763" y="5215"/>
                    <a:pt x="3172" y="5117"/>
                    <a:pt x="3581" y="5010"/>
                  </a:cubicBezTo>
                  <a:cubicBezTo>
                    <a:pt x="3679" y="4912"/>
                    <a:pt x="3785" y="4912"/>
                    <a:pt x="3785" y="4912"/>
                  </a:cubicBezTo>
                  <a:cubicBezTo>
                    <a:pt x="3883" y="4806"/>
                    <a:pt x="3989" y="4806"/>
                    <a:pt x="3989" y="4708"/>
                  </a:cubicBezTo>
                  <a:cubicBezTo>
                    <a:pt x="4088" y="4708"/>
                    <a:pt x="4194" y="4708"/>
                    <a:pt x="4194" y="4602"/>
                  </a:cubicBezTo>
                  <a:cubicBezTo>
                    <a:pt x="4398" y="4504"/>
                    <a:pt x="4496" y="4397"/>
                    <a:pt x="4602" y="4299"/>
                  </a:cubicBezTo>
                  <a:cubicBezTo>
                    <a:pt x="4807" y="3989"/>
                    <a:pt x="5011" y="3580"/>
                    <a:pt x="5109" y="3171"/>
                  </a:cubicBezTo>
                  <a:lnTo>
                    <a:pt x="5109" y="2967"/>
                  </a:lnTo>
                  <a:lnTo>
                    <a:pt x="5109" y="2869"/>
                  </a:lnTo>
                  <a:cubicBezTo>
                    <a:pt x="5215" y="2763"/>
                    <a:pt x="5215" y="2763"/>
                    <a:pt x="5215" y="2665"/>
                  </a:cubicBezTo>
                  <a:lnTo>
                    <a:pt x="5215" y="2558"/>
                  </a:lnTo>
                  <a:cubicBezTo>
                    <a:pt x="5215" y="2460"/>
                    <a:pt x="5215" y="2460"/>
                    <a:pt x="5109" y="2354"/>
                  </a:cubicBezTo>
                  <a:lnTo>
                    <a:pt x="5109" y="2256"/>
                  </a:lnTo>
                  <a:lnTo>
                    <a:pt x="5109" y="2150"/>
                  </a:lnTo>
                  <a:lnTo>
                    <a:pt x="5109" y="2052"/>
                  </a:lnTo>
                  <a:cubicBezTo>
                    <a:pt x="5109" y="1945"/>
                    <a:pt x="5109" y="1945"/>
                    <a:pt x="5011" y="1847"/>
                  </a:cubicBezTo>
                  <a:lnTo>
                    <a:pt x="5011" y="1741"/>
                  </a:lnTo>
                  <a:lnTo>
                    <a:pt x="5011" y="1643"/>
                  </a:lnTo>
                  <a:cubicBezTo>
                    <a:pt x="5011" y="1537"/>
                    <a:pt x="4905" y="1537"/>
                    <a:pt x="4905" y="1537"/>
                  </a:cubicBezTo>
                  <a:lnTo>
                    <a:pt x="4905" y="1439"/>
                  </a:lnTo>
                  <a:cubicBezTo>
                    <a:pt x="4905" y="1332"/>
                    <a:pt x="4807" y="1332"/>
                    <a:pt x="4807" y="1332"/>
                  </a:cubicBezTo>
                  <a:cubicBezTo>
                    <a:pt x="4398" y="621"/>
                    <a:pt x="3679" y="106"/>
                    <a:pt x="2862" y="8"/>
                  </a:cubicBezTo>
                  <a:cubicBezTo>
                    <a:pt x="2787" y="3"/>
                    <a:pt x="2712" y="0"/>
                    <a:pt x="2638"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3"/>
            <p:cNvSpPr/>
            <p:nvPr/>
          </p:nvSpPr>
          <p:spPr>
            <a:xfrm>
              <a:off x="2430500" y="6177038"/>
              <a:ext cx="148175" cy="129600"/>
            </a:xfrm>
            <a:custGeom>
              <a:rect b="b" l="l" r="r" t="t"/>
              <a:pathLst>
                <a:path extrusionOk="0" h="5184" w="5927">
                  <a:moveTo>
                    <a:pt x="2957" y="1"/>
                  </a:moveTo>
                  <a:cubicBezTo>
                    <a:pt x="2538" y="1"/>
                    <a:pt x="2116" y="105"/>
                    <a:pt x="1733" y="330"/>
                  </a:cubicBezTo>
                  <a:cubicBezTo>
                    <a:pt x="409" y="943"/>
                    <a:pt x="0" y="2577"/>
                    <a:pt x="613" y="3803"/>
                  </a:cubicBezTo>
                  <a:cubicBezTo>
                    <a:pt x="1119" y="4676"/>
                    <a:pt x="2043" y="5184"/>
                    <a:pt x="3011" y="5184"/>
                  </a:cubicBezTo>
                  <a:cubicBezTo>
                    <a:pt x="3403" y="5184"/>
                    <a:pt x="3803" y="5100"/>
                    <a:pt x="4185" y="4923"/>
                  </a:cubicBezTo>
                  <a:cubicBezTo>
                    <a:pt x="5411" y="4212"/>
                    <a:pt x="5926" y="2675"/>
                    <a:pt x="5207" y="1351"/>
                  </a:cubicBezTo>
                  <a:cubicBezTo>
                    <a:pt x="4785" y="508"/>
                    <a:pt x="3880" y="1"/>
                    <a:pt x="2957" y="1"/>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3"/>
            <p:cNvSpPr/>
            <p:nvPr/>
          </p:nvSpPr>
          <p:spPr>
            <a:xfrm>
              <a:off x="2461150" y="6182613"/>
              <a:ext cx="117525" cy="124825"/>
            </a:xfrm>
            <a:custGeom>
              <a:rect b="b" l="l" r="r" t="t"/>
              <a:pathLst>
                <a:path extrusionOk="0" h="4993" w="4701">
                  <a:moveTo>
                    <a:pt x="2861" y="0"/>
                  </a:moveTo>
                  <a:lnTo>
                    <a:pt x="2861" y="0"/>
                  </a:lnTo>
                  <a:cubicBezTo>
                    <a:pt x="3164" y="311"/>
                    <a:pt x="3368" y="515"/>
                    <a:pt x="3572" y="818"/>
                  </a:cubicBezTo>
                  <a:cubicBezTo>
                    <a:pt x="4185" y="2150"/>
                    <a:pt x="3678" y="3678"/>
                    <a:pt x="2452" y="4398"/>
                  </a:cubicBezTo>
                  <a:cubicBezTo>
                    <a:pt x="2074" y="4587"/>
                    <a:pt x="1695" y="4666"/>
                    <a:pt x="1317" y="4666"/>
                  </a:cubicBezTo>
                  <a:cubicBezTo>
                    <a:pt x="878" y="4666"/>
                    <a:pt x="439" y="4560"/>
                    <a:pt x="0" y="4398"/>
                  </a:cubicBezTo>
                  <a:lnTo>
                    <a:pt x="0" y="4398"/>
                  </a:lnTo>
                  <a:cubicBezTo>
                    <a:pt x="498" y="4771"/>
                    <a:pt x="1108" y="4993"/>
                    <a:pt x="1740" y="4993"/>
                  </a:cubicBezTo>
                  <a:cubicBezTo>
                    <a:pt x="2145" y="4993"/>
                    <a:pt x="2560" y="4901"/>
                    <a:pt x="2959" y="4700"/>
                  </a:cubicBezTo>
                  <a:cubicBezTo>
                    <a:pt x="4185" y="3989"/>
                    <a:pt x="4700" y="2452"/>
                    <a:pt x="3981" y="1128"/>
                  </a:cubicBezTo>
                  <a:cubicBezTo>
                    <a:pt x="3777" y="720"/>
                    <a:pt x="3368" y="311"/>
                    <a:pt x="2861"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3"/>
            <p:cNvSpPr/>
            <p:nvPr/>
          </p:nvSpPr>
          <p:spPr>
            <a:xfrm>
              <a:off x="2445825" y="6210813"/>
              <a:ext cx="119975" cy="68875"/>
            </a:xfrm>
            <a:custGeom>
              <a:rect b="b" l="l" r="r" t="t"/>
              <a:pathLst>
                <a:path extrusionOk="0" h="2755" w="4799">
                  <a:moveTo>
                    <a:pt x="4594" y="0"/>
                  </a:moveTo>
                  <a:lnTo>
                    <a:pt x="0" y="2452"/>
                  </a:lnTo>
                  <a:cubicBezTo>
                    <a:pt x="0" y="2452"/>
                    <a:pt x="0" y="2550"/>
                    <a:pt x="99" y="2550"/>
                  </a:cubicBezTo>
                  <a:cubicBezTo>
                    <a:pt x="99" y="2657"/>
                    <a:pt x="99" y="2657"/>
                    <a:pt x="205" y="2755"/>
                  </a:cubicBezTo>
                  <a:lnTo>
                    <a:pt x="4798" y="303"/>
                  </a:lnTo>
                  <a:cubicBezTo>
                    <a:pt x="4700" y="303"/>
                    <a:pt x="4700" y="205"/>
                    <a:pt x="4700" y="98"/>
                  </a:cubicBezTo>
                  <a:cubicBezTo>
                    <a:pt x="4700" y="98"/>
                    <a:pt x="4594" y="98"/>
                    <a:pt x="4594"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3"/>
            <p:cNvSpPr/>
            <p:nvPr/>
          </p:nvSpPr>
          <p:spPr>
            <a:xfrm>
              <a:off x="2443175" y="6208163"/>
              <a:ext cx="120175" cy="66425"/>
            </a:xfrm>
            <a:custGeom>
              <a:rect b="b" l="l" r="r" t="t"/>
              <a:pathLst>
                <a:path extrusionOk="0" h="2657" w="4807">
                  <a:moveTo>
                    <a:pt x="4602" y="0"/>
                  </a:moveTo>
                  <a:lnTo>
                    <a:pt x="0" y="2354"/>
                  </a:lnTo>
                  <a:cubicBezTo>
                    <a:pt x="106" y="2452"/>
                    <a:pt x="106" y="2452"/>
                    <a:pt x="106" y="2558"/>
                  </a:cubicBezTo>
                  <a:lnTo>
                    <a:pt x="205" y="2656"/>
                  </a:lnTo>
                  <a:lnTo>
                    <a:pt x="4806" y="311"/>
                  </a:lnTo>
                  <a:cubicBezTo>
                    <a:pt x="4806" y="204"/>
                    <a:pt x="4806" y="204"/>
                    <a:pt x="4700" y="106"/>
                  </a:cubicBezTo>
                  <a:cubicBezTo>
                    <a:pt x="4700" y="106"/>
                    <a:pt x="4700" y="0"/>
                    <a:pt x="4602" y="0"/>
                  </a:cubicBez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2" name="Google Shape;172;p3"/>
          <p:cNvGrpSpPr/>
          <p:nvPr/>
        </p:nvGrpSpPr>
        <p:grpSpPr>
          <a:xfrm>
            <a:off x="580675" y="3130200"/>
            <a:ext cx="531275" cy="821125"/>
            <a:chOff x="238125" y="3188925"/>
            <a:chExt cx="531275" cy="821125"/>
          </a:xfrm>
        </p:grpSpPr>
        <p:sp>
          <p:nvSpPr>
            <p:cNvPr id="173" name="Google Shape;173;p3"/>
            <p:cNvSpPr/>
            <p:nvPr/>
          </p:nvSpPr>
          <p:spPr>
            <a:xfrm>
              <a:off x="281625" y="3275750"/>
              <a:ext cx="487775" cy="734300"/>
            </a:xfrm>
            <a:custGeom>
              <a:rect b="b" l="l" r="r" t="t"/>
              <a:pathLst>
                <a:path extrusionOk="0" h="29372" w="19511">
                  <a:moveTo>
                    <a:pt x="11950" y="1"/>
                  </a:moveTo>
                  <a:lnTo>
                    <a:pt x="1" y="3475"/>
                  </a:lnTo>
                  <a:lnTo>
                    <a:pt x="7357" y="28403"/>
                  </a:lnTo>
                  <a:cubicBezTo>
                    <a:pt x="7526" y="28991"/>
                    <a:pt x="8040" y="29371"/>
                    <a:pt x="8619" y="29371"/>
                  </a:cubicBezTo>
                  <a:cubicBezTo>
                    <a:pt x="8741" y="29371"/>
                    <a:pt x="8866" y="29354"/>
                    <a:pt x="8992" y="29319"/>
                  </a:cubicBezTo>
                  <a:lnTo>
                    <a:pt x="18391" y="26564"/>
                  </a:lnTo>
                  <a:cubicBezTo>
                    <a:pt x="19102" y="26360"/>
                    <a:pt x="19511" y="25641"/>
                    <a:pt x="19306" y="24930"/>
                  </a:cubicBezTo>
                  <a:lnTo>
                    <a:pt x="11950" y="1"/>
                  </a:lnTo>
                  <a:close/>
                </a:path>
              </a:pathLst>
            </a:custGeom>
            <a:solidFill>
              <a:srgbClr val="FF78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3"/>
            <p:cNvSpPr/>
            <p:nvPr/>
          </p:nvSpPr>
          <p:spPr>
            <a:xfrm>
              <a:off x="324950" y="3418800"/>
              <a:ext cx="365375" cy="316750"/>
            </a:xfrm>
            <a:custGeom>
              <a:rect b="b" l="l" r="r" t="t"/>
              <a:pathLst>
                <a:path extrusionOk="0" h="12670" w="14615">
                  <a:moveTo>
                    <a:pt x="11852" y="0"/>
                  </a:moveTo>
                  <a:lnTo>
                    <a:pt x="1" y="3474"/>
                  </a:lnTo>
                  <a:lnTo>
                    <a:pt x="2657" y="12669"/>
                  </a:lnTo>
                  <a:lnTo>
                    <a:pt x="14615" y="9195"/>
                  </a:lnTo>
                  <a:lnTo>
                    <a:pt x="11852"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3"/>
            <p:cNvSpPr/>
            <p:nvPr/>
          </p:nvSpPr>
          <p:spPr>
            <a:xfrm>
              <a:off x="238125" y="3188925"/>
              <a:ext cx="360250" cy="178800"/>
            </a:xfrm>
            <a:custGeom>
              <a:rect b="b" l="l" r="r" t="t"/>
              <a:pathLst>
                <a:path extrusionOk="0" h="7152" w="14410">
                  <a:moveTo>
                    <a:pt x="13486" y="0"/>
                  </a:moveTo>
                  <a:lnTo>
                    <a:pt x="0" y="3981"/>
                  </a:lnTo>
                  <a:lnTo>
                    <a:pt x="1022" y="7152"/>
                  </a:lnTo>
                  <a:lnTo>
                    <a:pt x="14410" y="3270"/>
                  </a:lnTo>
                  <a:lnTo>
                    <a:pt x="1348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3"/>
            <p:cNvSpPr/>
            <p:nvPr/>
          </p:nvSpPr>
          <p:spPr>
            <a:xfrm>
              <a:off x="250975" y="3280875"/>
              <a:ext cx="38250" cy="84200"/>
            </a:xfrm>
            <a:custGeom>
              <a:rect b="b" l="l" r="r" t="t"/>
              <a:pathLst>
                <a:path extrusionOk="0" h="3368" w="1530">
                  <a:moveTo>
                    <a:pt x="614" y="0"/>
                  </a:moveTo>
                  <a:lnTo>
                    <a:pt x="1" y="205"/>
                  </a:lnTo>
                  <a:lnTo>
                    <a:pt x="916" y="3368"/>
                  </a:lnTo>
                  <a:lnTo>
                    <a:pt x="1529" y="3163"/>
                  </a:lnTo>
                  <a:lnTo>
                    <a:pt x="614" y="0"/>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3"/>
            <p:cNvSpPr/>
            <p:nvPr/>
          </p:nvSpPr>
          <p:spPr>
            <a:xfrm>
              <a:off x="281625" y="3273100"/>
              <a:ext cx="35800" cy="84425"/>
            </a:xfrm>
            <a:custGeom>
              <a:rect b="b" l="l" r="r" t="t"/>
              <a:pathLst>
                <a:path extrusionOk="0" h="3377" w="1432">
                  <a:moveTo>
                    <a:pt x="508" y="1"/>
                  </a:moveTo>
                  <a:lnTo>
                    <a:pt x="1" y="107"/>
                  </a:lnTo>
                  <a:lnTo>
                    <a:pt x="916" y="3376"/>
                  </a:lnTo>
                  <a:lnTo>
                    <a:pt x="1431" y="3172"/>
                  </a:lnTo>
                  <a:lnTo>
                    <a:pt x="508" y="1"/>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3"/>
            <p:cNvSpPr/>
            <p:nvPr/>
          </p:nvSpPr>
          <p:spPr>
            <a:xfrm>
              <a:off x="309625" y="3262875"/>
              <a:ext cx="38450" cy="84425"/>
            </a:xfrm>
            <a:custGeom>
              <a:rect b="b" l="l" r="r" t="t"/>
              <a:pathLst>
                <a:path extrusionOk="0" h="3377" w="1538">
                  <a:moveTo>
                    <a:pt x="614" y="1"/>
                  </a:moveTo>
                  <a:lnTo>
                    <a:pt x="1" y="205"/>
                  </a:lnTo>
                  <a:lnTo>
                    <a:pt x="1022" y="3377"/>
                  </a:lnTo>
                  <a:lnTo>
                    <a:pt x="1537" y="3270"/>
                  </a:lnTo>
                  <a:lnTo>
                    <a:pt x="614" y="1"/>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3"/>
            <p:cNvSpPr/>
            <p:nvPr/>
          </p:nvSpPr>
          <p:spPr>
            <a:xfrm>
              <a:off x="340275" y="3255325"/>
              <a:ext cx="38450" cy="84200"/>
            </a:xfrm>
            <a:custGeom>
              <a:rect b="b" l="l" r="r" t="t"/>
              <a:pathLst>
                <a:path extrusionOk="0" h="3368" w="1538">
                  <a:moveTo>
                    <a:pt x="614" y="1"/>
                  </a:moveTo>
                  <a:lnTo>
                    <a:pt x="1" y="205"/>
                  </a:lnTo>
                  <a:lnTo>
                    <a:pt x="924" y="3368"/>
                  </a:lnTo>
                  <a:lnTo>
                    <a:pt x="1537" y="3164"/>
                  </a:lnTo>
                  <a:lnTo>
                    <a:pt x="614" y="1"/>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3"/>
            <p:cNvSpPr/>
            <p:nvPr/>
          </p:nvSpPr>
          <p:spPr>
            <a:xfrm>
              <a:off x="370925" y="3245100"/>
              <a:ext cx="38450" cy="84225"/>
            </a:xfrm>
            <a:custGeom>
              <a:rect b="b" l="l" r="r" t="t"/>
              <a:pathLst>
                <a:path extrusionOk="0" h="3369" w="1538">
                  <a:moveTo>
                    <a:pt x="516" y="1"/>
                  </a:moveTo>
                  <a:lnTo>
                    <a:pt x="1" y="205"/>
                  </a:lnTo>
                  <a:lnTo>
                    <a:pt x="924" y="3368"/>
                  </a:lnTo>
                  <a:lnTo>
                    <a:pt x="1537" y="3270"/>
                  </a:lnTo>
                  <a:lnTo>
                    <a:pt x="516" y="1"/>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3"/>
            <p:cNvSpPr/>
            <p:nvPr/>
          </p:nvSpPr>
          <p:spPr>
            <a:xfrm>
              <a:off x="401575" y="3237350"/>
              <a:ext cx="35800" cy="84400"/>
            </a:xfrm>
            <a:custGeom>
              <a:rect b="b" l="l" r="r" t="t"/>
              <a:pathLst>
                <a:path extrusionOk="0" h="3376" w="1432">
                  <a:moveTo>
                    <a:pt x="516" y="0"/>
                  </a:moveTo>
                  <a:lnTo>
                    <a:pt x="1" y="205"/>
                  </a:lnTo>
                  <a:lnTo>
                    <a:pt x="924" y="3376"/>
                  </a:lnTo>
                  <a:lnTo>
                    <a:pt x="1431" y="3172"/>
                  </a:lnTo>
                  <a:lnTo>
                    <a:pt x="516" y="0"/>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3"/>
            <p:cNvSpPr/>
            <p:nvPr/>
          </p:nvSpPr>
          <p:spPr>
            <a:xfrm>
              <a:off x="429775" y="3229775"/>
              <a:ext cx="38250" cy="81775"/>
            </a:xfrm>
            <a:custGeom>
              <a:rect b="b" l="l" r="r" t="t"/>
              <a:pathLst>
                <a:path extrusionOk="0" h="3271" w="1530">
                  <a:moveTo>
                    <a:pt x="614" y="1"/>
                  </a:moveTo>
                  <a:lnTo>
                    <a:pt x="1" y="99"/>
                  </a:lnTo>
                  <a:lnTo>
                    <a:pt x="916" y="3270"/>
                  </a:lnTo>
                  <a:lnTo>
                    <a:pt x="1529" y="3164"/>
                  </a:lnTo>
                  <a:lnTo>
                    <a:pt x="614" y="1"/>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3"/>
            <p:cNvSpPr/>
            <p:nvPr/>
          </p:nvSpPr>
          <p:spPr>
            <a:xfrm>
              <a:off x="460425" y="3219575"/>
              <a:ext cx="38250" cy="84200"/>
            </a:xfrm>
            <a:custGeom>
              <a:rect b="b" l="l" r="r" t="t"/>
              <a:pathLst>
                <a:path extrusionOk="0" h="3368" w="1530">
                  <a:moveTo>
                    <a:pt x="614" y="0"/>
                  </a:moveTo>
                  <a:lnTo>
                    <a:pt x="1" y="205"/>
                  </a:lnTo>
                  <a:lnTo>
                    <a:pt x="916" y="3368"/>
                  </a:lnTo>
                  <a:lnTo>
                    <a:pt x="1529" y="3163"/>
                  </a:lnTo>
                  <a:lnTo>
                    <a:pt x="614" y="0"/>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3"/>
            <p:cNvSpPr/>
            <p:nvPr/>
          </p:nvSpPr>
          <p:spPr>
            <a:xfrm>
              <a:off x="491075" y="3211800"/>
              <a:ext cx="35800" cy="84425"/>
            </a:xfrm>
            <a:custGeom>
              <a:rect b="b" l="l" r="r" t="t"/>
              <a:pathLst>
                <a:path extrusionOk="0" h="3377" w="1432">
                  <a:moveTo>
                    <a:pt x="507" y="1"/>
                  </a:moveTo>
                  <a:lnTo>
                    <a:pt x="1" y="107"/>
                  </a:lnTo>
                  <a:lnTo>
                    <a:pt x="916" y="3376"/>
                  </a:lnTo>
                  <a:lnTo>
                    <a:pt x="1431" y="3172"/>
                  </a:lnTo>
                  <a:lnTo>
                    <a:pt x="507" y="1"/>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3"/>
            <p:cNvSpPr/>
            <p:nvPr/>
          </p:nvSpPr>
          <p:spPr>
            <a:xfrm>
              <a:off x="519075" y="3201575"/>
              <a:ext cx="38450" cy="84425"/>
            </a:xfrm>
            <a:custGeom>
              <a:rect b="b" l="l" r="r" t="t"/>
              <a:pathLst>
                <a:path extrusionOk="0" h="3377" w="1538">
                  <a:moveTo>
                    <a:pt x="613" y="1"/>
                  </a:moveTo>
                  <a:lnTo>
                    <a:pt x="0" y="205"/>
                  </a:lnTo>
                  <a:lnTo>
                    <a:pt x="1022" y="3377"/>
                  </a:lnTo>
                  <a:lnTo>
                    <a:pt x="1537" y="3270"/>
                  </a:lnTo>
                  <a:lnTo>
                    <a:pt x="613" y="1"/>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3"/>
            <p:cNvSpPr/>
            <p:nvPr/>
          </p:nvSpPr>
          <p:spPr>
            <a:xfrm>
              <a:off x="549725" y="3194025"/>
              <a:ext cx="38450" cy="84200"/>
            </a:xfrm>
            <a:custGeom>
              <a:rect b="b" l="l" r="r" t="t"/>
              <a:pathLst>
                <a:path extrusionOk="0" h="3368" w="1538">
                  <a:moveTo>
                    <a:pt x="613" y="1"/>
                  </a:moveTo>
                  <a:lnTo>
                    <a:pt x="0" y="99"/>
                  </a:lnTo>
                  <a:lnTo>
                    <a:pt x="924" y="3368"/>
                  </a:lnTo>
                  <a:lnTo>
                    <a:pt x="1537" y="3164"/>
                  </a:lnTo>
                  <a:lnTo>
                    <a:pt x="613" y="1"/>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3"/>
            <p:cNvSpPr/>
            <p:nvPr/>
          </p:nvSpPr>
          <p:spPr>
            <a:xfrm>
              <a:off x="281625" y="3275750"/>
              <a:ext cx="309000" cy="122625"/>
            </a:xfrm>
            <a:custGeom>
              <a:rect b="b" l="l" r="r" t="t"/>
              <a:pathLst>
                <a:path extrusionOk="0" h="4905" w="12360">
                  <a:moveTo>
                    <a:pt x="11950" y="1"/>
                  </a:moveTo>
                  <a:lnTo>
                    <a:pt x="1" y="3475"/>
                  </a:lnTo>
                  <a:lnTo>
                    <a:pt x="410" y="4905"/>
                  </a:lnTo>
                  <a:lnTo>
                    <a:pt x="12359" y="1325"/>
                  </a:lnTo>
                  <a:lnTo>
                    <a:pt x="11950" y="1"/>
                  </a:lnTo>
                  <a:close/>
                </a:path>
              </a:pathLst>
            </a:custGeom>
            <a:solidFill>
              <a:srgbClr val="F56E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3"/>
            <p:cNvSpPr/>
            <p:nvPr/>
          </p:nvSpPr>
          <p:spPr>
            <a:xfrm>
              <a:off x="557500" y="3574500"/>
              <a:ext cx="86850" cy="38425"/>
            </a:xfrm>
            <a:custGeom>
              <a:rect b="b" l="l" r="r" t="t"/>
              <a:pathLst>
                <a:path extrusionOk="0" h="1537" w="3474">
                  <a:moveTo>
                    <a:pt x="3367" y="0"/>
                  </a:moveTo>
                  <a:lnTo>
                    <a:pt x="0" y="1022"/>
                  </a:lnTo>
                  <a:lnTo>
                    <a:pt x="204" y="1537"/>
                  </a:lnTo>
                  <a:lnTo>
                    <a:pt x="3474" y="613"/>
                  </a:lnTo>
                  <a:lnTo>
                    <a:pt x="3367" y="0"/>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3"/>
            <p:cNvSpPr/>
            <p:nvPr/>
          </p:nvSpPr>
          <p:spPr>
            <a:xfrm>
              <a:off x="549725" y="3546500"/>
              <a:ext cx="86875" cy="38250"/>
            </a:xfrm>
            <a:custGeom>
              <a:rect b="b" l="l" r="r" t="t"/>
              <a:pathLst>
                <a:path extrusionOk="0" h="1530" w="3475">
                  <a:moveTo>
                    <a:pt x="3270" y="1"/>
                  </a:moveTo>
                  <a:lnTo>
                    <a:pt x="0" y="1022"/>
                  </a:lnTo>
                  <a:lnTo>
                    <a:pt x="205" y="1529"/>
                  </a:lnTo>
                  <a:lnTo>
                    <a:pt x="3474" y="614"/>
                  </a:lnTo>
                  <a:lnTo>
                    <a:pt x="3270" y="1"/>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3"/>
            <p:cNvSpPr/>
            <p:nvPr/>
          </p:nvSpPr>
          <p:spPr>
            <a:xfrm>
              <a:off x="542175" y="3518300"/>
              <a:ext cx="86850" cy="38450"/>
            </a:xfrm>
            <a:custGeom>
              <a:rect b="b" l="l" r="r" t="t"/>
              <a:pathLst>
                <a:path extrusionOk="0" h="1538" w="3474">
                  <a:moveTo>
                    <a:pt x="3269" y="1"/>
                  </a:moveTo>
                  <a:lnTo>
                    <a:pt x="0" y="1022"/>
                  </a:lnTo>
                  <a:lnTo>
                    <a:pt x="98" y="1537"/>
                  </a:lnTo>
                  <a:lnTo>
                    <a:pt x="3474" y="614"/>
                  </a:lnTo>
                  <a:lnTo>
                    <a:pt x="3269" y="1"/>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3"/>
            <p:cNvSpPr/>
            <p:nvPr/>
          </p:nvSpPr>
          <p:spPr>
            <a:xfrm>
              <a:off x="360725" y="3514550"/>
              <a:ext cx="84400" cy="75050"/>
            </a:xfrm>
            <a:custGeom>
              <a:rect b="b" l="l" r="r" t="t"/>
              <a:pathLst>
                <a:path extrusionOk="0" h="3002" w="3376">
                  <a:moveTo>
                    <a:pt x="1712" y="1"/>
                  </a:moveTo>
                  <a:cubicBezTo>
                    <a:pt x="1583" y="1"/>
                    <a:pt x="1454" y="18"/>
                    <a:pt x="1332" y="53"/>
                  </a:cubicBezTo>
                  <a:cubicBezTo>
                    <a:pt x="515" y="355"/>
                    <a:pt x="0" y="1172"/>
                    <a:pt x="311" y="1892"/>
                  </a:cubicBezTo>
                  <a:cubicBezTo>
                    <a:pt x="474" y="2546"/>
                    <a:pt x="1031" y="3002"/>
                    <a:pt x="1666" y="3002"/>
                  </a:cubicBezTo>
                  <a:cubicBezTo>
                    <a:pt x="1824" y="3002"/>
                    <a:pt x="1987" y="2974"/>
                    <a:pt x="2150" y="2913"/>
                  </a:cubicBezTo>
                  <a:cubicBezTo>
                    <a:pt x="2967" y="2709"/>
                    <a:pt x="3376" y="1892"/>
                    <a:pt x="3171" y="1074"/>
                  </a:cubicBezTo>
                  <a:cubicBezTo>
                    <a:pt x="3002" y="397"/>
                    <a:pt x="2339" y="1"/>
                    <a:pt x="1712" y="1"/>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3"/>
            <p:cNvSpPr/>
            <p:nvPr/>
          </p:nvSpPr>
          <p:spPr>
            <a:xfrm>
              <a:off x="450200" y="3847900"/>
              <a:ext cx="319200" cy="162150"/>
            </a:xfrm>
            <a:custGeom>
              <a:rect b="b" l="l" r="r" t="t"/>
              <a:pathLst>
                <a:path extrusionOk="0" h="6486" w="12768">
                  <a:moveTo>
                    <a:pt x="1" y="3572"/>
                  </a:moveTo>
                  <a:lnTo>
                    <a:pt x="1" y="3572"/>
                  </a:lnTo>
                  <a:cubicBezTo>
                    <a:pt x="9" y="3599"/>
                    <a:pt x="17" y="3625"/>
                    <a:pt x="26" y="3651"/>
                  </a:cubicBezTo>
                  <a:lnTo>
                    <a:pt x="26" y="3651"/>
                  </a:lnTo>
                  <a:lnTo>
                    <a:pt x="1" y="3572"/>
                  </a:lnTo>
                  <a:close/>
                  <a:moveTo>
                    <a:pt x="11950" y="0"/>
                  </a:moveTo>
                  <a:cubicBezTo>
                    <a:pt x="12155" y="711"/>
                    <a:pt x="11746" y="1431"/>
                    <a:pt x="11035" y="1635"/>
                  </a:cubicBezTo>
                  <a:lnTo>
                    <a:pt x="1636" y="4496"/>
                  </a:lnTo>
                  <a:cubicBezTo>
                    <a:pt x="1510" y="4531"/>
                    <a:pt x="1385" y="4548"/>
                    <a:pt x="1263" y="4548"/>
                  </a:cubicBezTo>
                  <a:cubicBezTo>
                    <a:pt x="710" y="4548"/>
                    <a:pt x="216" y="4200"/>
                    <a:pt x="26" y="3651"/>
                  </a:cubicBezTo>
                  <a:lnTo>
                    <a:pt x="26" y="3651"/>
                  </a:lnTo>
                  <a:lnTo>
                    <a:pt x="614" y="5517"/>
                  </a:lnTo>
                  <a:cubicBezTo>
                    <a:pt x="783" y="6105"/>
                    <a:pt x="1297" y="6485"/>
                    <a:pt x="1876" y="6485"/>
                  </a:cubicBezTo>
                  <a:cubicBezTo>
                    <a:pt x="1998" y="6485"/>
                    <a:pt x="2123" y="6468"/>
                    <a:pt x="2249" y="6433"/>
                  </a:cubicBezTo>
                  <a:lnTo>
                    <a:pt x="11648" y="3678"/>
                  </a:lnTo>
                  <a:cubicBezTo>
                    <a:pt x="12359" y="3474"/>
                    <a:pt x="12768" y="2755"/>
                    <a:pt x="12563" y="2044"/>
                  </a:cubicBezTo>
                  <a:lnTo>
                    <a:pt x="11950" y="0"/>
                  </a:lnTo>
                  <a:close/>
                </a:path>
              </a:pathLst>
            </a:custGeom>
            <a:solidFill>
              <a:srgbClr val="F56E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3" name="Google Shape;193;p3"/>
          <p:cNvGrpSpPr/>
          <p:nvPr/>
        </p:nvGrpSpPr>
        <p:grpSpPr>
          <a:xfrm>
            <a:off x="7950550" y="4029050"/>
            <a:ext cx="480225" cy="615300"/>
            <a:chOff x="912850" y="4743425"/>
            <a:chExt cx="480225" cy="615300"/>
          </a:xfrm>
        </p:grpSpPr>
        <p:sp>
          <p:nvSpPr>
            <p:cNvPr id="194" name="Google Shape;194;p3"/>
            <p:cNvSpPr/>
            <p:nvPr/>
          </p:nvSpPr>
          <p:spPr>
            <a:xfrm>
              <a:off x="912850" y="4825175"/>
              <a:ext cx="480225" cy="533550"/>
            </a:xfrm>
            <a:custGeom>
              <a:rect b="b" l="l" r="r" t="t"/>
              <a:pathLst>
                <a:path extrusionOk="0" h="21342" w="19209">
                  <a:moveTo>
                    <a:pt x="5927" y="0"/>
                  </a:moveTo>
                  <a:lnTo>
                    <a:pt x="5722" y="1022"/>
                  </a:lnTo>
                  <a:cubicBezTo>
                    <a:pt x="4194" y="1120"/>
                    <a:pt x="2968" y="2044"/>
                    <a:pt x="2763" y="3270"/>
                  </a:cubicBezTo>
                  <a:lnTo>
                    <a:pt x="311" y="15832"/>
                  </a:lnTo>
                  <a:cubicBezTo>
                    <a:pt x="1" y="17467"/>
                    <a:pt x="1227" y="19101"/>
                    <a:pt x="3172" y="19412"/>
                  </a:cubicBezTo>
                  <a:lnTo>
                    <a:pt x="12572" y="21251"/>
                  </a:lnTo>
                  <a:cubicBezTo>
                    <a:pt x="12846" y="21312"/>
                    <a:pt x="13120" y="21341"/>
                    <a:pt x="13390" y="21341"/>
                  </a:cubicBezTo>
                  <a:cubicBezTo>
                    <a:pt x="14925" y="21341"/>
                    <a:pt x="16295" y="20394"/>
                    <a:pt x="16552" y="19003"/>
                  </a:cubicBezTo>
                  <a:lnTo>
                    <a:pt x="19004" y="6539"/>
                  </a:lnTo>
                  <a:cubicBezTo>
                    <a:pt x="19208" y="5207"/>
                    <a:pt x="18497" y="3883"/>
                    <a:pt x="17165" y="3270"/>
                  </a:cubicBezTo>
                  <a:lnTo>
                    <a:pt x="17369" y="2248"/>
                  </a:lnTo>
                  <a:lnTo>
                    <a:pt x="5927" y="0"/>
                  </a:ln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3"/>
            <p:cNvSpPr/>
            <p:nvPr/>
          </p:nvSpPr>
          <p:spPr>
            <a:xfrm>
              <a:off x="1055900" y="4825175"/>
              <a:ext cx="291200" cy="71525"/>
            </a:xfrm>
            <a:custGeom>
              <a:rect b="b" l="l" r="r" t="t"/>
              <a:pathLst>
                <a:path extrusionOk="0" h="2861" w="11648">
                  <a:moveTo>
                    <a:pt x="205" y="0"/>
                  </a:moveTo>
                  <a:lnTo>
                    <a:pt x="0" y="613"/>
                  </a:lnTo>
                  <a:lnTo>
                    <a:pt x="11549" y="2861"/>
                  </a:lnTo>
                  <a:lnTo>
                    <a:pt x="11647" y="2248"/>
                  </a:lnTo>
                  <a:lnTo>
                    <a:pt x="205" y="0"/>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3"/>
            <p:cNvSpPr/>
            <p:nvPr/>
          </p:nvSpPr>
          <p:spPr>
            <a:xfrm>
              <a:off x="1038125" y="4743425"/>
              <a:ext cx="344725" cy="143075"/>
            </a:xfrm>
            <a:custGeom>
              <a:rect b="b" l="l" r="r" t="t"/>
              <a:pathLst>
                <a:path extrusionOk="0" h="5723" w="13789">
                  <a:moveTo>
                    <a:pt x="613" y="1"/>
                  </a:moveTo>
                  <a:lnTo>
                    <a:pt x="0" y="3066"/>
                  </a:lnTo>
                  <a:lnTo>
                    <a:pt x="13176" y="5722"/>
                  </a:lnTo>
                  <a:lnTo>
                    <a:pt x="13789" y="2657"/>
                  </a:lnTo>
                  <a:lnTo>
                    <a:pt x="613"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3"/>
            <p:cNvSpPr/>
            <p:nvPr/>
          </p:nvSpPr>
          <p:spPr>
            <a:xfrm>
              <a:off x="1050775" y="4745900"/>
              <a:ext cx="28225" cy="79300"/>
            </a:xfrm>
            <a:custGeom>
              <a:rect b="b" l="l" r="r" t="t"/>
              <a:pathLst>
                <a:path extrusionOk="0" h="3172" w="1129">
                  <a:moveTo>
                    <a:pt x="614" y="0"/>
                  </a:moveTo>
                  <a:lnTo>
                    <a:pt x="1" y="3065"/>
                  </a:lnTo>
                  <a:lnTo>
                    <a:pt x="516" y="3171"/>
                  </a:lnTo>
                  <a:lnTo>
                    <a:pt x="1129" y="106"/>
                  </a:lnTo>
                  <a:lnTo>
                    <a:pt x="614" y="0"/>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3"/>
            <p:cNvSpPr/>
            <p:nvPr/>
          </p:nvSpPr>
          <p:spPr>
            <a:xfrm>
              <a:off x="1078975" y="4751000"/>
              <a:ext cx="30675" cy="81750"/>
            </a:xfrm>
            <a:custGeom>
              <a:rect b="b" l="l" r="r" t="t"/>
              <a:pathLst>
                <a:path extrusionOk="0" h="3270" w="1227">
                  <a:moveTo>
                    <a:pt x="614" y="0"/>
                  </a:moveTo>
                  <a:lnTo>
                    <a:pt x="1" y="3172"/>
                  </a:lnTo>
                  <a:lnTo>
                    <a:pt x="614" y="3270"/>
                  </a:lnTo>
                  <a:lnTo>
                    <a:pt x="1227" y="107"/>
                  </a:lnTo>
                  <a:lnTo>
                    <a:pt x="614" y="0"/>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3"/>
            <p:cNvSpPr/>
            <p:nvPr/>
          </p:nvSpPr>
          <p:spPr>
            <a:xfrm>
              <a:off x="1109625" y="4756100"/>
              <a:ext cx="28025" cy="81775"/>
            </a:xfrm>
            <a:custGeom>
              <a:rect b="b" l="l" r="r" t="t"/>
              <a:pathLst>
                <a:path extrusionOk="0" h="3271" w="1121">
                  <a:moveTo>
                    <a:pt x="614" y="1"/>
                  </a:moveTo>
                  <a:lnTo>
                    <a:pt x="1" y="3172"/>
                  </a:lnTo>
                  <a:lnTo>
                    <a:pt x="508" y="3270"/>
                  </a:lnTo>
                  <a:lnTo>
                    <a:pt x="1121" y="107"/>
                  </a:lnTo>
                  <a:lnTo>
                    <a:pt x="614" y="1"/>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3"/>
            <p:cNvSpPr/>
            <p:nvPr/>
          </p:nvSpPr>
          <p:spPr>
            <a:xfrm>
              <a:off x="1137625" y="4763875"/>
              <a:ext cx="30675" cy="79100"/>
            </a:xfrm>
            <a:custGeom>
              <a:rect b="b" l="l" r="r" t="t"/>
              <a:pathLst>
                <a:path extrusionOk="0" h="3164" w="1227">
                  <a:moveTo>
                    <a:pt x="614" y="0"/>
                  </a:moveTo>
                  <a:lnTo>
                    <a:pt x="1" y="3065"/>
                  </a:lnTo>
                  <a:lnTo>
                    <a:pt x="516" y="3163"/>
                  </a:lnTo>
                  <a:lnTo>
                    <a:pt x="1227" y="98"/>
                  </a:lnTo>
                  <a:lnTo>
                    <a:pt x="614" y="0"/>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3"/>
            <p:cNvSpPr/>
            <p:nvPr/>
          </p:nvSpPr>
          <p:spPr>
            <a:xfrm>
              <a:off x="1165825" y="4768975"/>
              <a:ext cx="30675" cy="79100"/>
            </a:xfrm>
            <a:custGeom>
              <a:rect b="b" l="l" r="r" t="t"/>
              <a:pathLst>
                <a:path extrusionOk="0" h="3164" w="1227">
                  <a:moveTo>
                    <a:pt x="712" y="1"/>
                  </a:moveTo>
                  <a:lnTo>
                    <a:pt x="1" y="3066"/>
                  </a:lnTo>
                  <a:lnTo>
                    <a:pt x="614" y="3164"/>
                  </a:lnTo>
                  <a:lnTo>
                    <a:pt x="1227" y="99"/>
                  </a:lnTo>
                  <a:lnTo>
                    <a:pt x="712" y="1"/>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3"/>
            <p:cNvSpPr/>
            <p:nvPr/>
          </p:nvSpPr>
          <p:spPr>
            <a:xfrm>
              <a:off x="1196475" y="4774075"/>
              <a:ext cx="28025" cy="81775"/>
            </a:xfrm>
            <a:custGeom>
              <a:rect b="b" l="l" r="r" t="t"/>
              <a:pathLst>
                <a:path extrusionOk="0" h="3271" w="1121">
                  <a:moveTo>
                    <a:pt x="614" y="1"/>
                  </a:moveTo>
                  <a:lnTo>
                    <a:pt x="1" y="3164"/>
                  </a:lnTo>
                  <a:lnTo>
                    <a:pt x="507" y="3270"/>
                  </a:lnTo>
                  <a:lnTo>
                    <a:pt x="1120" y="99"/>
                  </a:lnTo>
                  <a:lnTo>
                    <a:pt x="614" y="1"/>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3"/>
            <p:cNvSpPr/>
            <p:nvPr/>
          </p:nvSpPr>
          <p:spPr>
            <a:xfrm>
              <a:off x="1224475" y="4779200"/>
              <a:ext cx="30675" cy="81750"/>
            </a:xfrm>
            <a:custGeom>
              <a:rect b="b" l="l" r="r" t="t"/>
              <a:pathLst>
                <a:path extrusionOk="0" h="3270" w="1227">
                  <a:moveTo>
                    <a:pt x="613" y="0"/>
                  </a:moveTo>
                  <a:lnTo>
                    <a:pt x="0" y="3163"/>
                  </a:lnTo>
                  <a:lnTo>
                    <a:pt x="613" y="3270"/>
                  </a:lnTo>
                  <a:lnTo>
                    <a:pt x="1226" y="98"/>
                  </a:lnTo>
                  <a:lnTo>
                    <a:pt x="613" y="0"/>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3"/>
            <p:cNvSpPr/>
            <p:nvPr/>
          </p:nvSpPr>
          <p:spPr>
            <a:xfrm>
              <a:off x="1255125" y="4786750"/>
              <a:ext cx="28225" cy="79300"/>
            </a:xfrm>
            <a:custGeom>
              <a:rect b="b" l="l" r="r" t="t"/>
              <a:pathLst>
                <a:path extrusionOk="0" h="3172" w="1129">
                  <a:moveTo>
                    <a:pt x="613" y="1"/>
                  </a:moveTo>
                  <a:lnTo>
                    <a:pt x="0" y="3066"/>
                  </a:lnTo>
                  <a:lnTo>
                    <a:pt x="515" y="3172"/>
                  </a:lnTo>
                  <a:lnTo>
                    <a:pt x="1128" y="107"/>
                  </a:lnTo>
                  <a:lnTo>
                    <a:pt x="613" y="1"/>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3"/>
            <p:cNvSpPr/>
            <p:nvPr/>
          </p:nvSpPr>
          <p:spPr>
            <a:xfrm>
              <a:off x="1283325" y="4791875"/>
              <a:ext cx="30675" cy="81750"/>
            </a:xfrm>
            <a:custGeom>
              <a:rect b="b" l="l" r="r" t="t"/>
              <a:pathLst>
                <a:path extrusionOk="0" h="3270" w="1227">
                  <a:moveTo>
                    <a:pt x="613" y="0"/>
                  </a:moveTo>
                  <a:lnTo>
                    <a:pt x="0" y="3171"/>
                  </a:lnTo>
                  <a:lnTo>
                    <a:pt x="613" y="3269"/>
                  </a:lnTo>
                  <a:lnTo>
                    <a:pt x="1226" y="106"/>
                  </a:lnTo>
                  <a:lnTo>
                    <a:pt x="613" y="0"/>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3"/>
            <p:cNvSpPr/>
            <p:nvPr/>
          </p:nvSpPr>
          <p:spPr>
            <a:xfrm>
              <a:off x="1313975" y="4796975"/>
              <a:ext cx="28000" cy="81750"/>
            </a:xfrm>
            <a:custGeom>
              <a:rect b="b" l="l" r="r" t="t"/>
              <a:pathLst>
                <a:path extrusionOk="0" h="3270" w="1120">
                  <a:moveTo>
                    <a:pt x="613" y="0"/>
                  </a:moveTo>
                  <a:lnTo>
                    <a:pt x="0" y="3172"/>
                  </a:lnTo>
                  <a:lnTo>
                    <a:pt x="507" y="3270"/>
                  </a:lnTo>
                  <a:lnTo>
                    <a:pt x="1120" y="107"/>
                  </a:lnTo>
                  <a:lnTo>
                    <a:pt x="613" y="0"/>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3"/>
            <p:cNvSpPr/>
            <p:nvPr/>
          </p:nvSpPr>
          <p:spPr>
            <a:xfrm>
              <a:off x="1341950" y="4804725"/>
              <a:ext cx="30675" cy="79125"/>
            </a:xfrm>
            <a:custGeom>
              <a:rect b="b" l="l" r="r" t="t"/>
              <a:pathLst>
                <a:path extrusionOk="0" h="3165" w="1227">
                  <a:moveTo>
                    <a:pt x="614" y="1"/>
                  </a:moveTo>
                  <a:lnTo>
                    <a:pt x="1" y="3066"/>
                  </a:lnTo>
                  <a:lnTo>
                    <a:pt x="516" y="3164"/>
                  </a:lnTo>
                  <a:lnTo>
                    <a:pt x="1227" y="99"/>
                  </a:lnTo>
                  <a:lnTo>
                    <a:pt x="614" y="1"/>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3"/>
            <p:cNvSpPr/>
            <p:nvPr/>
          </p:nvSpPr>
          <p:spPr>
            <a:xfrm>
              <a:off x="935950" y="4963100"/>
              <a:ext cx="441800" cy="260550"/>
            </a:xfrm>
            <a:custGeom>
              <a:rect b="b" l="l" r="r" t="t"/>
              <a:pathLst>
                <a:path extrusionOk="0" h="10422" w="17672">
                  <a:moveTo>
                    <a:pt x="1431" y="0"/>
                  </a:moveTo>
                  <a:lnTo>
                    <a:pt x="0" y="7250"/>
                  </a:lnTo>
                  <a:lnTo>
                    <a:pt x="16241" y="10421"/>
                  </a:lnTo>
                  <a:lnTo>
                    <a:pt x="17671" y="3163"/>
                  </a:lnTo>
                  <a:lnTo>
                    <a:pt x="143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3"/>
            <p:cNvSpPr/>
            <p:nvPr/>
          </p:nvSpPr>
          <p:spPr>
            <a:xfrm>
              <a:off x="912850" y="5169875"/>
              <a:ext cx="424025" cy="188850"/>
            </a:xfrm>
            <a:custGeom>
              <a:rect b="b" l="l" r="r" t="t"/>
              <a:pathLst>
                <a:path extrusionOk="0" h="7554" w="16961">
                  <a:moveTo>
                    <a:pt x="16961" y="3172"/>
                  </a:moveTo>
                  <a:lnTo>
                    <a:pt x="16946" y="3244"/>
                  </a:lnTo>
                  <a:lnTo>
                    <a:pt x="16946" y="3244"/>
                  </a:lnTo>
                  <a:cubicBezTo>
                    <a:pt x="16951" y="3220"/>
                    <a:pt x="16956" y="3196"/>
                    <a:pt x="16961" y="3172"/>
                  </a:cubicBezTo>
                  <a:close/>
                  <a:moveTo>
                    <a:pt x="720" y="1"/>
                  </a:moveTo>
                  <a:lnTo>
                    <a:pt x="311" y="2044"/>
                  </a:lnTo>
                  <a:cubicBezTo>
                    <a:pt x="1" y="3679"/>
                    <a:pt x="1227" y="5313"/>
                    <a:pt x="3172" y="5624"/>
                  </a:cubicBezTo>
                  <a:lnTo>
                    <a:pt x="12572" y="7463"/>
                  </a:lnTo>
                  <a:cubicBezTo>
                    <a:pt x="12846" y="7524"/>
                    <a:pt x="13120" y="7553"/>
                    <a:pt x="13390" y="7553"/>
                  </a:cubicBezTo>
                  <a:cubicBezTo>
                    <a:pt x="14925" y="7553"/>
                    <a:pt x="16295" y="6606"/>
                    <a:pt x="16552" y="5215"/>
                  </a:cubicBezTo>
                  <a:lnTo>
                    <a:pt x="16946" y="3244"/>
                  </a:lnTo>
                  <a:lnTo>
                    <a:pt x="16946" y="3244"/>
                  </a:lnTo>
                  <a:cubicBezTo>
                    <a:pt x="16656" y="4596"/>
                    <a:pt x="15307" y="5510"/>
                    <a:pt x="13798" y="5510"/>
                  </a:cubicBezTo>
                  <a:cubicBezTo>
                    <a:pt x="13529" y="5510"/>
                    <a:pt x="13255" y="5481"/>
                    <a:pt x="12980" y="5420"/>
                  </a:cubicBezTo>
                  <a:lnTo>
                    <a:pt x="3475" y="3581"/>
                  </a:lnTo>
                  <a:cubicBezTo>
                    <a:pt x="1636" y="3270"/>
                    <a:pt x="410" y="1635"/>
                    <a:pt x="720" y="1"/>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3"/>
            <p:cNvSpPr/>
            <p:nvPr/>
          </p:nvSpPr>
          <p:spPr>
            <a:xfrm>
              <a:off x="963950" y="4963100"/>
              <a:ext cx="413800" cy="112400"/>
            </a:xfrm>
            <a:custGeom>
              <a:rect b="b" l="l" r="r" t="t"/>
              <a:pathLst>
                <a:path extrusionOk="0" h="4496" w="16552">
                  <a:moveTo>
                    <a:pt x="311" y="0"/>
                  </a:moveTo>
                  <a:lnTo>
                    <a:pt x="0" y="1324"/>
                  </a:lnTo>
                  <a:lnTo>
                    <a:pt x="16249" y="4496"/>
                  </a:lnTo>
                  <a:lnTo>
                    <a:pt x="16551" y="3163"/>
                  </a:lnTo>
                  <a:lnTo>
                    <a:pt x="311" y="0"/>
                  </a:lnTo>
                  <a:close/>
                </a:path>
              </a:pathLst>
            </a:custGeom>
            <a:solidFill>
              <a:srgbClr val="FF78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3"/>
            <p:cNvSpPr/>
            <p:nvPr/>
          </p:nvSpPr>
          <p:spPr>
            <a:xfrm>
              <a:off x="984375" y="5034625"/>
              <a:ext cx="94625" cy="94425"/>
            </a:xfrm>
            <a:custGeom>
              <a:rect b="b" l="l" r="r" t="t"/>
              <a:pathLst>
                <a:path extrusionOk="0" h="3777" w="3785">
                  <a:moveTo>
                    <a:pt x="1537" y="0"/>
                  </a:moveTo>
                  <a:lnTo>
                    <a:pt x="1333" y="1022"/>
                  </a:lnTo>
                  <a:lnTo>
                    <a:pt x="311" y="817"/>
                  </a:lnTo>
                  <a:lnTo>
                    <a:pt x="1" y="2248"/>
                  </a:lnTo>
                  <a:lnTo>
                    <a:pt x="1022" y="2452"/>
                  </a:lnTo>
                  <a:lnTo>
                    <a:pt x="818" y="3474"/>
                  </a:lnTo>
                  <a:lnTo>
                    <a:pt x="2248" y="3776"/>
                  </a:lnTo>
                  <a:lnTo>
                    <a:pt x="2453" y="2754"/>
                  </a:lnTo>
                  <a:lnTo>
                    <a:pt x="3474" y="2959"/>
                  </a:lnTo>
                  <a:lnTo>
                    <a:pt x="3785" y="1528"/>
                  </a:lnTo>
                  <a:lnTo>
                    <a:pt x="2763" y="1324"/>
                  </a:lnTo>
                  <a:lnTo>
                    <a:pt x="2967" y="302"/>
                  </a:lnTo>
                  <a:lnTo>
                    <a:pt x="1537" y="0"/>
                  </a:lnTo>
                  <a:close/>
                </a:path>
              </a:pathLst>
            </a:custGeom>
            <a:solidFill>
              <a:srgbClr val="FF78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3"/>
            <p:cNvSpPr/>
            <p:nvPr/>
          </p:nvSpPr>
          <p:spPr>
            <a:xfrm>
              <a:off x="1178500" y="5075475"/>
              <a:ext cx="145700" cy="43350"/>
            </a:xfrm>
            <a:custGeom>
              <a:rect b="b" l="l" r="r" t="t"/>
              <a:pathLst>
                <a:path extrusionOk="0" h="1734" w="5828">
                  <a:moveTo>
                    <a:pt x="205" y="1"/>
                  </a:moveTo>
                  <a:lnTo>
                    <a:pt x="0" y="614"/>
                  </a:lnTo>
                  <a:lnTo>
                    <a:pt x="5722" y="1733"/>
                  </a:lnTo>
                  <a:lnTo>
                    <a:pt x="5828" y="1120"/>
                  </a:lnTo>
                  <a:lnTo>
                    <a:pt x="205" y="1"/>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3"/>
            <p:cNvSpPr/>
            <p:nvPr/>
          </p:nvSpPr>
          <p:spPr>
            <a:xfrm>
              <a:off x="1170925" y="5113700"/>
              <a:ext cx="145525" cy="43550"/>
            </a:xfrm>
            <a:custGeom>
              <a:rect b="b" l="l" r="r" t="t"/>
              <a:pathLst>
                <a:path extrusionOk="0" h="1742" w="5821">
                  <a:moveTo>
                    <a:pt x="205" y="0"/>
                  </a:moveTo>
                  <a:lnTo>
                    <a:pt x="1" y="719"/>
                  </a:lnTo>
                  <a:lnTo>
                    <a:pt x="5722" y="1741"/>
                  </a:lnTo>
                  <a:lnTo>
                    <a:pt x="5820" y="1128"/>
                  </a:lnTo>
                  <a:lnTo>
                    <a:pt x="205" y="0"/>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4" name="Google Shape;214;p3"/>
          <p:cNvGrpSpPr/>
          <p:nvPr/>
        </p:nvGrpSpPr>
        <p:grpSpPr>
          <a:xfrm>
            <a:off x="6710472" y="173020"/>
            <a:ext cx="2270722" cy="1272963"/>
            <a:chOff x="5158247" y="5768045"/>
            <a:chExt cx="2270722" cy="1272963"/>
          </a:xfrm>
        </p:grpSpPr>
        <p:sp>
          <p:nvSpPr>
            <p:cNvPr id="215" name="Google Shape;215;p3"/>
            <p:cNvSpPr/>
            <p:nvPr/>
          </p:nvSpPr>
          <p:spPr>
            <a:xfrm>
              <a:off x="7002455" y="6557766"/>
              <a:ext cx="257321" cy="257560"/>
            </a:xfrm>
            <a:custGeom>
              <a:rect b="b" l="l" r="r" t="t"/>
              <a:pathLst>
                <a:path extrusionOk="0" h="3975" w="3971">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3"/>
            <p:cNvSpPr/>
            <p:nvPr/>
          </p:nvSpPr>
          <p:spPr>
            <a:xfrm>
              <a:off x="5637767" y="5768045"/>
              <a:ext cx="243518" cy="243435"/>
            </a:xfrm>
            <a:custGeom>
              <a:rect b="b" l="l" r="r" t="t"/>
              <a:pathLst>
                <a:path extrusionOk="0" h="3757" w="3758">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3"/>
            <p:cNvSpPr/>
            <p:nvPr/>
          </p:nvSpPr>
          <p:spPr>
            <a:xfrm>
              <a:off x="7372528" y="6980813"/>
              <a:ext cx="56441" cy="60195"/>
            </a:xfrm>
            <a:custGeom>
              <a:rect b="b" l="l" r="r" t="t"/>
              <a:pathLst>
                <a:path extrusionOk="0" h="929" w="871">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3"/>
            <p:cNvSpPr/>
            <p:nvPr/>
          </p:nvSpPr>
          <p:spPr>
            <a:xfrm>
              <a:off x="6910763" y="6282776"/>
              <a:ext cx="56506" cy="60130"/>
            </a:xfrm>
            <a:custGeom>
              <a:rect b="b" l="l" r="r" t="t"/>
              <a:pathLst>
                <a:path extrusionOk="0" h="928" w="872">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3"/>
            <p:cNvSpPr/>
            <p:nvPr/>
          </p:nvSpPr>
          <p:spPr>
            <a:xfrm>
              <a:off x="6812073" y="5866727"/>
              <a:ext cx="56441" cy="56501"/>
            </a:xfrm>
            <a:custGeom>
              <a:rect b="b" l="l" r="r" t="t"/>
              <a:pathLst>
                <a:path extrusionOk="0" h="872" w="871">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3"/>
            <p:cNvSpPr/>
            <p:nvPr/>
          </p:nvSpPr>
          <p:spPr>
            <a:xfrm>
              <a:off x="5158247" y="5976166"/>
              <a:ext cx="60199" cy="59871"/>
            </a:xfrm>
            <a:custGeom>
              <a:rect b="b" l="l" r="r" t="t"/>
              <a:pathLst>
                <a:path extrusionOk="0" h="924" w="929">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1" name="Google Shape;221;p3"/>
          <p:cNvGrpSpPr/>
          <p:nvPr/>
        </p:nvGrpSpPr>
        <p:grpSpPr>
          <a:xfrm>
            <a:off x="7593350" y="539488"/>
            <a:ext cx="837425" cy="742113"/>
            <a:chOff x="6215925" y="6858088"/>
            <a:chExt cx="837425" cy="742113"/>
          </a:xfrm>
        </p:grpSpPr>
        <p:sp>
          <p:nvSpPr>
            <p:cNvPr id="222" name="Google Shape;222;p3"/>
            <p:cNvSpPr/>
            <p:nvPr/>
          </p:nvSpPr>
          <p:spPr>
            <a:xfrm>
              <a:off x="6215925" y="7421400"/>
              <a:ext cx="201900" cy="178800"/>
            </a:xfrm>
            <a:custGeom>
              <a:rect b="b" l="l" r="r" t="t"/>
              <a:pathLst>
                <a:path extrusionOk="0" h="7152" w="8076">
                  <a:moveTo>
                    <a:pt x="7561" y="0"/>
                  </a:moveTo>
                  <a:lnTo>
                    <a:pt x="0" y="6637"/>
                  </a:lnTo>
                  <a:lnTo>
                    <a:pt x="515" y="7152"/>
                  </a:lnTo>
                  <a:lnTo>
                    <a:pt x="8076" y="507"/>
                  </a:lnTo>
                  <a:lnTo>
                    <a:pt x="7561" y="0"/>
                  </a:lnTo>
                  <a:close/>
                </a:path>
              </a:pathLst>
            </a:custGeom>
            <a:solidFill>
              <a:srgbClr val="F1F0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3"/>
            <p:cNvSpPr/>
            <p:nvPr/>
          </p:nvSpPr>
          <p:spPr>
            <a:xfrm>
              <a:off x="6401775" y="7430925"/>
              <a:ext cx="25575" cy="22900"/>
            </a:xfrm>
            <a:custGeom>
              <a:rect b="b" l="l" r="r" t="t"/>
              <a:pathLst>
                <a:path extrusionOk="0" h="916" w="1023">
                  <a:moveTo>
                    <a:pt x="508" y="0"/>
                  </a:moveTo>
                  <a:lnTo>
                    <a:pt x="1" y="507"/>
                  </a:lnTo>
                  <a:lnTo>
                    <a:pt x="508" y="915"/>
                  </a:lnTo>
                  <a:lnTo>
                    <a:pt x="1023" y="507"/>
                  </a:lnTo>
                  <a:lnTo>
                    <a:pt x="508" y="0"/>
                  </a:lnTo>
                  <a:close/>
                </a:path>
              </a:pathLst>
            </a:custGeom>
            <a:solidFill>
              <a:srgbClr val="C1C0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4" name="Google Shape;224;p3"/>
            <p:cNvGrpSpPr/>
            <p:nvPr/>
          </p:nvGrpSpPr>
          <p:grpSpPr>
            <a:xfrm>
              <a:off x="6361025" y="6858088"/>
              <a:ext cx="692325" cy="623250"/>
              <a:chOff x="6361025" y="6858088"/>
              <a:chExt cx="692325" cy="623250"/>
            </a:xfrm>
          </p:grpSpPr>
          <p:sp>
            <p:nvSpPr>
              <p:cNvPr id="225" name="Google Shape;225;p3"/>
              <p:cNvSpPr/>
              <p:nvPr/>
            </p:nvSpPr>
            <p:spPr>
              <a:xfrm>
                <a:off x="6361025" y="7011338"/>
                <a:ext cx="510875" cy="470000"/>
              </a:xfrm>
              <a:custGeom>
                <a:rect b="b" l="l" r="r" t="t"/>
                <a:pathLst>
                  <a:path extrusionOk="0" h="18800" w="20435">
                    <a:moveTo>
                      <a:pt x="15228" y="0"/>
                    </a:moveTo>
                    <a:lnTo>
                      <a:pt x="1946" y="11647"/>
                    </a:lnTo>
                    <a:lnTo>
                      <a:pt x="1129" y="15530"/>
                    </a:lnTo>
                    <a:lnTo>
                      <a:pt x="107" y="16445"/>
                    </a:lnTo>
                    <a:cubicBezTo>
                      <a:pt x="107" y="16445"/>
                      <a:pt x="1" y="17164"/>
                      <a:pt x="720" y="17982"/>
                    </a:cubicBezTo>
                    <a:cubicBezTo>
                      <a:pt x="1431" y="18799"/>
                      <a:pt x="2150" y="18799"/>
                      <a:pt x="2150" y="18799"/>
                    </a:cubicBezTo>
                    <a:lnTo>
                      <a:pt x="3172" y="17875"/>
                    </a:lnTo>
                    <a:lnTo>
                      <a:pt x="7152" y="17573"/>
                    </a:lnTo>
                    <a:lnTo>
                      <a:pt x="20434" y="5926"/>
                    </a:lnTo>
                    <a:lnTo>
                      <a:pt x="15228"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3"/>
              <p:cNvSpPr/>
              <p:nvPr/>
            </p:nvSpPr>
            <p:spPr>
              <a:xfrm>
                <a:off x="6795250" y="6896288"/>
                <a:ext cx="217225" cy="207025"/>
              </a:xfrm>
              <a:custGeom>
                <a:rect b="b" l="l" r="r" t="t"/>
                <a:pathLst>
                  <a:path extrusionOk="0" h="8281" w="8689">
                    <a:moveTo>
                      <a:pt x="6539" y="1"/>
                    </a:moveTo>
                    <a:lnTo>
                      <a:pt x="0" y="5828"/>
                    </a:lnTo>
                    <a:lnTo>
                      <a:pt x="2150" y="8280"/>
                    </a:lnTo>
                    <a:lnTo>
                      <a:pt x="8688" y="2453"/>
                    </a:lnTo>
                    <a:lnTo>
                      <a:pt x="6539" y="1"/>
                    </a:lnTo>
                    <a:close/>
                  </a:path>
                </a:pathLst>
              </a:custGeom>
              <a:solidFill>
                <a:srgbClr val="F1F0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3"/>
              <p:cNvSpPr/>
              <p:nvPr/>
            </p:nvSpPr>
            <p:spPr>
              <a:xfrm>
                <a:off x="6795250" y="7018888"/>
                <a:ext cx="79300" cy="84425"/>
              </a:xfrm>
              <a:custGeom>
                <a:rect b="b" l="l" r="r" t="t"/>
                <a:pathLst>
                  <a:path extrusionOk="0" h="3377" w="3172">
                    <a:moveTo>
                      <a:pt x="1022" y="1"/>
                    </a:moveTo>
                    <a:lnTo>
                      <a:pt x="0" y="924"/>
                    </a:lnTo>
                    <a:lnTo>
                      <a:pt x="2150" y="3376"/>
                    </a:lnTo>
                    <a:lnTo>
                      <a:pt x="3171" y="2453"/>
                    </a:lnTo>
                    <a:lnTo>
                      <a:pt x="1022" y="1"/>
                    </a:lnTo>
                    <a:close/>
                  </a:path>
                </a:pathLst>
              </a:custGeom>
              <a:solidFill>
                <a:srgbClr val="C2C2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3"/>
              <p:cNvSpPr/>
              <p:nvPr/>
            </p:nvSpPr>
            <p:spPr>
              <a:xfrm>
                <a:off x="6946050" y="6858088"/>
                <a:ext cx="107300" cy="114850"/>
              </a:xfrm>
              <a:custGeom>
                <a:rect b="b" l="l" r="r" t="t"/>
                <a:pathLst>
                  <a:path extrusionOk="0" h="4594" w="4292">
                    <a:moveTo>
                      <a:pt x="1120" y="0"/>
                    </a:moveTo>
                    <a:lnTo>
                      <a:pt x="0" y="1022"/>
                    </a:lnTo>
                    <a:lnTo>
                      <a:pt x="3163" y="4594"/>
                    </a:lnTo>
                    <a:lnTo>
                      <a:pt x="4291" y="3678"/>
                    </a:lnTo>
                    <a:lnTo>
                      <a:pt x="1120" y="0"/>
                    </a:lnTo>
                    <a:close/>
                  </a:path>
                </a:pathLst>
              </a:custGeom>
              <a:solidFill>
                <a:srgbClr val="FF78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3"/>
              <p:cNvSpPr/>
              <p:nvPr/>
            </p:nvSpPr>
            <p:spPr>
              <a:xfrm>
                <a:off x="6721275" y="6990888"/>
                <a:ext cx="176150" cy="189050"/>
              </a:xfrm>
              <a:custGeom>
                <a:rect b="b" l="l" r="r" t="t"/>
                <a:pathLst>
                  <a:path extrusionOk="0" h="7562" w="7046">
                    <a:moveTo>
                      <a:pt x="1733" y="1"/>
                    </a:moveTo>
                    <a:lnTo>
                      <a:pt x="0" y="1529"/>
                    </a:lnTo>
                    <a:lnTo>
                      <a:pt x="5313" y="7561"/>
                    </a:lnTo>
                    <a:lnTo>
                      <a:pt x="7046" y="6025"/>
                    </a:lnTo>
                    <a:lnTo>
                      <a:pt x="1733" y="1"/>
                    </a:lnTo>
                    <a:close/>
                  </a:path>
                </a:pathLst>
              </a:custGeom>
              <a:solidFill>
                <a:srgbClr val="FF78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3"/>
              <p:cNvSpPr/>
              <p:nvPr/>
            </p:nvSpPr>
            <p:spPr>
              <a:xfrm>
                <a:off x="6739050" y="7149263"/>
                <a:ext cx="69100" cy="74000"/>
              </a:xfrm>
              <a:custGeom>
                <a:rect b="b" l="l" r="r" t="t"/>
                <a:pathLst>
                  <a:path extrusionOk="0" h="2960" w="2764">
                    <a:moveTo>
                      <a:pt x="409" y="0"/>
                    </a:moveTo>
                    <a:lnTo>
                      <a:pt x="0" y="303"/>
                    </a:lnTo>
                    <a:lnTo>
                      <a:pt x="2354" y="2959"/>
                    </a:lnTo>
                    <a:lnTo>
                      <a:pt x="2763" y="2657"/>
                    </a:lnTo>
                    <a:lnTo>
                      <a:pt x="409" y="0"/>
                    </a:lnTo>
                    <a:close/>
                  </a:path>
                </a:pathLst>
              </a:custGeom>
              <a:solidFill>
                <a:srgbClr val="C2C2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3"/>
              <p:cNvSpPr/>
              <p:nvPr/>
            </p:nvSpPr>
            <p:spPr>
              <a:xfrm>
                <a:off x="6690625" y="7192588"/>
                <a:ext cx="66425" cy="74200"/>
              </a:xfrm>
              <a:custGeom>
                <a:rect b="b" l="l" r="r" t="t"/>
                <a:pathLst>
                  <a:path extrusionOk="0" h="2968" w="2657">
                    <a:moveTo>
                      <a:pt x="409" y="0"/>
                    </a:moveTo>
                    <a:lnTo>
                      <a:pt x="0" y="311"/>
                    </a:lnTo>
                    <a:lnTo>
                      <a:pt x="2346" y="2967"/>
                    </a:lnTo>
                    <a:lnTo>
                      <a:pt x="2657" y="2656"/>
                    </a:lnTo>
                    <a:lnTo>
                      <a:pt x="409" y="0"/>
                    </a:lnTo>
                    <a:close/>
                  </a:path>
                </a:pathLst>
              </a:custGeom>
              <a:solidFill>
                <a:srgbClr val="C2C2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3"/>
              <p:cNvSpPr/>
              <p:nvPr/>
            </p:nvSpPr>
            <p:spPr>
              <a:xfrm>
                <a:off x="6642000" y="7236113"/>
                <a:ext cx="66425" cy="73975"/>
              </a:xfrm>
              <a:custGeom>
                <a:rect b="b" l="l" r="r" t="t"/>
                <a:pathLst>
                  <a:path extrusionOk="0" h="2959" w="2657">
                    <a:moveTo>
                      <a:pt x="409" y="0"/>
                    </a:moveTo>
                    <a:lnTo>
                      <a:pt x="0" y="302"/>
                    </a:lnTo>
                    <a:lnTo>
                      <a:pt x="2248" y="2959"/>
                    </a:lnTo>
                    <a:lnTo>
                      <a:pt x="2656" y="2656"/>
                    </a:lnTo>
                    <a:lnTo>
                      <a:pt x="409" y="0"/>
                    </a:lnTo>
                    <a:close/>
                  </a:path>
                </a:pathLst>
              </a:custGeom>
              <a:solidFill>
                <a:srgbClr val="C2C2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3"/>
              <p:cNvSpPr/>
              <p:nvPr/>
            </p:nvSpPr>
            <p:spPr>
              <a:xfrm>
                <a:off x="6384125" y="7207913"/>
                <a:ext cx="268100" cy="252975"/>
              </a:xfrm>
              <a:custGeom>
                <a:rect b="b" l="l" r="r" t="t"/>
                <a:pathLst>
                  <a:path extrusionOk="0" h="10119" w="10724">
                    <a:moveTo>
                      <a:pt x="6539" y="0"/>
                    </a:moveTo>
                    <a:lnTo>
                      <a:pt x="2142" y="3882"/>
                    </a:lnTo>
                    <a:lnTo>
                      <a:pt x="1226" y="7765"/>
                    </a:lnTo>
                    <a:lnTo>
                      <a:pt x="0" y="8688"/>
                    </a:lnTo>
                    <a:cubicBezTo>
                      <a:pt x="0" y="8688"/>
                      <a:pt x="0" y="9195"/>
                      <a:pt x="409" y="9604"/>
                    </a:cubicBezTo>
                    <a:cubicBezTo>
                      <a:pt x="818" y="10119"/>
                      <a:pt x="1226" y="10119"/>
                      <a:pt x="1226" y="10119"/>
                    </a:cubicBezTo>
                    <a:lnTo>
                      <a:pt x="2346" y="8991"/>
                    </a:lnTo>
                    <a:lnTo>
                      <a:pt x="6228" y="8688"/>
                    </a:lnTo>
                    <a:lnTo>
                      <a:pt x="10724" y="4700"/>
                    </a:lnTo>
                    <a:lnTo>
                      <a:pt x="6539" y="0"/>
                    </a:ln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3"/>
              <p:cNvSpPr/>
              <p:nvPr/>
            </p:nvSpPr>
            <p:spPr>
              <a:xfrm>
                <a:off x="6384125" y="7312738"/>
                <a:ext cx="268100" cy="148150"/>
              </a:xfrm>
              <a:custGeom>
                <a:rect b="b" l="l" r="r" t="t"/>
                <a:pathLst>
                  <a:path extrusionOk="0" h="5926" w="10724">
                    <a:moveTo>
                      <a:pt x="10217" y="0"/>
                    </a:moveTo>
                    <a:lnTo>
                      <a:pt x="6228" y="3572"/>
                    </a:lnTo>
                    <a:lnTo>
                      <a:pt x="2346" y="3882"/>
                    </a:lnTo>
                    <a:lnTo>
                      <a:pt x="1226" y="5002"/>
                    </a:lnTo>
                    <a:cubicBezTo>
                      <a:pt x="1226" y="5002"/>
                      <a:pt x="818" y="5002"/>
                      <a:pt x="409" y="4495"/>
                    </a:cubicBezTo>
                    <a:cubicBezTo>
                      <a:pt x="303" y="4495"/>
                      <a:pt x="303" y="4389"/>
                      <a:pt x="205" y="4389"/>
                    </a:cubicBezTo>
                    <a:lnTo>
                      <a:pt x="0" y="4495"/>
                    </a:lnTo>
                    <a:cubicBezTo>
                      <a:pt x="0" y="4495"/>
                      <a:pt x="0" y="5002"/>
                      <a:pt x="409" y="5411"/>
                    </a:cubicBezTo>
                    <a:cubicBezTo>
                      <a:pt x="818" y="5926"/>
                      <a:pt x="1226" y="5926"/>
                      <a:pt x="1226" y="5926"/>
                    </a:cubicBezTo>
                    <a:lnTo>
                      <a:pt x="2346" y="4798"/>
                    </a:lnTo>
                    <a:lnTo>
                      <a:pt x="6228" y="4495"/>
                    </a:lnTo>
                    <a:lnTo>
                      <a:pt x="10724" y="507"/>
                    </a:lnTo>
                    <a:lnTo>
                      <a:pt x="10217" y="0"/>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35" name="Google Shape;235;p3"/>
          <p:cNvGrpSpPr/>
          <p:nvPr/>
        </p:nvGrpSpPr>
        <p:grpSpPr>
          <a:xfrm>
            <a:off x="713333" y="539498"/>
            <a:ext cx="987293" cy="324364"/>
            <a:chOff x="5694208" y="9209048"/>
            <a:chExt cx="987293" cy="324364"/>
          </a:xfrm>
        </p:grpSpPr>
        <p:sp>
          <p:nvSpPr>
            <p:cNvPr id="236" name="Google Shape;236;p3"/>
            <p:cNvSpPr/>
            <p:nvPr/>
          </p:nvSpPr>
          <p:spPr>
            <a:xfrm>
              <a:off x="6064540" y="9325484"/>
              <a:ext cx="207943" cy="207927"/>
            </a:xfrm>
            <a:custGeom>
              <a:rect b="b" l="l" r="r" t="t"/>
              <a:pathLst>
                <a:path extrusionOk="0" h="3209" w="3209">
                  <a:moveTo>
                    <a:pt x="1524" y="1"/>
                  </a:moveTo>
                  <a:lnTo>
                    <a:pt x="1250" y="980"/>
                  </a:lnTo>
                  <a:lnTo>
                    <a:pt x="271" y="706"/>
                  </a:lnTo>
                  <a:lnTo>
                    <a:pt x="1" y="1685"/>
                  </a:lnTo>
                  <a:lnTo>
                    <a:pt x="980" y="1960"/>
                  </a:lnTo>
                  <a:lnTo>
                    <a:pt x="706" y="2939"/>
                  </a:lnTo>
                  <a:lnTo>
                    <a:pt x="1685" y="3209"/>
                  </a:lnTo>
                  <a:lnTo>
                    <a:pt x="1960" y="2230"/>
                  </a:lnTo>
                  <a:lnTo>
                    <a:pt x="2939" y="2504"/>
                  </a:lnTo>
                  <a:lnTo>
                    <a:pt x="3209" y="1524"/>
                  </a:lnTo>
                  <a:lnTo>
                    <a:pt x="2230" y="1250"/>
                  </a:lnTo>
                  <a:lnTo>
                    <a:pt x="2504" y="271"/>
                  </a:lnTo>
                  <a:lnTo>
                    <a:pt x="15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3"/>
            <p:cNvSpPr/>
            <p:nvPr/>
          </p:nvSpPr>
          <p:spPr>
            <a:xfrm>
              <a:off x="5694208" y="9448789"/>
              <a:ext cx="60134" cy="60130"/>
            </a:xfrm>
            <a:custGeom>
              <a:rect b="b" l="l" r="r" t="t"/>
              <a:pathLst>
                <a:path extrusionOk="0" h="928" w="928">
                  <a:moveTo>
                    <a:pt x="436" y="0"/>
                  </a:moveTo>
                  <a:cubicBezTo>
                    <a:pt x="218" y="0"/>
                    <a:pt x="1" y="218"/>
                    <a:pt x="1" y="492"/>
                  </a:cubicBezTo>
                  <a:cubicBezTo>
                    <a:pt x="1" y="710"/>
                    <a:pt x="218" y="927"/>
                    <a:pt x="436" y="927"/>
                  </a:cubicBezTo>
                  <a:cubicBezTo>
                    <a:pt x="710" y="927"/>
                    <a:pt x="928" y="710"/>
                    <a:pt x="928" y="492"/>
                  </a:cubicBezTo>
                  <a:cubicBezTo>
                    <a:pt x="928" y="218"/>
                    <a:pt x="710"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3"/>
            <p:cNvSpPr/>
            <p:nvPr/>
          </p:nvSpPr>
          <p:spPr>
            <a:xfrm>
              <a:off x="6621626" y="9209048"/>
              <a:ext cx="59875" cy="56436"/>
            </a:xfrm>
            <a:custGeom>
              <a:rect b="b" l="l" r="r" t="t"/>
              <a:pathLst>
                <a:path extrusionOk="0" h="871" w="924">
                  <a:moveTo>
                    <a:pt x="436" y="0"/>
                  </a:moveTo>
                  <a:cubicBezTo>
                    <a:pt x="219" y="0"/>
                    <a:pt x="1" y="165"/>
                    <a:pt x="1" y="435"/>
                  </a:cubicBezTo>
                  <a:cubicBezTo>
                    <a:pt x="1" y="710"/>
                    <a:pt x="219" y="871"/>
                    <a:pt x="436" y="871"/>
                  </a:cubicBezTo>
                  <a:cubicBezTo>
                    <a:pt x="706" y="871"/>
                    <a:pt x="924" y="710"/>
                    <a:pt x="924" y="435"/>
                  </a:cubicBezTo>
                  <a:cubicBezTo>
                    <a:pt x="924" y="165"/>
                    <a:pt x="706"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9" name="Shape 239"/>
        <p:cNvGrpSpPr/>
        <p:nvPr/>
      </p:nvGrpSpPr>
      <p:grpSpPr>
        <a:xfrm>
          <a:off x="0" y="0"/>
          <a:ext cx="0" cy="0"/>
          <a:chOff x="0" y="0"/>
          <a:chExt cx="0" cy="0"/>
        </a:xfrm>
      </p:grpSpPr>
      <p:sp>
        <p:nvSpPr>
          <p:cNvPr id="240" name="Google Shape;240;p4"/>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41" name="Google Shape;241;p4"/>
          <p:cNvSpPr txBox="1"/>
          <p:nvPr>
            <p:ph idx="1" type="body"/>
          </p:nvPr>
        </p:nvSpPr>
        <p:spPr>
          <a:xfrm>
            <a:off x="713225" y="1076275"/>
            <a:ext cx="7717500" cy="3523200"/>
          </a:xfrm>
          <a:prstGeom prst="rect">
            <a:avLst/>
          </a:prstGeom>
        </p:spPr>
        <p:txBody>
          <a:bodyPr anchorCtr="0" anchor="t" bIns="91425" lIns="91425" spcFirstLastPara="1" rIns="91425" wrap="square" tIns="91425">
            <a:noAutofit/>
          </a:bodyPr>
          <a:lstStyle>
            <a:lvl1pPr indent="-342900" lvl="0" marL="457200" rtl="0">
              <a:lnSpc>
                <a:spcPct val="100000"/>
              </a:lnSpc>
              <a:spcBef>
                <a:spcPts val="0"/>
              </a:spcBef>
              <a:spcAft>
                <a:spcPts val="0"/>
              </a:spcAft>
              <a:buSzPts val="1800"/>
              <a:buAutoNum type="arabicPeriod"/>
              <a:defRPr sz="1200"/>
            </a:lvl1pPr>
            <a:lvl2pPr indent="-317500" lvl="1" marL="914400" rtl="0">
              <a:spcBef>
                <a:spcPts val="0"/>
              </a:spcBef>
              <a:spcAft>
                <a:spcPts val="0"/>
              </a:spcAft>
              <a:buSzPts val="1400"/>
              <a:buAutoNum type="alphaLcPeriod"/>
              <a:defRPr/>
            </a:lvl2pPr>
            <a:lvl3pPr indent="-317500" lvl="2" marL="1371600" rtl="0">
              <a:spcBef>
                <a:spcPts val="1600"/>
              </a:spcBef>
              <a:spcAft>
                <a:spcPts val="0"/>
              </a:spcAft>
              <a:buSzPts val="1400"/>
              <a:buAutoNum type="romanLcPeriod"/>
              <a:defRPr/>
            </a:lvl3pPr>
            <a:lvl4pPr indent="-317500" lvl="3" marL="1828800" rtl="0">
              <a:spcBef>
                <a:spcPts val="1600"/>
              </a:spcBef>
              <a:spcAft>
                <a:spcPts val="0"/>
              </a:spcAft>
              <a:buSzPts val="1400"/>
              <a:buAutoNum type="arabicPeriod"/>
              <a:defRPr/>
            </a:lvl4pPr>
            <a:lvl5pPr indent="-317500" lvl="4" marL="2286000" rtl="0">
              <a:spcBef>
                <a:spcPts val="1600"/>
              </a:spcBef>
              <a:spcAft>
                <a:spcPts val="0"/>
              </a:spcAft>
              <a:buSzPts val="1400"/>
              <a:buAutoNum type="alphaLcPeriod"/>
              <a:defRPr/>
            </a:lvl5pPr>
            <a:lvl6pPr indent="-317500" lvl="5" marL="2743200" rtl="0">
              <a:spcBef>
                <a:spcPts val="1600"/>
              </a:spcBef>
              <a:spcAft>
                <a:spcPts val="0"/>
              </a:spcAft>
              <a:buSzPts val="1400"/>
              <a:buAutoNum type="romanLcPeriod"/>
              <a:defRPr/>
            </a:lvl6pPr>
            <a:lvl7pPr indent="-317500" lvl="6" marL="3200400" rtl="0">
              <a:spcBef>
                <a:spcPts val="1600"/>
              </a:spcBef>
              <a:spcAft>
                <a:spcPts val="0"/>
              </a:spcAft>
              <a:buSzPts val="1400"/>
              <a:buAutoNum type="arabicPeriod"/>
              <a:defRPr/>
            </a:lvl7pPr>
            <a:lvl8pPr indent="-317500" lvl="7" marL="3657600" rtl="0">
              <a:spcBef>
                <a:spcPts val="1600"/>
              </a:spcBef>
              <a:spcAft>
                <a:spcPts val="0"/>
              </a:spcAft>
              <a:buSzPts val="1400"/>
              <a:buAutoNum type="alphaLcPeriod"/>
              <a:defRPr/>
            </a:lvl8pPr>
            <a:lvl9pPr indent="-317500" lvl="8" marL="4114800" rtl="0">
              <a:spcBef>
                <a:spcPts val="1600"/>
              </a:spcBef>
              <a:spcAft>
                <a:spcPts val="1600"/>
              </a:spcAft>
              <a:buSzPts val="1400"/>
              <a:buAutoNum type="romanLcPeriod"/>
              <a:defRPr/>
            </a:lvl9pPr>
          </a:lstStyle>
          <a:p/>
        </p:txBody>
      </p:sp>
      <p:sp>
        <p:nvSpPr>
          <p:cNvPr id="242" name="Google Shape;242;p4"/>
          <p:cNvSpPr/>
          <p:nvPr/>
        </p:nvSpPr>
        <p:spPr>
          <a:xfrm>
            <a:off x="6619463" y="1445974"/>
            <a:ext cx="2524525" cy="3718449"/>
          </a:xfrm>
          <a:custGeom>
            <a:rect b="b" l="l" r="r" t="t"/>
            <a:pathLst>
              <a:path extrusionOk="0" h="72368" w="49132">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4"/>
          <p:cNvSpPr/>
          <p:nvPr/>
        </p:nvSpPr>
        <p:spPr>
          <a:xfrm rot="10800000">
            <a:off x="1" y="-1"/>
            <a:ext cx="2524525" cy="3718449"/>
          </a:xfrm>
          <a:custGeom>
            <a:rect b="b" l="l" r="r" t="t"/>
            <a:pathLst>
              <a:path extrusionOk="0" h="72368" w="49132">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4" name="Google Shape;244;p4"/>
          <p:cNvGrpSpPr/>
          <p:nvPr/>
        </p:nvGrpSpPr>
        <p:grpSpPr>
          <a:xfrm>
            <a:off x="5744381" y="4698442"/>
            <a:ext cx="966103" cy="469116"/>
            <a:chOff x="7362156" y="4422542"/>
            <a:chExt cx="966103" cy="469116"/>
          </a:xfrm>
        </p:grpSpPr>
        <p:sp>
          <p:nvSpPr>
            <p:cNvPr id="245" name="Google Shape;245;p4"/>
            <p:cNvSpPr/>
            <p:nvPr/>
          </p:nvSpPr>
          <p:spPr>
            <a:xfrm>
              <a:off x="7552538" y="4422542"/>
              <a:ext cx="260950" cy="257560"/>
            </a:xfrm>
            <a:custGeom>
              <a:rect b="b" l="l" r="r" t="t"/>
              <a:pathLst>
                <a:path extrusionOk="0" h="3975" w="4027">
                  <a:moveTo>
                    <a:pt x="2016" y="1"/>
                  </a:moveTo>
                  <a:lnTo>
                    <a:pt x="1633" y="1198"/>
                  </a:lnTo>
                  <a:lnTo>
                    <a:pt x="436" y="762"/>
                  </a:lnTo>
                  <a:lnTo>
                    <a:pt x="0" y="1959"/>
                  </a:lnTo>
                  <a:lnTo>
                    <a:pt x="1197" y="2395"/>
                  </a:lnTo>
                  <a:lnTo>
                    <a:pt x="819" y="3592"/>
                  </a:lnTo>
                  <a:lnTo>
                    <a:pt x="2016" y="3975"/>
                  </a:lnTo>
                  <a:lnTo>
                    <a:pt x="2394" y="2778"/>
                  </a:lnTo>
                  <a:lnTo>
                    <a:pt x="3591" y="3213"/>
                  </a:lnTo>
                  <a:lnTo>
                    <a:pt x="4027" y="2016"/>
                  </a:lnTo>
                  <a:lnTo>
                    <a:pt x="2830" y="1581"/>
                  </a:lnTo>
                  <a:lnTo>
                    <a:pt x="3213" y="384"/>
                  </a:lnTo>
                  <a:lnTo>
                    <a:pt x="20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4"/>
            <p:cNvSpPr/>
            <p:nvPr/>
          </p:nvSpPr>
          <p:spPr>
            <a:xfrm>
              <a:off x="8268384" y="4496732"/>
              <a:ext cx="59875" cy="56436"/>
            </a:xfrm>
            <a:custGeom>
              <a:rect b="b" l="l" r="r" t="t"/>
              <a:pathLst>
                <a:path extrusionOk="0" h="871" w="924">
                  <a:moveTo>
                    <a:pt x="436" y="0"/>
                  </a:moveTo>
                  <a:cubicBezTo>
                    <a:pt x="219" y="0"/>
                    <a:pt x="1" y="161"/>
                    <a:pt x="1" y="436"/>
                  </a:cubicBezTo>
                  <a:cubicBezTo>
                    <a:pt x="1" y="653"/>
                    <a:pt x="219" y="871"/>
                    <a:pt x="436" y="871"/>
                  </a:cubicBezTo>
                  <a:cubicBezTo>
                    <a:pt x="706" y="871"/>
                    <a:pt x="924" y="653"/>
                    <a:pt x="924" y="436"/>
                  </a:cubicBezTo>
                  <a:cubicBezTo>
                    <a:pt x="924" y="161"/>
                    <a:pt x="706" y="0"/>
                    <a:pt x="43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4"/>
            <p:cNvSpPr/>
            <p:nvPr/>
          </p:nvSpPr>
          <p:spPr>
            <a:xfrm>
              <a:off x="7362156" y="4835156"/>
              <a:ext cx="60134" cy="56501"/>
            </a:xfrm>
            <a:custGeom>
              <a:rect b="b" l="l" r="r" t="t"/>
              <a:pathLst>
                <a:path extrusionOk="0" h="872" w="928">
                  <a:moveTo>
                    <a:pt x="492" y="1"/>
                  </a:moveTo>
                  <a:cubicBezTo>
                    <a:pt x="218" y="1"/>
                    <a:pt x="0" y="162"/>
                    <a:pt x="0" y="436"/>
                  </a:cubicBezTo>
                  <a:cubicBezTo>
                    <a:pt x="0" y="706"/>
                    <a:pt x="218" y="872"/>
                    <a:pt x="492" y="872"/>
                  </a:cubicBezTo>
                  <a:cubicBezTo>
                    <a:pt x="710" y="872"/>
                    <a:pt x="927" y="706"/>
                    <a:pt x="927" y="436"/>
                  </a:cubicBezTo>
                  <a:cubicBezTo>
                    <a:pt x="927" y="162"/>
                    <a:pt x="710" y="1"/>
                    <a:pt x="49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8" name="Google Shape;248;p4"/>
          <p:cNvSpPr/>
          <p:nvPr/>
        </p:nvSpPr>
        <p:spPr>
          <a:xfrm>
            <a:off x="5734176" y="4658062"/>
            <a:ext cx="60134" cy="56501"/>
          </a:xfrm>
          <a:custGeom>
            <a:rect b="b" l="l" r="r" t="t"/>
            <a:pathLst>
              <a:path extrusionOk="0" h="872" w="928">
                <a:moveTo>
                  <a:pt x="435" y="1"/>
                </a:moveTo>
                <a:cubicBezTo>
                  <a:pt x="218" y="1"/>
                  <a:pt x="0" y="166"/>
                  <a:pt x="0" y="436"/>
                </a:cubicBezTo>
                <a:cubicBezTo>
                  <a:pt x="0" y="710"/>
                  <a:pt x="218" y="871"/>
                  <a:pt x="435" y="871"/>
                </a:cubicBezTo>
                <a:cubicBezTo>
                  <a:pt x="710" y="871"/>
                  <a:pt x="927" y="710"/>
                  <a:pt x="927" y="436"/>
                </a:cubicBezTo>
                <a:cubicBezTo>
                  <a:pt x="927" y="166"/>
                  <a:pt x="710" y="1"/>
                  <a:pt x="4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9" name="Google Shape;249;p4"/>
          <p:cNvGrpSpPr/>
          <p:nvPr/>
        </p:nvGrpSpPr>
        <p:grpSpPr>
          <a:xfrm>
            <a:off x="8061938" y="4275213"/>
            <a:ext cx="985925" cy="744150"/>
            <a:chOff x="1666700" y="5967688"/>
            <a:chExt cx="985925" cy="744150"/>
          </a:xfrm>
        </p:grpSpPr>
        <p:sp>
          <p:nvSpPr>
            <p:cNvPr id="250" name="Google Shape;250;p4"/>
            <p:cNvSpPr/>
            <p:nvPr/>
          </p:nvSpPr>
          <p:spPr>
            <a:xfrm>
              <a:off x="1666700" y="5967688"/>
              <a:ext cx="985925" cy="744150"/>
            </a:xfrm>
            <a:custGeom>
              <a:rect b="b" l="l" r="r" t="t"/>
              <a:pathLst>
                <a:path extrusionOk="0" h="29766" w="39437">
                  <a:moveTo>
                    <a:pt x="31419" y="0"/>
                  </a:moveTo>
                  <a:cubicBezTo>
                    <a:pt x="30988" y="0"/>
                    <a:pt x="30551" y="105"/>
                    <a:pt x="30144" y="326"/>
                  </a:cubicBezTo>
                  <a:lnTo>
                    <a:pt x="1839" y="15340"/>
                  </a:lnTo>
                  <a:cubicBezTo>
                    <a:pt x="515" y="16060"/>
                    <a:pt x="0" y="17694"/>
                    <a:pt x="720" y="19018"/>
                  </a:cubicBezTo>
                  <a:lnTo>
                    <a:pt x="5624" y="28320"/>
                  </a:lnTo>
                  <a:cubicBezTo>
                    <a:pt x="6116" y="29236"/>
                    <a:pt x="7051" y="29765"/>
                    <a:pt x="8022" y="29765"/>
                  </a:cubicBezTo>
                  <a:cubicBezTo>
                    <a:pt x="8453" y="29765"/>
                    <a:pt x="8892" y="29661"/>
                    <a:pt x="9302" y="29440"/>
                  </a:cubicBezTo>
                  <a:lnTo>
                    <a:pt x="37598" y="14523"/>
                  </a:lnTo>
                  <a:cubicBezTo>
                    <a:pt x="38930" y="13812"/>
                    <a:pt x="39437" y="12177"/>
                    <a:pt x="38726" y="10845"/>
                  </a:cubicBezTo>
                  <a:lnTo>
                    <a:pt x="33822" y="1446"/>
                  </a:lnTo>
                  <a:cubicBezTo>
                    <a:pt x="33324" y="529"/>
                    <a:pt x="32387" y="0"/>
                    <a:pt x="31419" y="0"/>
                  </a:cubicBezTo>
                  <a:close/>
                </a:path>
              </a:pathLst>
            </a:custGeom>
            <a:solidFill>
              <a:srgbClr val="F1F0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4"/>
            <p:cNvSpPr/>
            <p:nvPr/>
          </p:nvSpPr>
          <p:spPr>
            <a:xfrm>
              <a:off x="1758650" y="6363863"/>
              <a:ext cx="130375" cy="130375"/>
            </a:xfrm>
            <a:custGeom>
              <a:rect b="b" l="l" r="r" t="t"/>
              <a:pathLst>
                <a:path extrusionOk="0" h="5215" w="5215">
                  <a:moveTo>
                    <a:pt x="2555" y="0"/>
                  </a:moveTo>
                  <a:cubicBezTo>
                    <a:pt x="1305" y="0"/>
                    <a:pt x="194" y="901"/>
                    <a:pt x="0" y="2256"/>
                  </a:cubicBezTo>
                  <a:lnTo>
                    <a:pt x="0" y="2354"/>
                  </a:lnTo>
                  <a:lnTo>
                    <a:pt x="0" y="2460"/>
                  </a:lnTo>
                  <a:lnTo>
                    <a:pt x="0" y="2558"/>
                  </a:lnTo>
                  <a:lnTo>
                    <a:pt x="0" y="2665"/>
                  </a:lnTo>
                  <a:lnTo>
                    <a:pt x="0" y="2763"/>
                  </a:lnTo>
                  <a:cubicBezTo>
                    <a:pt x="0" y="2967"/>
                    <a:pt x="0" y="3171"/>
                    <a:pt x="107" y="3376"/>
                  </a:cubicBezTo>
                  <a:cubicBezTo>
                    <a:pt x="107" y="3482"/>
                    <a:pt x="107" y="3580"/>
                    <a:pt x="205" y="3580"/>
                  </a:cubicBezTo>
                  <a:lnTo>
                    <a:pt x="205" y="3686"/>
                  </a:lnTo>
                  <a:cubicBezTo>
                    <a:pt x="205" y="3686"/>
                    <a:pt x="205" y="3784"/>
                    <a:pt x="311" y="3784"/>
                  </a:cubicBezTo>
                  <a:lnTo>
                    <a:pt x="311" y="3891"/>
                  </a:lnTo>
                  <a:cubicBezTo>
                    <a:pt x="311" y="3989"/>
                    <a:pt x="409" y="3989"/>
                    <a:pt x="409" y="4095"/>
                  </a:cubicBezTo>
                  <a:cubicBezTo>
                    <a:pt x="409" y="4193"/>
                    <a:pt x="515" y="4193"/>
                    <a:pt x="515" y="4299"/>
                  </a:cubicBezTo>
                  <a:lnTo>
                    <a:pt x="613" y="4299"/>
                  </a:lnTo>
                  <a:cubicBezTo>
                    <a:pt x="613" y="4397"/>
                    <a:pt x="613" y="4397"/>
                    <a:pt x="720" y="4397"/>
                  </a:cubicBezTo>
                  <a:lnTo>
                    <a:pt x="720" y="4504"/>
                  </a:lnTo>
                  <a:cubicBezTo>
                    <a:pt x="818" y="4504"/>
                    <a:pt x="818" y="4602"/>
                    <a:pt x="924" y="4602"/>
                  </a:cubicBezTo>
                  <a:lnTo>
                    <a:pt x="1128" y="4806"/>
                  </a:lnTo>
                  <a:cubicBezTo>
                    <a:pt x="1226" y="4806"/>
                    <a:pt x="1226" y="4912"/>
                    <a:pt x="1333" y="4912"/>
                  </a:cubicBezTo>
                  <a:cubicBezTo>
                    <a:pt x="1431" y="4912"/>
                    <a:pt x="1537" y="5010"/>
                    <a:pt x="1537" y="5010"/>
                  </a:cubicBezTo>
                  <a:cubicBezTo>
                    <a:pt x="1635" y="5010"/>
                    <a:pt x="1741" y="5117"/>
                    <a:pt x="1741" y="5117"/>
                  </a:cubicBezTo>
                  <a:lnTo>
                    <a:pt x="2044" y="5117"/>
                  </a:lnTo>
                  <a:lnTo>
                    <a:pt x="2044" y="5215"/>
                  </a:lnTo>
                  <a:lnTo>
                    <a:pt x="2354" y="5215"/>
                  </a:lnTo>
                  <a:cubicBezTo>
                    <a:pt x="2763" y="5215"/>
                    <a:pt x="3172" y="5215"/>
                    <a:pt x="3580" y="5010"/>
                  </a:cubicBezTo>
                  <a:cubicBezTo>
                    <a:pt x="3678" y="5010"/>
                    <a:pt x="3785" y="4912"/>
                    <a:pt x="3785" y="4912"/>
                  </a:cubicBezTo>
                  <a:cubicBezTo>
                    <a:pt x="3883" y="4912"/>
                    <a:pt x="3989" y="4806"/>
                    <a:pt x="3989" y="4806"/>
                  </a:cubicBezTo>
                  <a:cubicBezTo>
                    <a:pt x="4087" y="4708"/>
                    <a:pt x="4193" y="4708"/>
                    <a:pt x="4193" y="4602"/>
                  </a:cubicBezTo>
                  <a:cubicBezTo>
                    <a:pt x="4398" y="4504"/>
                    <a:pt x="4496" y="4397"/>
                    <a:pt x="4602" y="4299"/>
                  </a:cubicBezTo>
                  <a:cubicBezTo>
                    <a:pt x="4806" y="3989"/>
                    <a:pt x="5011" y="3580"/>
                    <a:pt x="5109" y="3171"/>
                  </a:cubicBezTo>
                  <a:lnTo>
                    <a:pt x="5109" y="3073"/>
                  </a:lnTo>
                  <a:lnTo>
                    <a:pt x="5109" y="2967"/>
                  </a:lnTo>
                  <a:lnTo>
                    <a:pt x="5109" y="2869"/>
                  </a:lnTo>
                  <a:cubicBezTo>
                    <a:pt x="5215" y="2763"/>
                    <a:pt x="5215" y="2763"/>
                    <a:pt x="5215" y="2665"/>
                  </a:cubicBezTo>
                  <a:lnTo>
                    <a:pt x="5215" y="2558"/>
                  </a:lnTo>
                  <a:cubicBezTo>
                    <a:pt x="5215" y="2460"/>
                    <a:pt x="5215" y="2460"/>
                    <a:pt x="5109" y="2354"/>
                  </a:cubicBezTo>
                  <a:lnTo>
                    <a:pt x="5109" y="2256"/>
                  </a:lnTo>
                  <a:lnTo>
                    <a:pt x="5109" y="2150"/>
                  </a:lnTo>
                  <a:lnTo>
                    <a:pt x="5109" y="2052"/>
                  </a:lnTo>
                  <a:cubicBezTo>
                    <a:pt x="5109" y="1945"/>
                    <a:pt x="5109" y="1945"/>
                    <a:pt x="5011" y="1847"/>
                  </a:cubicBezTo>
                  <a:lnTo>
                    <a:pt x="5011" y="1741"/>
                  </a:lnTo>
                  <a:lnTo>
                    <a:pt x="5011" y="1643"/>
                  </a:lnTo>
                  <a:lnTo>
                    <a:pt x="4904" y="1537"/>
                  </a:lnTo>
                  <a:lnTo>
                    <a:pt x="4904" y="1439"/>
                  </a:lnTo>
                  <a:lnTo>
                    <a:pt x="4806" y="1332"/>
                  </a:lnTo>
                  <a:cubicBezTo>
                    <a:pt x="4398" y="621"/>
                    <a:pt x="3678" y="106"/>
                    <a:pt x="2763" y="8"/>
                  </a:cubicBezTo>
                  <a:cubicBezTo>
                    <a:pt x="2693" y="3"/>
                    <a:pt x="2624" y="0"/>
                    <a:pt x="2555"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4"/>
            <p:cNvSpPr/>
            <p:nvPr/>
          </p:nvSpPr>
          <p:spPr>
            <a:xfrm>
              <a:off x="1735750" y="6361013"/>
              <a:ext cx="148175" cy="131150"/>
            </a:xfrm>
            <a:custGeom>
              <a:rect b="b" l="l" r="r" t="t"/>
              <a:pathLst>
                <a:path extrusionOk="0" h="5246" w="5927">
                  <a:moveTo>
                    <a:pt x="2940" y="1"/>
                  </a:moveTo>
                  <a:cubicBezTo>
                    <a:pt x="2527" y="1"/>
                    <a:pt x="2111" y="105"/>
                    <a:pt x="1734" y="327"/>
                  </a:cubicBezTo>
                  <a:cubicBezTo>
                    <a:pt x="410" y="940"/>
                    <a:pt x="1" y="2574"/>
                    <a:pt x="614" y="3800"/>
                  </a:cubicBezTo>
                  <a:cubicBezTo>
                    <a:pt x="1106" y="4717"/>
                    <a:pt x="1994" y="5246"/>
                    <a:pt x="2901" y="5246"/>
                  </a:cubicBezTo>
                  <a:cubicBezTo>
                    <a:pt x="3304" y="5246"/>
                    <a:pt x="3710" y="5141"/>
                    <a:pt x="4088" y="4920"/>
                  </a:cubicBezTo>
                  <a:cubicBezTo>
                    <a:pt x="5412" y="4307"/>
                    <a:pt x="5927" y="2672"/>
                    <a:pt x="5207" y="1446"/>
                  </a:cubicBezTo>
                  <a:cubicBezTo>
                    <a:pt x="4783" y="530"/>
                    <a:pt x="3869" y="1"/>
                    <a:pt x="2940" y="1"/>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4"/>
            <p:cNvSpPr/>
            <p:nvPr/>
          </p:nvSpPr>
          <p:spPr>
            <a:xfrm>
              <a:off x="1766400" y="6369163"/>
              <a:ext cx="117525" cy="122175"/>
            </a:xfrm>
            <a:custGeom>
              <a:rect b="b" l="l" r="r" t="t"/>
              <a:pathLst>
                <a:path extrusionOk="0" h="4887" w="4701">
                  <a:moveTo>
                    <a:pt x="2862" y="1"/>
                  </a:moveTo>
                  <a:lnTo>
                    <a:pt x="2862" y="1"/>
                  </a:lnTo>
                  <a:cubicBezTo>
                    <a:pt x="3164" y="205"/>
                    <a:pt x="3368" y="409"/>
                    <a:pt x="3573" y="818"/>
                  </a:cubicBezTo>
                  <a:cubicBezTo>
                    <a:pt x="4186" y="2044"/>
                    <a:pt x="3679" y="3572"/>
                    <a:pt x="2453" y="4292"/>
                  </a:cubicBezTo>
                  <a:cubicBezTo>
                    <a:pt x="2044" y="4496"/>
                    <a:pt x="1636" y="4598"/>
                    <a:pt x="1227" y="4598"/>
                  </a:cubicBezTo>
                  <a:cubicBezTo>
                    <a:pt x="818" y="4598"/>
                    <a:pt x="410" y="4496"/>
                    <a:pt x="1" y="4292"/>
                  </a:cubicBezTo>
                  <a:lnTo>
                    <a:pt x="1" y="4292"/>
                  </a:lnTo>
                  <a:cubicBezTo>
                    <a:pt x="499" y="4665"/>
                    <a:pt x="1109" y="4887"/>
                    <a:pt x="1718" y="4887"/>
                  </a:cubicBezTo>
                  <a:cubicBezTo>
                    <a:pt x="2109" y="4887"/>
                    <a:pt x="2501" y="4795"/>
                    <a:pt x="2862" y="4594"/>
                  </a:cubicBezTo>
                  <a:cubicBezTo>
                    <a:pt x="4186" y="3981"/>
                    <a:pt x="4701" y="2346"/>
                    <a:pt x="3981" y="1120"/>
                  </a:cubicBezTo>
                  <a:cubicBezTo>
                    <a:pt x="3777" y="614"/>
                    <a:pt x="3368" y="205"/>
                    <a:pt x="2862" y="1"/>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4"/>
            <p:cNvSpPr/>
            <p:nvPr/>
          </p:nvSpPr>
          <p:spPr>
            <a:xfrm>
              <a:off x="1751075" y="6397163"/>
              <a:ext cx="119975" cy="66425"/>
            </a:xfrm>
            <a:custGeom>
              <a:rect b="b" l="l" r="r" t="t"/>
              <a:pathLst>
                <a:path extrusionOk="0" h="2657" w="4799">
                  <a:moveTo>
                    <a:pt x="4594" y="0"/>
                  </a:moveTo>
                  <a:lnTo>
                    <a:pt x="1" y="2354"/>
                  </a:lnTo>
                  <a:cubicBezTo>
                    <a:pt x="1" y="2354"/>
                    <a:pt x="1" y="2452"/>
                    <a:pt x="99" y="2452"/>
                  </a:cubicBezTo>
                  <a:cubicBezTo>
                    <a:pt x="99" y="2559"/>
                    <a:pt x="99" y="2559"/>
                    <a:pt x="205" y="2657"/>
                  </a:cubicBezTo>
                  <a:lnTo>
                    <a:pt x="4799" y="311"/>
                  </a:lnTo>
                  <a:cubicBezTo>
                    <a:pt x="4701" y="205"/>
                    <a:pt x="4701" y="107"/>
                    <a:pt x="4701" y="107"/>
                  </a:cubicBezTo>
                  <a:cubicBezTo>
                    <a:pt x="4701" y="0"/>
                    <a:pt x="4594" y="0"/>
                    <a:pt x="4594"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4"/>
            <p:cNvSpPr/>
            <p:nvPr/>
          </p:nvSpPr>
          <p:spPr>
            <a:xfrm>
              <a:off x="1748425" y="6392063"/>
              <a:ext cx="120175" cy="69075"/>
            </a:xfrm>
            <a:custGeom>
              <a:rect b="b" l="l" r="r" t="t"/>
              <a:pathLst>
                <a:path extrusionOk="0" h="2763" w="4807">
                  <a:moveTo>
                    <a:pt x="4602" y="0"/>
                  </a:moveTo>
                  <a:lnTo>
                    <a:pt x="1" y="2452"/>
                  </a:lnTo>
                  <a:cubicBezTo>
                    <a:pt x="107" y="2452"/>
                    <a:pt x="107" y="2558"/>
                    <a:pt x="107" y="2558"/>
                  </a:cubicBezTo>
                  <a:cubicBezTo>
                    <a:pt x="107" y="2656"/>
                    <a:pt x="205" y="2656"/>
                    <a:pt x="205" y="2763"/>
                  </a:cubicBezTo>
                  <a:lnTo>
                    <a:pt x="4807" y="311"/>
                  </a:lnTo>
                  <a:cubicBezTo>
                    <a:pt x="4807" y="311"/>
                    <a:pt x="4807" y="204"/>
                    <a:pt x="4700" y="204"/>
                  </a:cubicBezTo>
                  <a:cubicBezTo>
                    <a:pt x="4700" y="106"/>
                    <a:pt x="4700" y="106"/>
                    <a:pt x="4602" y="0"/>
                  </a:cubicBez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4"/>
            <p:cNvSpPr/>
            <p:nvPr/>
          </p:nvSpPr>
          <p:spPr>
            <a:xfrm>
              <a:off x="1911900" y="6282113"/>
              <a:ext cx="130375" cy="130400"/>
            </a:xfrm>
            <a:custGeom>
              <a:rect b="b" l="l" r="r" t="t"/>
              <a:pathLst>
                <a:path extrusionOk="0" h="5216" w="5215">
                  <a:moveTo>
                    <a:pt x="2654" y="1"/>
                  </a:moveTo>
                  <a:cubicBezTo>
                    <a:pt x="1412" y="1"/>
                    <a:pt x="300" y="901"/>
                    <a:pt x="107" y="2257"/>
                  </a:cubicBezTo>
                  <a:lnTo>
                    <a:pt x="107" y="2150"/>
                  </a:lnTo>
                  <a:cubicBezTo>
                    <a:pt x="0" y="2257"/>
                    <a:pt x="0" y="2355"/>
                    <a:pt x="0" y="2355"/>
                  </a:cubicBezTo>
                  <a:lnTo>
                    <a:pt x="0" y="2461"/>
                  </a:lnTo>
                  <a:lnTo>
                    <a:pt x="0" y="2559"/>
                  </a:lnTo>
                  <a:lnTo>
                    <a:pt x="0" y="2665"/>
                  </a:lnTo>
                  <a:cubicBezTo>
                    <a:pt x="0" y="2968"/>
                    <a:pt x="107" y="3172"/>
                    <a:pt x="107" y="3376"/>
                  </a:cubicBezTo>
                  <a:cubicBezTo>
                    <a:pt x="205" y="3483"/>
                    <a:pt x="205" y="3581"/>
                    <a:pt x="205" y="3581"/>
                  </a:cubicBezTo>
                  <a:lnTo>
                    <a:pt x="205" y="3687"/>
                  </a:lnTo>
                  <a:cubicBezTo>
                    <a:pt x="311" y="3687"/>
                    <a:pt x="311" y="3785"/>
                    <a:pt x="311" y="3785"/>
                  </a:cubicBezTo>
                  <a:lnTo>
                    <a:pt x="311" y="3891"/>
                  </a:lnTo>
                  <a:lnTo>
                    <a:pt x="515" y="4096"/>
                  </a:lnTo>
                  <a:cubicBezTo>
                    <a:pt x="515" y="4194"/>
                    <a:pt x="515" y="4194"/>
                    <a:pt x="613" y="4300"/>
                  </a:cubicBezTo>
                  <a:lnTo>
                    <a:pt x="720" y="4398"/>
                  </a:lnTo>
                  <a:cubicBezTo>
                    <a:pt x="818" y="4398"/>
                    <a:pt x="818" y="4504"/>
                    <a:pt x="818" y="4504"/>
                  </a:cubicBezTo>
                  <a:cubicBezTo>
                    <a:pt x="818" y="4504"/>
                    <a:pt x="924" y="4602"/>
                    <a:pt x="1022" y="4602"/>
                  </a:cubicBezTo>
                  <a:cubicBezTo>
                    <a:pt x="1022" y="4709"/>
                    <a:pt x="1128" y="4709"/>
                    <a:pt x="1128" y="4807"/>
                  </a:cubicBezTo>
                  <a:lnTo>
                    <a:pt x="1226" y="4807"/>
                  </a:lnTo>
                  <a:lnTo>
                    <a:pt x="1333" y="4913"/>
                  </a:lnTo>
                  <a:lnTo>
                    <a:pt x="1431" y="4913"/>
                  </a:lnTo>
                  <a:cubicBezTo>
                    <a:pt x="1431" y="4913"/>
                    <a:pt x="1537" y="5011"/>
                    <a:pt x="1635" y="5011"/>
                  </a:cubicBezTo>
                  <a:cubicBezTo>
                    <a:pt x="1741" y="5011"/>
                    <a:pt x="1741" y="5117"/>
                    <a:pt x="1839" y="5117"/>
                  </a:cubicBezTo>
                  <a:lnTo>
                    <a:pt x="2044" y="5117"/>
                  </a:lnTo>
                  <a:cubicBezTo>
                    <a:pt x="2150" y="5117"/>
                    <a:pt x="2150" y="5215"/>
                    <a:pt x="2150" y="5215"/>
                  </a:cubicBezTo>
                  <a:lnTo>
                    <a:pt x="2354" y="5215"/>
                  </a:lnTo>
                  <a:cubicBezTo>
                    <a:pt x="2861" y="5215"/>
                    <a:pt x="3270" y="5215"/>
                    <a:pt x="3678" y="5011"/>
                  </a:cubicBezTo>
                  <a:cubicBezTo>
                    <a:pt x="3678" y="5011"/>
                    <a:pt x="3785" y="4913"/>
                    <a:pt x="3883" y="4913"/>
                  </a:cubicBezTo>
                  <a:cubicBezTo>
                    <a:pt x="3989" y="4913"/>
                    <a:pt x="3989" y="4807"/>
                    <a:pt x="4087" y="4807"/>
                  </a:cubicBezTo>
                  <a:lnTo>
                    <a:pt x="4291" y="4602"/>
                  </a:lnTo>
                  <a:lnTo>
                    <a:pt x="4602" y="4300"/>
                  </a:lnTo>
                  <a:cubicBezTo>
                    <a:pt x="4904" y="3989"/>
                    <a:pt x="5109" y="3581"/>
                    <a:pt x="5215" y="3172"/>
                  </a:cubicBezTo>
                  <a:lnTo>
                    <a:pt x="5215" y="3074"/>
                  </a:lnTo>
                  <a:lnTo>
                    <a:pt x="5215" y="2968"/>
                  </a:lnTo>
                  <a:lnTo>
                    <a:pt x="5215" y="2870"/>
                  </a:lnTo>
                  <a:lnTo>
                    <a:pt x="5215" y="2665"/>
                  </a:lnTo>
                  <a:lnTo>
                    <a:pt x="5215" y="2559"/>
                  </a:lnTo>
                  <a:lnTo>
                    <a:pt x="5215" y="2355"/>
                  </a:lnTo>
                  <a:lnTo>
                    <a:pt x="5215" y="2257"/>
                  </a:lnTo>
                  <a:lnTo>
                    <a:pt x="5215" y="2150"/>
                  </a:lnTo>
                  <a:lnTo>
                    <a:pt x="5215" y="2052"/>
                  </a:lnTo>
                  <a:cubicBezTo>
                    <a:pt x="5109" y="1946"/>
                    <a:pt x="5109" y="1946"/>
                    <a:pt x="5109" y="1848"/>
                  </a:cubicBezTo>
                  <a:lnTo>
                    <a:pt x="5109" y="1742"/>
                  </a:lnTo>
                  <a:lnTo>
                    <a:pt x="5011" y="1644"/>
                  </a:lnTo>
                  <a:lnTo>
                    <a:pt x="5011" y="1537"/>
                  </a:lnTo>
                  <a:cubicBezTo>
                    <a:pt x="5011" y="1537"/>
                    <a:pt x="5011" y="1439"/>
                    <a:pt x="4904" y="1439"/>
                  </a:cubicBezTo>
                  <a:lnTo>
                    <a:pt x="4904" y="1333"/>
                  </a:lnTo>
                  <a:cubicBezTo>
                    <a:pt x="4496" y="622"/>
                    <a:pt x="3785" y="107"/>
                    <a:pt x="2861" y="9"/>
                  </a:cubicBezTo>
                  <a:cubicBezTo>
                    <a:pt x="2792" y="3"/>
                    <a:pt x="2723" y="1"/>
                    <a:pt x="2654" y="1"/>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4"/>
            <p:cNvSpPr/>
            <p:nvPr/>
          </p:nvSpPr>
          <p:spPr>
            <a:xfrm>
              <a:off x="1889000" y="6279288"/>
              <a:ext cx="148175" cy="129975"/>
            </a:xfrm>
            <a:custGeom>
              <a:rect b="b" l="l" r="r" t="t"/>
              <a:pathLst>
                <a:path extrusionOk="0" h="5199" w="5927">
                  <a:moveTo>
                    <a:pt x="3025" y="1"/>
                  </a:moveTo>
                  <a:cubicBezTo>
                    <a:pt x="2623" y="1"/>
                    <a:pt x="2217" y="105"/>
                    <a:pt x="1840" y="326"/>
                  </a:cubicBezTo>
                  <a:cubicBezTo>
                    <a:pt x="508" y="939"/>
                    <a:pt x="1" y="2574"/>
                    <a:pt x="712" y="3800"/>
                  </a:cubicBezTo>
                  <a:cubicBezTo>
                    <a:pt x="1138" y="4721"/>
                    <a:pt x="2058" y="5199"/>
                    <a:pt x="2991" y="5199"/>
                  </a:cubicBezTo>
                  <a:cubicBezTo>
                    <a:pt x="3400" y="5199"/>
                    <a:pt x="3812" y="5107"/>
                    <a:pt x="4186" y="4920"/>
                  </a:cubicBezTo>
                  <a:cubicBezTo>
                    <a:pt x="5518" y="4209"/>
                    <a:pt x="5927" y="2672"/>
                    <a:pt x="5314" y="1446"/>
                  </a:cubicBezTo>
                  <a:cubicBezTo>
                    <a:pt x="4816" y="529"/>
                    <a:pt x="3930" y="1"/>
                    <a:pt x="3025" y="1"/>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4"/>
            <p:cNvSpPr/>
            <p:nvPr/>
          </p:nvSpPr>
          <p:spPr>
            <a:xfrm>
              <a:off x="1922125" y="6287438"/>
              <a:ext cx="115050" cy="122175"/>
            </a:xfrm>
            <a:custGeom>
              <a:rect b="b" l="l" r="r" t="t"/>
              <a:pathLst>
                <a:path extrusionOk="0" h="4887" w="4602">
                  <a:moveTo>
                    <a:pt x="2861" y="0"/>
                  </a:moveTo>
                  <a:lnTo>
                    <a:pt x="2861" y="0"/>
                  </a:lnTo>
                  <a:cubicBezTo>
                    <a:pt x="3065" y="205"/>
                    <a:pt x="3376" y="409"/>
                    <a:pt x="3474" y="711"/>
                  </a:cubicBezTo>
                  <a:cubicBezTo>
                    <a:pt x="4193" y="2044"/>
                    <a:pt x="3678" y="3572"/>
                    <a:pt x="2354" y="4291"/>
                  </a:cubicBezTo>
                  <a:cubicBezTo>
                    <a:pt x="1994" y="4496"/>
                    <a:pt x="1586" y="4598"/>
                    <a:pt x="1177" y="4598"/>
                  </a:cubicBezTo>
                  <a:cubicBezTo>
                    <a:pt x="768" y="4598"/>
                    <a:pt x="360" y="4496"/>
                    <a:pt x="0" y="4291"/>
                  </a:cubicBezTo>
                  <a:lnTo>
                    <a:pt x="0" y="4291"/>
                  </a:lnTo>
                  <a:cubicBezTo>
                    <a:pt x="498" y="4665"/>
                    <a:pt x="1111" y="4886"/>
                    <a:pt x="1721" y="4886"/>
                  </a:cubicBezTo>
                  <a:cubicBezTo>
                    <a:pt x="2112" y="4886"/>
                    <a:pt x="2503" y="4795"/>
                    <a:pt x="2861" y="4594"/>
                  </a:cubicBezTo>
                  <a:cubicBezTo>
                    <a:pt x="4193" y="3883"/>
                    <a:pt x="4602" y="2346"/>
                    <a:pt x="3989" y="1120"/>
                  </a:cubicBezTo>
                  <a:cubicBezTo>
                    <a:pt x="3678" y="613"/>
                    <a:pt x="3269" y="205"/>
                    <a:pt x="2861"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4"/>
            <p:cNvSpPr/>
            <p:nvPr/>
          </p:nvSpPr>
          <p:spPr>
            <a:xfrm>
              <a:off x="1906800" y="6315438"/>
              <a:ext cx="117500" cy="66425"/>
            </a:xfrm>
            <a:custGeom>
              <a:rect b="b" l="l" r="r" t="t"/>
              <a:pathLst>
                <a:path extrusionOk="0" h="2657" w="4700">
                  <a:moveTo>
                    <a:pt x="4602" y="0"/>
                  </a:moveTo>
                  <a:lnTo>
                    <a:pt x="0" y="2354"/>
                  </a:lnTo>
                  <a:lnTo>
                    <a:pt x="0" y="2452"/>
                  </a:lnTo>
                  <a:cubicBezTo>
                    <a:pt x="106" y="2558"/>
                    <a:pt x="106" y="2558"/>
                    <a:pt x="106" y="2656"/>
                  </a:cubicBezTo>
                  <a:lnTo>
                    <a:pt x="4700" y="311"/>
                  </a:lnTo>
                  <a:cubicBezTo>
                    <a:pt x="4700" y="204"/>
                    <a:pt x="4700" y="106"/>
                    <a:pt x="4602"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4"/>
            <p:cNvSpPr/>
            <p:nvPr/>
          </p:nvSpPr>
          <p:spPr>
            <a:xfrm>
              <a:off x="1904325" y="6310313"/>
              <a:ext cx="119975" cy="69100"/>
            </a:xfrm>
            <a:custGeom>
              <a:rect b="b" l="l" r="r" t="t"/>
              <a:pathLst>
                <a:path extrusionOk="0" h="2764" w="4799">
                  <a:moveTo>
                    <a:pt x="4594" y="1"/>
                  </a:moveTo>
                  <a:lnTo>
                    <a:pt x="1" y="2453"/>
                  </a:lnTo>
                  <a:cubicBezTo>
                    <a:pt x="1" y="2453"/>
                    <a:pt x="1" y="2559"/>
                    <a:pt x="99" y="2559"/>
                  </a:cubicBezTo>
                  <a:cubicBezTo>
                    <a:pt x="99" y="2657"/>
                    <a:pt x="99" y="2657"/>
                    <a:pt x="205" y="2763"/>
                  </a:cubicBezTo>
                  <a:lnTo>
                    <a:pt x="4799" y="311"/>
                  </a:lnTo>
                  <a:cubicBezTo>
                    <a:pt x="4701" y="311"/>
                    <a:pt x="4701" y="205"/>
                    <a:pt x="4701" y="205"/>
                  </a:cubicBezTo>
                  <a:cubicBezTo>
                    <a:pt x="4701" y="107"/>
                    <a:pt x="4594" y="107"/>
                    <a:pt x="4594" y="1"/>
                  </a:cubicBez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4"/>
            <p:cNvSpPr/>
            <p:nvPr/>
          </p:nvSpPr>
          <p:spPr>
            <a:xfrm>
              <a:off x="2067800" y="6200388"/>
              <a:ext cx="130200" cy="130400"/>
            </a:xfrm>
            <a:custGeom>
              <a:rect b="b" l="l" r="r" t="t"/>
              <a:pathLst>
                <a:path extrusionOk="0" h="5216" w="5208">
                  <a:moveTo>
                    <a:pt x="2638" y="0"/>
                  </a:moveTo>
                  <a:cubicBezTo>
                    <a:pt x="1305" y="0"/>
                    <a:pt x="194" y="895"/>
                    <a:pt x="1" y="2150"/>
                  </a:cubicBezTo>
                  <a:lnTo>
                    <a:pt x="1" y="2354"/>
                  </a:lnTo>
                  <a:lnTo>
                    <a:pt x="1" y="2461"/>
                  </a:lnTo>
                  <a:lnTo>
                    <a:pt x="1" y="2559"/>
                  </a:lnTo>
                  <a:lnTo>
                    <a:pt x="1" y="2665"/>
                  </a:lnTo>
                  <a:cubicBezTo>
                    <a:pt x="1" y="2967"/>
                    <a:pt x="1" y="3172"/>
                    <a:pt x="99" y="3376"/>
                  </a:cubicBezTo>
                  <a:cubicBezTo>
                    <a:pt x="99" y="3482"/>
                    <a:pt x="205" y="3580"/>
                    <a:pt x="205" y="3580"/>
                  </a:cubicBezTo>
                  <a:lnTo>
                    <a:pt x="205" y="3687"/>
                  </a:lnTo>
                  <a:lnTo>
                    <a:pt x="303" y="3785"/>
                  </a:lnTo>
                  <a:lnTo>
                    <a:pt x="303" y="3891"/>
                  </a:lnTo>
                  <a:cubicBezTo>
                    <a:pt x="303" y="3989"/>
                    <a:pt x="409" y="3989"/>
                    <a:pt x="409" y="4095"/>
                  </a:cubicBezTo>
                  <a:lnTo>
                    <a:pt x="614" y="4300"/>
                  </a:lnTo>
                  <a:lnTo>
                    <a:pt x="712" y="4398"/>
                  </a:lnTo>
                  <a:cubicBezTo>
                    <a:pt x="712" y="4398"/>
                    <a:pt x="712" y="4504"/>
                    <a:pt x="818" y="4504"/>
                  </a:cubicBezTo>
                  <a:lnTo>
                    <a:pt x="916" y="4602"/>
                  </a:lnTo>
                  <a:lnTo>
                    <a:pt x="1120" y="4806"/>
                  </a:lnTo>
                  <a:cubicBezTo>
                    <a:pt x="1227" y="4806"/>
                    <a:pt x="1227" y="4806"/>
                    <a:pt x="1325" y="4913"/>
                  </a:cubicBezTo>
                  <a:cubicBezTo>
                    <a:pt x="1431" y="4913"/>
                    <a:pt x="1529" y="5011"/>
                    <a:pt x="1529" y="5011"/>
                  </a:cubicBezTo>
                  <a:lnTo>
                    <a:pt x="1635" y="5011"/>
                  </a:lnTo>
                  <a:cubicBezTo>
                    <a:pt x="1635" y="5011"/>
                    <a:pt x="1733" y="5117"/>
                    <a:pt x="1840" y="5117"/>
                  </a:cubicBezTo>
                  <a:lnTo>
                    <a:pt x="2044" y="5117"/>
                  </a:lnTo>
                  <a:cubicBezTo>
                    <a:pt x="2044" y="5117"/>
                    <a:pt x="2044" y="5215"/>
                    <a:pt x="2142" y="5215"/>
                  </a:cubicBezTo>
                  <a:lnTo>
                    <a:pt x="2346" y="5215"/>
                  </a:lnTo>
                  <a:cubicBezTo>
                    <a:pt x="2755" y="5215"/>
                    <a:pt x="3270" y="5215"/>
                    <a:pt x="3572" y="5011"/>
                  </a:cubicBezTo>
                  <a:cubicBezTo>
                    <a:pt x="3679" y="5011"/>
                    <a:pt x="3777" y="4913"/>
                    <a:pt x="3883" y="4913"/>
                  </a:cubicBezTo>
                  <a:cubicBezTo>
                    <a:pt x="3883" y="4913"/>
                    <a:pt x="3981" y="4806"/>
                    <a:pt x="4087" y="4806"/>
                  </a:cubicBezTo>
                  <a:cubicBezTo>
                    <a:pt x="4087" y="4708"/>
                    <a:pt x="4185" y="4708"/>
                    <a:pt x="4292" y="4602"/>
                  </a:cubicBezTo>
                  <a:lnTo>
                    <a:pt x="4594" y="4300"/>
                  </a:lnTo>
                  <a:cubicBezTo>
                    <a:pt x="4798" y="3989"/>
                    <a:pt x="5003" y="3580"/>
                    <a:pt x="5109" y="3172"/>
                  </a:cubicBezTo>
                  <a:lnTo>
                    <a:pt x="5109" y="3074"/>
                  </a:lnTo>
                  <a:cubicBezTo>
                    <a:pt x="5109" y="2967"/>
                    <a:pt x="5207" y="2967"/>
                    <a:pt x="5207" y="2967"/>
                  </a:cubicBezTo>
                  <a:lnTo>
                    <a:pt x="5207" y="2869"/>
                  </a:lnTo>
                  <a:lnTo>
                    <a:pt x="5207" y="2665"/>
                  </a:lnTo>
                  <a:lnTo>
                    <a:pt x="5207" y="2559"/>
                  </a:lnTo>
                  <a:lnTo>
                    <a:pt x="5207" y="2354"/>
                  </a:lnTo>
                  <a:lnTo>
                    <a:pt x="5207" y="2256"/>
                  </a:lnTo>
                  <a:lnTo>
                    <a:pt x="5109" y="2150"/>
                  </a:lnTo>
                  <a:lnTo>
                    <a:pt x="5109" y="2052"/>
                  </a:lnTo>
                  <a:lnTo>
                    <a:pt x="5109" y="1848"/>
                  </a:lnTo>
                  <a:lnTo>
                    <a:pt x="5003" y="1741"/>
                  </a:lnTo>
                  <a:lnTo>
                    <a:pt x="5003" y="1643"/>
                  </a:lnTo>
                  <a:lnTo>
                    <a:pt x="5003" y="1537"/>
                  </a:lnTo>
                  <a:cubicBezTo>
                    <a:pt x="4905" y="1537"/>
                    <a:pt x="4905" y="1439"/>
                    <a:pt x="4905" y="1439"/>
                  </a:cubicBezTo>
                  <a:cubicBezTo>
                    <a:pt x="4905" y="1439"/>
                    <a:pt x="4905" y="1333"/>
                    <a:pt x="4798" y="1333"/>
                  </a:cubicBezTo>
                  <a:cubicBezTo>
                    <a:pt x="4390" y="622"/>
                    <a:pt x="3679" y="107"/>
                    <a:pt x="2861" y="9"/>
                  </a:cubicBezTo>
                  <a:cubicBezTo>
                    <a:pt x="2786" y="3"/>
                    <a:pt x="2712" y="0"/>
                    <a:pt x="2638"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4"/>
            <p:cNvSpPr/>
            <p:nvPr/>
          </p:nvSpPr>
          <p:spPr>
            <a:xfrm>
              <a:off x="2044725" y="6197563"/>
              <a:ext cx="148150" cy="129975"/>
            </a:xfrm>
            <a:custGeom>
              <a:rect b="b" l="l" r="r" t="t"/>
              <a:pathLst>
                <a:path extrusionOk="0" h="5199" w="5926">
                  <a:moveTo>
                    <a:pt x="2993" y="0"/>
                  </a:moveTo>
                  <a:cubicBezTo>
                    <a:pt x="2576" y="0"/>
                    <a:pt x="2148" y="105"/>
                    <a:pt x="1741" y="326"/>
                  </a:cubicBezTo>
                  <a:cubicBezTo>
                    <a:pt x="515" y="939"/>
                    <a:pt x="0" y="2574"/>
                    <a:pt x="613" y="3800"/>
                  </a:cubicBezTo>
                  <a:cubicBezTo>
                    <a:pt x="1113" y="4720"/>
                    <a:pt x="2004" y="5198"/>
                    <a:pt x="2948" y="5198"/>
                  </a:cubicBezTo>
                  <a:cubicBezTo>
                    <a:pt x="3363" y="5198"/>
                    <a:pt x="3787" y="5106"/>
                    <a:pt x="4193" y="4919"/>
                  </a:cubicBezTo>
                  <a:cubicBezTo>
                    <a:pt x="5419" y="4208"/>
                    <a:pt x="5926" y="2672"/>
                    <a:pt x="5313" y="1446"/>
                  </a:cubicBezTo>
                  <a:cubicBezTo>
                    <a:pt x="4821" y="529"/>
                    <a:pt x="3933" y="0"/>
                    <a:pt x="2993" y="0"/>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4"/>
            <p:cNvSpPr/>
            <p:nvPr/>
          </p:nvSpPr>
          <p:spPr>
            <a:xfrm>
              <a:off x="2078025" y="6205713"/>
              <a:ext cx="114850" cy="122175"/>
            </a:xfrm>
            <a:custGeom>
              <a:rect b="b" l="l" r="r" t="t"/>
              <a:pathLst>
                <a:path extrusionOk="0" h="4887" w="4594">
                  <a:moveTo>
                    <a:pt x="2755" y="0"/>
                  </a:moveTo>
                  <a:lnTo>
                    <a:pt x="2755" y="0"/>
                  </a:lnTo>
                  <a:cubicBezTo>
                    <a:pt x="3065" y="204"/>
                    <a:pt x="3270" y="409"/>
                    <a:pt x="3474" y="711"/>
                  </a:cubicBezTo>
                  <a:cubicBezTo>
                    <a:pt x="4087" y="2043"/>
                    <a:pt x="3572" y="3572"/>
                    <a:pt x="2346" y="4291"/>
                  </a:cubicBezTo>
                  <a:cubicBezTo>
                    <a:pt x="1937" y="4495"/>
                    <a:pt x="1529" y="4598"/>
                    <a:pt x="1133" y="4598"/>
                  </a:cubicBezTo>
                  <a:cubicBezTo>
                    <a:pt x="738" y="4598"/>
                    <a:pt x="356" y="4495"/>
                    <a:pt x="0" y="4291"/>
                  </a:cubicBezTo>
                  <a:lnTo>
                    <a:pt x="0" y="4291"/>
                  </a:lnTo>
                  <a:cubicBezTo>
                    <a:pt x="433" y="4664"/>
                    <a:pt x="1021" y="4886"/>
                    <a:pt x="1645" y="4886"/>
                  </a:cubicBezTo>
                  <a:cubicBezTo>
                    <a:pt x="2046" y="4886"/>
                    <a:pt x="2462" y="4795"/>
                    <a:pt x="2861" y="4593"/>
                  </a:cubicBezTo>
                  <a:cubicBezTo>
                    <a:pt x="4087" y="3882"/>
                    <a:pt x="4594" y="2346"/>
                    <a:pt x="3981" y="1120"/>
                  </a:cubicBezTo>
                  <a:cubicBezTo>
                    <a:pt x="3678" y="613"/>
                    <a:pt x="3270" y="204"/>
                    <a:pt x="2755"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4"/>
            <p:cNvSpPr/>
            <p:nvPr/>
          </p:nvSpPr>
          <p:spPr>
            <a:xfrm>
              <a:off x="2060050" y="6233688"/>
              <a:ext cx="120175" cy="66450"/>
            </a:xfrm>
            <a:custGeom>
              <a:rect b="b" l="l" r="r" t="t"/>
              <a:pathLst>
                <a:path extrusionOk="0" h="2658" w="4807">
                  <a:moveTo>
                    <a:pt x="4602" y="1"/>
                  </a:moveTo>
                  <a:lnTo>
                    <a:pt x="0" y="2355"/>
                  </a:lnTo>
                  <a:cubicBezTo>
                    <a:pt x="106" y="2355"/>
                    <a:pt x="106" y="2453"/>
                    <a:pt x="106" y="2453"/>
                  </a:cubicBezTo>
                  <a:cubicBezTo>
                    <a:pt x="106" y="2559"/>
                    <a:pt x="204" y="2559"/>
                    <a:pt x="204" y="2657"/>
                  </a:cubicBezTo>
                  <a:lnTo>
                    <a:pt x="4806" y="311"/>
                  </a:lnTo>
                  <a:cubicBezTo>
                    <a:pt x="4806" y="205"/>
                    <a:pt x="4700" y="107"/>
                    <a:pt x="4700" y="1"/>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4"/>
            <p:cNvSpPr/>
            <p:nvPr/>
          </p:nvSpPr>
          <p:spPr>
            <a:xfrm>
              <a:off x="2060050" y="6228588"/>
              <a:ext cx="117500" cy="69100"/>
            </a:xfrm>
            <a:custGeom>
              <a:rect b="b" l="l" r="r" t="t"/>
              <a:pathLst>
                <a:path extrusionOk="0" h="2764" w="4700">
                  <a:moveTo>
                    <a:pt x="4602" y="0"/>
                  </a:moveTo>
                  <a:lnTo>
                    <a:pt x="0" y="2452"/>
                  </a:lnTo>
                  <a:lnTo>
                    <a:pt x="0" y="2559"/>
                  </a:lnTo>
                  <a:cubicBezTo>
                    <a:pt x="106" y="2657"/>
                    <a:pt x="106" y="2657"/>
                    <a:pt x="106" y="2763"/>
                  </a:cubicBezTo>
                  <a:lnTo>
                    <a:pt x="4700" y="311"/>
                  </a:lnTo>
                  <a:lnTo>
                    <a:pt x="4700" y="205"/>
                  </a:lnTo>
                  <a:cubicBezTo>
                    <a:pt x="4602" y="107"/>
                    <a:pt x="4602" y="107"/>
                    <a:pt x="4602" y="0"/>
                  </a:cubicBez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4"/>
            <p:cNvSpPr/>
            <p:nvPr/>
          </p:nvSpPr>
          <p:spPr>
            <a:xfrm>
              <a:off x="2221050" y="6118663"/>
              <a:ext cx="130200" cy="130375"/>
            </a:xfrm>
            <a:custGeom>
              <a:rect b="b" l="l" r="r" t="t"/>
              <a:pathLst>
                <a:path extrusionOk="0" h="5215" w="5208">
                  <a:moveTo>
                    <a:pt x="2653" y="0"/>
                  </a:moveTo>
                  <a:cubicBezTo>
                    <a:pt x="1403" y="0"/>
                    <a:pt x="292" y="895"/>
                    <a:pt x="99" y="2150"/>
                  </a:cubicBezTo>
                  <a:lnTo>
                    <a:pt x="99" y="2354"/>
                  </a:lnTo>
                  <a:lnTo>
                    <a:pt x="99" y="2460"/>
                  </a:lnTo>
                  <a:lnTo>
                    <a:pt x="1" y="2460"/>
                  </a:lnTo>
                  <a:lnTo>
                    <a:pt x="1" y="2558"/>
                  </a:lnTo>
                  <a:lnTo>
                    <a:pt x="1" y="2665"/>
                  </a:lnTo>
                  <a:cubicBezTo>
                    <a:pt x="99" y="2967"/>
                    <a:pt x="99" y="3171"/>
                    <a:pt x="205" y="3376"/>
                  </a:cubicBezTo>
                  <a:lnTo>
                    <a:pt x="205" y="3580"/>
                  </a:lnTo>
                  <a:lnTo>
                    <a:pt x="303" y="3686"/>
                  </a:lnTo>
                  <a:lnTo>
                    <a:pt x="303" y="3784"/>
                  </a:lnTo>
                  <a:lnTo>
                    <a:pt x="409" y="3891"/>
                  </a:lnTo>
                  <a:cubicBezTo>
                    <a:pt x="409" y="3989"/>
                    <a:pt x="409" y="3989"/>
                    <a:pt x="507" y="4095"/>
                  </a:cubicBezTo>
                  <a:lnTo>
                    <a:pt x="614" y="4193"/>
                  </a:lnTo>
                  <a:cubicBezTo>
                    <a:pt x="614" y="4299"/>
                    <a:pt x="614" y="4299"/>
                    <a:pt x="712" y="4299"/>
                  </a:cubicBezTo>
                  <a:cubicBezTo>
                    <a:pt x="712" y="4299"/>
                    <a:pt x="712" y="4397"/>
                    <a:pt x="818" y="4397"/>
                  </a:cubicBezTo>
                  <a:lnTo>
                    <a:pt x="818" y="4504"/>
                  </a:lnTo>
                  <a:cubicBezTo>
                    <a:pt x="916" y="4504"/>
                    <a:pt x="916" y="4602"/>
                    <a:pt x="1022" y="4602"/>
                  </a:cubicBezTo>
                  <a:cubicBezTo>
                    <a:pt x="1022" y="4708"/>
                    <a:pt x="1120" y="4708"/>
                    <a:pt x="1227" y="4708"/>
                  </a:cubicBezTo>
                  <a:lnTo>
                    <a:pt x="1227" y="4806"/>
                  </a:lnTo>
                  <a:cubicBezTo>
                    <a:pt x="1325" y="4806"/>
                    <a:pt x="1325" y="4806"/>
                    <a:pt x="1325" y="4912"/>
                  </a:cubicBezTo>
                  <a:lnTo>
                    <a:pt x="1431" y="4912"/>
                  </a:lnTo>
                  <a:cubicBezTo>
                    <a:pt x="1529" y="4912"/>
                    <a:pt x="1529" y="5010"/>
                    <a:pt x="1635" y="5010"/>
                  </a:cubicBezTo>
                  <a:cubicBezTo>
                    <a:pt x="1733" y="5010"/>
                    <a:pt x="1840" y="5117"/>
                    <a:pt x="1840" y="5117"/>
                  </a:cubicBezTo>
                  <a:lnTo>
                    <a:pt x="2142" y="5117"/>
                  </a:lnTo>
                  <a:lnTo>
                    <a:pt x="2142" y="5215"/>
                  </a:lnTo>
                  <a:lnTo>
                    <a:pt x="2453" y="5215"/>
                  </a:lnTo>
                  <a:cubicBezTo>
                    <a:pt x="2861" y="5215"/>
                    <a:pt x="3270" y="5215"/>
                    <a:pt x="3679" y="5010"/>
                  </a:cubicBezTo>
                  <a:cubicBezTo>
                    <a:pt x="3777" y="5010"/>
                    <a:pt x="3777" y="4912"/>
                    <a:pt x="3883" y="4912"/>
                  </a:cubicBezTo>
                  <a:cubicBezTo>
                    <a:pt x="3981" y="4806"/>
                    <a:pt x="4087" y="4806"/>
                    <a:pt x="4087" y="4806"/>
                  </a:cubicBezTo>
                  <a:cubicBezTo>
                    <a:pt x="4186" y="4708"/>
                    <a:pt x="4292" y="4708"/>
                    <a:pt x="4292" y="4602"/>
                  </a:cubicBezTo>
                  <a:cubicBezTo>
                    <a:pt x="4390" y="4504"/>
                    <a:pt x="4594" y="4397"/>
                    <a:pt x="4700" y="4299"/>
                  </a:cubicBezTo>
                  <a:cubicBezTo>
                    <a:pt x="4905" y="3989"/>
                    <a:pt x="5109" y="3580"/>
                    <a:pt x="5207" y="3171"/>
                  </a:cubicBezTo>
                  <a:lnTo>
                    <a:pt x="5207" y="3073"/>
                  </a:lnTo>
                  <a:lnTo>
                    <a:pt x="5207" y="2967"/>
                  </a:lnTo>
                  <a:lnTo>
                    <a:pt x="5207" y="2869"/>
                  </a:lnTo>
                  <a:lnTo>
                    <a:pt x="5207" y="2665"/>
                  </a:lnTo>
                  <a:lnTo>
                    <a:pt x="5207" y="2558"/>
                  </a:lnTo>
                  <a:lnTo>
                    <a:pt x="5207" y="2354"/>
                  </a:lnTo>
                  <a:lnTo>
                    <a:pt x="5207" y="2256"/>
                  </a:lnTo>
                  <a:lnTo>
                    <a:pt x="5207" y="2150"/>
                  </a:lnTo>
                  <a:lnTo>
                    <a:pt x="5207" y="2052"/>
                  </a:lnTo>
                  <a:cubicBezTo>
                    <a:pt x="5207" y="1945"/>
                    <a:pt x="5109" y="1945"/>
                    <a:pt x="5109" y="1847"/>
                  </a:cubicBezTo>
                  <a:lnTo>
                    <a:pt x="5109" y="1741"/>
                  </a:lnTo>
                  <a:lnTo>
                    <a:pt x="5109" y="1643"/>
                  </a:lnTo>
                  <a:cubicBezTo>
                    <a:pt x="5003" y="1643"/>
                    <a:pt x="5003" y="1537"/>
                    <a:pt x="5003" y="1537"/>
                  </a:cubicBezTo>
                  <a:lnTo>
                    <a:pt x="5003" y="1439"/>
                  </a:lnTo>
                  <a:cubicBezTo>
                    <a:pt x="4905" y="1439"/>
                    <a:pt x="4905" y="1332"/>
                    <a:pt x="4905" y="1332"/>
                  </a:cubicBezTo>
                  <a:cubicBezTo>
                    <a:pt x="4496" y="621"/>
                    <a:pt x="3777" y="106"/>
                    <a:pt x="2861" y="8"/>
                  </a:cubicBezTo>
                  <a:cubicBezTo>
                    <a:pt x="2792" y="3"/>
                    <a:pt x="2722" y="0"/>
                    <a:pt x="2653"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4"/>
            <p:cNvSpPr/>
            <p:nvPr/>
          </p:nvSpPr>
          <p:spPr>
            <a:xfrm>
              <a:off x="2197975" y="6115813"/>
              <a:ext cx="150825" cy="129975"/>
            </a:xfrm>
            <a:custGeom>
              <a:rect b="b" l="l" r="r" t="t"/>
              <a:pathLst>
                <a:path extrusionOk="0" h="5199" w="6033">
                  <a:moveTo>
                    <a:pt x="3045" y="1"/>
                  </a:moveTo>
                  <a:cubicBezTo>
                    <a:pt x="2632" y="1"/>
                    <a:pt x="2216" y="105"/>
                    <a:pt x="1839" y="327"/>
                  </a:cubicBezTo>
                  <a:cubicBezTo>
                    <a:pt x="515" y="940"/>
                    <a:pt x="0" y="2574"/>
                    <a:pt x="719" y="3800"/>
                  </a:cubicBezTo>
                  <a:cubicBezTo>
                    <a:pt x="1146" y="4721"/>
                    <a:pt x="2065" y="5199"/>
                    <a:pt x="2998" y="5199"/>
                  </a:cubicBezTo>
                  <a:cubicBezTo>
                    <a:pt x="3408" y="5199"/>
                    <a:pt x="3819" y="5107"/>
                    <a:pt x="4193" y="4920"/>
                  </a:cubicBezTo>
                  <a:cubicBezTo>
                    <a:pt x="5517" y="4209"/>
                    <a:pt x="6032" y="2672"/>
                    <a:pt x="5313" y="1446"/>
                  </a:cubicBezTo>
                  <a:cubicBezTo>
                    <a:pt x="4888" y="530"/>
                    <a:pt x="3974" y="1"/>
                    <a:pt x="3045" y="1"/>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4"/>
            <p:cNvSpPr/>
            <p:nvPr/>
          </p:nvSpPr>
          <p:spPr>
            <a:xfrm>
              <a:off x="2231275" y="6123963"/>
              <a:ext cx="117525" cy="122175"/>
            </a:xfrm>
            <a:custGeom>
              <a:rect b="b" l="l" r="r" t="t"/>
              <a:pathLst>
                <a:path extrusionOk="0" h="4887" w="4701">
                  <a:moveTo>
                    <a:pt x="2861" y="1"/>
                  </a:moveTo>
                  <a:lnTo>
                    <a:pt x="2861" y="1"/>
                  </a:lnTo>
                  <a:cubicBezTo>
                    <a:pt x="3163" y="205"/>
                    <a:pt x="3368" y="409"/>
                    <a:pt x="3474" y="712"/>
                  </a:cubicBezTo>
                  <a:cubicBezTo>
                    <a:pt x="4185" y="2044"/>
                    <a:pt x="3678" y="3572"/>
                    <a:pt x="2452" y="4292"/>
                  </a:cubicBezTo>
                  <a:cubicBezTo>
                    <a:pt x="2044" y="4496"/>
                    <a:pt x="1609" y="4598"/>
                    <a:pt x="1187" y="4598"/>
                  </a:cubicBezTo>
                  <a:cubicBezTo>
                    <a:pt x="765" y="4598"/>
                    <a:pt x="356" y="4496"/>
                    <a:pt x="0" y="4292"/>
                  </a:cubicBezTo>
                  <a:lnTo>
                    <a:pt x="0" y="4292"/>
                  </a:lnTo>
                  <a:cubicBezTo>
                    <a:pt x="498" y="4665"/>
                    <a:pt x="1108" y="4887"/>
                    <a:pt x="1718" y="4887"/>
                  </a:cubicBezTo>
                  <a:cubicBezTo>
                    <a:pt x="2109" y="4887"/>
                    <a:pt x="2500" y="4795"/>
                    <a:pt x="2861" y="4594"/>
                  </a:cubicBezTo>
                  <a:cubicBezTo>
                    <a:pt x="4185" y="3883"/>
                    <a:pt x="4700" y="2346"/>
                    <a:pt x="3981" y="1120"/>
                  </a:cubicBezTo>
                  <a:cubicBezTo>
                    <a:pt x="3777" y="614"/>
                    <a:pt x="3368" y="205"/>
                    <a:pt x="2861" y="1"/>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4"/>
            <p:cNvSpPr/>
            <p:nvPr/>
          </p:nvSpPr>
          <p:spPr>
            <a:xfrm>
              <a:off x="2215950" y="6151963"/>
              <a:ext cx="117525" cy="66425"/>
            </a:xfrm>
            <a:custGeom>
              <a:rect b="b" l="l" r="r" t="t"/>
              <a:pathLst>
                <a:path extrusionOk="0" h="2657" w="4701">
                  <a:moveTo>
                    <a:pt x="4594" y="0"/>
                  </a:moveTo>
                  <a:lnTo>
                    <a:pt x="0" y="2354"/>
                  </a:lnTo>
                  <a:lnTo>
                    <a:pt x="0" y="2452"/>
                  </a:lnTo>
                  <a:lnTo>
                    <a:pt x="205" y="2657"/>
                  </a:lnTo>
                  <a:lnTo>
                    <a:pt x="4700" y="311"/>
                  </a:lnTo>
                  <a:lnTo>
                    <a:pt x="4700" y="0"/>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4"/>
            <p:cNvSpPr/>
            <p:nvPr/>
          </p:nvSpPr>
          <p:spPr>
            <a:xfrm>
              <a:off x="2213300" y="6146863"/>
              <a:ext cx="120175" cy="69075"/>
            </a:xfrm>
            <a:custGeom>
              <a:rect b="b" l="l" r="r" t="t"/>
              <a:pathLst>
                <a:path extrusionOk="0" h="2763" w="4807">
                  <a:moveTo>
                    <a:pt x="4602" y="0"/>
                  </a:moveTo>
                  <a:lnTo>
                    <a:pt x="0" y="2452"/>
                  </a:lnTo>
                  <a:lnTo>
                    <a:pt x="106" y="2558"/>
                  </a:lnTo>
                  <a:cubicBezTo>
                    <a:pt x="106" y="2656"/>
                    <a:pt x="106" y="2656"/>
                    <a:pt x="204" y="2763"/>
                  </a:cubicBezTo>
                  <a:lnTo>
                    <a:pt x="4806" y="311"/>
                  </a:lnTo>
                  <a:lnTo>
                    <a:pt x="4700" y="204"/>
                  </a:lnTo>
                  <a:cubicBezTo>
                    <a:pt x="4700" y="106"/>
                    <a:pt x="4700" y="106"/>
                    <a:pt x="4602" y="0"/>
                  </a:cubicBez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4"/>
            <p:cNvSpPr/>
            <p:nvPr/>
          </p:nvSpPr>
          <p:spPr>
            <a:xfrm>
              <a:off x="2376750" y="6036913"/>
              <a:ext cx="130400" cy="130400"/>
            </a:xfrm>
            <a:custGeom>
              <a:rect b="b" l="l" r="r" t="t"/>
              <a:pathLst>
                <a:path extrusionOk="0" h="5216" w="5216">
                  <a:moveTo>
                    <a:pt x="2654" y="1"/>
                  </a:moveTo>
                  <a:cubicBezTo>
                    <a:pt x="1411" y="1"/>
                    <a:pt x="295" y="896"/>
                    <a:pt x="1" y="2150"/>
                  </a:cubicBezTo>
                  <a:lnTo>
                    <a:pt x="1" y="2355"/>
                  </a:lnTo>
                  <a:lnTo>
                    <a:pt x="1" y="2461"/>
                  </a:lnTo>
                  <a:lnTo>
                    <a:pt x="1" y="2559"/>
                  </a:lnTo>
                  <a:lnTo>
                    <a:pt x="1" y="2665"/>
                  </a:lnTo>
                  <a:cubicBezTo>
                    <a:pt x="1" y="2968"/>
                    <a:pt x="107" y="3172"/>
                    <a:pt x="107" y="3376"/>
                  </a:cubicBezTo>
                  <a:cubicBezTo>
                    <a:pt x="205" y="3483"/>
                    <a:pt x="205" y="3581"/>
                    <a:pt x="205" y="3581"/>
                  </a:cubicBezTo>
                  <a:lnTo>
                    <a:pt x="205" y="3687"/>
                  </a:lnTo>
                  <a:cubicBezTo>
                    <a:pt x="311" y="3687"/>
                    <a:pt x="311" y="3785"/>
                    <a:pt x="311" y="3785"/>
                  </a:cubicBezTo>
                  <a:lnTo>
                    <a:pt x="311" y="3891"/>
                  </a:lnTo>
                  <a:cubicBezTo>
                    <a:pt x="410" y="3891"/>
                    <a:pt x="410" y="3989"/>
                    <a:pt x="410" y="4096"/>
                  </a:cubicBezTo>
                  <a:lnTo>
                    <a:pt x="516" y="4096"/>
                  </a:lnTo>
                  <a:cubicBezTo>
                    <a:pt x="516" y="4096"/>
                    <a:pt x="516" y="4194"/>
                    <a:pt x="614" y="4194"/>
                  </a:cubicBezTo>
                  <a:lnTo>
                    <a:pt x="614" y="4300"/>
                  </a:lnTo>
                  <a:cubicBezTo>
                    <a:pt x="720" y="4300"/>
                    <a:pt x="720" y="4398"/>
                    <a:pt x="720" y="4398"/>
                  </a:cubicBezTo>
                  <a:lnTo>
                    <a:pt x="818" y="4504"/>
                  </a:lnTo>
                  <a:lnTo>
                    <a:pt x="924" y="4602"/>
                  </a:lnTo>
                  <a:cubicBezTo>
                    <a:pt x="1023" y="4709"/>
                    <a:pt x="1129" y="4709"/>
                    <a:pt x="1129" y="4709"/>
                  </a:cubicBezTo>
                  <a:cubicBezTo>
                    <a:pt x="1129" y="4807"/>
                    <a:pt x="1227" y="4807"/>
                    <a:pt x="1227" y="4807"/>
                  </a:cubicBezTo>
                  <a:cubicBezTo>
                    <a:pt x="1227" y="4807"/>
                    <a:pt x="1333" y="4807"/>
                    <a:pt x="1333" y="4913"/>
                  </a:cubicBezTo>
                  <a:lnTo>
                    <a:pt x="1431" y="4913"/>
                  </a:lnTo>
                  <a:cubicBezTo>
                    <a:pt x="1431" y="4913"/>
                    <a:pt x="1537" y="5011"/>
                    <a:pt x="1636" y="5011"/>
                  </a:cubicBezTo>
                  <a:cubicBezTo>
                    <a:pt x="1636" y="5011"/>
                    <a:pt x="1742" y="5117"/>
                    <a:pt x="1840" y="5117"/>
                  </a:cubicBezTo>
                  <a:lnTo>
                    <a:pt x="2150" y="5117"/>
                  </a:lnTo>
                  <a:cubicBezTo>
                    <a:pt x="2249" y="5215"/>
                    <a:pt x="2249" y="5215"/>
                    <a:pt x="2355" y="5215"/>
                  </a:cubicBezTo>
                  <a:cubicBezTo>
                    <a:pt x="2862" y="5215"/>
                    <a:pt x="3270" y="5215"/>
                    <a:pt x="3679" y="5011"/>
                  </a:cubicBezTo>
                  <a:cubicBezTo>
                    <a:pt x="3679" y="5011"/>
                    <a:pt x="3785" y="4913"/>
                    <a:pt x="3883" y="4913"/>
                  </a:cubicBezTo>
                  <a:cubicBezTo>
                    <a:pt x="3883" y="4807"/>
                    <a:pt x="3989" y="4807"/>
                    <a:pt x="4088" y="4807"/>
                  </a:cubicBezTo>
                  <a:lnTo>
                    <a:pt x="4292" y="4602"/>
                  </a:lnTo>
                  <a:lnTo>
                    <a:pt x="4602" y="4300"/>
                  </a:lnTo>
                  <a:cubicBezTo>
                    <a:pt x="4905" y="3989"/>
                    <a:pt x="5011" y="3581"/>
                    <a:pt x="5109" y="3172"/>
                  </a:cubicBezTo>
                  <a:lnTo>
                    <a:pt x="5215" y="3074"/>
                  </a:lnTo>
                  <a:lnTo>
                    <a:pt x="5215" y="2968"/>
                  </a:lnTo>
                  <a:lnTo>
                    <a:pt x="5215" y="2870"/>
                  </a:lnTo>
                  <a:lnTo>
                    <a:pt x="5215" y="2665"/>
                  </a:lnTo>
                  <a:lnTo>
                    <a:pt x="5215" y="2559"/>
                  </a:lnTo>
                  <a:lnTo>
                    <a:pt x="5215" y="2355"/>
                  </a:lnTo>
                  <a:lnTo>
                    <a:pt x="5215" y="2257"/>
                  </a:lnTo>
                  <a:lnTo>
                    <a:pt x="5215" y="2150"/>
                  </a:lnTo>
                  <a:lnTo>
                    <a:pt x="5109" y="2052"/>
                  </a:lnTo>
                  <a:lnTo>
                    <a:pt x="5109" y="1848"/>
                  </a:lnTo>
                  <a:lnTo>
                    <a:pt x="5109" y="1742"/>
                  </a:lnTo>
                  <a:cubicBezTo>
                    <a:pt x="5011" y="1742"/>
                    <a:pt x="5011" y="1644"/>
                    <a:pt x="5011" y="1644"/>
                  </a:cubicBezTo>
                  <a:lnTo>
                    <a:pt x="5011" y="1537"/>
                  </a:lnTo>
                  <a:lnTo>
                    <a:pt x="4905" y="1439"/>
                  </a:lnTo>
                  <a:lnTo>
                    <a:pt x="4905" y="1333"/>
                  </a:lnTo>
                  <a:cubicBezTo>
                    <a:pt x="4496" y="622"/>
                    <a:pt x="3679" y="107"/>
                    <a:pt x="2862" y="9"/>
                  </a:cubicBezTo>
                  <a:cubicBezTo>
                    <a:pt x="2792" y="3"/>
                    <a:pt x="2723" y="1"/>
                    <a:pt x="2654" y="1"/>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4"/>
            <p:cNvSpPr/>
            <p:nvPr/>
          </p:nvSpPr>
          <p:spPr>
            <a:xfrm>
              <a:off x="2353875" y="6034013"/>
              <a:ext cx="148175" cy="130050"/>
            </a:xfrm>
            <a:custGeom>
              <a:rect b="b" l="l" r="r" t="t"/>
              <a:pathLst>
                <a:path extrusionOk="0" h="5202" w="5927">
                  <a:moveTo>
                    <a:pt x="3007" y="1"/>
                  </a:moveTo>
                  <a:cubicBezTo>
                    <a:pt x="2584" y="1"/>
                    <a:pt x="2149" y="105"/>
                    <a:pt x="1733" y="329"/>
                  </a:cubicBezTo>
                  <a:cubicBezTo>
                    <a:pt x="507" y="942"/>
                    <a:pt x="0" y="2577"/>
                    <a:pt x="712" y="3803"/>
                  </a:cubicBezTo>
                  <a:cubicBezTo>
                    <a:pt x="1138" y="4723"/>
                    <a:pt x="2010" y="5202"/>
                    <a:pt x="2947" y="5202"/>
                  </a:cubicBezTo>
                  <a:cubicBezTo>
                    <a:pt x="3358" y="5202"/>
                    <a:pt x="3782" y="5110"/>
                    <a:pt x="4185" y="4923"/>
                  </a:cubicBezTo>
                  <a:cubicBezTo>
                    <a:pt x="5411" y="4212"/>
                    <a:pt x="5926" y="2675"/>
                    <a:pt x="5313" y="1351"/>
                  </a:cubicBezTo>
                  <a:cubicBezTo>
                    <a:pt x="4818" y="508"/>
                    <a:pt x="3940" y="1"/>
                    <a:pt x="3007" y="1"/>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4"/>
            <p:cNvSpPr/>
            <p:nvPr/>
          </p:nvSpPr>
          <p:spPr>
            <a:xfrm>
              <a:off x="2386975" y="6042238"/>
              <a:ext cx="115075" cy="122175"/>
            </a:xfrm>
            <a:custGeom>
              <a:rect b="b" l="l" r="r" t="t"/>
              <a:pathLst>
                <a:path extrusionOk="0" h="4887" w="4603">
                  <a:moveTo>
                    <a:pt x="2861" y="0"/>
                  </a:moveTo>
                  <a:cubicBezTo>
                    <a:pt x="3066" y="205"/>
                    <a:pt x="3270" y="409"/>
                    <a:pt x="3474" y="711"/>
                  </a:cubicBezTo>
                  <a:cubicBezTo>
                    <a:pt x="4193" y="2044"/>
                    <a:pt x="3679" y="3572"/>
                    <a:pt x="2354" y="4291"/>
                  </a:cubicBezTo>
                  <a:cubicBezTo>
                    <a:pt x="2021" y="4481"/>
                    <a:pt x="1646" y="4559"/>
                    <a:pt x="1268" y="4559"/>
                  </a:cubicBezTo>
                  <a:cubicBezTo>
                    <a:pt x="829" y="4559"/>
                    <a:pt x="387" y="4454"/>
                    <a:pt x="1" y="4291"/>
                  </a:cubicBezTo>
                  <a:lnTo>
                    <a:pt x="1" y="4291"/>
                  </a:lnTo>
                  <a:cubicBezTo>
                    <a:pt x="498" y="4665"/>
                    <a:pt x="1111" y="4886"/>
                    <a:pt x="1721" y="4886"/>
                  </a:cubicBezTo>
                  <a:cubicBezTo>
                    <a:pt x="2113" y="4886"/>
                    <a:pt x="2503" y="4795"/>
                    <a:pt x="2861" y="4594"/>
                  </a:cubicBezTo>
                  <a:cubicBezTo>
                    <a:pt x="4087" y="3883"/>
                    <a:pt x="4602" y="2346"/>
                    <a:pt x="3989" y="1022"/>
                  </a:cubicBezTo>
                  <a:cubicBezTo>
                    <a:pt x="3679" y="613"/>
                    <a:pt x="3270" y="205"/>
                    <a:pt x="2861"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4"/>
            <p:cNvSpPr/>
            <p:nvPr/>
          </p:nvSpPr>
          <p:spPr>
            <a:xfrm>
              <a:off x="2371650" y="6070238"/>
              <a:ext cx="117525" cy="66425"/>
            </a:xfrm>
            <a:custGeom>
              <a:rect b="b" l="l" r="r" t="t"/>
              <a:pathLst>
                <a:path extrusionOk="0" h="2657" w="4701">
                  <a:moveTo>
                    <a:pt x="4602" y="0"/>
                  </a:moveTo>
                  <a:lnTo>
                    <a:pt x="1" y="2354"/>
                  </a:lnTo>
                  <a:lnTo>
                    <a:pt x="1" y="2452"/>
                  </a:lnTo>
                  <a:cubicBezTo>
                    <a:pt x="1" y="2558"/>
                    <a:pt x="107" y="2558"/>
                    <a:pt x="107" y="2656"/>
                  </a:cubicBezTo>
                  <a:lnTo>
                    <a:pt x="4700" y="311"/>
                  </a:lnTo>
                  <a:cubicBezTo>
                    <a:pt x="4700" y="204"/>
                    <a:pt x="4700" y="106"/>
                    <a:pt x="4602"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4"/>
            <p:cNvSpPr/>
            <p:nvPr/>
          </p:nvSpPr>
          <p:spPr>
            <a:xfrm>
              <a:off x="2369200" y="6065113"/>
              <a:ext cx="117525" cy="69100"/>
            </a:xfrm>
            <a:custGeom>
              <a:rect b="b" l="l" r="r" t="t"/>
              <a:pathLst>
                <a:path extrusionOk="0" h="2764" w="4701">
                  <a:moveTo>
                    <a:pt x="4594" y="1"/>
                  </a:moveTo>
                  <a:lnTo>
                    <a:pt x="0" y="2453"/>
                  </a:lnTo>
                  <a:cubicBezTo>
                    <a:pt x="0" y="2453"/>
                    <a:pt x="0" y="2559"/>
                    <a:pt x="99" y="2559"/>
                  </a:cubicBezTo>
                  <a:lnTo>
                    <a:pt x="99" y="2763"/>
                  </a:lnTo>
                  <a:lnTo>
                    <a:pt x="4700" y="311"/>
                  </a:lnTo>
                  <a:lnTo>
                    <a:pt x="4700" y="107"/>
                  </a:lnTo>
                  <a:cubicBezTo>
                    <a:pt x="4700" y="107"/>
                    <a:pt x="4594" y="107"/>
                    <a:pt x="4594" y="1"/>
                  </a:cubicBez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4"/>
            <p:cNvSpPr/>
            <p:nvPr/>
          </p:nvSpPr>
          <p:spPr>
            <a:xfrm>
              <a:off x="1832825" y="6506888"/>
              <a:ext cx="130175" cy="130400"/>
            </a:xfrm>
            <a:custGeom>
              <a:rect b="b" l="l" r="r" t="t"/>
              <a:pathLst>
                <a:path extrusionOk="0" h="5216" w="5207">
                  <a:moveTo>
                    <a:pt x="2652" y="0"/>
                  </a:moveTo>
                  <a:cubicBezTo>
                    <a:pt x="1403" y="0"/>
                    <a:pt x="292" y="896"/>
                    <a:pt x="98" y="2150"/>
                  </a:cubicBezTo>
                  <a:lnTo>
                    <a:pt x="0" y="2150"/>
                  </a:lnTo>
                  <a:lnTo>
                    <a:pt x="0" y="2355"/>
                  </a:lnTo>
                  <a:lnTo>
                    <a:pt x="0" y="2461"/>
                  </a:lnTo>
                  <a:lnTo>
                    <a:pt x="0" y="2559"/>
                  </a:lnTo>
                  <a:lnTo>
                    <a:pt x="0" y="2665"/>
                  </a:lnTo>
                  <a:cubicBezTo>
                    <a:pt x="0" y="2968"/>
                    <a:pt x="98" y="3172"/>
                    <a:pt x="98" y="3376"/>
                  </a:cubicBezTo>
                  <a:cubicBezTo>
                    <a:pt x="205" y="3482"/>
                    <a:pt x="205" y="3581"/>
                    <a:pt x="205" y="3581"/>
                  </a:cubicBezTo>
                  <a:lnTo>
                    <a:pt x="205" y="3687"/>
                  </a:lnTo>
                  <a:cubicBezTo>
                    <a:pt x="303" y="3687"/>
                    <a:pt x="303" y="3785"/>
                    <a:pt x="303" y="3785"/>
                  </a:cubicBezTo>
                  <a:lnTo>
                    <a:pt x="303" y="3891"/>
                  </a:lnTo>
                  <a:lnTo>
                    <a:pt x="507" y="4095"/>
                  </a:lnTo>
                  <a:cubicBezTo>
                    <a:pt x="507" y="4095"/>
                    <a:pt x="507" y="4194"/>
                    <a:pt x="613" y="4300"/>
                  </a:cubicBezTo>
                  <a:cubicBezTo>
                    <a:pt x="711" y="4300"/>
                    <a:pt x="711" y="4398"/>
                    <a:pt x="711" y="4398"/>
                  </a:cubicBezTo>
                  <a:cubicBezTo>
                    <a:pt x="818" y="4398"/>
                    <a:pt x="818" y="4504"/>
                    <a:pt x="818" y="4504"/>
                  </a:cubicBezTo>
                  <a:lnTo>
                    <a:pt x="916" y="4602"/>
                  </a:lnTo>
                  <a:lnTo>
                    <a:pt x="1022" y="4602"/>
                  </a:lnTo>
                  <a:cubicBezTo>
                    <a:pt x="1022" y="4708"/>
                    <a:pt x="1120" y="4708"/>
                    <a:pt x="1120" y="4807"/>
                  </a:cubicBezTo>
                  <a:lnTo>
                    <a:pt x="1226" y="4807"/>
                  </a:lnTo>
                  <a:cubicBezTo>
                    <a:pt x="1226" y="4807"/>
                    <a:pt x="1324" y="4807"/>
                    <a:pt x="1324" y="4913"/>
                  </a:cubicBezTo>
                  <a:lnTo>
                    <a:pt x="1431" y="4913"/>
                  </a:lnTo>
                  <a:cubicBezTo>
                    <a:pt x="1431" y="4913"/>
                    <a:pt x="1529" y="5011"/>
                    <a:pt x="1635" y="5011"/>
                  </a:cubicBezTo>
                  <a:cubicBezTo>
                    <a:pt x="1733" y="5011"/>
                    <a:pt x="1733" y="5117"/>
                    <a:pt x="1839" y="5117"/>
                  </a:cubicBezTo>
                  <a:lnTo>
                    <a:pt x="2044" y="5117"/>
                  </a:lnTo>
                  <a:cubicBezTo>
                    <a:pt x="2044" y="5117"/>
                    <a:pt x="2142" y="5117"/>
                    <a:pt x="2142" y="5215"/>
                  </a:cubicBezTo>
                  <a:lnTo>
                    <a:pt x="2346" y="5215"/>
                  </a:lnTo>
                  <a:cubicBezTo>
                    <a:pt x="2861" y="5215"/>
                    <a:pt x="3270" y="5215"/>
                    <a:pt x="3678" y="5011"/>
                  </a:cubicBezTo>
                  <a:cubicBezTo>
                    <a:pt x="3678" y="5011"/>
                    <a:pt x="3776" y="4913"/>
                    <a:pt x="3883" y="4913"/>
                  </a:cubicBezTo>
                  <a:cubicBezTo>
                    <a:pt x="3981" y="4807"/>
                    <a:pt x="3981" y="4807"/>
                    <a:pt x="4087" y="4807"/>
                  </a:cubicBezTo>
                  <a:lnTo>
                    <a:pt x="4291" y="4602"/>
                  </a:lnTo>
                  <a:lnTo>
                    <a:pt x="4594" y="4300"/>
                  </a:lnTo>
                  <a:cubicBezTo>
                    <a:pt x="4904" y="3989"/>
                    <a:pt x="5109" y="3581"/>
                    <a:pt x="5109" y="3172"/>
                  </a:cubicBezTo>
                  <a:lnTo>
                    <a:pt x="5207" y="3172"/>
                  </a:lnTo>
                  <a:lnTo>
                    <a:pt x="5207" y="3074"/>
                  </a:lnTo>
                  <a:lnTo>
                    <a:pt x="5207" y="2968"/>
                  </a:lnTo>
                  <a:lnTo>
                    <a:pt x="5207" y="2869"/>
                  </a:lnTo>
                  <a:lnTo>
                    <a:pt x="5207" y="2665"/>
                  </a:lnTo>
                  <a:lnTo>
                    <a:pt x="5207" y="2559"/>
                  </a:lnTo>
                  <a:lnTo>
                    <a:pt x="5207" y="2355"/>
                  </a:lnTo>
                  <a:lnTo>
                    <a:pt x="5207" y="2256"/>
                  </a:lnTo>
                  <a:lnTo>
                    <a:pt x="5207" y="2150"/>
                  </a:lnTo>
                  <a:lnTo>
                    <a:pt x="5207" y="2052"/>
                  </a:lnTo>
                  <a:cubicBezTo>
                    <a:pt x="5109" y="1946"/>
                    <a:pt x="5109" y="1946"/>
                    <a:pt x="5109" y="1848"/>
                  </a:cubicBezTo>
                  <a:lnTo>
                    <a:pt x="5109" y="1742"/>
                  </a:lnTo>
                  <a:lnTo>
                    <a:pt x="5002" y="1643"/>
                  </a:lnTo>
                  <a:lnTo>
                    <a:pt x="5002" y="1537"/>
                  </a:lnTo>
                  <a:lnTo>
                    <a:pt x="4904" y="1439"/>
                  </a:lnTo>
                  <a:lnTo>
                    <a:pt x="4904" y="1333"/>
                  </a:lnTo>
                  <a:cubicBezTo>
                    <a:pt x="4496" y="622"/>
                    <a:pt x="3776" y="107"/>
                    <a:pt x="2861" y="9"/>
                  </a:cubicBezTo>
                  <a:cubicBezTo>
                    <a:pt x="2791" y="3"/>
                    <a:pt x="2722" y="0"/>
                    <a:pt x="2652"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4"/>
            <p:cNvSpPr/>
            <p:nvPr/>
          </p:nvSpPr>
          <p:spPr>
            <a:xfrm>
              <a:off x="1809725" y="6504063"/>
              <a:ext cx="148175" cy="129975"/>
            </a:xfrm>
            <a:custGeom>
              <a:rect b="b" l="l" r="r" t="t"/>
              <a:pathLst>
                <a:path extrusionOk="0" h="5199" w="5927">
                  <a:moveTo>
                    <a:pt x="2994" y="0"/>
                  </a:moveTo>
                  <a:cubicBezTo>
                    <a:pt x="2577" y="0"/>
                    <a:pt x="2149" y="105"/>
                    <a:pt x="1742" y="326"/>
                  </a:cubicBezTo>
                  <a:cubicBezTo>
                    <a:pt x="516" y="939"/>
                    <a:pt x="1" y="2574"/>
                    <a:pt x="720" y="3800"/>
                  </a:cubicBezTo>
                  <a:cubicBezTo>
                    <a:pt x="1146" y="4720"/>
                    <a:pt x="2066" y="5198"/>
                    <a:pt x="2999" y="5198"/>
                  </a:cubicBezTo>
                  <a:cubicBezTo>
                    <a:pt x="3408" y="5198"/>
                    <a:pt x="3820" y="5106"/>
                    <a:pt x="4194" y="4920"/>
                  </a:cubicBezTo>
                  <a:cubicBezTo>
                    <a:pt x="5518" y="4208"/>
                    <a:pt x="5926" y="2672"/>
                    <a:pt x="5313" y="1446"/>
                  </a:cubicBezTo>
                  <a:cubicBezTo>
                    <a:pt x="4821" y="529"/>
                    <a:pt x="3933" y="0"/>
                    <a:pt x="2994" y="0"/>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4"/>
            <p:cNvSpPr/>
            <p:nvPr/>
          </p:nvSpPr>
          <p:spPr>
            <a:xfrm>
              <a:off x="1843025" y="6512213"/>
              <a:ext cx="114875" cy="122175"/>
            </a:xfrm>
            <a:custGeom>
              <a:rect b="b" l="l" r="r" t="t"/>
              <a:pathLst>
                <a:path extrusionOk="0" h="4887" w="4595">
                  <a:moveTo>
                    <a:pt x="2862" y="0"/>
                  </a:moveTo>
                  <a:lnTo>
                    <a:pt x="2862" y="0"/>
                  </a:lnTo>
                  <a:cubicBezTo>
                    <a:pt x="3066" y="204"/>
                    <a:pt x="3270" y="409"/>
                    <a:pt x="3475" y="711"/>
                  </a:cubicBezTo>
                  <a:cubicBezTo>
                    <a:pt x="4186" y="2043"/>
                    <a:pt x="3679" y="3572"/>
                    <a:pt x="2347" y="4291"/>
                  </a:cubicBezTo>
                  <a:cubicBezTo>
                    <a:pt x="1991" y="4495"/>
                    <a:pt x="1582" y="4598"/>
                    <a:pt x="1174" y="4598"/>
                  </a:cubicBezTo>
                  <a:cubicBezTo>
                    <a:pt x="765" y="4598"/>
                    <a:pt x="356" y="4495"/>
                    <a:pt x="1" y="4291"/>
                  </a:cubicBezTo>
                  <a:lnTo>
                    <a:pt x="1" y="4291"/>
                  </a:lnTo>
                  <a:cubicBezTo>
                    <a:pt x="499" y="4664"/>
                    <a:pt x="1109" y="4886"/>
                    <a:pt x="1718" y="4886"/>
                  </a:cubicBezTo>
                  <a:cubicBezTo>
                    <a:pt x="2109" y="4886"/>
                    <a:pt x="2501" y="4795"/>
                    <a:pt x="2862" y="4594"/>
                  </a:cubicBezTo>
                  <a:cubicBezTo>
                    <a:pt x="4186" y="3882"/>
                    <a:pt x="4594" y="2346"/>
                    <a:pt x="3981" y="1120"/>
                  </a:cubicBezTo>
                  <a:cubicBezTo>
                    <a:pt x="3679" y="613"/>
                    <a:pt x="3270" y="204"/>
                    <a:pt x="2862"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4"/>
            <p:cNvSpPr/>
            <p:nvPr/>
          </p:nvSpPr>
          <p:spPr>
            <a:xfrm>
              <a:off x="1827700" y="6540188"/>
              <a:ext cx="117525" cy="66450"/>
            </a:xfrm>
            <a:custGeom>
              <a:rect b="b" l="l" r="r" t="t"/>
              <a:pathLst>
                <a:path extrusionOk="0" h="2658" w="4701">
                  <a:moveTo>
                    <a:pt x="4594" y="1"/>
                  </a:moveTo>
                  <a:lnTo>
                    <a:pt x="1" y="2355"/>
                  </a:lnTo>
                  <a:lnTo>
                    <a:pt x="1" y="2453"/>
                  </a:lnTo>
                  <a:cubicBezTo>
                    <a:pt x="99" y="2559"/>
                    <a:pt x="99" y="2559"/>
                    <a:pt x="99" y="2657"/>
                  </a:cubicBezTo>
                  <a:lnTo>
                    <a:pt x="4701" y="311"/>
                  </a:lnTo>
                  <a:cubicBezTo>
                    <a:pt x="4701" y="205"/>
                    <a:pt x="4701" y="107"/>
                    <a:pt x="4594" y="1"/>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4"/>
            <p:cNvSpPr/>
            <p:nvPr/>
          </p:nvSpPr>
          <p:spPr>
            <a:xfrm>
              <a:off x="1825050" y="6535088"/>
              <a:ext cx="120175" cy="69100"/>
            </a:xfrm>
            <a:custGeom>
              <a:rect b="b" l="l" r="r" t="t"/>
              <a:pathLst>
                <a:path extrusionOk="0" h="2764" w="4807">
                  <a:moveTo>
                    <a:pt x="4602" y="1"/>
                  </a:moveTo>
                  <a:lnTo>
                    <a:pt x="1" y="2453"/>
                  </a:lnTo>
                  <a:cubicBezTo>
                    <a:pt x="1" y="2453"/>
                    <a:pt x="1" y="2559"/>
                    <a:pt x="107" y="2559"/>
                  </a:cubicBezTo>
                  <a:lnTo>
                    <a:pt x="107" y="2763"/>
                  </a:lnTo>
                  <a:lnTo>
                    <a:pt x="4807" y="311"/>
                  </a:lnTo>
                  <a:cubicBezTo>
                    <a:pt x="4700" y="311"/>
                    <a:pt x="4700" y="205"/>
                    <a:pt x="4700" y="205"/>
                  </a:cubicBezTo>
                  <a:cubicBezTo>
                    <a:pt x="4700" y="107"/>
                    <a:pt x="4602" y="107"/>
                    <a:pt x="4602" y="1"/>
                  </a:cubicBez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4"/>
            <p:cNvSpPr/>
            <p:nvPr/>
          </p:nvSpPr>
          <p:spPr>
            <a:xfrm>
              <a:off x="1988525" y="6425163"/>
              <a:ext cx="130400" cy="130375"/>
            </a:xfrm>
            <a:custGeom>
              <a:rect b="b" l="l" r="r" t="t"/>
              <a:pathLst>
                <a:path extrusionOk="0" h="5215" w="5216">
                  <a:moveTo>
                    <a:pt x="2638" y="0"/>
                  </a:moveTo>
                  <a:cubicBezTo>
                    <a:pt x="1305" y="0"/>
                    <a:pt x="194" y="895"/>
                    <a:pt x="0" y="2150"/>
                  </a:cubicBezTo>
                  <a:lnTo>
                    <a:pt x="0" y="2354"/>
                  </a:lnTo>
                  <a:lnTo>
                    <a:pt x="0" y="2460"/>
                  </a:lnTo>
                  <a:lnTo>
                    <a:pt x="0" y="2558"/>
                  </a:lnTo>
                  <a:lnTo>
                    <a:pt x="0" y="2665"/>
                  </a:lnTo>
                  <a:cubicBezTo>
                    <a:pt x="0" y="2967"/>
                    <a:pt x="0" y="3171"/>
                    <a:pt x="107" y="3376"/>
                  </a:cubicBezTo>
                  <a:cubicBezTo>
                    <a:pt x="107" y="3482"/>
                    <a:pt x="107" y="3580"/>
                    <a:pt x="205" y="3580"/>
                  </a:cubicBezTo>
                  <a:lnTo>
                    <a:pt x="205" y="3686"/>
                  </a:lnTo>
                  <a:cubicBezTo>
                    <a:pt x="205" y="3686"/>
                    <a:pt x="205" y="3785"/>
                    <a:pt x="311" y="3785"/>
                  </a:cubicBezTo>
                  <a:lnTo>
                    <a:pt x="311" y="3891"/>
                  </a:lnTo>
                  <a:cubicBezTo>
                    <a:pt x="311" y="3989"/>
                    <a:pt x="409" y="3989"/>
                    <a:pt x="409" y="4095"/>
                  </a:cubicBezTo>
                  <a:cubicBezTo>
                    <a:pt x="515" y="4095"/>
                    <a:pt x="515" y="4193"/>
                    <a:pt x="515" y="4193"/>
                  </a:cubicBezTo>
                  <a:lnTo>
                    <a:pt x="613" y="4299"/>
                  </a:lnTo>
                  <a:lnTo>
                    <a:pt x="720" y="4398"/>
                  </a:lnTo>
                  <a:lnTo>
                    <a:pt x="720" y="4504"/>
                  </a:lnTo>
                  <a:cubicBezTo>
                    <a:pt x="818" y="4504"/>
                    <a:pt x="818" y="4602"/>
                    <a:pt x="924" y="4602"/>
                  </a:cubicBezTo>
                  <a:cubicBezTo>
                    <a:pt x="1022" y="4708"/>
                    <a:pt x="1022" y="4708"/>
                    <a:pt x="1128" y="4708"/>
                  </a:cubicBezTo>
                  <a:lnTo>
                    <a:pt x="1128" y="4806"/>
                  </a:lnTo>
                  <a:cubicBezTo>
                    <a:pt x="1226" y="4806"/>
                    <a:pt x="1226" y="4806"/>
                    <a:pt x="1333" y="4912"/>
                  </a:cubicBezTo>
                  <a:cubicBezTo>
                    <a:pt x="1431" y="4912"/>
                    <a:pt x="1537" y="5011"/>
                    <a:pt x="1537" y="5011"/>
                  </a:cubicBezTo>
                  <a:cubicBezTo>
                    <a:pt x="1635" y="5011"/>
                    <a:pt x="1741" y="5117"/>
                    <a:pt x="1839" y="5117"/>
                  </a:cubicBezTo>
                  <a:lnTo>
                    <a:pt x="2150" y="5117"/>
                  </a:lnTo>
                  <a:cubicBezTo>
                    <a:pt x="2150" y="5215"/>
                    <a:pt x="2248" y="5215"/>
                    <a:pt x="2354" y="5215"/>
                  </a:cubicBezTo>
                  <a:cubicBezTo>
                    <a:pt x="2763" y="5215"/>
                    <a:pt x="3172" y="5215"/>
                    <a:pt x="3580" y="5011"/>
                  </a:cubicBezTo>
                  <a:cubicBezTo>
                    <a:pt x="3678" y="5011"/>
                    <a:pt x="3785" y="4912"/>
                    <a:pt x="3785" y="4912"/>
                  </a:cubicBezTo>
                  <a:cubicBezTo>
                    <a:pt x="3883" y="4806"/>
                    <a:pt x="3989" y="4806"/>
                    <a:pt x="4087" y="4806"/>
                  </a:cubicBezTo>
                  <a:cubicBezTo>
                    <a:pt x="4087" y="4708"/>
                    <a:pt x="4193" y="4708"/>
                    <a:pt x="4193" y="4602"/>
                  </a:cubicBezTo>
                  <a:cubicBezTo>
                    <a:pt x="4398" y="4504"/>
                    <a:pt x="4496" y="4398"/>
                    <a:pt x="4602" y="4299"/>
                  </a:cubicBezTo>
                  <a:cubicBezTo>
                    <a:pt x="4806" y="3989"/>
                    <a:pt x="5011" y="3580"/>
                    <a:pt x="5109" y="3171"/>
                  </a:cubicBezTo>
                  <a:lnTo>
                    <a:pt x="5109" y="3073"/>
                  </a:lnTo>
                  <a:lnTo>
                    <a:pt x="5109" y="2967"/>
                  </a:lnTo>
                  <a:lnTo>
                    <a:pt x="5215" y="2967"/>
                  </a:lnTo>
                  <a:lnTo>
                    <a:pt x="5215" y="2869"/>
                  </a:lnTo>
                  <a:lnTo>
                    <a:pt x="5215" y="2665"/>
                  </a:lnTo>
                  <a:lnTo>
                    <a:pt x="5215" y="2558"/>
                  </a:lnTo>
                  <a:lnTo>
                    <a:pt x="5215" y="2354"/>
                  </a:lnTo>
                  <a:lnTo>
                    <a:pt x="5215" y="2256"/>
                  </a:lnTo>
                  <a:cubicBezTo>
                    <a:pt x="5109" y="2256"/>
                    <a:pt x="5109" y="2150"/>
                    <a:pt x="5109" y="2150"/>
                  </a:cubicBezTo>
                  <a:lnTo>
                    <a:pt x="5109" y="2052"/>
                  </a:lnTo>
                  <a:lnTo>
                    <a:pt x="5109" y="1847"/>
                  </a:lnTo>
                  <a:lnTo>
                    <a:pt x="5011" y="1741"/>
                  </a:lnTo>
                  <a:lnTo>
                    <a:pt x="5011" y="1643"/>
                  </a:lnTo>
                  <a:cubicBezTo>
                    <a:pt x="5011" y="1643"/>
                    <a:pt x="5011" y="1537"/>
                    <a:pt x="4904" y="1537"/>
                  </a:cubicBezTo>
                  <a:lnTo>
                    <a:pt x="4904" y="1439"/>
                  </a:lnTo>
                  <a:cubicBezTo>
                    <a:pt x="4904" y="1439"/>
                    <a:pt x="4904" y="1332"/>
                    <a:pt x="4806" y="1332"/>
                  </a:cubicBezTo>
                  <a:cubicBezTo>
                    <a:pt x="4398" y="621"/>
                    <a:pt x="3678" y="106"/>
                    <a:pt x="2861" y="8"/>
                  </a:cubicBezTo>
                  <a:cubicBezTo>
                    <a:pt x="2786" y="3"/>
                    <a:pt x="2712" y="0"/>
                    <a:pt x="2638"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4"/>
            <p:cNvSpPr/>
            <p:nvPr/>
          </p:nvSpPr>
          <p:spPr>
            <a:xfrm>
              <a:off x="1965625" y="6422313"/>
              <a:ext cx="148175" cy="129975"/>
            </a:xfrm>
            <a:custGeom>
              <a:rect b="b" l="l" r="r" t="t"/>
              <a:pathLst>
                <a:path extrusionOk="0" h="5199" w="5927">
                  <a:moveTo>
                    <a:pt x="2987" y="1"/>
                  </a:moveTo>
                  <a:cubicBezTo>
                    <a:pt x="2572" y="1"/>
                    <a:pt x="2144" y="105"/>
                    <a:pt x="1734" y="327"/>
                  </a:cubicBezTo>
                  <a:cubicBezTo>
                    <a:pt x="508" y="940"/>
                    <a:pt x="1" y="2574"/>
                    <a:pt x="614" y="3800"/>
                  </a:cubicBezTo>
                  <a:cubicBezTo>
                    <a:pt x="1108" y="4721"/>
                    <a:pt x="2002" y="5199"/>
                    <a:pt x="2945" y="5199"/>
                  </a:cubicBezTo>
                  <a:cubicBezTo>
                    <a:pt x="3359" y="5199"/>
                    <a:pt x="3782" y="5107"/>
                    <a:pt x="4186" y="4920"/>
                  </a:cubicBezTo>
                  <a:cubicBezTo>
                    <a:pt x="5412" y="4209"/>
                    <a:pt x="5927" y="2672"/>
                    <a:pt x="5207" y="1446"/>
                  </a:cubicBezTo>
                  <a:cubicBezTo>
                    <a:pt x="4783" y="530"/>
                    <a:pt x="3920" y="1"/>
                    <a:pt x="2987" y="1"/>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4"/>
            <p:cNvSpPr/>
            <p:nvPr/>
          </p:nvSpPr>
          <p:spPr>
            <a:xfrm>
              <a:off x="1998750" y="6430463"/>
              <a:ext cx="115050" cy="122175"/>
            </a:xfrm>
            <a:custGeom>
              <a:rect b="b" l="l" r="r" t="t"/>
              <a:pathLst>
                <a:path extrusionOk="0" h="4887" w="4602">
                  <a:moveTo>
                    <a:pt x="2763" y="1"/>
                  </a:moveTo>
                  <a:lnTo>
                    <a:pt x="2763" y="1"/>
                  </a:lnTo>
                  <a:cubicBezTo>
                    <a:pt x="3065" y="205"/>
                    <a:pt x="3269" y="409"/>
                    <a:pt x="3474" y="712"/>
                  </a:cubicBezTo>
                  <a:cubicBezTo>
                    <a:pt x="4087" y="2044"/>
                    <a:pt x="3580" y="3573"/>
                    <a:pt x="2354" y="4292"/>
                  </a:cubicBezTo>
                  <a:cubicBezTo>
                    <a:pt x="1945" y="4496"/>
                    <a:pt x="1537" y="4598"/>
                    <a:pt x="1140" y="4598"/>
                  </a:cubicBezTo>
                  <a:cubicBezTo>
                    <a:pt x="744" y="4598"/>
                    <a:pt x="360" y="4496"/>
                    <a:pt x="0" y="4292"/>
                  </a:cubicBezTo>
                  <a:lnTo>
                    <a:pt x="0" y="4292"/>
                  </a:lnTo>
                  <a:cubicBezTo>
                    <a:pt x="438" y="4665"/>
                    <a:pt x="1025" y="4887"/>
                    <a:pt x="1647" y="4887"/>
                  </a:cubicBezTo>
                  <a:cubicBezTo>
                    <a:pt x="2047" y="4887"/>
                    <a:pt x="2461" y="4795"/>
                    <a:pt x="2861" y="4594"/>
                  </a:cubicBezTo>
                  <a:cubicBezTo>
                    <a:pt x="4087" y="3883"/>
                    <a:pt x="4602" y="2346"/>
                    <a:pt x="3882" y="1120"/>
                  </a:cubicBezTo>
                  <a:cubicBezTo>
                    <a:pt x="3678" y="614"/>
                    <a:pt x="3269" y="205"/>
                    <a:pt x="2763" y="1"/>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4"/>
            <p:cNvSpPr/>
            <p:nvPr/>
          </p:nvSpPr>
          <p:spPr>
            <a:xfrm>
              <a:off x="1980950" y="6458463"/>
              <a:ext cx="119975" cy="66425"/>
            </a:xfrm>
            <a:custGeom>
              <a:rect b="b" l="l" r="r" t="t"/>
              <a:pathLst>
                <a:path extrusionOk="0" h="2657" w="4799">
                  <a:moveTo>
                    <a:pt x="4594" y="0"/>
                  </a:moveTo>
                  <a:lnTo>
                    <a:pt x="1" y="2354"/>
                  </a:lnTo>
                  <a:lnTo>
                    <a:pt x="99" y="2453"/>
                  </a:lnTo>
                  <a:cubicBezTo>
                    <a:pt x="99" y="2559"/>
                    <a:pt x="205" y="2559"/>
                    <a:pt x="205" y="2657"/>
                  </a:cubicBezTo>
                  <a:lnTo>
                    <a:pt x="4799" y="311"/>
                  </a:lnTo>
                  <a:cubicBezTo>
                    <a:pt x="4799" y="205"/>
                    <a:pt x="4701" y="107"/>
                    <a:pt x="4701"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4"/>
            <p:cNvSpPr/>
            <p:nvPr/>
          </p:nvSpPr>
          <p:spPr>
            <a:xfrm>
              <a:off x="1980950" y="6453363"/>
              <a:ext cx="117525" cy="69075"/>
            </a:xfrm>
            <a:custGeom>
              <a:rect b="b" l="l" r="r" t="t"/>
              <a:pathLst>
                <a:path extrusionOk="0" h="2763" w="4701">
                  <a:moveTo>
                    <a:pt x="4594" y="0"/>
                  </a:moveTo>
                  <a:lnTo>
                    <a:pt x="1" y="2452"/>
                  </a:lnTo>
                  <a:lnTo>
                    <a:pt x="1" y="2558"/>
                  </a:lnTo>
                  <a:cubicBezTo>
                    <a:pt x="99" y="2657"/>
                    <a:pt x="99" y="2657"/>
                    <a:pt x="99" y="2763"/>
                  </a:cubicBezTo>
                  <a:lnTo>
                    <a:pt x="4701" y="311"/>
                  </a:lnTo>
                  <a:cubicBezTo>
                    <a:pt x="4701" y="311"/>
                    <a:pt x="4701" y="204"/>
                    <a:pt x="4594" y="204"/>
                  </a:cubicBezTo>
                  <a:lnTo>
                    <a:pt x="4594" y="0"/>
                  </a:ln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4"/>
            <p:cNvSpPr/>
            <p:nvPr/>
          </p:nvSpPr>
          <p:spPr>
            <a:xfrm>
              <a:off x="2141775" y="6343413"/>
              <a:ext cx="130400" cy="130400"/>
            </a:xfrm>
            <a:custGeom>
              <a:rect b="b" l="l" r="r" t="t"/>
              <a:pathLst>
                <a:path extrusionOk="0" h="5216" w="5216">
                  <a:moveTo>
                    <a:pt x="2654" y="1"/>
                  </a:moveTo>
                  <a:cubicBezTo>
                    <a:pt x="1411" y="1"/>
                    <a:pt x="300" y="896"/>
                    <a:pt x="107" y="2150"/>
                  </a:cubicBezTo>
                  <a:lnTo>
                    <a:pt x="107" y="2355"/>
                  </a:lnTo>
                  <a:cubicBezTo>
                    <a:pt x="0" y="2355"/>
                    <a:pt x="0" y="2461"/>
                    <a:pt x="0" y="2461"/>
                  </a:cubicBezTo>
                  <a:lnTo>
                    <a:pt x="0" y="2559"/>
                  </a:lnTo>
                  <a:lnTo>
                    <a:pt x="0" y="2665"/>
                  </a:lnTo>
                  <a:cubicBezTo>
                    <a:pt x="107" y="2968"/>
                    <a:pt x="107" y="3172"/>
                    <a:pt x="205" y="3376"/>
                  </a:cubicBezTo>
                  <a:lnTo>
                    <a:pt x="205" y="3581"/>
                  </a:lnTo>
                  <a:lnTo>
                    <a:pt x="311" y="3687"/>
                  </a:lnTo>
                  <a:lnTo>
                    <a:pt x="311" y="3785"/>
                  </a:lnTo>
                  <a:lnTo>
                    <a:pt x="409" y="3891"/>
                  </a:lnTo>
                  <a:cubicBezTo>
                    <a:pt x="409" y="3891"/>
                    <a:pt x="409" y="3989"/>
                    <a:pt x="515" y="4096"/>
                  </a:cubicBezTo>
                  <a:lnTo>
                    <a:pt x="613" y="4194"/>
                  </a:lnTo>
                  <a:cubicBezTo>
                    <a:pt x="613" y="4300"/>
                    <a:pt x="613" y="4300"/>
                    <a:pt x="720" y="4300"/>
                  </a:cubicBezTo>
                  <a:cubicBezTo>
                    <a:pt x="720" y="4300"/>
                    <a:pt x="720" y="4398"/>
                    <a:pt x="818" y="4398"/>
                  </a:cubicBezTo>
                  <a:lnTo>
                    <a:pt x="818" y="4504"/>
                  </a:lnTo>
                  <a:cubicBezTo>
                    <a:pt x="924" y="4504"/>
                    <a:pt x="924" y="4602"/>
                    <a:pt x="1022" y="4602"/>
                  </a:cubicBezTo>
                  <a:cubicBezTo>
                    <a:pt x="1022" y="4709"/>
                    <a:pt x="1128" y="4709"/>
                    <a:pt x="1128" y="4709"/>
                  </a:cubicBezTo>
                  <a:lnTo>
                    <a:pt x="1226" y="4807"/>
                  </a:lnTo>
                  <a:cubicBezTo>
                    <a:pt x="1226" y="4807"/>
                    <a:pt x="1333" y="4807"/>
                    <a:pt x="1333" y="4913"/>
                  </a:cubicBezTo>
                  <a:lnTo>
                    <a:pt x="1431" y="4913"/>
                  </a:lnTo>
                  <a:cubicBezTo>
                    <a:pt x="1537" y="4913"/>
                    <a:pt x="1537" y="5011"/>
                    <a:pt x="1635" y="5011"/>
                  </a:cubicBezTo>
                  <a:cubicBezTo>
                    <a:pt x="1741" y="5011"/>
                    <a:pt x="1741" y="5011"/>
                    <a:pt x="1839" y="5117"/>
                  </a:cubicBezTo>
                  <a:lnTo>
                    <a:pt x="2150" y="5117"/>
                  </a:lnTo>
                  <a:cubicBezTo>
                    <a:pt x="2248" y="5215"/>
                    <a:pt x="2354" y="5215"/>
                    <a:pt x="2354" y="5215"/>
                  </a:cubicBezTo>
                  <a:cubicBezTo>
                    <a:pt x="2861" y="5215"/>
                    <a:pt x="3270" y="5117"/>
                    <a:pt x="3678" y="5011"/>
                  </a:cubicBezTo>
                  <a:cubicBezTo>
                    <a:pt x="3785" y="5011"/>
                    <a:pt x="3785" y="4913"/>
                    <a:pt x="3883" y="4913"/>
                  </a:cubicBezTo>
                  <a:cubicBezTo>
                    <a:pt x="3989" y="4807"/>
                    <a:pt x="3989" y="4807"/>
                    <a:pt x="4087" y="4807"/>
                  </a:cubicBezTo>
                  <a:lnTo>
                    <a:pt x="4291" y="4602"/>
                  </a:lnTo>
                  <a:cubicBezTo>
                    <a:pt x="4398" y="4504"/>
                    <a:pt x="4602" y="4398"/>
                    <a:pt x="4700" y="4300"/>
                  </a:cubicBezTo>
                  <a:cubicBezTo>
                    <a:pt x="4904" y="3989"/>
                    <a:pt x="5109" y="3581"/>
                    <a:pt x="5215" y="3172"/>
                  </a:cubicBezTo>
                  <a:lnTo>
                    <a:pt x="5215" y="3074"/>
                  </a:lnTo>
                  <a:lnTo>
                    <a:pt x="5215" y="2968"/>
                  </a:lnTo>
                  <a:lnTo>
                    <a:pt x="5215" y="2870"/>
                  </a:lnTo>
                  <a:lnTo>
                    <a:pt x="5215" y="2665"/>
                  </a:lnTo>
                  <a:lnTo>
                    <a:pt x="5215" y="2559"/>
                  </a:lnTo>
                  <a:lnTo>
                    <a:pt x="5215" y="2355"/>
                  </a:lnTo>
                  <a:lnTo>
                    <a:pt x="5215" y="2257"/>
                  </a:lnTo>
                  <a:lnTo>
                    <a:pt x="5215" y="2150"/>
                  </a:lnTo>
                  <a:lnTo>
                    <a:pt x="5215" y="2052"/>
                  </a:lnTo>
                  <a:cubicBezTo>
                    <a:pt x="5215" y="1946"/>
                    <a:pt x="5109" y="1946"/>
                    <a:pt x="5109" y="1848"/>
                  </a:cubicBezTo>
                  <a:lnTo>
                    <a:pt x="5109" y="1742"/>
                  </a:lnTo>
                  <a:cubicBezTo>
                    <a:pt x="5109" y="1742"/>
                    <a:pt x="5109" y="1644"/>
                    <a:pt x="5011" y="1644"/>
                  </a:cubicBezTo>
                  <a:lnTo>
                    <a:pt x="5011" y="1537"/>
                  </a:lnTo>
                  <a:lnTo>
                    <a:pt x="5011" y="1439"/>
                  </a:lnTo>
                  <a:cubicBezTo>
                    <a:pt x="4904" y="1439"/>
                    <a:pt x="4904" y="1333"/>
                    <a:pt x="4904" y="1333"/>
                  </a:cubicBezTo>
                  <a:cubicBezTo>
                    <a:pt x="4496" y="622"/>
                    <a:pt x="3785" y="107"/>
                    <a:pt x="2861" y="9"/>
                  </a:cubicBezTo>
                  <a:cubicBezTo>
                    <a:pt x="2792" y="3"/>
                    <a:pt x="2723" y="1"/>
                    <a:pt x="2654" y="1"/>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4"/>
            <p:cNvSpPr/>
            <p:nvPr/>
          </p:nvSpPr>
          <p:spPr>
            <a:xfrm>
              <a:off x="2118900" y="6340513"/>
              <a:ext cx="150600" cy="130050"/>
            </a:xfrm>
            <a:custGeom>
              <a:rect b="b" l="l" r="r" t="t"/>
              <a:pathLst>
                <a:path extrusionOk="0" h="5202" w="6024">
                  <a:moveTo>
                    <a:pt x="3063" y="1"/>
                  </a:moveTo>
                  <a:cubicBezTo>
                    <a:pt x="2644" y="1"/>
                    <a:pt x="2222" y="105"/>
                    <a:pt x="1839" y="329"/>
                  </a:cubicBezTo>
                  <a:cubicBezTo>
                    <a:pt x="507" y="942"/>
                    <a:pt x="0" y="2577"/>
                    <a:pt x="711" y="3803"/>
                  </a:cubicBezTo>
                  <a:cubicBezTo>
                    <a:pt x="1137" y="4724"/>
                    <a:pt x="2057" y="5202"/>
                    <a:pt x="2990" y="5202"/>
                  </a:cubicBezTo>
                  <a:cubicBezTo>
                    <a:pt x="3399" y="5202"/>
                    <a:pt x="3811" y="5110"/>
                    <a:pt x="4185" y="4923"/>
                  </a:cubicBezTo>
                  <a:cubicBezTo>
                    <a:pt x="5517" y="4212"/>
                    <a:pt x="6024" y="2675"/>
                    <a:pt x="5313" y="1351"/>
                  </a:cubicBezTo>
                  <a:cubicBezTo>
                    <a:pt x="4891" y="508"/>
                    <a:pt x="3986" y="1"/>
                    <a:pt x="3063" y="1"/>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4"/>
            <p:cNvSpPr/>
            <p:nvPr/>
          </p:nvSpPr>
          <p:spPr>
            <a:xfrm>
              <a:off x="2152000" y="6348738"/>
              <a:ext cx="117500" cy="122175"/>
            </a:xfrm>
            <a:custGeom>
              <a:rect b="b" l="l" r="r" t="t"/>
              <a:pathLst>
                <a:path extrusionOk="0" h="4887" w="4700">
                  <a:moveTo>
                    <a:pt x="2861" y="0"/>
                  </a:moveTo>
                  <a:lnTo>
                    <a:pt x="2861" y="0"/>
                  </a:lnTo>
                  <a:cubicBezTo>
                    <a:pt x="3171" y="205"/>
                    <a:pt x="3376" y="409"/>
                    <a:pt x="3474" y="711"/>
                  </a:cubicBezTo>
                  <a:cubicBezTo>
                    <a:pt x="4193" y="2044"/>
                    <a:pt x="3678" y="3572"/>
                    <a:pt x="2452" y="4291"/>
                  </a:cubicBezTo>
                  <a:cubicBezTo>
                    <a:pt x="2074" y="4481"/>
                    <a:pt x="1674" y="4560"/>
                    <a:pt x="1282" y="4560"/>
                  </a:cubicBezTo>
                  <a:cubicBezTo>
                    <a:pt x="829" y="4560"/>
                    <a:pt x="386" y="4454"/>
                    <a:pt x="0" y="4291"/>
                  </a:cubicBezTo>
                  <a:lnTo>
                    <a:pt x="0" y="4291"/>
                  </a:lnTo>
                  <a:cubicBezTo>
                    <a:pt x="498" y="4665"/>
                    <a:pt x="1111" y="4887"/>
                    <a:pt x="1721" y="4887"/>
                  </a:cubicBezTo>
                  <a:cubicBezTo>
                    <a:pt x="2113" y="4887"/>
                    <a:pt x="2503" y="4795"/>
                    <a:pt x="2861" y="4594"/>
                  </a:cubicBezTo>
                  <a:cubicBezTo>
                    <a:pt x="4193" y="3883"/>
                    <a:pt x="4700" y="2346"/>
                    <a:pt x="3989" y="1022"/>
                  </a:cubicBezTo>
                  <a:cubicBezTo>
                    <a:pt x="3784" y="613"/>
                    <a:pt x="3376" y="205"/>
                    <a:pt x="2861"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4"/>
            <p:cNvSpPr/>
            <p:nvPr/>
          </p:nvSpPr>
          <p:spPr>
            <a:xfrm>
              <a:off x="2136675" y="6376738"/>
              <a:ext cx="117500" cy="66425"/>
            </a:xfrm>
            <a:custGeom>
              <a:rect b="b" l="l" r="r" t="t"/>
              <a:pathLst>
                <a:path extrusionOk="0" h="2657" w="4700">
                  <a:moveTo>
                    <a:pt x="4602" y="0"/>
                  </a:moveTo>
                  <a:lnTo>
                    <a:pt x="0" y="2354"/>
                  </a:lnTo>
                  <a:lnTo>
                    <a:pt x="0" y="2452"/>
                  </a:lnTo>
                  <a:lnTo>
                    <a:pt x="204" y="2656"/>
                  </a:lnTo>
                  <a:lnTo>
                    <a:pt x="4700" y="311"/>
                  </a:lnTo>
                  <a:lnTo>
                    <a:pt x="4700" y="0"/>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4"/>
            <p:cNvSpPr/>
            <p:nvPr/>
          </p:nvSpPr>
          <p:spPr>
            <a:xfrm>
              <a:off x="2134225" y="6371613"/>
              <a:ext cx="119950" cy="66450"/>
            </a:xfrm>
            <a:custGeom>
              <a:rect b="b" l="l" r="r" t="t"/>
              <a:pathLst>
                <a:path extrusionOk="0" h="2658" w="4798">
                  <a:moveTo>
                    <a:pt x="4593" y="1"/>
                  </a:moveTo>
                  <a:lnTo>
                    <a:pt x="0" y="2453"/>
                  </a:lnTo>
                  <a:lnTo>
                    <a:pt x="98" y="2559"/>
                  </a:lnTo>
                  <a:cubicBezTo>
                    <a:pt x="98" y="2657"/>
                    <a:pt x="98" y="2657"/>
                    <a:pt x="204" y="2657"/>
                  </a:cubicBezTo>
                  <a:lnTo>
                    <a:pt x="4798" y="311"/>
                  </a:lnTo>
                  <a:cubicBezTo>
                    <a:pt x="4798" y="205"/>
                    <a:pt x="4700" y="205"/>
                    <a:pt x="4700" y="107"/>
                  </a:cubicBezTo>
                  <a:lnTo>
                    <a:pt x="4593" y="1"/>
                  </a:ln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4"/>
            <p:cNvSpPr/>
            <p:nvPr/>
          </p:nvSpPr>
          <p:spPr>
            <a:xfrm>
              <a:off x="2297675" y="6261688"/>
              <a:ext cx="130200" cy="130400"/>
            </a:xfrm>
            <a:custGeom>
              <a:rect b="b" l="l" r="r" t="t"/>
              <a:pathLst>
                <a:path extrusionOk="0" h="5216" w="5208">
                  <a:moveTo>
                    <a:pt x="2638" y="0"/>
                  </a:moveTo>
                  <a:cubicBezTo>
                    <a:pt x="1305" y="0"/>
                    <a:pt x="194" y="895"/>
                    <a:pt x="1" y="2150"/>
                  </a:cubicBezTo>
                  <a:lnTo>
                    <a:pt x="1" y="2354"/>
                  </a:lnTo>
                  <a:lnTo>
                    <a:pt x="1" y="2461"/>
                  </a:lnTo>
                  <a:lnTo>
                    <a:pt x="1" y="2559"/>
                  </a:lnTo>
                  <a:lnTo>
                    <a:pt x="1" y="2665"/>
                  </a:lnTo>
                  <a:cubicBezTo>
                    <a:pt x="1" y="2967"/>
                    <a:pt x="1" y="3172"/>
                    <a:pt x="99" y="3376"/>
                  </a:cubicBezTo>
                  <a:cubicBezTo>
                    <a:pt x="99" y="3482"/>
                    <a:pt x="205" y="3580"/>
                    <a:pt x="205" y="3580"/>
                  </a:cubicBezTo>
                  <a:lnTo>
                    <a:pt x="205" y="3687"/>
                  </a:lnTo>
                  <a:lnTo>
                    <a:pt x="303" y="3785"/>
                  </a:lnTo>
                  <a:lnTo>
                    <a:pt x="303" y="3891"/>
                  </a:lnTo>
                  <a:cubicBezTo>
                    <a:pt x="409" y="3891"/>
                    <a:pt x="409" y="3989"/>
                    <a:pt x="409" y="4095"/>
                  </a:cubicBezTo>
                  <a:lnTo>
                    <a:pt x="507" y="4095"/>
                  </a:lnTo>
                  <a:cubicBezTo>
                    <a:pt x="507" y="4095"/>
                    <a:pt x="507" y="4193"/>
                    <a:pt x="614" y="4193"/>
                  </a:cubicBezTo>
                  <a:lnTo>
                    <a:pt x="614" y="4300"/>
                  </a:lnTo>
                  <a:lnTo>
                    <a:pt x="712" y="4398"/>
                  </a:lnTo>
                  <a:cubicBezTo>
                    <a:pt x="712" y="4398"/>
                    <a:pt x="818" y="4398"/>
                    <a:pt x="818" y="4504"/>
                  </a:cubicBezTo>
                  <a:lnTo>
                    <a:pt x="916" y="4602"/>
                  </a:lnTo>
                  <a:cubicBezTo>
                    <a:pt x="1022" y="4708"/>
                    <a:pt x="1022" y="4708"/>
                    <a:pt x="1121" y="4708"/>
                  </a:cubicBezTo>
                  <a:cubicBezTo>
                    <a:pt x="1121" y="4806"/>
                    <a:pt x="1121" y="4806"/>
                    <a:pt x="1227" y="4806"/>
                  </a:cubicBezTo>
                  <a:cubicBezTo>
                    <a:pt x="1227" y="4806"/>
                    <a:pt x="1325" y="4806"/>
                    <a:pt x="1325" y="4913"/>
                  </a:cubicBezTo>
                  <a:lnTo>
                    <a:pt x="1431" y="4913"/>
                  </a:lnTo>
                  <a:cubicBezTo>
                    <a:pt x="1431" y="4913"/>
                    <a:pt x="1529" y="5011"/>
                    <a:pt x="1635" y="5011"/>
                  </a:cubicBezTo>
                  <a:cubicBezTo>
                    <a:pt x="1635" y="5011"/>
                    <a:pt x="1734" y="5011"/>
                    <a:pt x="1840" y="5117"/>
                  </a:cubicBezTo>
                  <a:lnTo>
                    <a:pt x="2142" y="5117"/>
                  </a:lnTo>
                  <a:cubicBezTo>
                    <a:pt x="2248" y="5215"/>
                    <a:pt x="2248" y="5215"/>
                    <a:pt x="2347" y="5215"/>
                  </a:cubicBezTo>
                  <a:cubicBezTo>
                    <a:pt x="2755" y="5215"/>
                    <a:pt x="3270" y="5117"/>
                    <a:pt x="3573" y="5011"/>
                  </a:cubicBezTo>
                  <a:cubicBezTo>
                    <a:pt x="3679" y="5011"/>
                    <a:pt x="3777" y="4913"/>
                    <a:pt x="3883" y="4913"/>
                  </a:cubicBezTo>
                  <a:cubicBezTo>
                    <a:pt x="3883" y="4806"/>
                    <a:pt x="3981" y="4806"/>
                    <a:pt x="4087" y="4806"/>
                  </a:cubicBezTo>
                  <a:cubicBezTo>
                    <a:pt x="4087" y="4708"/>
                    <a:pt x="4186" y="4708"/>
                    <a:pt x="4292" y="4602"/>
                  </a:cubicBezTo>
                  <a:lnTo>
                    <a:pt x="4594" y="4300"/>
                  </a:lnTo>
                  <a:cubicBezTo>
                    <a:pt x="4905" y="3989"/>
                    <a:pt x="5003" y="3580"/>
                    <a:pt x="5109" y="3172"/>
                  </a:cubicBezTo>
                  <a:cubicBezTo>
                    <a:pt x="5109" y="3074"/>
                    <a:pt x="5207" y="3074"/>
                    <a:pt x="5207" y="2967"/>
                  </a:cubicBezTo>
                  <a:lnTo>
                    <a:pt x="5207" y="2869"/>
                  </a:lnTo>
                  <a:lnTo>
                    <a:pt x="5207" y="2665"/>
                  </a:lnTo>
                  <a:lnTo>
                    <a:pt x="5207" y="2559"/>
                  </a:lnTo>
                  <a:lnTo>
                    <a:pt x="5207" y="2354"/>
                  </a:lnTo>
                  <a:lnTo>
                    <a:pt x="5207" y="2256"/>
                  </a:lnTo>
                  <a:lnTo>
                    <a:pt x="5207" y="2150"/>
                  </a:lnTo>
                  <a:lnTo>
                    <a:pt x="5109" y="2052"/>
                  </a:lnTo>
                  <a:lnTo>
                    <a:pt x="5109" y="1848"/>
                  </a:lnTo>
                  <a:lnTo>
                    <a:pt x="5109" y="1741"/>
                  </a:lnTo>
                  <a:cubicBezTo>
                    <a:pt x="5003" y="1741"/>
                    <a:pt x="5003" y="1643"/>
                    <a:pt x="5003" y="1643"/>
                  </a:cubicBezTo>
                  <a:lnTo>
                    <a:pt x="5003" y="1537"/>
                  </a:lnTo>
                  <a:lnTo>
                    <a:pt x="4905" y="1439"/>
                  </a:lnTo>
                  <a:lnTo>
                    <a:pt x="4905" y="1333"/>
                  </a:lnTo>
                  <a:cubicBezTo>
                    <a:pt x="4496" y="622"/>
                    <a:pt x="3679" y="107"/>
                    <a:pt x="2861" y="9"/>
                  </a:cubicBezTo>
                  <a:cubicBezTo>
                    <a:pt x="2786" y="3"/>
                    <a:pt x="2712" y="0"/>
                    <a:pt x="2638"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4"/>
            <p:cNvSpPr/>
            <p:nvPr/>
          </p:nvSpPr>
          <p:spPr>
            <a:xfrm>
              <a:off x="2274600" y="6258788"/>
              <a:ext cx="148150" cy="129600"/>
            </a:xfrm>
            <a:custGeom>
              <a:rect b="b" l="l" r="r" t="t"/>
              <a:pathLst>
                <a:path extrusionOk="0" h="5184" w="5926">
                  <a:moveTo>
                    <a:pt x="3011" y="0"/>
                  </a:moveTo>
                  <a:cubicBezTo>
                    <a:pt x="2588" y="0"/>
                    <a:pt x="2154" y="105"/>
                    <a:pt x="1741" y="329"/>
                  </a:cubicBezTo>
                  <a:cubicBezTo>
                    <a:pt x="515" y="942"/>
                    <a:pt x="0" y="2577"/>
                    <a:pt x="719" y="3803"/>
                  </a:cubicBezTo>
                  <a:cubicBezTo>
                    <a:pt x="1155" y="4675"/>
                    <a:pt x="2055" y="5183"/>
                    <a:pt x="3017" y="5183"/>
                  </a:cubicBezTo>
                  <a:cubicBezTo>
                    <a:pt x="3408" y="5183"/>
                    <a:pt x="3809" y="5099"/>
                    <a:pt x="4193" y="4922"/>
                  </a:cubicBezTo>
                  <a:cubicBezTo>
                    <a:pt x="5419" y="4211"/>
                    <a:pt x="5926" y="2675"/>
                    <a:pt x="5313" y="1351"/>
                  </a:cubicBezTo>
                  <a:cubicBezTo>
                    <a:pt x="4824" y="507"/>
                    <a:pt x="3944" y="0"/>
                    <a:pt x="3011" y="0"/>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4"/>
            <p:cNvSpPr/>
            <p:nvPr/>
          </p:nvSpPr>
          <p:spPr>
            <a:xfrm>
              <a:off x="2307900" y="6267013"/>
              <a:ext cx="114850" cy="122175"/>
            </a:xfrm>
            <a:custGeom>
              <a:rect b="b" l="l" r="r" t="t"/>
              <a:pathLst>
                <a:path extrusionOk="0" h="4887" w="4594">
                  <a:moveTo>
                    <a:pt x="2861" y="0"/>
                  </a:moveTo>
                  <a:lnTo>
                    <a:pt x="2861" y="0"/>
                  </a:lnTo>
                  <a:cubicBezTo>
                    <a:pt x="3065" y="204"/>
                    <a:pt x="3270" y="409"/>
                    <a:pt x="3474" y="711"/>
                  </a:cubicBezTo>
                  <a:cubicBezTo>
                    <a:pt x="4087" y="2043"/>
                    <a:pt x="3678" y="3572"/>
                    <a:pt x="2346" y="4291"/>
                  </a:cubicBezTo>
                  <a:cubicBezTo>
                    <a:pt x="2017" y="4480"/>
                    <a:pt x="1642" y="4559"/>
                    <a:pt x="1263" y="4559"/>
                  </a:cubicBezTo>
                  <a:cubicBezTo>
                    <a:pt x="825" y="4559"/>
                    <a:pt x="382" y="4453"/>
                    <a:pt x="0" y="4291"/>
                  </a:cubicBezTo>
                  <a:lnTo>
                    <a:pt x="0" y="4291"/>
                  </a:lnTo>
                  <a:cubicBezTo>
                    <a:pt x="433" y="4664"/>
                    <a:pt x="1058" y="4886"/>
                    <a:pt x="1688" y="4886"/>
                  </a:cubicBezTo>
                  <a:cubicBezTo>
                    <a:pt x="2093" y="4886"/>
                    <a:pt x="2500" y="4795"/>
                    <a:pt x="2861" y="4593"/>
                  </a:cubicBezTo>
                  <a:cubicBezTo>
                    <a:pt x="4087" y="3882"/>
                    <a:pt x="4594" y="2346"/>
                    <a:pt x="3981" y="1022"/>
                  </a:cubicBezTo>
                  <a:cubicBezTo>
                    <a:pt x="3678" y="613"/>
                    <a:pt x="3270" y="204"/>
                    <a:pt x="2861"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4"/>
            <p:cNvSpPr/>
            <p:nvPr/>
          </p:nvSpPr>
          <p:spPr>
            <a:xfrm>
              <a:off x="2292575" y="6292538"/>
              <a:ext cx="117525" cy="68900"/>
            </a:xfrm>
            <a:custGeom>
              <a:rect b="b" l="l" r="r" t="t"/>
              <a:pathLst>
                <a:path extrusionOk="0" h="2756" w="4701">
                  <a:moveTo>
                    <a:pt x="4594" y="1"/>
                  </a:moveTo>
                  <a:lnTo>
                    <a:pt x="0" y="2453"/>
                  </a:lnTo>
                  <a:lnTo>
                    <a:pt x="0" y="2551"/>
                  </a:lnTo>
                  <a:cubicBezTo>
                    <a:pt x="0" y="2657"/>
                    <a:pt x="98" y="2657"/>
                    <a:pt x="98" y="2755"/>
                  </a:cubicBezTo>
                  <a:lnTo>
                    <a:pt x="4700" y="303"/>
                  </a:lnTo>
                  <a:cubicBezTo>
                    <a:pt x="4700" y="303"/>
                    <a:pt x="4594" y="205"/>
                    <a:pt x="4594" y="99"/>
                  </a:cubicBezTo>
                  <a:lnTo>
                    <a:pt x="4594" y="1"/>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4"/>
            <p:cNvSpPr/>
            <p:nvPr/>
          </p:nvSpPr>
          <p:spPr>
            <a:xfrm>
              <a:off x="2289925" y="6289888"/>
              <a:ext cx="117500" cy="66425"/>
            </a:xfrm>
            <a:custGeom>
              <a:rect b="b" l="l" r="r" t="t"/>
              <a:pathLst>
                <a:path extrusionOk="0" h="2657" w="4700">
                  <a:moveTo>
                    <a:pt x="4602" y="0"/>
                  </a:moveTo>
                  <a:lnTo>
                    <a:pt x="0" y="2452"/>
                  </a:lnTo>
                  <a:cubicBezTo>
                    <a:pt x="0" y="2452"/>
                    <a:pt x="0" y="2559"/>
                    <a:pt x="106" y="2559"/>
                  </a:cubicBezTo>
                  <a:lnTo>
                    <a:pt x="106" y="2657"/>
                  </a:lnTo>
                  <a:lnTo>
                    <a:pt x="4700" y="311"/>
                  </a:lnTo>
                  <a:lnTo>
                    <a:pt x="4700" y="107"/>
                  </a:lnTo>
                  <a:cubicBezTo>
                    <a:pt x="4602" y="107"/>
                    <a:pt x="4602" y="0"/>
                    <a:pt x="4602" y="0"/>
                  </a:cubicBez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4"/>
            <p:cNvSpPr/>
            <p:nvPr/>
          </p:nvSpPr>
          <p:spPr>
            <a:xfrm>
              <a:off x="2453375" y="6179963"/>
              <a:ext cx="130400" cy="130375"/>
            </a:xfrm>
            <a:custGeom>
              <a:rect b="b" l="l" r="r" t="t"/>
              <a:pathLst>
                <a:path extrusionOk="0" h="5215" w="5216">
                  <a:moveTo>
                    <a:pt x="2638" y="0"/>
                  </a:moveTo>
                  <a:cubicBezTo>
                    <a:pt x="1305" y="0"/>
                    <a:pt x="194" y="895"/>
                    <a:pt x="1" y="2150"/>
                  </a:cubicBezTo>
                  <a:lnTo>
                    <a:pt x="1" y="2354"/>
                  </a:lnTo>
                  <a:lnTo>
                    <a:pt x="1" y="2460"/>
                  </a:lnTo>
                  <a:lnTo>
                    <a:pt x="1" y="2558"/>
                  </a:lnTo>
                  <a:lnTo>
                    <a:pt x="1" y="2665"/>
                  </a:lnTo>
                  <a:cubicBezTo>
                    <a:pt x="1" y="2967"/>
                    <a:pt x="1" y="3171"/>
                    <a:pt x="107" y="3376"/>
                  </a:cubicBezTo>
                  <a:cubicBezTo>
                    <a:pt x="107" y="3482"/>
                    <a:pt x="107" y="3482"/>
                    <a:pt x="205" y="3580"/>
                  </a:cubicBezTo>
                  <a:lnTo>
                    <a:pt x="205" y="3686"/>
                  </a:lnTo>
                  <a:cubicBezTo>
                    <a:pt x="205" y="3686"/>
                    <a:pt x="205" y="3784"/>
                    <a:pt x="311" y="3784"/>
                  </a:cubicBezTo>
                  <a:lnTo>
                    <a:pt x="311" y="3891"/>
                  </a:lnTo>
                  <a:cubicBezTo>
                    <a:pt x="311" y="3891"/>
                    <a:pt x="410" y="3989"/>
                    <a:pt x="410" y="4095"/>
                  </a:cubicBezTo>
                  <a:lnTo>
                    <a:pt x="516" y="4193"/>
                  </a:lnTo>
                  <a:cubicBezTo>
                    <a:pt x="516" y="4299"/>
                    <a:pt x="614" y="4299"/>
                    <a:pt x="614" y="4299"/>
                  </a:cubicBezTo>
                  <a:cubicBezTo>
                    <a:pt x="614" y="4299"/>
                    <a:pt x="614" y="4397"/>
                    <a:pt x="720" y="4397"/>
                  </a:cubicBezTo>
                  <a:lnTo>
                    <a:pt x="720" y="4504"/>
                  </a:lnTo>
                  <a:cubicBezTo>
                    <a:pt x="818" y="4504"/>
                    <a:pt x="818" y="4602"/>
                    <a:pt x="924" y="4602"/>
                  </a:cubicBezTo>
                  <a:cubicBezTo>
                    <a:pt x="1023" y="4708"/>
                    <a:pt x="1023" y="4708"/>
                    <a:pt x="1129" y="4708"/>
                  </a:cubicBezTo>
                  <a:lnTo>
                    <a:pt x="1129" y="4806"/>
                  </a:lnTo>
                  <a:cubicBezTo>
                    <a:pt x="1227" y="4806"/>
                    <a:pt x="1227" y="4806"/>
                    <a:pt x="1333" y="4912"/>
                  </a:cubicBezTo>
                  <a:cubicBezTo>
                    <a:pt x="1431" y="4912"/>
                    <a:pt x="1537" y="5010"/>
                    <a:pt x="1537" y="5010"/>
                  </a:cubicBezTo>
                  <a:cubicBezTo>
                    <a:pt x="1636" y="5010"/>
                    <a:pt x="1742" y="5010"/>
                    <a:pt x="1742" y="5117"/>
                  </a:cubicBezTo>
                  <a:lnTo>
                    <a:pt x="2044" y="5117"/>
                  </a:lnTo>
                  <a:cubicBezTo>
                    <a:pt x="2150" y="5215"/>
                    <a:pt x="2249" y="5215"/>
                    <a:pt x="2355" y="5215"/>
                  </a:cubicBezTo>
                  <a:cubicBezTo>
                    <a:pt x="2763" y="5215"/>
                    <a:pt x="3172" y="5117"/>
                    <a:pt x="3581" y="5010"/>
                  </a:cubicBezTo>
                  <a:cubicBezTo>
                    <a:pt x="3679" y="4912"/>
                    <a:pt x="3785" y="4912"/>
                    <a:pt x="3785" y="4912"/>
                  </a:cubicBezTo>
                  <a:cubicBezTo>
                    <a:pt x="3883" y="4806"/>
                    <a:pt x="3989" y="4806"/>
                    <a:pt x="3989" y="4708"/>
                  </a:cubicBezTo>
                  <a:cubicBezTo>
                    <a:pt x="4088" y="4708"/>
                    <a:pt x="4194" y="4708"/>
                    <a:pt x="4194" y="4602"/>
                  </a:cubicBezTo>
                  <a:cubicBezTo>
                    <a:pt x="4398" y="4504"/>
                    <a:pt x="4496" y="4397"/>
                    <a:pt x="4602" y="4299"/>
                  </a:cubicBezTo>
                  <a:cubicBezTo>
                    <a:pt x="4807" y="3989"/>
                    <a:pt x="5011" y="3580"/>
                    <a:pt x="5109" y="3171"/>
                  </a:cubicBezTo>
                  <a:lnTo>
                    <a:pt x="5109" y="2967"/>
                  </a:lnTo>
                  <a:lnTo>
                    <a:pt x="5109" y="2869"/>
                  </a:lnTo>
                  <a:cubicBezTo>
                    <a:pt x="5215" y="2763"/>
                    <a:pt x="5215" y="2763"/>
                    <a:pt x="5215" y="2665"/>
                  </a:cubicBezTo>
                  <a:lnTo>
                    <a:pt x="5215" y="2558"/>
                  </a:lnTo>
                  <a:cubicBezTo>
                    <a:pt x="5215" y="2460"/>
                    <a:pt x="5215" y="2460"/>
                    <a:pt x="5109" y="2354"/>
                  </a:cubicBezTo>
                  <a:lnTo>
                    <a:pt x="5109" y="2256"/>
                  </a:lnTo>
                  <a:lnTo>
                    <a:pt x="5109" y="2150"/>
                  </a:lnTo>
                  <a:lnTo>
                    <a:pt x="5109" y="2052"/>
                  </a:lnTo>
                  <a:cubicBezTo>
                    <a:pt x="5109" y="1945"/>
                    <a:pt x="5109" y="1945"/>
                    <a:pt x="5011" y="1847"/>
                  </a:cubicBezTo>
                  <a:lnTo>
                    <a:pt x="5011" y="1741"/>
                  </a:lnTo>
                  <a:lnTo>
                    <a:pt x="5011" y="1643"/>
                  </a:lnTo>
                  <a:cubicBezTo>
                    <a:pt x="5011" y="1537"/>
                    <a:pt x="4905" y="1537"/>
                    <a:pt x="4905" y="1537"/>
                  </a:cubicBezTo>
                  <a:lnTo>
                    <a:pt x="4905" y="1439"/>
                  </a:lnTo>
                  <a:cubicBezTo>
                    <a:pt x="4905" y="1332"/>
                    <a:pt x="4807" y="1332"/>
                    <a:pt x="4807" y="1332"/>
                  </a:cubicBezTo>
                  <a:cubicBezTo>
                    <a:pt x="4398" y="621"/>
                    <a:pt x="3679" y="106"/>
                    <a:pt x="2862" y="8"/>
                  </a:cubicBezTo>
                  <a:cubicBezTo>
                    <a:pt x="2787" y="3"/>
                    <a:pt x="2712" y="0"/>
                    <a:pt x="2638"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4"/>
            <p:cNvSpPr/>
            <p:nvPr/>
          </p:nvSpPr>
          <p:spPr>
            <a:xfrm>
              <a:off x="2430500" y="6177038"/>
              <a:ext cx="148175" cy="129600"/>
            </a:xfrm>
            <a:custGeom>
              <a:rect b="b" l="l" r="r" t="t"/>
              <a:pathLst>
                <a:path extrusionOk="0" h="5184" w="5927">
                  <a:moveTo>
                    <a:pt x="2957" y="1"/>
                  </a:moveTo>
                  <a:cubicBezTo>
                    <a:pt x="2538" y="1"/>
                    <a:pt x="2116" y="105"/>
                    <a:pt x="1733" y="330"/>
                  </a:cubicBezTo>
                  <a:cubicBezTo>
                    <a:pt x="409" y="943"/>
                    <a:pt x="0" y="2577"/>
                    <a:pt x="613" y="3803"/>
                  </a:cubicBezTo>
                  <a:cubicBezTo>
                    <a:pt x="1119" y="4676"/>
                    <a:pt x="2043" y="5184"/>
                    <a:pt x="3011" y="5184"/>
                  </a:cubicBezTo>
                  <a:cubicBezTo>
                    <a:pt x="3403" y="5184"/>
                    <a:pt x="3803" y="5100"/>
                    <a:pt x="4185" y="4923"/>
                  </a:cubicBezTo>
                  <a:cubicBezTo>
                    <a:pt x="5411" y="4212"/>
                    <a:pt x="5926" y="2675"/>
                    <a:pt x="5207" y="1351"/>
                  </a:cubicBezTo>
                  <a:cubicBezTo>
                    <a:pt x="4785" y="508"/>
                    <a:pt x="3880" y="1"/>
                    <a:pt x="2957" y="1"/>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4"/>
            <p:cNvSpPr/>
            <p:nvPr/>
          </p:nvSpPr>
          <p:spPr>
            <a:xfrm>
              <a:off x="2461150" y="6182613"/>
              <a:ext cx="117525" cy="124825"/>
            </a:xfrm>
            <a:custGeom>
              <a:rect b="b" l="l" r="r" t="t"/>
              <a:pathLst>
                <a:path extrusionOk="0" h="4993" w="4701">
                  <a:moveTo>
                    <a:pt x="2861" y="0"/>
                  </a:moveTo>
                  <a:lnTo>
                    <a:pt x="2861" y="0"/>
                  </a:lnTo>
                  <a:cubicBezTo>
                    <a:pt x="3164" y="311"/>
                    <a:pt x="3368" y="515"/>
                    <a:pt x="3572" y="818"/>
                  </a:cubicBezTo>
                  <a:cubicBezTo>
                    <a:pt x="4185" y="2150"/>
                    <a:pt x="3678" y="3678"/>
                    <a:pt x="2452" y="4398"/>
                  </a:cubicBezTo>
                  <a:cubicBezTo>
                    <a:pt x="2074" y="4587"/>
                    <a:pt x="1695" y="4666"/>
                    <a:pt x="1317" y="4666"/>
                  </a:cubicBezTo>
                  <a:cubicBezTo>
                    <a:pt x="878" y="4666"/>
                    <a:pt x="439" y="4560"/>
                    <a:pt x="0" y="4398"/>
                  </a:cubicBezTo>
                  <a:lnTo>
                    <a:pt x="0" y="4398"/>
                  </a:lnTo>
                  <a:cubicBezTo>
                    <a:pt x="498" y="4771"/>
                    <a:pt x="1108" y="4993"/>
                    <a:pt x="1740" y="4993"/>
                  </a:cubicBezTo>
                  <a:cubicBezTo>
                    <a:pt x="2145" y="4993"/>
                    <a:pt x="2560" y="4901"/>
                    <a:pt x="2959" y="4700"/>
                  </a:cubicBezTo>
                  <a:cubicBezTo>
                    <a:pt x="4185" y="3989"/>
                    <a:pt x="4700" y="2452"/>
                    <a:pt x="3981" y="1128"/>
                  </a:cubicBezTo>
                  <a:cubicBezTo>
                    <a:pt x="3777" y="720"/>
                    <a:pt x="3368" y="311"/>
                    <a:pt x="2861"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4"/>
            <p:cNvSpPr/>
            <p:nvPr/>
          </p:nvSpPr>
          <p:spPr>
            <a:xfrm>
              <a:off x="2445825" y="6210813"/>
              <a:ext cx="119975" cy="68875"/>
            </a:xfrm>
            <a:custGeom>
              <a:rect b="b" l="l" r="r" t="t"/>
              <a:pathLst>
                <a:path extrusionOk="0" h="2755" w="4799">
                  <a:moveTo>
                    <a:pt x="4594" y="0"/>
                  </a:moveTo>
                  <a:lnTo>
                    <a:pt x="0" y="2452"/>
                  </a:lnTo>
                  <a:cubicBezTo>
                    <a:pt x="0" y="2452"/>
                    <a:pt x="0" y="2550"/>
                    <a:pt x="99" y="2550"/>
                  </a:cubicBezTo>
                  <a:cubicBezTo>
                    <a:pt x="99" y="2657"/>
                    <a:pt x="99" y="2657"/>
                    <a:pt x="205" y="2755"/>
                  </a:cubicBezTo>
                  <a:lnTo>
                    <a:pt x="4798" y="303"/>
                  </a:lnTo>
                  <a:cubicBezTo>
                    <a:pt x="4700" y="303"/>
                    <a:pt x="4700" y="205"/>
                    <a:pt x="4700" y="98"/>
                  </a:cubicBezTo>
                  <a:cubicBezTo>
                    <a:pt x="4700" y="98"/>
                    <a:pt x="4594" y="98"/>
                    <a:pt x="4594"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4"/>
            <p:cNvSpPr/>
            <p:nvPr/>
          </p:nvSpPr>
          <p:spPr>
            <a:xfrm>
              <a:off x="2443175" y="6208163"/>
              <a:ext cx="120175" cy="66425"/>
            </a:xfrm>
            <a:custGeom>
              <a:rect b="b" l="l" r="r" t="t"/>
              <a:pathLst>
                <a:path extrusionOk="0" h="2657" w="4807">
                  <a:moveTo>
                    <a:pt x="4602" y="0"/>
                  </a:moveTo>
                  <a:lnTo>
                    <a:pt x="0" y="2354"/>
                  </a:lnTo>
                  <a:cubicBezTo>
                    <a:pt x="106" y="2452"/>
                    <a:pt x="106" y="2452"/>
                    <a:pt x="106" y="2558"/>
                  </a:cubicBezTo>
                  <a:lnTo>
                    <a:pt x="205" y="2656"/>
                  </a:lnTo>
                  <a:lnTo>
                    <a:pt x="4806" y="311"/>
                  </a:lnTo>
                  <a:cubicBezTo>
                    <a:pt x="4806" y="204"/>
                    <a:pt x="4806" y="204"/>
                    <a:pt x="4700" y="106"/>
                  </a:cubicBezTo>
                  <a:cubicBezTo>
                    <a:pt x="4700" y="106"/>
                    <a:pt x="4700" y="0"/>
                    <a:pt x="4602" y="0"/>
                  </a:cubicBez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01" name="Google Shape;301;p4"/>
          <p:cNvSpPr/>
          <p:nvPr/>
        </p:nvSpPr>
        <p:spPr>
          <a:xfrm>
            <a:off x="1083565" y="4715859"/>
            <a:ext cx="207943" cy="207927"/>
          </a:xfrm>
          <a:custGeom>
            <a:rect b="b" l="l" r="r" t="t"/>
            <a:pathLst>
              <a:path extrusionOk="0" h="3209" w="3209">
                <a:moveTo>
                  <a:pt x="1524" y="1"/>
                </a:moveTo>
                <a:lnTo>
                  <a:pt x="1250" y="980"/>
                </a:lnTo>
                <a:lnTo>
                  <a:pt x="271" y="706"/>
                </a:lnTo>
                <a:lnTo>
                  <a:pt x="1" y="1685"/>
                </a:lnTo>
                <a:lnTo>
                  <a:pt x="980" y="1960"/>
                </a:lnTo>
                <a:lnTo>
                  <a:pt x="706" y="2939"/>
                </a:lnTo>
                <a:lnTo>
                  <a:pt x="1685" y="3209"/>
                </a:lnTo>
                <a:lnTo>
                  <a:pt x="1960" y="2230"/>
                </a:lnTo>
                <a:lnTo>
                  <a:pt x="2939" y="2504"/>
                </a:lnTo>
                <a:lnTo>
                  <a:pt x="3209" y="1524"/>
                </a:lnTo>
                <a:lnTo>
                  <a:pt x="2230" y="1250"/>
                </a:lnTo>
                <a:lnTo>
                  <a:pt x="2504" y="271"/>
                </a:lnTo>
                <a:lnTo>
                  <a:pt x="15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4"/>
          <p:cNvSpPr/>
          <p:nvPr/>
        </p:nvSpPr>
        <p:spPr>
          <a:xfrm>
            <a:off x="713233" y="4839164"/>
            <a:ext cx="60134" cy="60130"/>
          </a:xfrm>
          <a:custGeom>
            <a:rect b="b" l="l" r="r" t="t"/>
            <a:pathLst>
              <a:path extrusionOk="0" h="928" w="928">
                <a:moveTo>
                  <a:pt x="436" y="0"/>
                </a:moveTo>
                <a:cubicBezTo>
                  <a:pt x="218" y="0"/>
                  <a:pt x="1" y="218"/>
                  <a:pt x="1" y="492"/>
                </a:cubicBezTo>
                <a:cubicBezTo>
                  <a:pt x="1" y="710"/>
                  <a:pt x="218" y="927"/>
                  <a:pt x="436" y="927"/>
                </a:cubicBezTo>
                <a:cubicBezTo>
                  <a:pt x="710" y="927"/>
                  <a:pt x="928" y="710"/>
                  <a:pt x="928" y="492"/>
                </a:cubicBezTo>
                <a:cubicBezTo>
                  <a:pt x="928" y="218"/>
                  <a:pt x="710"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4"/>
          <p:cNvSpPr/>
          <p:nvPr/>
        </p:nvSpPr>
        <p:spPr>
          <a:xfrm>
            <a:off x="1640651" y="4599423"/>
            <a:ext cx="59875" cy="56436"/>
          </a:xfrm>
          <a:custGeom>
            <a:rect b="b" l="l" r="r" t="t"/>
            <a:pathLst>
              <a:path extrusionOk="0" h="871" w="924">
                <a:moveTo>
                  <a:pt x="436" y="0"/>
                </a:moveTo>
                <a:cubicBezTo>
                  <a:pt x="219" y="0"/>
                  <a:pt x="1" y="165"/>
                  <a:pt x="1" y="435"/>
                </a:cubicBezTo>
                <a:cubicBezTo>
                  <a:pt x="1" y="710"/>
                  <a:pt x="219" y="871"/>
                  <a:pt x="436" y="871"/>
                </a:cubicBezTo>
                <a:cubicBezTo>
                  <a:pt x="706" y="871"/>
                  <a:pt x="924" y="710"/>
                  <a:pt x="924" y="435"/>
                </a:cubicBezTo>
                <a:cubicBezTo>
                  <a:pt x="924" y="165"/>
                  <a:pt x="706"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04" name="Google Shape;304;p4"/>
          <p:cNvGrpSpPr/>
          <p:nvPr/>
        </p:nvGrpSpPr>
        <p:grpSpPr>
          <a:xfrm>
            <a:off x="179825" y="158500"/>
            <a:ext cx="674325" cy="1173675"/>
            <a:chOff x="4266275" y="6869625"/>
            <a:chExt cx="674325" cy="1173675"/>
          </a:xfrm>
        </p:grpSpPr>
        <p:sp>
          <p:nvSpPr>
            <p:cNvPr id="305" name="Google Shape;305;p4"/>
            <p:cNvSpPr/>
            <p:nvPr/>
          </p:nvSpPr>
          <p:spPr>
            <a:xfrm>
              <a:off x="4754025" y="7408475"/>
              <a:ext cx="186575" cy="194125"/>
            </a:xfrm>
            <a:custGeom>
              <a:rect b="b" l="l" r="r" t="t"/>
              <a:pathLst>
                <a:path extrusionOk="0" h="7765" w="7463">
                  <a:moveTo>
                    <a:pt x="2044" y="0"/>
                  </a:moveTo>
                  <a:lnTo>
                    <a:pt x="0" y="1945"/>
                  </a:lnTo>
                  <a:lnTo>
                    <a:pt x="5419" y="7765"/>
                  </a:lnTo>
                  <a:lnTo>
                    <a:pt x="7463" y="5828"/>
                  </a:lnTo>
                  <a:lnTo>
                    <a:pt x="2044"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4"/>
            <p:cNvSpPr/>
            <p:nvPr/>
          </p:nvSpPr>
          <p:spPr>
            <a:xfrm>
              <a:off x="4759125" y="7416225"/>
              <a:ext cx="58875" cy="53575"/>
            </a:xfrm>
            <a:custGeom>
              <a:rect b="b" l="l" r="r" t="t"/>
              <a:pathLst>
                <a:path extrusionOk="0" h="2143" w="2355">
                  <a:moveTo>
                    <a:pt x="2044" y="1"/>
                  </a:moveTo>
                  <a:lnTo>
                    <a:pt x="1" y="1840"/>
                  </a:lnTo>
                  <a:lnTo>
                    <a:pt x="311" y="2142"/>
                  </a:lnTo>
                  <a:lnTo>
                    <a:pt x="2354" y="205"/>
                  </a:lnTo>
                  <a:lnTo>
                    <a:pt x="2044" y="1"/>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4"/>
            <p:cNvSpPr/>
            <p:nvPr/>
          </p:nvSpPr>
          <p:spPr>
            <a:xfrm>
              <a:off x="4774450" y="7428900"/>
              <a:ext cx="56225" cy="56225"/>
            </a:xfrm>
            <a:custGeom>
              <a:rect b="b" l="l" r="r" t="t"/>
              <a:pathLst>
                <a:path extrusionOk="0" h="2249" w="2249">
                  <a:moveTo>
                    <a:pt x="2044" y="0"/>
                  </a:moveTo>
                  <a:lnTo>
                    <a:pt x="1" y="1946"/>
                  </a:lnTo>
                  <a:lnTo>
                    <a:pt x="205" y="2248"/>
                  </a:lnTo>
                  <a:lnTo>
                    <a:pt x="2248" y="311"/>
                  </a:lnTo>
                  <a:lnTo>
                    <a:pt x="2044" y="0"/>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4"/>
            <p:cNvSpPr/>
            <p:nvPr/>
          </p:nvSpPr>
          <p:spPr>
            <a:xfrm>
              <a:off x="4787325" y="7444225"/>
              <a:ext cx="56225" cy="53750"/>
            </a:xfrm>
            <a:custGeom>
              <a:rect b="b" l="l" r="r" t="t"/>
              <a:pathLst>
                <a:path extrusionOk="0" h="2150" w="2249">
                  <a:moveTo>
                    <a:pt x="2044" y="0"/>
                  </a:moveTo>
                  <a:lnTo>
                    <a:pt x="0" y="1839"/>
                  </a:lnTo>
                  <a:lnTo>
                    <a:pt x="205" y="2150"/>
                  </a:lnTo>
                  <a:lnTo>
                    <a:pt x="2248" y="311"/>
                  </a:lnTo>
                  <a:lnTo>
                    <a:pt x="2044" y="0"/>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4"/>
            <p:cNvSpPr/>
            <p:nvPr/>
          </p:nvSpPr>
          <p:spPr>
            <a:xfrm>
              <a:off x="4800000" y="7457100"/>
              <a:ext cx="58875" cy="56200"/>
            </a:xfrm>
            <a:custGeom>
              <a:rect b="b" l="l" r="r" t="t"/>
              <a:pathLst>
                <a:path extrusionOk="0" h="2248" w="2355">
                  <a:moveTo>
                    <a:pt x="2044" y="0"/>
                  </a:moveTo>
                  <a:lnTo>
                    <a:pt x="0" y="1937"/>
                  </a:lnTo>
                  <a:lnTo>
                    <a:pt x="311" y="2248"/>
                  </a:lnTo>
                  <a:lnTo>
                    <a:pt x="2354" y="303"/>
                  </a:lnTo>
                  <a:lnTo>
                    <a:pt x="2044" y="0"/>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4"/>
            <p:cNvSpPr/>
            <p:nvPr/>
          </p:nvSpPr>
          <p:spPr>
            <a:xfrm>
              <a:off x="4812875" y="7472425"/>
              <a:ext cx="58650" cy="53550"/>
            </a:xfrm>
            <a:custGeom>
              <a:rect b="b" l="l" r="r" t="t"/>
              <a:pathLst>
                <a:path extrusionOk="0" h="2142" w="2346">
                  <a:moveTo>
                    <a:pt x="2043" y="0"/>
                  </a:moveTo>
                  <a:lnTo>
                    <a:pt x="0" y="1937"/>
                  </a:lnTo>
                  <a:lnTo>
                    <a:pt x="303" y="2142"/>
                  </a:lnTo>
                  <a:lnTo>
                    <a:pt x="2346" y="303"/>
                  </a:lnTo>
                  <a:lnTo>
                    <a:pt x="2043" y="0"/>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4"/>
            <p:cNvSpPr/>
            <p:nvPr/>
          </p:nvSpPr>
          <p:spPr>
            <a:xfrm>
              <a:off x="4825525" y="7487750"/>
              <a:ext cx="58875" cy="53550"/>
            </a:xfrm>
            <a:custGeom>
              <a:rect b="b" l="l" r="r" t="t"/>
              <a:pathLst>
                <a:path extrusionOk="0" h="2142" w="2355">
                  <a:moveTo>
                    <a:pt x="2044" y="0"/>
                  </a:moveTo>
                  <a:lnTo>
                    <a:pt x="1" y="1839"/>
                  </a:lnTo>
                  <a:lnTo>
                    <a:pt x="311" y="2142"/>
                  </a:lnTo>
                  <a:lnTo>
                    <a:pt x="2355" y="205"/>
                  </a:lnTo>
                  <a:lnTo>
                    <a:pt x="2044" y="0"/>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4"/>
            <p:cNvSpPr/>
            <p:nvPr/>
          </p:nvSpPr>
          <p:spPr>
            <a:xfrm>
              <a:off x="4840850" y="7500425"/>
              <a:ext cx="56225" cy="56200"/>
            </a:xfrm>
            <a:custGeom>
              <a:rect b="b" l="l" r="r" t="t"/>
              <a:pathLst>
                <a:path extrusionOk="0" h="2248" w="2249">
                  <a:moveTo>
                    <a:pt x="2044" y="0"/>
                  </a:moveTo>
                  <a:lnTo>
                    <a:pt x="1" y="1945"/>
                  </a:lnTo>
                  <a:lnTo>
                    <a:pt x="205" y="2248"/>
                  </a:lnTo>
                  <a:lnTo>
                    <a:pt x="2249" y="311"/>
                  </a:lnTo>
                  <a:lnTo>
                    <a:pt x="2044" y="0"/>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4"/>
            <p:cNvSpPr/>
            <p:nvPr/>
          </p:nvSpPr>
          <p:spPr>
            <a:xfrm>
              <a:off x="4853725" y="7515750"/>
              <a:ext cx="56225" cy="53750"/>
            </a:xfrm>
            <a:custGeom>
              <a:rect b="b" l="l" r="r" t="t"/>
              <a:pathLst>
                <a:path extrusionOk="0" h="2150" w="2249">
                  <a:moveTo>
                    <a:pt x="2044" y="0"/>
                  </a:moveTo>
                  <a:lnTo>
                    <a:pt x="1" y="1839"/>
                  </a:lnTo>
                  <a:lnTo>
                    <a:pt x="205" y="2150"/>
                  </a:lnTo>
                  <a:lnTo>
                    <a:pt x="2249" y="204"/>
                  </a:lnTo>
                  <a:lnTo>
                    <a:pt x="2044" y="0"/>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4"/>
            <p:cNvSpPr/>
            <p:nvPr/>
          </p:nvSpPr>
          <p:spPr>
            <a:xfrm>
              <a:off x="4866400" y="7528625"/>
              <a:ext cx="58875" cy="56200"/>
            </a:xfrm>
            <a:custGeom>
              <a:rect b="b" l="l" r="r" t="t"/>
              <a:pathLst>
                <a:path extrusionOk="0" h="2248" w="2355">
                  <a:moveTo>
                    <a:pt x="2044" y="0"/>
                  </a:moveTo>
                  <a:lnTo>
                    <a:pt x="1" y="1937"/>
                  </a:lnTo>
                  <a:lnTo>
                    <a:pt x="311" y="2248"/>
                  </a:lnTo>
                  <a:lnTo>
                    <a:pt x="2355" y="302"/>
                  </a:lnTo>
                  <a:lnTo>
                    <a:pt x="2044" y="0"/>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4"/>
            <p:cNvSpPr/>
            <p:nvPr/>
          </p:nvSpPr>
          <p:spPr>
            <a:xfrm>
              <a:off x="4879275" y="7543950"/>
              <a:ext cx="58675" cy="53550"/>
            </a:xfrm>
            <a:custGeom>
              <a:rect b="b" l="l" r="r" t="t"/>
              <a:pathLst>
                <a:path extrusionOk="0" h="2142" w="2347">
                  <a:moveTo>
                    <a:pt x="2044" y="0"/>
                  </a:moveTo>
                  <a:lnTo>
                    <a:pt x="0" y="1937"/>
                  </a:lnTo>
                  <a:lnTo>
                    <a:pt x="303" y="2141"/>
                  </a:lnTo>
                  <a:lnTo>
                    <a:pt x="2346" y="302"/>
                  </a:lnTo>
                  <a:lnTo>
                    <a:pt x="2044" y="0"/>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4"/>
            <p:cNvSpPr/>
            <p:nvPr/>
          </p:nvSpPr>
          <p:spPr>
            <a:xfrm>
              <a:off x="4266275" y="7482625"/>
              <a:ext cx="597700" cy="560675"/>
            </a:xfrm>
            <a:custGeom>
              <a:rect b="b" l="l" r="r" t="t"/>
              <a:pathLst>
                <a:path extrusionOk="0" h="22427" w="23908">
                  <a:moveTo>
                    <a:pt x="19616" y="1"/>
                  </a:moveTo>
                  <a:lnTo>
                    <a:pt x="1324" y="16855"/>
                  </a:lnTo>
                  <a:cubicBezTo>
                    <a:pt x="98" y="18081"/>
                    <a:pt x="0" y="20124"/>
                    <a:pt x="1226" y="21456"/>
                  </a:cubicBezTo>
                  <a:cubicBezTo>
                    <a:pt x="1809" y="22094"/>
                    <a:pt x="2641" y="22426"/>
                    <a:pt x="3492" y="22426"/>
                  </a:cubicBezTo>
                  <a:cubicBezTo>
                    <a:pt x="4279" y="22426"/>
                    <a:pt x="5082" y="22143"/>
                    <a:pt x="5722" y="21554"/>
                  </a:cubicBezTo>
                  <a:lnTo>
                    <a:pt x="23907" y="4701"/>
                  </a:lnTo>
                  <a:lnTo>
                    <a:pt x="1961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4"/>
            <p:cNvSpPr/>
            <p:nvPr/>
          </p:nvSpPr>
          <p:spPr>
            <a:xfrm>
              <a:off x="4294275" y="7615450"/>
              <a:ext cx="429125" cy="403000"/>
            </a:xfrm>
            <a:custGeom>
              <a:rect b="b" l="l" r="r" t="t"/>
              <a:pathLst>
                <a:path extrusionOk="0" h="16120" w="17165">
                  <a:moveTo>
                    <a:pt x="14001" y="1"/>
                  </a:moveTo>
                  <a:lnTo>
                    <a:pt x="1022" y="12056"/>
                  </a:lnTo>
                  <a:cubicBezTo>
                    <a:pt x="0" y="12972"/>
                    <a:pt x="0" y="14402"/>
                    <a:pt x="817" y="15326"/>
                  </a:cubicBezTo>
                  <a:cubicBezTo>
                    <a:pt x="1305" y="15865"/>
                    <a:pt x="1934" y="16120"/>
                    <a:pt x="2569" y="16120"/>
                  </a:cubicBezTo>
                  <a:cubicBezTo>
                    <a:pt x="3137" y="16120"/>
                    <a:pt x="3711" y="15916"/>
                    <a:pt x="4193" y="15530"/>
                  </a:cubicBezTo>
                  <a:lnTo>
                    <a:pt x="17164" y="3368"/>
                  </a:lnTo>
                  <a:lnTo>
                    <a:pt x="14001" y="1"/>
                  </a:lnTo>
                  <a:close/>
                </a:path>
              </a:pathLst>
            </a:custGeom>
            <a:solidFill>
              <a:srgbClr val="FF78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4"/>
            <p:cNvSpPr/>
            <p:nvPr/>
          </p:nvSpPr>
          <p:spPr>
            <a:xfrm>
              <a:off x="4736250" y="7454450"/>
              <a:ext cx="155725" cy="166150"/>
            </a:xfrm>
            <a:custGeom>
              <a:rect b="b" l="l" r="r" t="t"/>
              <a:pathLst>
                <a:path extrusionOk="0" h="6646" w="6229">
                  <a:moveTo>
                    <a:pt x="817" y="0"/>
                  </a:moveTo>
                  <a:lnTo>
                    <a:pt x="0" y="817"/>
                  </a:lnTo>
                  <a:lnTo>
                    <a:pt x="5313" y="6645"/>
                  </a:lnTo>
                  <a:lnTo>
                    <a:pt x="6228" y="5828"/>
                  </a:lnTo>
                  <a:lnTo>
                    <a:pt x="817" y="0"/>
                  </a:lnTo>
                  <a:close/>
                </a:path>
              </a:pathLst>
            </a:custGeom>
            <a:solidFill>
              <a:srgbClr val="E8E8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4"/>
            <p:cNvSpPr/>
            <p:nvPr/>
          </p:nvSpPr>
          <p:spPr>
            <a:xfrm>
              <a:off x="4294275" y="7881100"/>
              <a:ext cx="143050" cy="137350"/>
            </a:xfrm>
            <a:custGeom>
              <a:rect b="b" l="l" r="r" t="t"/>
              <a:pathLst>
                <a:path extrusionOk="0" h="5494" w="5722">
                  <a:moveTo>
                    <a:pt x="2558" y="0"/>
                  </a:moveTo>
                  <a:cubicBezTo>
                    <a:pt x="2532" y="24"/>
                    <a:pt x="2506" y="48"/>
                    <a:pt x="2480" y="73"/>
                  </a:cubicBezTo>
                  <a:lnTo>
                    <a:pt x="2480" y="73"/>
                  </a:lnTo>
                  <a:lnTo>
                    <a:pt x="2558" y="0"/>
                  </a:lnTo>
                  <a:close/>
                  <a:moveTo>
                    <a:pt x="5721" y="3368"/>
                  </a:moveTo>
                  <a:lnTo>
                    <a:pt x="5716" y="3373"/>
                  </a:lnTo>
                  <a:lnTo>
                    <a:pt x="5716" y="3373"/>
                  </a:lnTo>
                  <a:cubicBezTo>
                    <a:pt x="5718" y="3371"/>
                    <a:pt x="5720" y="3369"/>
                    <a:pt x="5721" y="3368"/>
                  </a:cubicBezTo>
                  <a:close/>
                  <a:moveTo>
                    <a:pt x="2480" y="73"/>
                  </a:moveTo>
                  <a:lnTo>
                    <a:pt x="1022" y="1430"/>
                  </a:lnTo>
                  <a:cubicBezTo>
                    <a:pt x="0" y="2346"/>
                    <a:pt x="0" y="3776"/>
                    <a:pt x="817" y="4700"/>
                  </a:cubicBezTo>
                  <a:cubicBezTo>
                    <a:pt x="1305" y="5239"/>
                    <a:pt x="1934" y="5494"/>
                    <a:pt x="2569" y="5494"/>
                  </a:cubicBezTo>
                  <a:cubicBezTo>
                    <a:pt x="3137" y="5494"/>
                    <a:pt x="3711" y="5290"/>
                    <a:pt x="4193" y="4904"/>
                  </a:cubicBezTo>
                  <a:lnTo>
                    <a:pt x="5716" y="3373"/>
                  </a:lnTo>
                  <a:lnTo>
                    <a:pt x="5716" y="3373"/>
                  </a:lnTo>
                  <a:cubicBezTo>
                    <a:pt x="5284" y="3806"/>
                    <a:pt x="4739" y="4010"/>
                    <a:pt x="4187" y="4010"/>
                  </a:cubicBezTo>
                  <a:cubicBezTo>
                    <a:pt x="3568" y="4010"/>
                    <a:pt x="2939" y="3752"/>
                    <a:pt x="2452" y="3269"/>
                  </a:cubicBezTo>
                  <a:cubicBezTo>
                    <a:pt x="1563" y="2373"/>
                    <a:pt x="1630" y="905"/>
                    <a:pt x="2480" y="73"/>
                  </a:cubicBezTo>
                  <a:close/>
                </a:path>
              </a:pathLst>
            </a:custGeom>
            <a:solidFill>
              <a:srgbClr val="F56E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4"/>
            <p:cNvSpPr/>
            <p:nvPr/>
          </p:nvSpPr>
          <p:spPr>
            <a:xfrm>
              <a:off x="4577875" y="7543950"/>
              <a:ext cx="125075" cy="112400"/>
            </a:xfrm>
            <a:custGeom>
              <a:rect b="b" l="l" r="r" t="t"/>
              <a:pathLst>
                <a:path extrusionOk="0" h="4496" w="5003">
                  <a:moveTo>
                    <a:pt x="4496" y="0"/>
                  </a:moveTo>
                  <a:lnTo>
                    <a:pt x="1" y="4185"/>
                  </a:lnTo>
                  <a:cubicBezTo>
                    <a:pt x="205" y="4291"/>
                    <a:pt x="507" y="4389"/>
                    <a:pt x="916" y="4495"/>
                  </a:cubicBezTo>
                  <a:lnTo>
                    <a:pt x="2657" y="2861"/>
                  </a:lnTo>
                  <a:lnTo>
                    <a:pt x="3573" y="3776"/>
                  </a:lnTo>
                  <a:cubicBezTo>
                    <a:pt x="4594" y="2959"/>
                    <a:pt x="5003" y="1635"/>
                    <a:pt x="4594" y="302"/>
                  </a:cubicBezTo>
                  <a:lnTo>
                    <a:pt x="4496" y="0"/>
                  </a:lnTo>
                  <a:close/>
                </a:path>
              </a:pathLst>
            </a:custGeom>
            <a:solidFill>
              <a:srgbClr val="E3E6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4"/>
            <p:cNvSpPr/>
            <p:nvPr/>
          </p:nvSpPr>
          <p:spPr>
            <a:xfrm>
              <a:off x="4600775" y="7615450"/>
              <a:ext cx="66425" cy="43350"/>
            </a:xfrm>
            <a:custGeom>
              <a:rect b="b" l="l" r="r" t="t"/>
              <a:pathLst>
                <a:path extrusionOk="0" h="1734" w="2657">
                  <a:moveTo>
                    <a:pt x="1741" y="1"/>
                  </a:moveTo>
                  <a:lnTo>
                    <a:pt x="0" y="1635"/>
                  </a:lnTo>
                  <a:cubicBezTo>
                    <a:pt x="204" y="1733"/>
                    <a:pt x="409" y="1733"/>
                    <a:pt x="613" y="1733"/>
                  </a:cubicBezTo>
                  <a:cubicBezTo>
                    <a:pt x="924" y="1733"/>
                    <a:pt x="1332" y="1635"/>
                    <a:pt x="1635" y="1529"/>
                  </a:cubicBezTo>
                  <a:cubicBezTo>
                    <a:pt x="2044" y="1431"/>
                    <a:pt x="2354" y="1227"/>
                    <a:pt x="2657" y="916"/>
                  </a:cubicBezTo>
                  <a:lnTo>
                    <a:pt x="174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4"/>
            <p:cNvSpPr/>
            <p:nvPr/>
          </p:nvSpPr>
          <p:spPr>
            <a:xfrm>
              <a:off x="4268725" y="6869625"/>
              <a:ext cx="209475" cy="130200"/>
            </a:xfrm>
            <a:custGeom>
              <a:rect b="b" l="l" r="r" t="t"/>
              <a:pathLst>
                <a:path extrusionOk="0" h="5208" w="8379">
                  <a:moveTo>
                    <a:pt x="7463" y="1"/>
                  </a:moveTo>
                  <a:lnTo>
                    <a:pt x="0" y="2551"/>
                  </a:lnTo>
                  <a:lnTo>
                    <a:pt x="924" y="5207"/>
                  </a:lnTo>
                  <a:lnTo>
                    <a:pt x="8378" y="2551"/>
                  </a:lnTo>
                  <a:lnTo>
                    <a:pt x="7463"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4"/>
            <p:cNvSpPr/>
            <p:nvPr/>
          </p:nvSpPr>
          <p:spPr>
            <a:xfrm>
              <a:off x="4276475" y="6928275"/>
              <a:ext cx="30675" cy="69100"/>
            </a:xfrm>
            <a:custGeom>
              <a:rect b="b" l="l" r="r" t="t"/>
              <a:pathLst>
                <a:path extrusionOk="0" h="2764" w="1227">
                  <a:moveTo>
                    <a:pt x="303" y="1"/>
                  </a:moveTo>
                  <a:lnTo>
                    <a:pt x="1" y="107"/>
                  </a:lnTo>
                  <a:lnTo>
                    <a:pt x="916" y="2763"/>
                  </a:lnTo>
                  <a:lnTo>
                    <a:pt x="1227" y="2657"/>
                  </a:lnTo>
                  <a:lnTo>
                    <a:pt x="303" y="1"/>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4"/>
            <p:cNvSpPr/>
            <p:nvPr/>
          </p:nvSpPr>
          <p:spPr>
            <a:xfrm>
              <a:off x="4294275" y="6920725"/>
              <a:ext cx="30675" cy="68875"/>
            </a:xfrm>
            <a:custGeom>
              <a:rect b="b" l="l" r="r" t="t"/>
              <a:pathLst>
                <a:path extrusionOk="0" h="2755" w="1227">
                  <a:moveTo>
                    <a:pt x="311" y="0"/>
                  </a:moveTo>
                  <a:lnTo>
                    <a:pt x="0" y="205"/>
                  </a:lnTo>
                  <a:lnTo>
                    <a:pt x="924" y="2755"/>
                  </a:lnTo>
                  <a:lnTo>
                    <a:pt x="1226" y="2657"/>
                  </a:lnTo>
                  <a:lnTo>
                    <a:pt x="311" y="0"/>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4"/>
            <p:cNvSpPr/>
            <p:nvPr/>
          </p:nvSpPr>
          <p:spPr>
            <a:xfrm>
              <a:off x="4312250" y="6915600"/>
              <a:ext cx="30675" cy="68900"/>
            </a:xfrm>
            <a:custGeom>
              <a:rect b="b" l="l" r="r" t="t"/>
              <a:pathLst>
                <a:path extrusionOk="0" h="2756" w="1227">
                  <a:moveTo>
                    <a:pt x="303" y="1"/>
                  </a:moveTo>
                  <a:lnTo>
                    <a:pt x="0" y="99"/>
                  </a:lnTo>
                  <a:lnTo>
                    <a:pt x="916" y="2755"/>
                  </a:lnTo>
                  <a:lnTo>
                    <a:pt x="1226" y="2657"/>
                  </a:lnTo>
                  <a:lnTo>
                    <a:pt x="303" y="1"/>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4"/>
            <p:cNvSpPr/>
            <p:nvPr/>
          </p:nvSpPr>
          <p:spPr>
            <a:xfrm>
              <a:off x="4330025" y="6907850"/>
              <a:ext cx="33325" cy="69075"/>
            </a:xfrm>
            <a:custGeom>
              <a:rect b="b" l="l" r="r" t="t"/>
              <a:pathLst>
                <a:path extrusionOk="0" h="2763" w="1333">
                  <a:moveTo>
                    <a:pt x="409" y="0"/>
                  </a:moveTo>
                  <a:lnTo>
                    <a:pt x="0" y="205"/>
                  </a:lnTo>
                  <a:lnTo>
                    <a:pt x="924" y="2763"/>
                  </a:lnTo>
                  <a:lnTo>
                    <a:pt x="1333" y="2657"/>
                  </a:lnTo>
                  <a:lnTo>
                    <a:pt x="409" y="0"/>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4"/>
            <p:cNvSpPr/>
            <p:nvPr/>
          </p:nvSpPr>
          <p:spPr>
            <a:xfrm>
              <a:off x="4348000" y="6902725"/>
              <a:ext cx="33125" cy="69100"/>
            </a:xfrm>
            <a:custGeom>
              <a:rect b="b" l="l" r="r" t="t"/>
              <a:pathLst>
                <a:path extrusionOk="0" h="2764" w="1325">
                  <a:moveTo>
                    <a:pt x="409" y="1"/>
                  </a:moveTo>
                  <a:lnTo>
                    <a:pt x="1" y="107"/>
                  </a:lnTo>
                  <a:lnTo>
                    <a:pt x="916" y="2764"/>
                  </a:lnTo>
                  <a:lnTo>
                    <a:pt x="1325" y="2657"/>
                  </a:lnTo>
                  <a:lnTo>
                    <a:pt x="409" y="1"/>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4"/>
            <p:cNvSpPr/>
            <p:nvPr/>
          </p:nvSpPr>
          <p:spPr>
            <a:xfrm>
              <a:off x="4368450" y="6895175"/>
              <a:ext cx="30675" cy="68875"/>
            </a:xfrm>
            <a:custGeom>
              <a:rect b="b" l="l" r="r" t="t"/>
              <a:pathLst>
                <a:path extrusionOk="0" h="2755" w="1227">
                  <a:moveTo>
                    <a:pt x="302" y="1"/>
                  </a:moveTo>
                  <a:lnTo>
                    <a:pt x="0" y="205"/>
                  </a:lnTo>
                  <a:lnTo>
                    <a:pt x="915" y="2755"/>
                  </a:lnTo>
                  <a:lnTo>
                    <a:pt x="1226" y="2657"/>
                  </a:lnTo>
                  <a:lnTo>
                    <a:pt x="302" y="1"/>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4"/>
            <p:cNvSpPr/>
            <p:nvPr/>
          </p:nvSpPr>
          <p:spPr>
            <a:xfrm>
              <a:off x="4386225" y="6890075"/>
              <a:ext cx="30675" cy="68875"/>
            </a:xfrm>
            <a:custGeom>
              <a:rect b="b" l="l" r="r" t="t"/>
              <a:pathLst>
                <a:path extrusionOk="0" h="2755" w="1227">
                  <a:moveTo>
                    <a:pt x="311" y="0"/>
                  </a:moveTo>
                  <a:lnTo>
                    <a:pt x="0" y="98"/>
                  </a:lnTo>
                  <a:lnTo>
                    <a:pt x="924" y="2755"/>
                  </a:lnTo>
                  <a:lnTo>
                    <a:pt x="1226" y="2657"/>
                  </a:lnTo>
                  <a:lnTo>
                    <a:pt x="311" y="0"/>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4"/>
            <p:cNvSpPr/>
            <p:nvPr/>
          </p:nvSpPr>
          <p:spPr>
            <a:xfrm>
              <a:off x="4404200" y="6882300"/>
              <a:ext cx="33125" cy="69100"/>
            </a:xfrm>
            <a:custGeom>
              <a:rect b="b" l="l" r="r" t="t"/>
              <a:pathLst>
                <a:path extrusionOk="0" h="2764" w="1325">
                  <a:moveTo>
                    <a:pt x="409" y="1"/>
                  </a:moveTo>
                  <a:lnTo>
                    <a:pt x="0" y="205"/>
                  </a:lnTo>
                  <a:lnTo>
                    <a:pt x="916" y="2763"/>
                  </a:lnTo>
                  <a:lnTo>
                    <a:pt x="1324" y="2657"/>
                  </a:lnTo>
                  <a:lnTo>
                    <a:pt x="409" y="1"/>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4"/>
            <p:cNvSpPr/>
            <p:nvPr/>
          </p:nvSpPr>
          <p:spPr>
            <a:xfrm>
              <a:off x="4421975" y="6877200"/>
              <a:ext cx="33325" cy="69075"/>
            </a:xfrm>
            <a:custGeom>
              <a:rect b="b" l="l" r="r" t="t"/>
              <a:pathLst>
                <a:path extrusionOk="0" h="2763" w="1333">
                  <a:moveTo>
                    <a:pt x="409" y="0"/>
                  </a:moveTo>
                  <a:lnTo>
                    <a:pt x="0" y="107"/>
                  </a:lnTo>
                  <a:lnTo>
                    <a:pt x="924" y="2763"/>
                  </a:lnTo>
                  <a:lnTo>
                    <a:pt x="1333" y="2657"/>
                  </a:lnTo>
                  <a:lnTo>
                    <a:pt x="409" y="0"/>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4"/>
            <p:cNvSpPr/>
            <p:nvPr/>
          </p:nvSpPr>
          <p:spPr>
            <a:xfrm>
              <a:off x="4439950" y="6869625"/>
              <a:ext cx="33125" cy="68900"/>
            </a:xfrm>
            <a:custGeom>
              <a:rect b="b" l="l" r="r" t="t"/>
              <a:pathLst>
                <a:path extrusionOk="0" h="2756" w="1325">
                  <a:moveTo>
                    <a:pt x="409" y="1"/>
                  </a:moveTo>
                  <a:lnTo>
                    <a:pt x="1" y="99"/>
                  </a:lnTo>
                  <a:lnTo>
                    <a:pt x="1022" y="2755"/>
                  </a:lnTo>
                  <a:lnTo>
                    <a:pt x="1325" y="2657"/>
                  </a:lnTo>
                  <a:lnTo>
                    <a:pt x="409" y="1"/>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4"/>
            <p:cNvSpPr/>
            <p:nvPr/>
          </p:nvSpPr>
          <p:spPr>
            <a:xfrm>
              <a:off x="4314700" y="6956475"/>
              <a:ext cx="367825" cy="694425"/>
            </a:xfrm>
            <a:custGeom>
              <a:rect b="b" l="l" r="r" t="t"/>
              <a:pathLst>
                <a:path extrusionOk="0" h="27777" w="14713">
                  <a:moveTo>
                    <a:pt x="6032" y="1"/>
                  </a:moveTo>
                  <a:lnTo>
                    <a:pt x="0" y="2142"/>
                  </a:lnTo>
                  <a:lnTo>
                    <a:pt x="8076" y="25640"/>
                  </a:lnTo>
                  <a:cubicBezTo>
                    <a:pt x="8559" y="26929"/>
                    <a:pt x="9805" y="27776"/>
                    <a:pt x="11111" y="27776"/>
                  </a:cubicBezTo>
                  <a:cubicBezTo>
                    <a:pt x="11462" y="27776"/>
                    <a:pt x="11817" y="27715"/>
                    <a:pt x="12162" y="27586"/>
                  </a:cubicBezTo>
                  <a:cubicBezTo>
                    <a:pt x="13895" y="26973"/>
                    <a:pt x="14713" y="25134"/>
                    <a:pt x="14206" y="23499"/>
                  </a:cubicBezTo>
                  <a:lnTo>
                    <a:pt x="603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4"/>
            <p:cNvSpPr/>
            <p:nvPr/>
          </p:nvSpPr>
          <p:spPr>
            <a:xfrm>
              <a:off x="4391325" y="7125050"/>
              <a:ext cx="265650" cy="498700"/>
            </a:xfrm>
            <a:custGeom>
              <a:rect b="b" l="l" r="r" t="t"/>
              <a:pathLst>
                <a:path extrusionOk="0" h="19948" w="10626">
                  <a:moveTo>
                    <a:pt x="4398" y="1"/>
                  </a:moveTo>
                  <a:lnTo>
                    <a:pt x="0" y="1529"/>
                  </a:lnTo>
                  <a:lnTo>
                    <a:pt x="5828" y="18391"/>
                  </a:lnTo>
                  <a:cubicBezTo>
                    <a:pt x="6151" y="19361"/>
                    <a:pt x="7048" y="19947"/>
                    <a:pt x="8016" y="19947"/>
                  </a:cubicBezTo>
                  <a:cubicBezTo>
                    <a:pt x="8271" y="19947"/>
                    <a:pt x="8531" y="19906"/>
                    <a:pt x="8787" y="19821"/>
                  </a:cubicBezTo>
                  <a:cubicBezTo>
                    <a:pt x="10013" y="19412"/>
                    <a:pt x="10626" y="18080"/>
                    <a:pt x="10217" y="16854"/>
                  </a:cubicBezTo>
                  <a:lnTo>
                    <a:pt x="439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4"/>
            <p:cNvSpPr/>
            <p:nvPr/>
          </p:nvSpPr>
          <p:spPr>
            <a:xfrm>
              <a:off x="4289150" y="6933375"/>
              <a:ext cx="196800" cy="91975"/>
            </a:xfrm>
            <a:custGeom>
              <a:rect b="b" l="l" r="r" t="t"/>
              <a:pathLst>
                <a:path extrusionOk="0" h="3679" w="7872">
                  <a:moveTo>
                    <a:pt x="7561" y="1"/>
                  </a:moveTo>
                  <a:lnTo>
                    <a:pt x="1" y="2559"/>
                  </a:lnTo>
                  <a:lnTo>
                    <a:pt x="409" y="3679"/>
                  </a:lnTo>
                  <a:lnTo>
                    <a:pt x="7872" y="1023"/>
                  </a:lnTo>
                  <a:lnTo>
                    <a:pt x="7561" y="1"/>
                  </a:lnTo>
                  <a:close/>
                </a:path>
              </a:pathLst>
            </a:custGeom>
            <a:solidFill>
              <a:srgbClr val="E8E8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4"/>
            <p:cNvSpPr/>
            <p:nvPr/>
          </p:nvSpPr>
          <p:spPr>
            <a:xfrm>
              <a:off x="4519025" y="7495300"/>
              <a:ext cx="137950" cy="128450"/>
            </a:xfrm>
            <a:custGeom>
              <a:rect b="b" l="l" r="r" t="t"/>
              <a:pathLst>
                <a:path extrusionOk="0" h="5138" w="5518">
                  <a:moveTo>
                    <a:pt x="1" y="1537"/>
                  </a:moveTo>
                  <a:cubicBezTo>
                    <a:pt x="9" y="1562"/>
                    <a:pt x="18" y="1587"/>
                    <a:pt x="27" y="1611"/>
                  </a:cubicBezTo>
                  <a:lnTo>
                    <a:pt x="27" y="1611"/>
                  </a:lnTo>
                  <a:lnTo>
                    <a:pt x="1" y="1537"/>
                  </a:lnTo>
                  <a:close/>
                  <a:moveTo>
                    <a:pt x="4398" y="1"/>
                  </a:moveTo>
                  <a:cubicBezTo>
                    <a:pt x="4807" y="1227"/>
                    <a:pt x="4194" y="2559"/>
                    <a:pt x="2968" y="2968"/>
                  </a:cubicBezTo>
                  <a:cubicBezTo>
                    <a:pt x="2712" y="3053"/>
                    <a:pt x="2451" y="3094"/>
                    <a:pt x="2196" y="3094"/>
                  </a:cubicBezTo>
                  <a:cubicBezTo>
                    <a:pt x="1251" y="3094"/>
                    <a:pt x="370" y="2537"/>
                    <a:pt x="27" y="1611"/>
                  </a:cubicBezTo>
                  <a:lnTo>
                    <a:pt x="27" y="1611"/>
                  </a:lnTo>
                  <a:lnTo>
                    <a:pt x="720" y="3581"/>
                  </a:lnTo>
                  <a:cubicBezTo>
                    <a:pt x="1043" y="4551"/>
                    <a:pt x="1940" y="5137"/>
                    <a:pt x="2908" y="5137"/>
                  </a:cubicBezTo>
                  <a:cubicBezTo>
                    <a:pt x="3163" y="5137"/>
                    <a:pt x="3423" y="5096"/>
                    <a:pt x="3679" y="5011"/>
                  </a:cubicBezTo>
                  <a:cubicBezTo>
                    <a:pt x="4905" y="4602"/>
                    <a:pt x="5518" y="3270"/>
                    <a:pt x="5109" y="2044"/>
                  </a:cubicBezTo>
                  <a:lnTo>
                    <a:pt x="4398" y="1"/>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7" name="Google Shape;337;p4"/>
          <p:cNvSpPr/>
          <p:nvPr/>
        </p:nvSpPr>
        <p:spPr>
          <a:xfrm>
            <a:off x="8554680" y="962741"/>
            <a:ext cx="257321" cy="257560"/>
          </a:xfrm>
          <a:custGeom>
            <a:rect b="b" l="l" r="r" t="t"/>
            <a:pathLst>
              <a:path extrusionOk="0" h="3975" w="3971">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4"/>
          <p:cNvSpPr/>
          <p:nvPr/>
        </p:nvSpPr>
        <p:spPr>
          <a:xfrm>
            <a:off x="7189992" y="173020"/>
            <a:ext cx="243518" cy="243435"/>
          </a:xfrm>
          <a:custGeom>
            <a:rect b="b" l="l" r="r" t="t"/>
            <a:pathLst>
              <a:path extrusionOk="0" h="3757" w="3758">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4"/>
          <p:cNvSpPr/>
          <p:nvPr/>
        </p:nvSpPr>
        <p:spPr>
          <a:xfrm>
            <a:off x="8924753" y="1385788"/>
            <a:ext cx="56441" cy="60195"/>
          </a:xfrm>
          <a:custGeom>
            <a:rect b="b" l="l" r="r" t="t"/>
            <a:pathLst>
              <a:path extrusionOk="0" h="929" w="871">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4"/>
          <p:cNvSpPr/>
          <p:nvPr/>
        </p:nvSpPr>
        <p:spPr>
          <a:xfrm>
            <a:off x="8462988" y="687751"/>
            <a:ext cx="56506" cy="60130"/>
          </a:xfrm>
          <a:custGeom>
            <a:rect b="b" l="l" r="r" t="t"/>
            <a:pathLst>
              <a:path extrusionOk="0" h="928" w="872">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4"/>
          <p:cNvSpPr/>
          <p:nvPr/>
        </p:nvSpPr>
        <p:spPr>
          <a:xfrm>
            <a:off x="8364298" y="271702"/>
            <a:ext cx="56441" cy="56501"/>
          </a:xfrm>
          <a:custGeom>
            <a:rect b="b" l="l" r="r" t="t"/>
            <a:pathLst>
              <a:path extrusionOk="0" h="872" w="871">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4"/>
          <p:cNvSpPr/>
          <p:nvPr/>
        </p:nvSpPr>
        <p:spPr>
          <a:xfrm>
            <a:off x="6710472" y="381141"/>
            <a:ext cx="60199" cy="59871"/>
          </a:xfrm>
          <a:custGeom>
            <a:rect b="b" l="l" r="r" t="t"/>
            <a:pathLst>
              <a:path extrusionOk="0" h="924" w="929">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43" name="Shape 343"/>
        <p:cNvGrpSpPr/>
        <p:nvPr/>
      </p:nvGrpSpPr>
      <p:grpSpPr>
        <a:xfrm>
          <a:off x="0" y="0"/>
          <a:ext cx="0" cy="0"/>
          <a:chOff x="0" y="0"/>
          <a:chExt cx="0" cy="0"/>
        </a:xfrm>
      </p:grpSpPr>
      <p:sp>
        <p:nvSpPr>
          <p:cNvPr id="344" name="Google Shape;344;p5"/>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45" name="Google Shape;345;p5"/>
          <p:cNvSpPr txBox="1"/>
          <p:nvPr>
            <p:ph idx="1" type="subTitle"/>
          </p:nvPr>
        </p:nvSpPr>
        <p:spPr>
          <a:xfrm>
            <a:off x="1681425" y="3198313"/>
            <a:ext cx="1952700" cy="265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800"/>
              <a:buNone/>
              <a:defRPr>
                <a:latin typeface="Nunito ExtraBold"/>
                <a:ea typeface="Nunito ExtraBold"/>
                <a:cs typeface="Nunito ExtraBold"/>
                <a:sym typeface="Nunito Extra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346" name="Google Shape;346;p5"/>
          <p:cNvSpPr txBox="1"/>
          <p:nvPr>
            <p:ph idx="2" type="subTitle"/>
          </p:nvPr>
        </p:nvSpPr>
        <p:spPr>
          <a:xfrm>
            <a:off x="1231275" y="3476625"/>
            <a:ext cx="2853000" cy="616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347" name="Google Shape;347;p5"/>
          <p:cNvSpPr txBox="1"/>
          <p:nvPr>
            <p:ph idx="3" type="subTitle"/>
          </p:nvPr>
        </p:nvSpPr>
        <p:spPr>
          <a:xfrm>
            <a:off x="5530075" y="3198313"/>
            <a:ext cx="1952700" cy="265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800"/>
              <a:buNone/>
              <a:defRPr>
                <a:latin typeface="Nunito ExtraBold"/>
                <a:ea typeface="Nunito ExtraBold"/>
                <a:cs typeface="Nunito ExtraBold"/>
                <a:sym typeface="Nunito Extra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348" name="Google Shape;348;p5"/>
          <p:cNvSpPr txBox="1"/>
          <p:nvPr>
            <p:ph idx="4" type="subTitle"/>
          </p:nvPr>
        </p:nvSpPr>
        <p:spPr>
          <a:xfrm>
            <a:off x="5081875" y="3476625"/>
            <a:ext cx="2849100" cy="61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349" name="Google Shape;349;p5"/>
          <p:cNvSpPr/>
          <p:nvPr/>
        </p:nvSpPr>
        <p:spPr>
          <a:xfrm flipH="1">
            <a:off x="0" y="3186075"/>
            <a:ext cx="2623950" cy="1957425"/>
          </a:xfrm>
          <a:custGeom>
            <a:rect b="b" l="l" r="r" t="t"/>
            <a:pathLst>
              <a:path extrusionOk="0" h="78297" w="104958">
                <a:moveTo>
                  <a:pt x="104958" y="1"/>
                </a:moveTo>
                <a:cubicBezTo>
                  <a:pt x="104958" y="1"/>
                  <a:pt x="64314" y="12023"/>
                  <a:pt x="60558" y="37706"/>
                </a:cubicBezTo>
                <a:cubicBezTo>
                  <a:pt x="58414" y="52416"/>
                  <a:pt x="47851" y="54938"/>
                  <a:pt x="40487" y="54938"/>
                </a:cubicBezTo>
                <a:cubicBezTo>
                  <a:pt x="38699" y="54938"/>
                  <a:pt x="37100" y="54789"/>
                  <a:pt x="35855" y="54630"/>
                </a:cubicBezTo>
                <a:cubicBezTo>
                  <a:pt x="34728" y="54476"/>
                  <a:pt x="33609" y="54400"/>
                  <a:pt x="32504" y="54400"/>
                </a:cubicBezTo>
                <a:cubicBezTo>
                  <a:pt x="24597" y="54400"/>
                  <a:pt x="17364" y="58288"/>
                  <a:pt x="12349" y="65403"/>
                </a:cubicBezTo>
                <a:cubicBezTo>
                  <a:pt x="6638" y="73509"/>
                  <a:pt x="4623" y="75250"/>
                  <a:pt x="0" y="78297"/>
                </a:cubicBezTo>
                <a:lnTo>
                  <a:pt x="104958" y="78297"/>
                </a:lnTo>
                <a:lnTo>
                  <a:pt x="104958"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5"/>
          <p:cNvSpPr/>
          <p:nvPr/>
        </p:nvSpPr>
        <p:spPr>
          <a:xfrm rot="-5400000">
            <a:off x="7057082" y="-399114"/>
            <a:ext cx="1687807" cy="2486022"/>
          </a:xfrm>
          <a:custGeom>
            <a:rect b="b" l="l" r="r" t="t"/>
            <a:pathLst>
              <a:path extrusionOk="0" h="72368" w="49132">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5"/>
          <p:cNvSpPr/>
          <p:nvPr/>
        </p:nvSpPr>
        <p:spPr>
          <a:xfrm flipH="1">
            <a:off x="1738181" y="142120"/>
            <a:ext cx="243518" cy="243435"/>
          </a:xfrm>
          <a:custGeom>
            <a:rect b="b" l="l" r="r" t="t"/>
            <a:pathLst>
              <a:path extrusionOk="0" h="3757" w="3758">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5"/>
          <p:cNvSpPr/>
          <p:nvPr/>
        </p:nvSpPr>
        <p:spPr>
          <a:xfrm flipH="1">
            <a:off x="750953" y="240802"/>
            <a:ext cx="56441" cy="56501"/>
          </a:xfrm>
          <a:custGeom>
            <a:rect b="b" l="l" r="r" t="t"/>
            <a:pathLst>
              <a:path extrusionOk="0" h="872" w="871">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5"/>
          <p:cNvSpPr/>
          <p:nvPr/>
        </p:nvSpPr>
        <p:spPr>
          <a:xfrm flipH="1">
            <a:off x="2401020" y="350241"/>
            <a:ext cx="60199" cy="59871"/>
          </a:xfrm>
          <a:custGeom>
            <a:rect b="b" l="l" r="r" t="t"/>
            <a:pathLst>
              <a:path extrusionOk="0" h="924" w="929">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5"/>
          <p:cNvSpPr/>
          <p:nvPr/>
        </p:nvSpPr>
        <p:spPr>
          <a:xfrm flipH="1">
            <a:off x="652197" y="656851"/>
            <a:ext cx="56506" cy="60130"/>
          </a:xfrm>
          <a:custGeom>
            <a:rect b="b" l="l" r="r" t="t"/>
            <a:pathLst>
              <a:path extrusionOk="0" h="928" w="872">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5"/>
          <p:cNvSpPr/>
          <p:nvPr/>
        </p:nvSpPr>
        <p:spPr>
          <a:xfrm flipH="1">
            <a:off x="359690" y="931841"/>
            <a:ext cx="257321" cy="257560"/>
          </a:xfrm>
          <a:custGeom>
            <a:rect b="b" l="l" r="r" t="t"/>
            <a:pathLst>
              <a:path extrusionOk="0" h="3975" w="3971">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5"/>
          <p:cNvSpPr/>
          <p:nvPr/>
        </p:nvSpPr>
        <p:spPr>
          <a:xfrm flipH="1">
            <a:off x="190497" y="1354888"/>
            <a:ext cx="56441" cy="60195"/>
          </a:xfrm>
          <a:custGeom>
            <a:rect b="b" l="l" r="r" t="t"/>
            <a:pathLst>
              <a:path extrusionOk="0" h="929" w="871">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5"/>
          <p:cNvSpPr/>
          <p:nvPr/>
        </p:nvSpPr>
        <p:spPr>
          <a:xfrm>
            <a:off x="8062286" y="328218"/>
            <a:ext cx="60199" cy="60130"/>
          </a:xfrm>
          <a:custGeom>
            <a:rect b="b" l="l" r="r" t="t"/>
            <a:pathLst>
              <a:path extrusionOk="0" h="928" w="929">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5"/>
          <p:cNvSpPr/>
          <p:nvPr/>
        </p:nvSpPr>
        <p:spPr>
          <a:xfrm>
            <a:off x="7931973" y="613899"/>
            <a:ext cx="261014" cy="257301"/>
          </a:xfrm>
          <a:custGeom>
            <a:rect b="b" l="l" r="r" t="t"/>
            <a:pathLst>
              <a:path extrusionOk="0" h="3971" w="4028">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5"/>
          <p:cNvSpPr/>
          <p:nvPr/>
        </p:nvSpPr>
        <p:spPr>
          <a:xfrm>
            <a:off x="8461103" y="662994"/>
            <a:ext cx="60134" cy="60130"/>
          </a:xfrm>
          <a:custGeom>
            <a:rect b="b" l="l" r="r" t="t"/>
            <a:pathLst>
              <a:path extrusionOk="0" h="928" w="928">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5"/>
          <p:cNvSpPr/>
          <p:nvPr/>
        </p:nvSpPr>
        <p:spPr>
          <a:xfrm>
            <a:off x="8221110" y="1262627"/>
            <a:ext cx="59875" cy="59871"/>
          </a:xfrm>
          <a:custGeom>
            <a:rect b="b" l="l" r="r" t="t"/>
            <a:pathLst>
              <a:path extrusionOk="0" h="924" w="924">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61" name="Google Shape;361;p5"/>
          <p:cNvGrpSpPr/>
          <p:nvPr/>
        </p:nvGrpSpPr>
        <p:grpSpPr>
          <a:xfrm>
            <a:off x="379450" y="4291775"/>
            <a:ext cx="480225" cy="615300"/>
            <a:chOff x="912850" y="4743425"/>
            <a:chExt cx="480225" cy="615300"/>
          </a:xfrm>
        </p:grpSpPr>
        <p:sp>
          <p:nvSpPr>
            <p:cNvPr id="362" name="Google Shape;362;p5"/>
            <p:cNvSpPr/>
            <p:nvPr/>
          </p:nvSpPr>
          <p:spPr>
            <a:xfrm>
              <a:off x="912850" y="4825175"/>
              <a:ext cx="480225" cy="533550"/>
            </a:xfrm>
            <a:custGeom>
              <a:rect b="b" l="l" r="r" t="t"/>
              <a:pathLst>
                <a:path extrusionOk="0" h="21342" w="19209">
                  <a:moveTo>
                    <a:pt x="5927" y="0"/>
                  </a:moveTo>
                  <a:lnTo>
                    <a:pt x="5722" y="1022"/>
                  </a:lnTo>
                  <a:cubicBezTo>
                    <a:pt x="4194" y="1120"/>
                    <a:pt x="2968" y="2044"/>
                    <a:pt x="2763" y="3270"/>
                  </a:cubicBezTo>
                  <a:lnTo>
                    <a:pt x="311" y="15832"/>
                  </a:lnTo>
                  <a:cubicBezTo>
                    <a:pt x="1" y="17467"/>
                    <a:pt x="1227" y="19101"/>
                    <a:pt x="3172" y="19412"/>
                  </a:cubicBezTo>
                  <a:lnTo>
                    <a:pt x="12572" y="21251"/>
                  </a:lnTo>
                  <a:cubicBezTo>
                    <a:pt x="12846" y="21312"/>
                    <a:pt x="13120" y="21341"/>
                    <a:pt x="13390" y="21341"/>
                  </a:cubicBezTo>
                  <a:cubicBezTo>
                    <a:pt x="14925" y="21341"/>
                    <a:pt x="16295" y="20394"/>
                    <a:pt x="16552" y="19003"/>
                  </a:cubicBezTo>
                  <a:lnTo>
                    <a:pt x="19004" y="6539"/>
                  </a:lnTo>
                  <a:cubicBezTo>
                    <a:pt x="19208" y="5207"/>
                    <a:pt x="18497" y="3883"/>
                    <a:pt x="17165" y="3270"/>
                  </a:cubicBezTo>
                  <a:lnTo>
                    <a:pt x="17369" y="2248"/>
                  </a:lnTo>
                  <a:lnTo>
                    <a:pt x="5927" y="0"/>
                  </a:ln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5"/>
            <p:cNvSpPr/>
            <p:nvPr/>
          </p:nvSpPr>
          <p:spPr>
            <a:xfrm>
              <a:off x="1055900" y="4825175"/>
              <a:ext cx="291200" cy="71525"/>
            </a:xfrm>
            <a:custGeom>
              <a:rect b="b" l="l" r="r" t="t"/>
              <a:pathLst>
                <a:path extrusionOk="0" h="2861" w="11648">
                  <a:moveTo>
                    <a:pt x="205" y="0"/>
                  </a:moveTo>
                  <a:lnTo>
                    <a:pt x="0" y="613"/>
                  </a:lnTo>
                  <a:lnTo>
                    <a:pt x="11549" y="2861"/>
                  </a:lnTo>
                  <a:lnTo>
                    <a:pt x="11647" y="2248"/>
                  </a:lnTo>
                  <a:lnTo>
                    <a:pt x="205" y="0"/>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5"/>
            <p:cNvSpPr/>
            <p:nvPr/>
          </p:nvSpPr>
          <p:spPr>
            <a:xfrm>
              <a:off x="1038125" y="4743425"/>
              <a:ext cx="344725" cy="143075"/>
            </a:xfrm>
            <a:custGeom>
              <a:rect b="b" l="l" r="r" t="t"/>
              <a:pathLst>
                <a:path extrusionOk="0" h="5723" w="13789">
                  <a:moveTo>
                    <a:pt x="613" y="1"/>
                  </a:moveTo>
                  <a:lnTo>
                    <a:pt x="0" y="3066"/>
                  </a:lnTo>
                  <a:lnTo>
                    <a:pt x="13176" y="5722"/>
                  </a:lnTo>
                  <a:lnTo>
                    <a:pt x="13789" y="2657"/>
                  </a:lnTo>
                  <a:lnTo>
                    <a:pt x="613"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5"/>
            <p:cNvSpPr/>
            <p:nvPr/>
          </p:nvSpPr>
          <p:spPr>
            <a:xfrm>
              <a:off x="1050775" y="4745900"/>
              <a:ext cx="28225" cy="79300"/>
            </a:xfrm>
            <a:custGeom>
              <a:rect b="b" l="l" r="r" t="t"/>
              <a:pathLst>
                <a:path extrusionOk="0" h="3172" w="1129">
                  <a:moveTo>
                    <a:pt x="614" y="0"/>
                  </a:moveTo>
                  <a:lnTo>
                    <a:pt x="1" y="3065"/>
                  </a:lnTo>
                  <a:lnTo>
                    <a:pt x="516" y="3171"/>
                  </a:lnTo>
                  <a:lnTo>
                    <a:pt x="1129" y="106"/>
                  </a:lnTo>
                  <a:lnTo>
                    <a:pt x="614" y="0"/>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5"/>
            <p:cNvSpPr/>
            <p:nvPr/>
          </p:nvSpPr>
          <p:spPr>
            <a:xfrm>
              <a:off x="1078975" y="4751000"/>
              <a:ext cx="30675" cy="81750"/>
            </a:xfrm>
            <a:custGeom>
              <a:rect b="b" l="l" r="r" t="t"/>
              <a:pathLst>
                <a:path extrusionOk="0" h="3270" w="1227">
                  <a:moveTo>
                    <a:pt x="614" y="0"/>
                  </a:moveTo>
                  <a:lnTo>
                    <a:pt x="1" y="3172"/>
                  </a:lnTo>
                  <a:lnTo>
                    <a:pt x="614" y="3270"/>
                  </a:lnTo>
                  <a:lnTo>
                    <a:pt x="1227" y="107"/>
                  </a:lnTo>
                  <a:lnTo>
                    <a:pt x="614" y="0"/>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5"/>
            <p:cNvSpPr/>
            <p:nvPr/>
          </p:nvSpPr>
          <p:spPr>
            <a:xfrm>
              <a:off x="1109625" y="4756100"/>
              <a:ext cx="28025" cy="81775"/>
            </a:xfrm>
            <a:custGeom>
              <a:rect b="b" l="l" r="r" t="t"/>
              <a:pathLst>
                <a:path extrusionOk="0" h="3271" w="1121">
                  <a:moveTo>
                    <a:pt x="614" y="1"/>
                  </a:moveTo>
                  <a:lnTo>
                    <a:pt x="1" y="3172"/>
                  </a:lnTo>
                  <a:lnTo>
                    <a:pt x="508" y="3270"/>
                  </a:lnTo>
                  <a:lnTo>
                    <a:pt x="1121" y="107"/>
                  </a:lnTo>
                  <a:lnTo>
                    <a:pt x="614" y="1"/>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5"/>
            <p:cNvSpPr/>
            <p:nvPr/>
          </p:nvSpPr>
          <p:spPr>
            <a:xfrm>
              <a:off x="1137625" y="4763875"/>
              <a:ext cx="30675" cy="79100"/>
            </a:xfrm>
            <a:custGeom>
              <a:rect b="b" l="l" r="r" t="t"/>
              <a:pathLst>
                <a:path extrusionOk="0" h="3164" w="1227">
                  <a:moveTo>
                    <a:pt x="614" y="0"/>
                  </a:moveTo>
                  <a:lnTo>
                    <a:pt x="1" y="3065"/>
                  </a:lnTo>
                  <a:lnTo>
                    <a:pt x="516" y="3163"/>
                  </a:lnTo>
                  <a:lnTo>
                    <a:pt x="1227" y="98"/>
                  </a:lnTo>
                  <a:lnTo>
                    <a:pt x="614" y="0"/>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5"/>
            <p:cNvSpPr/>
            <p:nvPr/>
          </p:nvSpPr>
          <p:spPr>
            <a:xfrm>
              <a:off x="1165825" y="4768975"/>
              <a:ext cx="30675" cy="79100"/>
            </a:xfrm>
            <a:custGeom>
              <a:rect b="b" l="l" r="r" t="t"/>
              <a:pathLst>
                <a:path extrusionOk="0" h="3164" w="1227">
                  <a:moveTo>
                    <a:pt x="712" y="1"/>
                  </a:moveTo>
                  <a:lnTo>
                    <a:pt x="1" y="3066"/>
                  </a:lnTo>
                  <a:lnTo>
                    <a:pt x="614" y="3164"/>
                  </a:lnTo>
                  <a:lnTo>
                    <a:pt x="1227" y="99"/>
                  </a:lnTo>
                  <a:lnTo>
                    <a:pt x="712" y="1"/>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5"/>
            <p:cNvSpPr/>
            <p:nvPr/>
          </p:nvSpPr>
          <p:spPr>
            <a:xfrm>
              <a:off x="1196475" y="4774075"/>
              <a:ext cx="28025" cy="81775"/>
            </a:xfrm>
            <a:custGeom>
              <a:rect b="b" l="l" r="r" t="t"/>
              <a:pathLst>
                <a:path extrusionOk="0" h="3271" w="1121">
                  <a:moveTo>
                    <a:pt x="614" y="1"/>
                  </a:moveTo>
                  <a:lnTo>
                    <a:pt x="1" y="3164"/>
                  </a:lnTo>
                  <a:lnTo>
                    <a:pt x="507" y="3270"/>
                  </a:lnTo>
                  <a:lnTo>
                    <a:pt x="1120" y="99"/>
                  </a:lnTo>
                  <a:lnTo>
                    <a:pt x="614" y="1"/>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5"/>
            <p:cNvSpPr/>
            <p:nvPr/>
          </p:nvSpPr>
          <p:spPr>
            <a:xfrm>
              <a:off x="1224475" y="4779200"/>
              <a:ext cx="30675" cy="81750"/>
            </a:xfrm>
            <a:custGeom>
              <a:rect b="b" l="l" r="r" t="t"/>
              <a:pathLst>
                <a:path extrusionOk="0" h="3270" w="1227">
                  <a:moveTo>
                    <a:pt x="613" y="0"/>
                  </a:moveTo>
                  <a:lnTo>
                    <a:pt x="0" y="3163"/>
                  </a:lnTo>
                  <a:lnTo>
                    <a:pt x="613" y="3270"/>
                  </a:lnTo>
                  <a:lnTo>
                    <a:pt x="1226" y="98"/>
                  </a:lnTo>
                  <a:lnTo>
                    <a:pt x="613" y="0"/>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5"/>
            <p:cNvSpPr/>
            <p:nvPr/>
          </p:nvSpPr>
          <p:spPr>
            <a:xfrm>
              <a:off x="1255125" y="4786750"/>
              <a:ext cx="28225" cy="79300"/>
            </a:xfrm>
            <a:custGeom>
              <a:rect b="b" l="l" r="r" t="t"/>
              <a:pathLst>
                <a:path extrusionOk="0" h="3172" w="1129">
                  <a:moveTo>
                    <a:pt x="613" y="1"/>
                  </a:moveTo>
                  <a:lnTo>
                    <a:pt x="0" y="3066"/>
                  </a:lnTo>
                  <a:lnTo>
                    <a:pt x="515" y="3172"/>
                  </a:lnTo>
                  <a:lnTo>
                    <a:pt x="1128" y="107"/>
                  </a:lnTo>
                  <a:lnTo>
                    <a:pt x="613" y="1"/>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5"/>
            <p:cNvSpPr/>
            <p:nvPr/>
          </p:nvSpPr>
          <p:spPr>
            <a:xfrm>
              <a:off x="1283325" y="4791875"/>
              <a:ext cx="30675" cy="81750"/>
            </a:xfrm>
            <a:custGeom>
              <a:rect b="b" l="l" r="r" t="t"/>
              <a:pathLst>
                <a:path extrusionOk="0" h="3270" w="1227">
                  <a:moveTo>
                    <a:pt x="613" y="0"/>
                  </a:moveTo>
                  <a:lnTo>
                    <a:pt x="0" y="3171"/>
                  </a:lnTo>
                  <a:lnTo>
                    <a:pt x="613" y="3269"/>
                  </a:lnTo>
                  <a:lnTo>
                    <a:pt x="1226" y="106"/>
                  </a:lnTo>
                  <a:lnTo>
                    <a:pt x="613" y="0"/>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5"/>
            <p:cNvSpPr/>
            <p:nvPr/>
          </p:nvSpPr>
          <p:spPr>
            <a:xfrm>
              <a:off x="1313975" y="4796975"/>
              <a:ext cx="28000" cy="81750"/>
            </a:xfrm>
            <a:custGeom>
              <a:rect b="b" l="l" r="r" t="t"/>
              <a:pathLst>
                <a:path extrusionOk="0" h="3270" w="1120">
                  <a:moveTo>
                    <a:pt x="613" y="0"/>
                  </a:moveTo>
                  <a:lnTo>
                    <a:pt x="0" y="3172"/>
                  </a:lnTo>
                  <a:lnTo>
                    <a:pt x="507" y="3270"/>
                  </a:lnTo>
                  <a:lnTo>
                    <a:pt x="1120" y="107"/>
                  </a:lnTo>
                  <a:lnTo>
                    <a:pt x="613" y="0"/>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5"/>
            <p:cNvSpPr/>
            <p:nvPr/>
          </p:nvSpPr>
          <p:spPr>
            <a:xfrm>
              <a:off x="1341950" y="4804725"/>
              <a:ext cx="30675" cy="79125"/>
            </a:xfrm>
            <a:custGeom>
              <a:rect b="b" l="l" r="r" t="t"/>
              <a:pathLst>
                <a:path extrusionOk="0" h="3165" w="1227">
                  <a:moveTo>
                    <a:pt x="614" y="1"/>
                  </a:moveTo>
                  <a:lnTo>
                    <a:pt x="1" y="3066"/>
                  </a:lnTo>
                  <a:lnTo>
                    <a:pt x="516" y="3164"/>
                  </a:lnTo>
                  <a:lnTo>
                    <a:pt x="1227" y="99"/>
                  </a:lnTo>
                  <a:lnTo>
                    <a:pt x="614" y="1"/>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5"/>
            <p:cNvSpPr/>
            <p:nvPr/>
          </p:nvSpPr>
          <p:spPr>
            <a:xfrm>
              <a:off x="935950" y="4963100"/>
              <a:ext cx="441800" cy="260550"/>
            </a:xfrm>
            <a:custGeom>
              <a:rect b="b" l="l" r="r" t="t"/>
              <a:pathLst>
                <a:path extrusionOk="0" h="10422" w="17672">
                  <a:moveTo>
                    <a:pt x="1431" y="0"/>
                  </a:moveTo>
                  <a:lnTo>
                    <a:pt x="0" y="7250"/>
                  </a:lnTo>
                  <a:lnTo>
                    <a:pt x="16241" y="10421"/>
                  </a:lnTo>
                  <a:lnTo>
                    <a:pt x="17671" y="3163"/>
                  </a:lnTo>
                  <a:lnTo>
                    <a:pt x="143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5"/>
            <p:cNvSpPr/>
            <p:nvPr/>
          </p:nvSpPr>
          <p:spPr>
            <a:xfrm>
              <a:off x="912850" y="5169875"/>
              <a:ext cx="424025" cy="188850"/>
            </a:xfrm>
            <a:custGeom>
              <a:rect b="b" l="l" r="r" t="t"/>
              <a:pathLst>
                <a:path extrusionOk="0" h="7554" w="16961">
                  <a:moveTo>
                    <a:pt x="16961" y="3172"/>
                  </a:moveTo>
                  <a:lnTo>
                    <a:pt x="16946" y="3244"/>
                  </a:lnTo>
                  <a:lnTo>
                    <a:pt x="16946" y="3244"/>
                  </a:lnTo>
                  <a:cubicBezTo>
                    <a:pt x="16951" y="3220"/>
                    <a:pt x="16956" y="3196"/>
                    <a:pt x="16961" y="3172"/>
                  </a:cubicBezTo>
                  <a:close/>
                  <a:moveTo>
                    <a:pt x="720" y="1"/>
                  </a:moveTo>
                  <a:lnTo>
                    <a:pt x="311" y="2044"/>
                  </a:lnTo>
                  <a:cubicBezTo>
                    <a:pt x="1" y="3679"/>
                    <a:pt x="1227" y="5313"/>
                    <a:pt x="3172" y="5624"/>
                  </a:cubicBezTo>
                  <a:lnTo>
                    <a:pt x="12572" y="7463"/>
                  </a:lnTo>
                  <a:cubicBezTo>
                    <a:pt x="12846" y="7524"/>
                    <a:pt x="13120" y="7553"/>
                    <a:pt x="13390" y="7553"/>
                  </a:cubicBezTo>
                  <a:cubicBezTo>
                    <a:pt x="14925" y="7553"/>
                    <a:pt x="16295" y="6606"/>
                    <a:pt x="16552" y="5215"/>
                  </a:cubicBezTo>
                  <a:lnTo>
                    <a:pt x="16946" y="3244"/>
                  </a:lnTo>
                  <a:lnTo>
                    <a:pt x="16946" y="3244"/>
                  </a:lnTo>
                  <a:cubicBezTo>
                    <a:pt x="16656" y="4596"/>
                    <a:pt x="15307" y="5510"/>
                    <a:pt x="13798" y="5510"/>
                  </a:cubicBezTo>
                  <a:cubicBezTo>
                    <a:pt x="13529" y="5510"/>
                    <a:pt x="13255" y="5481"/>
                    <a:pt x="12980" y="5420"/>
                  </a:cubicBezTo>
                  <a:lnTo>
                    <a:pt x="3475" y="3581"/>
                  </a:lnTo>
                  <a:cubicBezTo>
                    <a:pt x="1636" y="3270"/>
                    <a:pt x="410" y="1635"/>
                    <a:pt x="720" y="1"/>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5"/>
            <p:cNvSpPr/>
            <p:nvPr/>
          </p:nvSpPr>
          <p:spPr>
            <a:xfrm>
              <a:off x="963950" y="4963100"/>
              <a:ext cx="413800" cy="112400"/>
            </a:xfrm>
            <a:custGeom>
              <a:rect b="b" l="l" r="r" t="t"/>
              <a:pathLst>
                <a:path extrusionOk="0" h="4496" w="16552">
                  <a:moveTo>
                    <a:pt x="311" y="0"/>
                  </a:moveTo>
                  <a:lnTo>
                    <a:pt x="0" y="1324"/>
                  </a:lnTo>
                  <a:lnTo>
                    <a:pt x="16249" y="4496"/>
                  </a:lnTo>
                  <a:lnTo>
                    <a:pt x="16551" y="3163"/>
                  </a:lnTo>
                  <a:lnTo>
                    <a:pt x="311" y="0"/>
                  </a:lnTo>
                  <a:close/>
                </a:path>
              </a:pathLst>
            </a:custGeom>
            <a:solidFill>
              <a:srgbClr val="FF78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5"/>
            <p:cNvSpPr/>
            <p:nvPr/>
          </p:nvSpPr>
          <p:spPr>
            <a:xfrm>
              <a:off x="984375" y="5034625"/>
              <a:ext cx="94625" cy="94425"/>
            </a:xfrm>
            <a:custGeom>
              <a:rect b="b" l="l" r="r" t="t"/>
              <a:pathLst>
                <a:path extrusionOk="0" h="3777" w="3785">
                  <a:moveTo>
                    <a:pt x="1537" y="0"/>
                  </a:moveTo>
                  <a:lnTo>
                    <a:pt x="1333" y="1022"/>
                  </a:lnTo>
                  <a:lnTo>
                    <a:pt x="311" y="817"/>
                  </a:lnTo>
                  <a:lnTo>
                    <a:pt x="1" y="2248"/>
                  </a:lnTo>
                  <a:lnTo>
                    <a:pt x="1022" y="2452"/>
                  </a:lnTo>
                  <a:lnTo>
                    <a:pt x="818" y="3474"/>
                  </a:lnTo>
                  <a:lnTo>
                    <a:pt x="2248" y="3776"/>
                  </a:lnTo>
                  <a:lnTo>
                    <a:pt x="2453" y="2754"/>
                  </a:lnTo>
                  <a:lnTo>
                    <a:pt x="3474" y="2959"/>
                  </a:lnTo>
                  <a:lnTo>
                    <a:pt x="3785" y="1528"/>
                  </a:lnTo>
                  <a:lnTo>
                    <a:pt x="2763" y="1324"/>
                  </a:lnTo>
                  <a:lnTo>
                    <a:pt x="2967" y="302"/>
                  </a:lnTo>
                  <a:lnTo>
                    <a:pt x="1537" y="0"/>
                  </a:lnTo>
                  <a:close/>
                </a:path>
              </a:pathLst>
            </a:custGeom>
            <a:solidFill>
              <a:srgbClr val="FF78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5"/>
            <p:cNvSpPr/>
            <p:nvPr/>
          </p:nvSpPr>
          <p:spPr>
            <a:xfrm>
              <a:off x="1178500" y="5075475"/>
              <a:ext cx="145700" cy="43350"/>
            </a:xfrm>
            <a:custGeom>
              <a:rect b="b" l="l" r="r" t="t"/>
              <a:pathLst>
                <a:path extrusionOk="0" h="1734" w="5828">
                  <a:moveTo>
                    <a:pt x="205" y="1"/>
                  </a:moveTo>
                  <a:lnTo>
                    <a:pt x="0" y="614"/>
                  </a:lnTo>
                  <a:lnTo>
                    <a:pt x="5722" y="1733"/>
                  </a:lnTo>
                  <a:lnTo>
                    <a:pt x="5828" y="1120"/>
                  </a:lnTo>
                  <a:lnTo>
                    <a:pt x="205" y="1"/>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5"/>
            <p:cNvSpPr/>
            <p:nvPr/>
          </p:nvSpPr>
          <p:spPr>
            <a:xfrm>
              <a:off x="1170925" y="5113700"/>
              <a:ext cx="145525" cy="43550"/>
            </a:xfrm>
            <a:custGeom>
              <a:rect b="b" l="l" r="r" t="t"/>
              <a:pathLst>
                <a:path extrusionOk="0" h="1742" w="5821">
                  <a:moveTo>
                    <a:pt x="205" y="0"/>
                  </a:moveTo>
                  <a:lnTo>
                    <a:pt x="1" y="719"/>
                  </a:lnTo>
                  <a:lnTo>
                    <a:pt x="5722" y="1741"/>
                  </a:lnTo>
                  <a:lnTo>
                    <a:pt x="5820" y="1128"/>
                  </a:lnTo>
                  <a:lnTo>
                    <a:pt x="205" y="0"/>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82" name="Google Shape;382;p5"/>
          <p:cNvSpPr/>
          <p:nvPr/>
        </p:nvSpPr>
        <p:spPr>
          <a:xfrm>
            <a:off x="8412926" y="4599423"/>
            <a:ext cx="59875" cy="56436"/>
          </a:xfrm>
          <a:custGeom>
            <a:rect b="b" l="l" r="r" t="t"/>
            <a:pathLst>
              <a:path extrusionOk="0" h="871" w="924">
                <a:moveTo>
                  <a:pt x="436" y="0"/>
                </a:moveTo>
                <a:cubicBezTo>
                  <a:pt x="219" y="0"/>
                  <a:pt x="1" y="165"/>
                  <a:pt x="1" y="435"/>
                </a:cubicBezTo>
                <a:cubicBezTo>
                  <a:pt x="1" y="710"/>
                  <a:pt x="219" y="871"/>
                  <a:pt x="436" y="871"/>
                </a:cubicBezTo>
                <a:cubicBezTo>
                  <a:pt x="706" y="871"/>
                  <a:pt x="924" y="710"/>
                  <a:pt x="924" y="435"/>
                </a:cubicBezTo>
                <a:cubicBezTo>
                  <a:pt x="924" y="165"/>
                  <a:pt x="706"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5"/>
          <p:cNvSpPr/>
          <p:nvPr/>
        </p:nvSpPr>
        <p:spPr>
          <a:xfrm>
            <a:off x="7855840" y="4715859"/>
            <a:ext cx="207943" cy="207927"/>
          </a:xfrm>
          <a:custGeom>
            <a:rect b="b" l="l" r="r" t="t"/>
            <a:pathLst>
              <a:path extrusionOk="0" h="3209" w="3209">
                <a:moveTo>
                  <a:pt x="1524" y="1"/>
                </a:moveTo>
                <a:lnTo>
                  <a:pt x="1250" y="980"/>
                </a:lnTo>
                <a:lnTo>
                  <a:pt x="271" y="706"/>
                </a:lnTo>
                <a:lnTo>
                  <a:pt x="1" y="1685"/>
                </a:lnTo>
                <a:lnTo>
                  <a:pt x="980" y="1960"/>
                </a:lnTo>
                <a:lnTo>
                  <a:pt x="706" y="2939"/>
                </a:lnTo>
                <a:lnTo>
                  <a:pt x="1685" y="3209"/>
                </a:lnTo>
                <a:lnTo>
                  <a:pt x="1960" y="2230"/>
                </a:lnTo>
                <a:lnTo>
                  <a:pt x="2939" y="2504"/>
                </a:lnTo>
                <a:lnTo>
                  <a:pt x="3209" y="1524"/>
                </a:lnTo>
                <a:lnTo>
                  <a:pt x="2230" y="1250"/>
                </a:lnTo>
                <a:lnTo>
                  <a:pt x="2504" y="271"/>
                </a:lnTo>
                <a:lnTo>
                  <a:pt x="15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5"/>
          <p:cNvSpPr/>
          <p:nvPr/>
        </p:nvSpPr>
        <p:spPr>
          <a:xfrm>
            <a:off x="7485508" y="4839164"/>
            <a:ext cx="60134" cy="60130"/>
          </a:xfrm>
          <a:custGeom>
            <a:rect b="b" l="l" r="r" t="t"/>
            <a:pathLst>
              <a:path extrusionOk="0" h="928" w="928">
                <a:moveTo>
                  <a:pt x="436" y="0"/>
                </a:moveTo>
                <a:cubicBezTo>
                  <a:pt x="218" y="0"/>
                  <a:pt x="1" y="218"/>
                  <a:pt x="1" y="492"/>
                </a:cubicBezTo>
                <a:cubicBezTo>
                  <a:pt x="1" y="710"/>
                  <a:pt x="218" y="927"/>
                  <a:pt x="436" y="927"/>
                </a:cubicBezTo>
                <a:cubicBezTo>
                  <a:pt x="710" y="927"/>
                  <a:pt x="928" y="710"/>
                  <a:pt x="928" y="492"/>
                </a:cubicBezTo>
                <a:cubicBezTo>
                  <a:pt x="928" y="218"/>
                  <a:pt x="710"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85" name="Shape 385"/>
        <p:cNvGrpSpPr/>
        <p:nvPr/>
      </p:nvGrpSpPr>
      <p:grpSpPr>
        <a:xfrm>
          <a:off x="0" y="0"/>
          <a:ext cx="0" cy="0"/>
          <a:chOff x="0" y="0"/>
          <a:chExt cx="0" cy="0"/>
        </a:xfrm>
      </p:grpSpPr>
      <p:sp>
        <p:nvSpPr>
          <p:cNvPr id="386" name="Google Shape;386;p6"/>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87" name="Google Shape;387;p6"/>
          <p:cNvSpPr/>
          <p:nvPr/>
        </p:nvSpPr>
        <p:spPr>
          <a:xfrm rot="10800000">
            <a:off x="5305440" y="4623973"/>
            <a:ext cx="3838559" cy="519527"/>
          </a:xfrm>
          <a:custGeom>
            <a:rect b="b" l="l" r="r" t="t"/>
            <a:pathLst>
              <a:path extrusionOk="0" h="16489" w="121830">
                <a:moveTo>
                  <a:pt x="0" y="0"/>
                </a:moveTo>
                <a:lnTo>
                  <a:pt x="0" y="16489"/>
                </a:lnTo>
                <a:cubicBezTo>
                  <a:pt x="6168" y="13464"/>
                  <a:pt x="26903" y="8978"/>
                  <a:pt x="43499" y="8978"/>
                </a:cubicBezTo>
                <a:cubicBezTo>
                  <a:pt x="49308" y="8978"/>
                  <a:pt x="54610" y="9528"/>
                  <a:pt x="58603" y="10882"/>
                </a:cubicBezTo>
                <a:cubicBezTo>
                  <a:pt x="64748" y="12941"/>
                  <a:pt x="68805" y="13769"/>
                  <a:pt x="71786" y="13769"/>
                </a:cubicBezTo>
                <a:cubicBezTo>
                  <a:pt x="79047" y="13769"/>
                  <a:pt x="79930" y="8856"/>
                  <a:pt x="89074" y="4845"/>
                </a:cubicBezTo>
                <a:cubicBezTo>
                  <a:pt x="95712" y="1907"/>
                  <a:pt x="117638" y="1741"/>
                  <a:pt x="12182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6"/>
          <p:cNvSpPr/>
          <p:nvPr/>
        </p:nvSpPr>
        <p:spPr>
          <a:xfrm>
            <a:off x="8554680" y="962741"/>
            <a:ext cx="257321" cy="257560"/>
          </a:xfrm>
          <a:custGeom>
            <a:rect b="b" l="l" r="r" t="t"/>
            <a:pathLst>
              <a:path extrusionOk="0" h="3975" w="3971">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6"/>
          <p:cNvSpPr/>
          <p:nvPr/>
        </p:nvSpPr>
        <p:spPr>
          <a:xfrm>
            <a:off x="7189992" y="173020"/>
            <a:ext cx="243518" cy="243435"/>
          </a:xfrm>
          <a:custGeom>
            <a:rect b="b" l="l" r="r" t="t"/>
            <a:pathLst>
              <a:path extrusionOk="0" h="3757" w="3758">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6"/>
          <p:cNvSpPr/>
          <p:nvPr/>
        </p:nvSpPr>
        <p:spPr>
          <a:xfrm>
            <a:off x="8924753" y="1385788"/>
            <a:ext cx="56441" cy="60195"/>
          </a:xfrm>
          <a:custGeom>
            <a:rect b="b" l="l" r="r" t="t"/>
            <a:pathLst>
              <a:path extrusionOk="0" h="929" w="871">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6"/>
          <p:cNvSpPr/>
          <p:nvPr/>
        </p:nvSpPr>
        <p:spPr>
          <a:xfrm>
            <a:off x="8462988" y="687751"/>
            <a:ext cx="56506" cy="60130"/>
          </a:xfrm>
          <a:custGeom>
            <a:rect b="b" l="l" r="r" t="t"/>
            <a:pathLst>
              <a:path extrusionOk="0" h="928" w="872">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6"/>
          <p:cNvSpPr/>
          <p:nvPr/>
        </p:nvSpPr>
        <p:spPr>
          <a:xfrm>
            <a:off x="8364298" y="271702"/>
            <a:ext cx="56441" cy="56501"/>
          </a:xfrm>
          <a:custGeom>
            <a:rect b="b" l="l" r="r" t="t"/>
            <a:pathLst>
              <a:path extrusionOk="0" h="872" w="871">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6"/>
          <p:cNvSpPr/>
          <p:nvPr/>
        </p:nvSpPr>
        <p:spPr>
          <a:xfrm>
            <a:off x="6710472" y="381141"/>
            <a:ext cx="60199" cy="59871"/>
          </a:xfrm>
          <a:custGeom>
            <a:rect b="b" l="l" r="r" t="t"/>
            <a:pathLst>
              <a:path extrusionOk="0" h="924" w="929">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6"/>
          <p:cNvSpPr/>
          <p:nvPr/>
        </p:nvSpPr>
        <p:spPr>
          <a:xfrm>
            <a:off x="673173" y="825174"/>
            <a:ext cx="261014" cy="257301"/>
          </a:xfrm>
          <a:custGeom>
            <a:rect b="b" l="l" r="r" t="t"/>
            <a:pathLst>
              <a:path extrusionOk="0" h="3971" w="4028">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6"/>
          <p:cNvSpPr/>
          <p:nvPr/>
        </p:nvSpPr>
        <p:spPr>
          <a:xfrm>
            <a:off x="803486" y="539493"/>
            <a:ext cx="60199" cy="60130"/>
          </a:xfrm>
          <a:custGeom>
            <a:rect b="b" l="l" r="r" t="t"/>
            <a:pathLst>
              <a:path extrusionOk="0" h="928" w="929">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6"/>
          <p:cNvSpPr/>
          <p:nvPr/>
        </p:nvSpPr>
        <p:spPr>
          <a:xfrm>
            <a:off x="962310" y="1473902"/>
            <a:ext cx="59875" cy="59871"/>
          </a:xfrm>
          <a:custGeom>
            <a:rect b="b" l="l" r="r" t="t"/>
            <a:pathLst>
              <a:path extrusionOk="0" h="924" w="924">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6"/>
          <p:cNvSpPr/>
          <p:nvPr/>
        </p:nvSpPr>
        <p:spPr>
          <a:xfrm>
            <a:off x="1202303" y="874269"/>
            <a:ext cx="60134" cy="60130"/>
          </a:xfrm>
          <a:custGeom>
            <a:rect b="b" l="l" r="r" t="t"/>
            <a:pathLst>
              <a:path extrusionOk="0" h="928" w="928">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6"/>
          <p:cNvSpPr/>
          <p:nvPr/>
        </p:nvSpPr>
        <p:spPr>
          <a:xfrm rot="-5400000">
            <a:off x="7625250" y="-290450"/>
            <a:ext cx="1228300" cy="1809200"/>
          </a:xfrm>
          <a:custGeom>
            <a:rect b="b" l="l" r="r" t="t"/>
            <a:pathLst>
              <a:path extrusionOk="0" h="72368" w="49132">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6"/>
          <p:cNvSpPr/>
          <p:nvPr/>
        </p:nvSpPr>
        <p:spPr>
          <a:xfrm flipH="1" rot="5400000">
            <a:off x="290450" y="-290450"/>
            <a:ext cx="1228300" cy="1809200"/>
          </a:xfrm>
          <a:custGeom>
            <a:rect b="b" l="l" r="r" t="t"/>
            <a:pathLst>
              <a:path extrusionOk="0" h="72368" w="49132">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00" name="Google Shape;400;p6"/>
          <p:cNvGrpSpPr/>
          <p:nvPr/>
        </p:nvGrpSpPr>
        <p:grpSpPr>
          <a:xfrm>
            <a:off x="8012063" y="168438"/>
            <a:ext cx="837425" cy="742113"/>
            <a:chOff x="6215925" y="6858088"/>
            <a:chExt cx="837425" cy="742113"/>
          </a:xfrm>
        </p:grpSpPr>
        <p:sp>
          <p:nvSpPr>
            <p:cNvPr id="401" name="Google Shape;401;p6"/>
            <p:cNvSpPr/>
            <p:nvPr/>
          </p:nvSpPr>
          <p:spPr>
            <a:xfrm>
              <a:off x="6215925" y="7421400"/>
              <a:ext cx="201900" cy="178800"/>
            </a:xfrm>
            <a:custGeom>
              <a:rect b="b" l="l" r="r" t="t"/>
              <a:pathLst>
                <a:path extrusionOk="0" h="7152" w="8076">
                  <a:moveTo>
                    <a:pt x="7561" y="0"/>
                  </a:moveTo>
                  <a:lnTo>
                    <a:pt x="0" y="6637"/>
                  </a:lnTo>
                  <a:lnTo>
                    <a:pt x="515" y="7152"/>
                  </a:lnTo>
                  <a:lnTo>
                    <a:pt x="8076" y="507"/>
                  </a:lnTo>
                  <a:lnTo>
                    <a:pt x="7561" y="0"/>
                  </a:lnTo>
                  <a:close/>
                </a:path>
              </a:pathLst>
            </a:custGeom>
            <a:solidFill>
              <a:srgbClr val="F1F0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6"/>
            <p:cNvSpPr/>
            <p:nvPr/>
          </p:nvSpPr>
          <p:spPr>
            <a:xfrm>
              <a:off x="6401775" y="7430925"/>
              <a:ext cx="25575" cy="22900"/>
            </a:xfrm>
            <a:custGeom>
              <a:rect b="b" l="l" r="r" t="t"/>
              <a:pathLst>
                <a:path extrusionOk="0" h="916" w="1023">
                  <a:moveTo>
                    <a:pt x="508" y="0"/>
                  </a:moveTo>
                  <a:lnTo>
                    <a:pt x="1" y="507"/>
                  </a:lnTo>
                  <a:lnTo>
                    <a:pt x="508" y="915"/>
                  </a:lnTo>
                  <a:lnTo>
                    <a:pt x="1023" y="507"/>
                  </a:lnTo>
                  <a:lnTo>
                    <a:pt x="508" y="0"/>
                  </a:lnTo>
                  <a:close/>
                </a:path>
              </a:pathLst>
            </a:custGeom>
            <a:solidFill>
              <a:srgbClr val="C1C0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03" name="Google Shape;403;p6"/>
            <p:cNvGrpSpPr/>
            <p:nvPr/>
          </p:nvGrpSpPr>
          <p:grpSpPr>
            <a:xfrm>
              <a:off x="6361025" y="6858088"/>
              <a:ext cx="692325" cy="623250"/>
              <a:chOff x="6361025" y="6858088"/>
              <a:chExt cx="692325" cy="623250"/>
            </a:xfrm>
          </p:grpSpPr>
          <p:sp>
            <p:nvSpPr>
              <p:cNvPr id="404" name="Google Shape;404;p6"/>
              <p:cNvSpPr/>
              <p:nvPr/>
            </p:nvSpPr>
            <p:spPr>
              <a:xfrm>
                <a:off x="6361025" y="7011338"/>
                <a:ext cx="510875" cy="470000"/>
              </a:xfrm>
              <a:custGeom>
                <a:rect b="b" l="l" r="r" t="t"/>
                <a:pathLst>
                  <a:path extrusionOk="0" h="18800" w="20435">
                    <a:moveTo>
                      <a:pt x="15228" y="0"/>
                    </a:moveTo>
                    <a:lnTo>
                      <a:pt x="1946" y="11647"/>
                    </a:lnTo>
                    <a:lnTo>
                      <a:pt x="1129" y="15530"/>
                    </a:lnTo>
                    <a:lnTo>
                      <a:pt x="107" y="16445"/>
                    </a:lnTo>
                    <a:cubicBezTo>
                      <a:pt x="107" y="16445"/>
                      <a:pt x="1" y="17164"/>
                      <a:pt x="720" y="17982"/>
                    </a:cubicBezTo>
                    <a:cubicBezTo>
                      <a:pt x="1431" y="18799"/>
                      <a:pt x="2150" y="18799"/>
                      <a:pt x="2150" y="18799"/>
                    </a:cubicBezTo>
                    <a:lnTo>
                      <a:pt x="3172" y="17875"/>
                    </a:lnTo>
                    <a:lnTo>
                      <a:pt x="7152" y="17573"/>
                    </a:lnTo>
                    <a:lnTo>
                      <a:pt x="20434" y="5926"/>
                    </a:lnTo>
                    <a:lnTo>
                      <a:pt x="15228"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6"/>
              <p:cNvSpPr/>
              <p:nvPr/>
            </p:nvSpPr>
            <p:spPr>
              <a:xfrm>
                <a:off x="6795250" y="6896288"/>
                <a:ext cx="217225" cy="207025"/>
              </a:xfrm>
              <a:custGeom>
                <a:rect b="b" l="l" r="r" t="t"/>
                <a:pathLst>
                  <a:path extrusionOk="0" h="8281" w="8689">
                    <a:moveTo>
                      <a:pt x="6539" y="1"/>
                    </a:moveTo>
                    <a:lnTo>
                      <a:pt x="0" y="5828"/>
                    </a:lnTo>
                    <a:lnTo>
                      <a:pt x="2150" y="8280"/>
                    </a:lnTo>
                    <a:lnTo>
                      <a:pt x="8688" y="2453"/>
                    </a:lnTo>
                    <a:lnTo>
                      <a:pt x="6539" y="1"/>
                    </a:lnTo>
                    <a:close/>
                  </a:path>
                </a:pathLst>
              </a:custGeom>
              <a:solidFill>
                <a:srgbClr val="F1F0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6"/>
              <p:cNvSpPr/>
              <p:nvPr/>
            </p:nvSpPr>
            <p:spPr>
              <a:xfrm>
                <a:off x="6795250" y="7018888"/>
                <a:ext cx="79300" cy="84425"/>
              </a:xfrm>
              <a:custGeom>
                <a:rect b="b" l="l" r="r" t="t"/>
                <a:pathLst>
                  <a:path extrusionOk="0" h="3377" w="3172">
                    <a:moveTo>
                      <a:pt x="1022" y="1"/>
                    </a:moveTo>
                    <a:lnTo>
                      <a:pt x="0" y="924"/>
                    </a:lnTo>
                    <a:lnTo>
                      <a:pt x="2150" y="3376"/>
                    </a:lnTo>
                    <a:lnTo>
                      <a:pt x="3171" y="2453"/>
                    </a:lnTo>
                    <a:lnTo>
                      <a:pt x="1022" y="1"/>
                    </a:lnTo>
                    <a:close/>
                  </a:path>
                </a:pathLst>
              </a:custGeom>
              <a:solidFill>
                <a:srgbClr val="C2C2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6"/>
              <p:cNvSpPr/>
              <p:nvPr/>
            </p:nvSpPr>
            <p:spPr>
              <a:xfrm>
                <a:off x="6946050" y="6858088"/>
                <a:ext cx="107300" cy="114850"/>
              </a:xfrm>
              <a:custGeom>
                <a:rect b="b" l="l" r="r" t="t"/>
                <a:pathLst>
                  <a:path extrusionOk="0" h="4594" w="4292">
                    <a:moveTo>
                      <a:pt x="1120" y="0"/>
                    </a:moveTo>
                    <a:lnTo>
                      <a:pt x="0" y="1022"/>
                    </a:lnTo>
                    <a:lnTo>
                      <a:pt x="3163" y="4594"/>
                    </a:lnTo>
                    <a:lnTo>
                      <a:pt x="4291" y="3678"/>
                    </a:lnTo>
                    <a:lnTo>
                      <a:pt x="1120" y="0"/>
                    </a:lnTo>
                    <a:close/>
                  </a:path>
                </a:pathLst>
              </a:custGeom>
              <a:solidFill>
                <a:srgbClr val="FF78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6"/>
              <p:cNvSpPr/>
              <p:nvPr/>
            </p:nvSpPr>
            <p:spPr>
              <a:xfrm>
                <a:off x="6721275" y="6990888"/>
                <a:ext cx="176150" cy="189050"/>
              </a:xfrm>
              <a:custGeom>
                <a:rect b="b" l="l" r="r" t="t"/>
                <a:pathLst>
                  <a:path extrusionOk="0" h="7562" w="7046">
                    <a:moveTo>
                      <a:pt x="1733" y="1"/>
                    </a:moveTo>
                    <a:lnTo>
                      <a:pt x="0" y="1529"/>
                    </a:lnTo>
                    <a:lnTo>
                      <a:pt x="5313" y="7561"/>
                    </a:lnTo>
                    <a:lnTo>
                      <a:pt x="7046" y="6025"/>
                    </a:lnTo>
                    <a:lnTo>
                      <a:pt x="1733" y="1"/>
                    </a:lnTo>
                    <a:close/>
                  </a:path>
                </a:pathLst>
              </a:custGeom>
              <a:solidFill>
                <a:srgbClr val="FF78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6"/>
              <p:cNvSpPr/>
              <p:nvPr/>
            </p:nvSpPr>
            <p:spPr>
              <a:xfrm>
                <a:off x="6739050" y="7149263"/>
                <a:ext cx="69100" cy="74000"/>
              </a:xfrm>
              <a:custGeom>
                <a:rect b="b" l="l" r="r" t="t"/>
                <a:pathLst>
                  <a:path extrusionOk="0" h="2960" w="2764">
                    <a:moveTo>
                      <a:pt x="409" y="0"/>
                    </a:moveTo>
                    <a:lnTo>
                      <a:pt x="0" y="303"/>
                    </a:lnTo>
                    <a:lnTo>
                      <a:pt x="2354" y="2959"/>
                    </a:lnTo>
                    <a:lnTo>
                      <a:pt x="2763" y="2657"/>
                    </a:lnTo>
                    <a:lnTo>
                      <a:pt x="409" y="0"/>
                    </a:lnTo>
                    <a:close/>
                  </a:path>
                </a:pathLst>
              </a:custGeom>
              <a:solidFill>
                <a:srgbClr val="C2C2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6"/>
              <p:cNvSpPr/>
              <p:nvPr/>
            </p:nvSpPr>
            <p:spPr>
              <a:xfrm>
                <a:off x="6690625" y="7192588"/>
                <a:ext cx="66425" cy="74200"/>
              </a:xfrm>
              <a:custGeom>
                <a:rect b="b" l="l" r="r" t="t"/>
                <a:pathLst>
                  <a:path extrusionOk="0" h="2968" w="2657">
                    <a:moveTo>
                      <a:pt x="409" y="0"/>
                    </a:moveTo>
                    <a:lnTo>
                      <a:pt x="0" y="311"/>
                    </a:lnTo>
                    <a:lnTo>
                      <a:pt x="2346" y="2967"/>
                    </a:lnTo>
                    <a:lnTo>
                      <a:pt x="2657" y="2656"/>
                    </a:lnTo>
                    <a:lnTo>
                      <a:pt x="409" y="0"/>
                    </a:lnTo>
                    <a:close/>
                  </a:path>
                </a:pathLst>
              </a:custGeom>
              <a:solidFill>
                <a:srgbClr val="C2C2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6"/>
              <p:cNvSpPr/>
              <p:nvPr/>
            </p:nvSpPr>
            <p:spPr>
              <a:xfrm>
                <a:off x="6642000" y="7236113"/>
                <a:ext cx="66425" cy="73975"/>
              </a:xfrm>
              <a:custGeom>
                <a:rect b="b" l="l" r="r" t="t"/>
                <a:pathLst>
                  <a:path extrusionOk="0" h="2959" w="2657">
                    <a:moveTo>
                      <a:pt x="409" y="0"/>
                    </a:moveTo>
                    <a:lnTo>
                      <a:pt x="0" y="302"/>
                    </a:lnTo>
                    <a:lnTo>
                      <a:pt x="2248" y="2959"/>
                    </a:lnTo>
                    <a:lnTo>
                      <a:pt x="2656" y="2656"/>
                    </a:lnTo>
                    <a:lnTo>
                      <a:pt x="409" y="0"/>
                    </a:lnTo>
                    <a:close/>
                  </a:path>
                </a:pathLst>
              </a:custGeom>
              <a:solidFill>
                <a:srgbClr val="C2C2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6"/>
              <p:cNvSpPr/>
              <p:nvPr/>
            </p:nvSpPr>
            <p:spPr>
              <a:xfrm>
                <a:off x="6384125" y="7207913"/>
                <a:ext cx="268100" cy="252975"/>
              </a:xfrm>
              <a:custGeom>
                <a:rect b="b" l="l" r="r" t="t"/>
                <a:pathLst>
                  <a:path extrusionOk="0" h="10119" w="10724">
                    <a:moveTo>
                      <a:pt x="6539" y="0"/>
                    </a:moveTo>
                    <a:lnTo>
                      <a:pt x="2142" y="3882"/>
                    </a:lnTo>
                    <a:lnTo>
                      <a:pt x="1226" y="7765"/>
                    </a:lnTo>
                    <a:lnTo>
                      <a:pt x="0" y="8688"/>
                    </a:lnTo>
                    <a:cubicBezTo>
                      <a:pt x="0" y="8688"/>
                      <a:pt x="0" y="9195"/>
                      <a:pt x="409" y="9604"/>
                    </a:cubicBezTo>
                    <a:cubicBezTo>
                      <a:pt x="818" y="10119"/>
                      <a:pt x="1226" y="10119"/>
                      <a:pt x="1226" y="10119"/>
                    </a:cubicBezTo>
                    <a:lnTo>
                      <a:pt x="2346" y="8991"/>
                    </a:lnTo>
                    <a:lnTo>
                      <a:pt x="6228" y="8688"/>
                    </a:lnTo>
                    <a:lnTo>
                      <a:pt x="10724" y="4700"/>
                    </a:lnTo>
                    <a:lnTo>
                      <a:pt x="6539" y="0"/>
                    </a:ln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6"/>
              <p:cNvSpPr/>
              <p:nvPr/>
            </p:nvSpPr>
            <p:spPr>
              <a:xfrm>
                <a:off x="6384125" y="7312738"/>
                <a:ext cx="268100" cy="148150"/>
              </a:xfrm>
              <a:custGeom>
                <a:rect b="b" l="l" r="r" t="t"/>
                <a:pathLst>
                  <a:path extrusionOk="0" h="5926" w="10724">
                    <a:moveTo>
                      <a:pt x="10217" y="0"/>
                    </a:moveTo>
                    <a:lnTo>
                      <a:pt x="6228" y="3572"/>
                    </a:lnTo>
                    <a:lnTo>
                      <a:pt x="2346" y="3882"/>
                    </a:lnTo>
                    <a:lnTo>
                      <a:pt x="1226" y="5002"/>
                    </a:lnTo>
                    <a:cubicBezTo>
                      <a:pt x="1226" y="5002"/>
                      <a:pt x="818" y="5002"/>
                      <a:pt x="409" y="4495"/>
                    </a:cubicBezTo>
                    <a:cubicBezTo>
                      <a:pt x="303" y="4495"/>
                      <a:pt x="303" y="4389"/>
                      <a:pt x="205" y="4389"/>
                    </a:cubicBezTo>
                    <a:lnTo>
                      <a:pt x="0" y="4495"/>
                    </a:lnTo>
                    <a:cubicBezTo>
                      <a:pt x="0" y="4495"/>
                      <a:pt x="0" y="5002"/>
                      <a:pt x="409" y="5411"/>
                    </a:cubicBezTo>
                    <a:cubicBezTo>
                      <a:pt x="818" y="5926"/>
                      <a:pt x="1226" y="5926"/>
                      <a:pt x="1226" y="5926"/>
                    </a:cubicBezTo>
                    <a:lnTo>
                      <a:pt x="2346" y="4798"/>
                    </a:lnTo>
                    <a:lnTo>
                      <a:pt x="6228" y="4495"/>
                    </a:lnTo>
                    <a:lnTo>
                      <a:pt x="10724" y="507"/>
                    </a:lnTo>
                    <a:lnTo>
                      <a:pt x="10217" y="0"/>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14" name="Shape 414"/>
        <p:cNvGrpSpPr/>
        <p:nvPr/>
      </p:nvGrpSpPr>
      <p:grpSpPr>
        <a:xfrm>
          <a:off x="0" y="0"/>
          <a:ext cx="0" cy="0"/>
          <a:chOff x="0" y="0"/>
          <a:chExt cx="0" cy="0"/>
        </a:xfrm>
      </p:grpSpPr>
      <p:sp>
        <p:nvSpPr>
          <p:cNvPr id="415" name="Google Shape;415;p7"/>
          <p:cNvSpPr txBox="1"/>
          <p:nvPr>
            <p:ph type="title"/>
          </p:nvPr>
        </p:nvSpPr>
        <p:spPr>
          <a:xfrm>
            <a:off x="1863575" y="1176150"/>
            <a:ext cx="5425200" cy="4782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2800"/>
              <a:buNone/>
              <a:defRPr/>
            </a:lvl1pPr>
            <a:lvl2pPr lvl="1" rtl="0">
              <a:spcBef>
                <a:spcPts val="0"/>
              </a:spcBef>
              <a:spcAft>
                <a:spcPts val="0"/>
              </a:spcAft>
              <a:buSzPts val="2800"/>
              <a:buNone/>
              <a:defRPr>
                <a:latin typeface="Nunito"/>
                <a:ea typeface="Nunito"/>
                <a:cs typeface="Nunito"/>
                <a:sym typeface="Nunito"/>
              </a:defRPr>
            </a:lvl2pPr>
            <a:lvl3pPr lvl="2" rtl="0">
              <a:spcBef>
                <a:spcPts val="0"/>
              </a:spcBef>
              <a:spcAft>
                <a:spcPts val="0"/>
              </a:spcAft>
              <a:buSzPts val="2800"/>
              <a:buNone/>
              <a:defRPr>
                <a:latin typeface="Nunito"/>
                <a:ea typeface="Nunito"/>
                <a:cs typeface="Nunito"/>
                <a:sym typeface="Nunito"/>
              </a:defRPr>
            </a:lvl3pPr>
            <a:lvl4pPr lvl="3" rtl="0">
              <a:spcBef>
                <a:spcPts val="0"/>
              </a:spcBef>
              <a:spcAft>
                <a:spcPts val="0"/>
              </a:spcAft>
              <a:buSzPts val="2800"/>
              <a:buNone/>
              <a:defRPr>
                <a:latin typeface="Nunito"/>
                <a:ea typeface="Nunito"/>
                <a:cs typeface="Nunito"/>
                <a:sym typeface="Nunito"/>
              </a:defRPr>
            </a:lvl4pPr>
            <a:lvl5pPr lvl="4" rtl="0">
              <a:spcBef>
                <a:spcPts val="0"/>
              </a:spcBef>
              <a:spcAft>
                <a:spcPts val="0"/>
              </a:spcAft>
              <a:buSzPts val="2800"/>
              <a:buNone/>
              <a:defRPr>
                <a:latin typeface="Nunito"/>
                <a:ea typeface="Nunito"/>
                <a:cs typeface="Nunito"/>
                <a:sym typeface="Nunito"/>
              </a:defRPr>
            </a:lvl5pPr>
            <a:lvl6pPr lvl="5" rtl="0">
              <a:spcBef>
                <a:spcPts val="0"/>
              </a:spcBef>
              <a:spcAft>
                <a:spcPts val="0"/>
              </a:spcAft>
              <a:buSzPts val="2800"/>
              <a:buNone/>
              <a:defRPr>
                <a:latin typeface="Nunito"/>
                <a:ea typeface="Nunito"/>
                <a:cs typeface="Nunito"/>
                <a:sym typeface="Nunito"/>
              </a:defRPr>
            </a:lvl6pPr>
            <a:lvl7pPr lvl="6" rtl="0">
              <a:spcBef>
                <a:spcPts val="0"/>
              </a:spcBef>
              <a:spcAft>
                <a:spcPts val="0"/>
              </a:spcAft>
              <a:buSzPts val="2800"/>
              <a:buNone/>
              <a:defRPr>
                <a:latin typeface="Nunito"/>
                <a:ea typeface="Nunito"/>
                <a:cs typeface="Nunito"/>
                <a:sym typeface="Nunito"/>
              </a:defRPr>
            </a:lvl7pPr>
            <a:lvl8pPr lvl="7" rtl="0">
              <a:spcBef>
                <a:spcPts val="0"/>
              </a:spcBef>
              <a:spcAft>
                <a:spcPts val="0"/>
              </a:spcAft>
              <a:buSzPts val="2800"/>
              <a:buNone/>
              <a:defRPr>
                <a:latin typeface="Nunito"/>
                <a:ea typeface="Nunito"/>
                <a:cs typeface="Nunito"/>
                <a:sym typeface="Nunito"/>
              </a:defRPr>
            </a:lvl8pPr>
            <a:lvl9pPr lvl="8" rtl="0">
              <a:spcBef>
                <a:spcPts val="0"/>
              </a:spcBef>
              <a:spcAft>
                <a:spcPts val="0"/>
              </a:spcAft>
              <a:buSzPts val="2800"/>
              <a:buNone/>
              <a:defRPr>
                <a:latin typeface="Nunito"/>
                <a:ea typeface="Nunito"/>
                <a:cs typeface="Nunito"/>
                <a:sym typeface="Nunito"/>
              </a:defRPr>
            </a:lvl9pPr>
          </a:lstStyle>
          <a:p/>
        </p:txBody>
      </p:sp>
      <p:sp>
        <p:nvSpPr>
          <p:cNvPr id="416" name="Google Shape;416;p7"/>
          <p:cNvSpPr txBox="1"/>
          <p:nvPr>
            <p:ph idx="1" type="body"/>
          </p:nvPr>
        </p:nvSpPr>
        <p:spPr>
          <a:xfrm>
            <a:off x="1855225" y="1654350"/>
            <a:ext cx="5425200" cy="23130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sz="1400"/>
            </a:lvl1pPr>
            <a:lvl2pPr indent="-317500" lvl="1" marL="914400" rtl="0">
              <a:spcBef>
                <a:spcPts val="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grpSp>
        <p:nvGrpSpPr>
          <p:cNvPr id="417" name="Google Shape;417;p7"/>
          <p:cNvGrpSpPr/>
          <p:nvPr/>
        </p:nvGrpSpPr>
        <p:grpSpPr>
          <a:xfrm>
            <a:off x="6873272" y="4066120"/>
            <a:ext cx="2270722" cy="1272963"/>
            <a:chOff x="5158247" y="5768045"/>
            <a:chExt cx="2270722" cy="1272963"/>
          </a:xfrm>
        </p:grpSpPr>
        <p:sp>
          <p:nvSpPr>
            <p:cNvPr id="418" name="Google Shape;418;p7"/>
            <p:cNvSpPr/>
            <p:nvPr/>
          </p:nvSpPr>
          <p:spPr>
            <a:xfrm>
              <a:off x="7002455" y="6557766"/>
              <a:ext cx="257321" cy="257560"/>
            </a:xfrm>
            <a:custGeom>
              <a:rect b="b" l="l" r="r" t="t"/>
              <a:pathLst>
                <a:path extrusionOk="0" h="3975" w="3971">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7"/>
            <p:cNvSpPr/>
            <p:nvPr/>
          </p:nvSpPr>
          <p:spPr>
            <a:xfrm>
              <a:off x="5637767" y="5768045"/>
              <a:ext cx="243518" cy="243435"/>
            </a:xfrm>
            <a:custGeom>
              <a:rect b="b" l="l" r="r" t="t"/>
              <a:pathLst>
                <a:path extrusionOk="0" h="3757" w="3758">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7"/>
            <p:cNvSpPr/>
            <p:nvPr/>
          </p:nvSpPr>
          <p:spPr>
            <a:xfrm>
              <a:off x="7372528" y="6980813"/>
              <a:ext cx="56441" cy="60195"/>
            </a:xfrm>
            <a:custGeom>
              <a:rect b="b" l="l" r="r" t="t"/>
              <a:pathLst>
                <a:path extrusionOk="0" h="929" w="871">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7"/>
            <p:cNvSpPr/>
            <p:nvPr/>
          </p:nvSpPr>
          <p:spPr>
            <a:xfrm>
              <a:off x="6910763" y="6282776"/>
              <a:ext cx="56506" cy="60130"/>
            </a:xfrm>
            <a:custGeom>
              <a:rect b="b" l="l" r="r" t="t"/>
              <a:pathLst>
                <a:path extrusionOk="0" h="928" w="872">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7"/>
            <p:cNvSpPr/>
            <p:nvPr/>
          </p:nvSpPr>
          <p:spPr>
            <a:xfrm>
              <a:off x="6812073" y="5866727"/>
              <a:ext cx="56441" cy="56501"/>
            </a:xfrm>
            <a:custGeom>
              <a:rect b="b" l="l" r="r" t="t"/>
              <a:pathLst>
                <a:path extrusionOk="0" h="872" w="871">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7"/>
            <p:cNvSpPr/>
            <p:nvPr/>
          </p:nvSpPr>
          <p:spPr>
            <a:xfrm>
              <a:off x="5158247" y="5976166"/>
              <a:ext cx="60199" cy="59871"/>
            </a:xfrm>
            <a:custGeom>
              <a:rect b="b" l="l" r="r" t="t"/>
              <a:pathLst>
                <a:path extrusionOk="0" h="924" w="929">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4" name="Google Shape;424;p7"/>
          <p:cNvGrpSpPr/>
          <p:nvPr/>
        </p:nvGrpSpPr>
        <p:grpSpPr>
          <a:xfrm flipH="1">
            <a:off x="6873272" y="-5"/>
            <a:ext cx="2270722" cy="1272963"/>
            <a:chOff x="5158247" y="5768045"/>
            <a:chExt cx="2270722" cy="1272963"/>
          </a:xfrm>
        </p:grpSpPr>
        <p:sp>
          <p:nvSpPr>
            <p:cNvPr id="425" name="Google Shape;425;p7"/>
            <p:cNvSpPr/>
            <p:nvPr/>
          </p:nvSpPr>
          <p:spPr>
            <a:xfrm>
              <a:off x="5554655" y="6557766"/>
              <a:ext cx="257321" cy="257560"/>
            </a:xfrm>
            <a:custGeom>
              <a:rect b="b" l="l" r="r" t="t"/>
              <a:pathLst>
                <a:path extrusionOk="0" h="3975" w="3971">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7"/>
            <p:cNvSpPr/>
            <p:nvPr/>
          </p:nvSpPr>
          <p:spPr>
            <a:xfrm>
              <a:off x="5637767" y="5768045"/>
              <a:ext cx="243518" cy="243435"/>
            </a:xfrm>
            <a:custGeom>
              <a:rect b="b" l="l" r="r" t="t"/>
              <a:pathLst>
                <a:path extrusionOk="0" h="3757" w="3758">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7"/>
            <p:cNvSpPr/>
            <p:nvPr/>
          </p:nvSpPr>
          <p:spPr>
            <a:xfrm>
              <a:off x="7372528" y="6980813"/>
              <a:ext cx="56441" cy="60195"/>
            </a:xfrm>
            <a:custGeom>
              <a:rect b="b" l="l" r="r" t="t"/>
              <a:pathLst>
                <a:path extrusionOk="0" h="929" w="871">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7"/>
            <p:cNvSpPr/>
            <p:nvPr/>
          </p:nvSpPr>
          <p:spPr>
            <a:xfrm>
              <a:off x="6910763" y="6282776"/>
              <a:ext cx="56506" cy="60130"/>
            </a:xfrm>
            <a:custGeom>
              <a:rect b="b" l="l" r="r" t="t"/>
              <a:pathLst>
                <a:path extrusionOk="0" h="928" w="872">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7"/>
            <p:cNvSpPr/>
            <p:nvPr/>
          </p:nvSpPr>
          <p:spPr>
            <a:xfrm>
              <a:off x="6812073" y="5866727"/>
              <a:ext cx="56441" cy="56501"/>
            </a:xfrm>
            <a:custGeom>
              <a:rect b="b" l="l" r="r" t="t"/>
              <a:pathLst>
                <a:path extrusionOk="0" h="872" w="871">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7"/>
            <p:cNvSpPr/>
            <p:nvPr/>
          </p:nvSpPr>
          <p:spPr>
            <a:xfrm>
              <a:off x="5158247" y="5976166"/>
              <a:ext cx="60199" cy="59871"/>
            </a:xfrm>
            <a:custGeom>
              <a:rect b="b" l="l" r="r" t="t"/>
              <a:pathLst>
                <a:path extrusionOk="0" h="924" w="929">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31" name="Google Shape;431;p7"/>
          <p:cNvSpPr/>
          <p:nvPr/>
        </p:nvSpPr>
        <p:spPr>
          <a:xfrm>
            <a:off x="6115050" y="3258175"/>
            <a:ext cx="3028907" cy="1885295"/>
          </a:xfrm>
          <a:custGeom>
            <a:rect b="b" l="l" r="r" t="t"/>
            <a:pathLst>
              <a:path extrusionOk="0" h="55340" w="88909">
                <a:moveTo>
                  <a:pt x="88908" y="0"/>
                </a:moveTo>
                <a:cubicBezTo>
                  <a:pt x="88908" y="0"/>
                  <a:pt x="58168" y="5172"/>
                  <a:pt x="55339" y="24595"/>
                </a:cubicBezTo>
                <a:cubicBezTo>
                  <a:pt x="53680" y="35682"/>
                  <a:pt x="45717" y="37631"/>
                  <a:pt x="40161" y="37631"/>
                </a:cubicBezTo>
                <a:cubicBezTo>
                  <a:pt x="38791" y="37631"/>
                  <a:pt x="37568" y="37513"/>
                  <a:pt x="36621" y="37383"/>
                </a:cubicBezTo>
                <a:cubicBezTo>
                  <a:pt x="35777" y="37271"/>
                  <a:pt x="34940" y="37215"/>
                  <a:pt x="34112" y="37215"/>
                </a:cubicBezTo>
                <a:cubicBezTo>
                  <a:pt x="28107" y="37215"/>
                  <a:pt x="22606" y="40140"/>
                  <a:pt x="18826" y="45545"/>
                </a:cubicBezTo>
                <a:cubicBezTo>
                  <a:pt x="14530" y="51692"/>
                  <a:pt x="6151" y="54142"/>
                  <a:pt x="0" y="55339"/>
                </a:cubicBezTo>
                <a:lnTo>
                  <a:pt x="88908" y="55339"/>
                </a:lnTo>
                <a:lnTo>
                  <a:pt x="88908"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7"/>
          <p:cNvSpPr/>
          <p:nvPr/>
        </p:nvSpPr>
        <p:spPr>
          <a:xfrm>
            <a:off x="0" y="0"/>
            <a:ext cx="1943143" cy="2722018"/>
          </a:xfrm>
          <a:custGeom>
            <a:rect b="b" l="l" r="r" t="t"/>
            <a:pathLst>
              <a:path extrusionOk="0" h="69648" w="49719">
                <a:moveTo>
                  <a:pt x="0" y="1"/>
                </a:moveTo>
                <a:lnTo>
                  <a:pt x="0" y="69648"/>
                </a:lnTo>
                <a:cubicBezTo>
                  <a:pt x="7726" y="62086"/>
                  <a:pt x="13329" y="52510"/>
                  <a:pt x="9032" y="42442"/>
                </a:cubicBezTo>
                <a:cubicBezTo>
                  <a:pt x="684" y="23087"/>
                  <a:pt x="10447" y="12185"/>
                  <a:pt x="21914" y="12185"/>
                </a:cubicBezTo>
                <a:cubicBezTo>
                  <a:pt x="22406" y="12185"/>
                  <a:pt x="22900" y="12205"/>
                  <a:pt x="23397" y="12245"/>
                </a:cubicBezTo>
                <a:cubicBezTo>
                  <a:pt x="25475" y="12417"/>
                  <a:pt x="27419" y="12499"/>
                  <a:pt x="29233" y="12499"/>
                </a:cubicBezTo>
                <a:cubicBezTo>
                  <a:pt x="43567" y="12499"/>
                  <a:pt x="49719" y="7342"/>
                  <a:pt x="4875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33" name="Shape 433"/>
        <p:cNvGrpSpPr/>
        <p:nvPr/>
      </p:nvGrpSpPr>
      <p:grpSpPr>
        <a:xfrm>
          <a:off x="0" y="0"/>
          <a:ext cx="0" cy="0"/>
          <a:chOff x="0" y="0"/>
          <a:chExt cx="0" cy="0"/>
        </a:xfrm>
      </p:grpSpPr>
      <p:sp>
        <p:nvSpPr>
          <p:cNvPr id="434" name="Google Shape;434;p8"/>
          <p:cNvSpPr txBox="1"/>
          <p:nvPr>
            <p:ph type="title"/>
          </p:nvPr>
        </p:nvSpPr>
        <p:spPr>
          <a:xfrm>
            <a:off x="955800" y="1045425"/>
            <a:ext cx="7232400" cy="30525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None/>
              <a:defRPr sz="8000"/>
            </a:lvl1pPr>
            <a:lvl2pPr lvl="1" rtl="0">
              <a:spcBef>
                <a:spcPts val="0"/>
              </a:spcBef>
              <a:spcAft>
                <a:spcPts val="0"/>
              </a:spcAft>
              <a:buClr>
                <a:schemeClr val="lt2"/>
              </a:buClr>
              <a:buSzPts val="2800"/>
              <a:buNone/>
              <a:defRPr>
                <a:solidFill>
                  <a:schemeClr val="lt2"/>
                </a:solidFill>
              </a:defRPr>
            </a:lvl2pPr>
            <a:lvl3pPr lvl="2" rtl="0">
              <a:spcBef>
                <a:spcPts val="0"/>
              </a:spcBef>
              <a:spcAft>
                <a:spcPts val="0"/>
              </a:spcAft>
              <a:buClr>
                <a:schemeClr val="lt2"/>
              </a:buClr>
              <a:buSzPts val="2800"/>
              <a:buNone/>
              <a:defRPr>
                <a:solidFill>
                  <a:schemeClr val="lt2"/>
                </a:solidFill>
              </a:defRPr>
            </a:lvl3pPr>
            <a:lvl4pPr lvl="3" rtl="0">
              <a:spcBef>
                <a:spcPts val="0"/>
              </a:spcBef>
              <a:spcAft>
                <a:spcPts val="0"/>
              </a:spcAft>
              <a:buClr>
                <a:schemeClr val="lt2"/>
              </a:buClr>
              <a:buSzPts val="2800"/>
              <a:buNone/>
              <a:defRPr>
                <a:solidFill>
                  <a:schemeClr val="lt2"/>
                </a:solidFill>
              </a:defRPr>
            </a:lvl4pPr>
            <a:lvl5pPr lvl="4" rtl="0">
              <a:spcBef>
                <a:spcPts val="0"/>
              </a:spcBef>
              <a:spcAft>
                <a:spcPts val="0"/>
              </a:spcAft>
              <a:buClr>
                <a:schemeClr val="lt2"/>
              </a:buClr>
              <a:buSzPts val="2800"/>
              <a:buNone/>
              <a:defRPr>
                <a:solidFill>
                  <a:schemeClr val="lt2"/>
                </a:solidFill>
              </a:defRPr>
            </a:lvl5pPr>
            <a:lvl6pPr lvl="5" rtl="0">
              <a:spcBef>
                <a:spcPts val="0"/>
              </a:spcBef>
              <a:spcAft>
                <a:spcPts val="0"/>
              </a:spcAft>
              <a:buClr>
                <a:schemeClr val="lt2"/>
              </a:buClr>
              <a:buSzPts val="2800"/>
              <a:buNone/>
              <a:defRPr>
                <a:solidFill>
                  <a:schemeClr val="lt2"/>
                </a:solidFill>
              </a:defRPr>
            </a:lvl6pPr>
            <a:lvl7pPr lvl="6" rtl="0">
              <a:spcBef>
                <a:spcPts val="0"/>
              </a:spcBef>
              <a:spcAft>
                <a:spcPts val="0"/>
              </a:spcAft>
              <a:buClr>
                <a:schemeClr val="lt2"/>
              </a:buClr>
              <a:buSzPts val="2800"/>
              <a:buNone/>
              <a:defRPr>
                <a:solidFill>
                  <a:schemeClr val="lt2"/>
                </a:solidFill>
              </a:defRPr>
            </a:lvl7pPr>
            <a:lvl8pPr lvl="7" rtl="0">
              <a:spcBef>
                <a:spcPts val="0"/>
              </a:spcBef>
              <a:spcAft>
                <a:spcPts val="0"/>
              </a:spcAft>
              <a:buClr>
                <a:schemeClr val="lt2"/>
              </a:buClr>
              <a:buSzPts val="2800"/>
              <a:buNone/>
              <a:defRPr>
                <a:solidFill>
                  <a:schemeClr val="lt2"/>
                </a:solidFill>
              </a:defRPr>
            </a:lvl8pPr>
            <a:lvl9pPr lvl="8" rtl="0">
              <a:spcBef>
                <a:spcPts val="0"/>
              </a:spcBef>
              <a:spcAft>
                <a:spcPts val="0"/>
              </a:spcAft>
              <a:buClr>
                <a:schemeClr val="lt2"/>
              </a:buClr>
              <a:buSzPts val="2800"/>
              <a:buNone/>
              <a:defRPr>
                <a:solidFill>
                  <a:schemeClr val="lt2"/>
                </a:solidFill>
              </a:defRPr>
            </a:lvl9pPr>
          </a:lstStyle>
          <a:p/>
        </p:txBody>
      </p:sp>
      <p:grpSp>
        <p:nvGrpSpPr>
          <p:cNvPr id="435" name="Google Shape;435;p8"/>
          <p:cNvGrpSpPr/>
          <p:nvPr/>
        </p:nvGrpSpPr>
        <p:grpSpPr>
          <a:xfrm flipH="1">
            <a:off x="190497" y="142120"/>
            <a:ext cx="2270722" cy="1272963"/>
            <a:chOff x="5158247" y="5768045"/>
            <a:chExt cx="2270722" cy="1272963"/>
          </a:xfrm>
        </p:grpSpPr>
        <p:sp>
          <p:nvSpPr>
            <p:cNvPr id="436" name="Google Shape;436;p8"/>
            <p:cNvSpPr/>
            <p:nvPr/>
          </p:nvSpPr>
          <p:spPr>
            <a:xfrm>
              <a:off x="7002455" y="6557766"/>
              <a:ext cx="257321" cy="257560"/>
            </a:xfrm>
            <a:custGeom>
              <a:rect b="b" l="l" r="r" t="t"/>
              <a:pathLst>
                <a:path extrusionOk="0" h="3975" w="3971">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8"/>
            <p:cNvSpPr/>
            <p:nvPr/>
          </p:nvSpPr>
          <p:spPr>
            <a:xfrm>
              <a:off x="5409167" y="5768045"/>
              <a:ext cx="243518" cy="243435"/>
            </a:xfrm>
            <a:custGeom>
              <a:rect b="b" l="l" r="r" t="t"/>
              <a:pathLst>
                <a:path extrusionOk="0" h="3757" w="3758">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8"/>
            <p:cNvSpPr/>
            <p:nvPr/>
          </p:nvSpPr>
          <p:spPr>
            <a:xfrm>
              <a:off x="7372528" y="6980813"/>
              <a:ext cx="56441" cy="60195"/>
            </a:xfrm>
            <a:custGeom>
              <a:rect b="b" l="l" r="r" t="t"/>
              <a:pathLst>
                <a:path extrusionOk="0" h="929" w="871">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8"/>
            <p:cNvSpPr/>
            <p:nvPr/>
          </p:nvSpPr>
          <p:spPr>
            <a:xfrm>
              <a:off x="6910763" y="6282776"/>
              <a:ext cx="56506" cy="60130"/>
            </a:xfrm>
            <a:custGeom>
              <a:rect b="b" l="l" r="r" t="t"/>
              <a:pathLst>
                <a:path extrusionOk="0" h="928" w="872">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8"/>
            <p:cNvSpPr/>
            <p:nvPr/>
          </p:nvSpPr>
          <p:spPr>
            <a:xfrm>
              <a:off x="6812073" y="5866727"/>
              <a:ext cx="56441" cy="56501"/>
            </a:xfrm>
            <a:custGeom>
              <a:rect b="b" l="l" r="r" t="t"/>
              <a:pathLst>
                <a:path extrusionOk="0" h="872" w="871">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8"/>
            <p:cNvSpPr/>
            <p:nvPr/>
          </p:nvSpPr>
          <p:spPr>
            <a:xfrm>
              <a:off x="5158247" y="5976166"/>
              <a:ext cx="60199" cy="59871"/>
            </a:xfrm>
            <a:custGeom>
              <a:rect b="b" l="l" r="r" t="t"/>
              <a:pathLst>
                <a:path extrusionOk="0" h="924" w="929">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2" name="Google Shape;442;p8"/>
          <p:cNvGrpSpPr/>
          <p:nvPr/>
        </p:nvGrpSpPr>
        <p:grpSpPr>
          <a:xfrm>
            <a:off x="7931973" y="328218"/>
            <a:ext cx="589265" cy="994279"/>
            <a:chOff x="3236798" y="7559043"/>
            <a:chExt cx="589265" cy="994279"/>
          </a:xfrm>
        </p:grpSpPr>
        <p:sp>
          <p:nvSpPr>
            <p:cNvPr id="443" name="Google Shape;443;p8"/>
            <p:cNvSpPr/>
            <p:nvPr/>
          </p:nvSpPr>
          <p:spPr>
            <a:xfrm>
              <a:off x="3236798" y="7844724"/>
              <a:ext cx="261014" cy="257301"/>
            </a:xfrm>
            <a:custGeom>
              <a:rect b="b" l="l" r="r" t="t"/>
              <a:pathLst>
                <a:path extrusionOk="0" h="3971" w="4028">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8"/>
            <p:cNvSpPr/>
            <p:nvPr/>
          </p:nvSpPr>
          <p:spPr>
            <a:xfrm>
              <a:off x="3367111" y="7559043"/>
              <a:ext cx="60199" cy="60130"/>
            </a:xfrm>
            <a:custGeom>
              <a:rect b="b" l="l" r="r" t="t"/>
              <a:pathLst>
                <a:path extrusionOk="0" h="928" w="929">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8"/>
            <p:cNvSpPr/>
            <p:nvPr/>
          </p:nvSpPr>
          <p:spPr>
            <a:xfrm>
              <a:off x="3525935" y="8493452"/>
              <a:ext cx="59875" cy="59871"/>
            </a:xfrm>
            <a:custGeom>
              <a:rect b="b" l="l" r="r" t="t"/>
              <a:pathLst>
                <a:path extrusionOk="0" h="924" w="924">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8"/>
            <p:cNvSpPr/>
            <p:nvPr/>
          </p:nvSpPr>
          <p:spPr>
            <a:xfrm>
              <a:off x="3765928" y="7893819"/>
              <a:ext cx="60134" cy="60130"/>
            </a:xfrm>
            <a:custGeom>
              <a:rect b="b" l="l" r="r" t="t"/>
              <a:pathLst>
                <a:path extrusionOk="0" h="928" w="928">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7" name="Google Shape;447;p8"/>
          <p:cNvGrpSpPr/>
          <p:nvPr/>
        </p:nvGrpSpPr>
        <p:grpSpPr>
          <a:xfrm>
            <a:off x="7485508" y="4599423"/>
            <a:ext cx="987293" cy="324364"/>
            <a:chOff x="5694208" y="9209048"/>
            <a:chExt cx="987293" cy="324364"/>
          </a:xfrm>
        </p:grpSpPr>
        <p:sp>
          <p:nvSpPr>
            <p:cNvPr id="448" name="Google Shape;448;p8"/>
            <p:cNvSpPr/>
            <p:nvPr/>
          </p:nvSpPr>
          <p:spPr>
            <a:xfrm>
              <a:off x="6064540" y="9325484"/>
              <a:ext cx="207943" cy="207927"/>
            </a:xfrm>
            <a:custGeom>
              <a:rect b="b" l="l" r="r" t="t"/>
              <a:pathLst>
                <a:path extrusionOk="0" h="3209" w="3209">
                  <a:moveTo>
                    <a:pt x="1524" y="1"/>
                  </a:moveTo>
                  <a:lnTo>
                    <a:pt x="1250" y="980"/>
                  </a:lnTo>
                  <a:lnTo>
                    <a:pt x="271" y="706"/>
                  </a:lnTo>
                  <a:lnTo>
                    <a:pt x="1" y="1685"/>
                  </a:lnTo>
                  <a:lnTo>
                    <a:pt x="980" y="1960"/>
                  </a:lnTo>
                  <a:lnTo>
                    <a:pt x="706" y="2939"/>
                  </a:lnTo>
                  <a:lnTo>
                    <a:pt x="1685" y="3209"/>
                  </a:lnTo>
                  <a:lnTo>
                    <a:pt x="1960" y="2230"/>
                  </a:lnTo>
                  <a:lnTo>
                    <a:pt x="2939" y="2504"/>
                  </a:lnTo>
                  <a:lnTo>
                    <a:pt x="3209" y="1524"/>
                  </a:lnTo>
                  <a:lnTo>
                    <a:pt x="2230" y="1250"/>
                  </a:lnTo>
                  <a:lnTo>
                    <a:pt x="2504" y="271"/>
                  </a:lnTo>
                  <a:lnTo>
                    <a:pt x="1524"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8"/>
            <p:cNvSpPr/>
            <p:nvPr/>
          </p:nvSpPr>
          <p:spPr>
            <a:xfrm>
              <a:off x="5694208" y="9448789"/>
              <a:ext cx="60134" cy="60130"/>
            </a:xfrm>
            <a:custGeom>
              <a:rect b="b" l="l" r="r" t="t"/>
              <a:pathLst>
                <a:path extrusionOk="0" h="928" w="928">
                  <a:moveTo>
                    <a:pt x="436" y="0"/>
                  </a:moveTo>
                  <a:cubicBezTo>
                    <a:pt x="218" y="0"/>
                    <a:pt x="1" y="218"/>
                    <a:pt x="1" y="492"/>
                  </a:cubicBezTo>
                  <a:cubicBezTo>
                    <a:pt x="1" y="710"/>
                    <a:pt x="218" y="927"/>
                    <a:pt x="436" y="927"/>
                  </a:cubicBezTo>
                  <a:cubicBezTo>
                    <a:pt x="710" y="927"/>
                    <a:pt x="928" y="710"/>
                    <a:pt x="928" y="492"/>
                  </a:cubicBezTo>
                  <a:cubicBezTo>
                    <a:pt x="928" y="218"/>
                    <a:pt x="710"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8"/>
            <p:cNvSpPr/>
            <p:nvPr/>
          </p:nvSpPr>
          <p:spPr>
            <a:xfrm>
              <a:off x="6621626" y="9209048"/>
              <a:ext cx="59875" cy="56436"/>
            </a:xfrm>
            <a:custGeom>
              <a:rect b="b" l="l" r="r" t="t"/>
              <a:pathLst>
                <a:path extrusionOk="0" h="871" w="924">
                  <a:moveTo>
                    <a:pt x="436" y="0"/>
                  </a:moveTo>
                  <a:cubicBezTo>
                    <a:pt x="219" y="0"/>
                    <a:pt x="1" y="165"/>
                    <a:pt x="1" y="435"/>
                  </a:cubicBezTo>
                  <a:cubicBezTo>
                    <a:pt x="1" y="710"/>
                    <a:pt x="219" y="871"/>
                    <a:pt x="436" y="871"/>
                  </a:cubicBezTo>
                  <a:cubicBezTo>
                    <a:pt x="706" y="871"/>
                    <a:pt x="924" y="710"/>
                    <a:pt x="924" y="435"/>
                  </a:cubicBezTo>
                  <a:cubicBezTo>
                    <a:pt x="924" y="165"/>
                    <a:pt x="706"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1" name="Google Shape;451;p8"/>
          <p:cNvSpPr/>
          <p:nvPr/>
        </p:nvSpPr>
        <p:spPr>
          <a:xfrm rot="-5400000">
            <a:off x="7033096" y="-403711"/>
            <a:ext cx="1707214" cy="2514607"/>
          </a:xfrm>
          <a:custGeom>
            <a:rect b="b" l="l" r="r" t="t"/>
            <a:pathLst>
              <a:path extrusionOk="0" h="72368" w="49132">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8"/>
          <p:cNvSpPr/>
          <p:nvPr/>
        </p:nvSpPr>
        <p:spPr>
          <a:xfrm>
            <a:off x="6115050" y="3258175"/>
            <a:ext cx="3028907" cy="1885295"/>
          </a:xfrm>
          <a:custGeom>
            <a:rect b="b" l="l" r="r" t="t"/>
            <a:pathLst>
              <a:path extrusionOk="0" h="55340" w="88909">
                <a:moveTo>
                  <a:pt x="88908" y="0"/>
                </a:moveTo>
                <a:cubicBezTo>
                  <a:pt x="88908" y="0"/>
                  <a:pt x="58168" y="5172"/>
                  <a:pt x="55339" y="24595"/>
                </a:cubicBezTo>
                <a:cubicBezTo>
                  <a:pt x="53680" y="35682"/>
                  <a:pt x="45717" y="37631"/>
                  <a:pt x="40161" y="37631"/>
                </a:cubicBezTo>
                <a:cubicBezTo>
                  <a:pt x="38791" y="37631"/>
                  <a:pt x="37568" y="37513"/>
                  <a:pt x="36621" y="37383"/>
                </a:cubicBezTo>
                <a:cubicBezTo>
                  <a:pt x="35777" y="37271"/>
                  <a:pt x="34940" y="37215"/>
                  <a:pt x="34112" y="37215"/>
                </a:cubicBezTo>
                <a:cubicBezTo>
                  <a:pt x="28107" y="37215"/>
                  <a:pt x="22606" y="40140"/>
                  <a:pt x="18826" y="45545"/>
                </a:cubicBezTo>
                <a:cubicBezTo>
                  <a:pt x="14530" y="51692"/>
                  <a:pt x="6151" y="54142"/>
                  <a:pt x="0" y="55339"/>
                </a:cubicBezTo>
                <a:lnTo>
                  <a:pt x="88908" y="55339"/>
                </a:lnTo>
                <a:lnTo>
                  <a:pt x="88908"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8"/>
          <p:cNvSpPr/>
          <p:nvPr/>
        </p:nvSpPr>
        <p:spPr>
          <a:xfrm>
            <a:off x="0" y="0"/>
            <a:ext cx="1943143" cy="2722018"/>
          </a:xfrm>
          <a:custGeom>
            <a:rect b="b" l="l" r="r" t="t"/>
            <a:pathLst>
              <a:path extrusionOk="0" h="69648" w="49719">
                <a:moveTo>
                  <a:pt x="0" y="1"/>
                </a:moveTo>
                <a:lnTo>
                  <a:pt x="0" y="69648"/>
                </a:lnTo>
                <a:cubicBezTo>
                  <a:pt x="7726" y="62086"/>
                  <a:pt x="13329" y="52510"/>
                  <a:pt x="9032" y="42442"/>
                </a:cubicBezTo>
                <a:cubicBezTo>
                  <a:pt x="684" y="23087"/>
                  <a:pt x="10447" y="12185"/>
                  <a:pt x="21914" y="12185"/>
                </a:cubicBezTo>
                <a:cubicBezTo>
                  <a:pt x="22406" y="12185"/>
                  <a:pt x="22900" y="12205"/>
                  <a:pt x="23397" y="12245"/>
                </a:cubicBezTo>
                <a:cubicBezTo>
                  <a:pt x="25475" y="12417"/>
                  <a:pt x="27419" y="12499"/>
                  <a:pt x="29233" y="12499"/>
                </a:cubicBezTo>
                <a:cubicBezTo>
                  <a:pt x="43567" y="12499"/>
                  <a:pt x="49719" y="7342"/>
                  <a:pt x="4875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8"/>
          <p:cNvSpPr/>
          <p:nvPr/>
        </p:nvSpPr>
        <p:spPr>
          <a:xfrm flipH="1">
            <a:off x="34" y="3181350"/>
            <a:ext cx="1332091" cy="1962258"/>
          </a:xfrm>
          <a:custGeom>
            <a:rect b="b" l="l" r="r" t="t"/>
            <a:pathLst>
              <a:path extrusionOk="0" h="72368" w="49132">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5" name="Shape 455"/>
        <p:cNvGrpSpPr/>
        <p:nvPr/>
      </p:nvGrpSpPr>
      <p:grpSpPr>
        <a:xfrm>
          <a:off x="0" y="0"/>
          <a:ext cx="0" cy="0"/>
          <a:chOff x="0" y="0"/>
          <a:chExt cx="0" cy="0"/>
        </a:xfrm>
      </p:grpSpPr>
      <p:sp>
        <p:nvSpPr>
          <p:cNvPr id="456" name="Google Shape;456;p9"/>
          <p:cNvSpPr/>
          <p:nvPr/>
        </p:nvSpPr>
        <p:spPr>
          <a:xfrm>
            <a:off x="7172325" y="2239350"/>
            <a:ext cx="1971667" cy="2904128"/>
          </a:xfrm>
          <a:custGeom>
            <a:rect b="b" l="l" r="r" t="t"/>
            <a:pathLst>
              <a:path extrusionOk="0" h="72368" w="49132">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57" name="Google Shape;457;p9"/>
          <p:cNvGrpSpPr/>
          <p:nvPr/>
        </p:nvGrpSpPr>
        <p:grpSpPr>
          <a:xfrm>
            <a:off x="7172313" y="4341638"/>
            <a:ext cx="985925" cy="744150"/>
            <a:chOff x="1666700" y="5967688"/>
            <a:chExt cx="985925" cy="744150"/>
          </a:xfrm>
        </p:grpSpPr>
        <p:sp>
          <p:nvSpPr>
            <p:cNvPr id="458" name="Google Shape;458;p9"/>
            <p:cNvSpPr/>
            <p:nvPr/>
          </p:nvSpPr>
          <p:spPr>
            <a:xfrm>
              <a:off x="1666700" y="5967688"/>
              <a:ext cx="985925" cy="744150"/>
            </a:xfrm>
            <a:custGeom>
              <a:rect b="b" l="l" r="r" t="t"/>
              <a:pathLst>
                <a:path extrusionOk="0" h="29766" w="39437">
                  <a:moveTo>
                    <a:pt x="31419" y="0"/>
                  </a:moveTo>
                  <a:cubicBezTo>
                    <a:pt x="30988" y="0"/>
                    <a:pt x="30551" y="105"/>
                    <a:pt x="30144" y="326"/>
                  </a:cubicBezTo>
                  <a:lnTo>
                    <a:pt x="1839" y="15340"/>
                  </a:lnTo>
                  <a:cubicBezTo>
                    <a:pt x="515" y="16060"/>
                    <a:pt x="0" y="17694"/>
                    <a:pt x="720" y="19018"/>
                  </a:cubicBezTo>
                  <a:lnTo>
                    <a:pt x="5624" y="28320"/>
                  </a:lnTo>
                  <a:cubicBezTo>
                    <a:pt x="6116" y="29236"/>
                    <a:pt x="7051" y="29765"/>
                    <a:pt x="8022" y="29765"/>
                  </a:cubicBezTo>
                  <a:cubicBezTo>
                    <a:pt x="8453" y="29765"/>
                    <a:pt x="8892" y="29661"/>
                    <a:pt x="9302" y="29440"/>
                  </a:cubicBezTo>
                  <a:lnTo>
                    <a:pt x="37598" y="14523"/>
                  </a:lnTo>
                  <a:cubicBezTo>
                    <a:pt x="38930" y="13812"/>
                    <a:pt x="39437" y="12177"/>
                    <a:pt x="38726" y="10845"/>
                  </a:cubicBezTo>
                  <a:lnTo>
                    <a:pt x="33822" y="1446"/>
                  </a:lnTo>
                  <a:cubicBezTo>
                    <a:pt x="33324" y="529"/>
                    <a:pt x="32387" y="0"/>
                    <a:pt x="31419" y="0"/>
                  </a:cubicBezTo>
                  <a:close/>
                </a:path>
              </a:pathLst>
            </a:custGeom>
            <a:solidFill>
              <a:srgbClr val="F1F0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9"/>
            <p:cNvSpPr/>
            <p:nvPr/>
          </p:nvSpPr>
          <p:spPr>
            <a:xfrm>
              <a:off x="1758650" y="6363863"/>
              <a:ext cx="130375" cy="130375"/>
            </a:xfrm>
            <a:custGeom>
              <a:rect b="b" l="l" r="r" t="t"/>
              <a:pathLst>
                <a:path extrusionOk="0" h="5215" w="5215">
                  <a:moveTo>
                    <a:pt x="2555" y="0"/>
                  </a:moveTo>
                  <a:cubicBezTo>
                    <a:pt x="1305" y="0"/>
                    <a:pt x="194" y="901"/>
                    <a:pt x="0" y="2256"/>
                  </a:cubicBezTo>
                  <a:lnTo>
                    <a:pt x="0" y="2354"/>
                  </a:lnTo>
                  <a:lnTo>
                    <a:pt x="0" y="2460"/>
                  </a:lnTo>
                  <a:lnTo>
                    <a:pt x="0" y="2558"/>
                  </a:lnTo>
                  <a:lnTo>
                    <a:pt x="0" y="2665"/>
                  </a:lnTo>
                  <a:lnTo>
                    <a:pt x="0" y="2763"/>
                  </a:lnTo>
                  <a:cubicBezTo>
                    <a:pt x="0" y="2967"/>
                    <a:pt x="0" y="3171"/>
                    <a:pt x="107" y="3376"/>
                  </a:cubicBezTo>
                  <a:cubicBezTo>
                    <a:pt x="107" y="3482"/>
                    <a:pt x="107" y="3580"/>
                    <a:pt x="205" y="3580"/>
                  </a:cubicBezTo>
                  <a:lnTo>
                    <a:pt x="205" y="3686"/>
                  </a:lnTo>
                  <a:cubicBezTo>
                    <a:pt x="205" y="3686"/>
                    <a:pt x="205" y="3784"/>
                    <a:pt x="311" y="3784"/>
                  </a:cubicBezTo>
                  <a:lnTo>
                    <a:pt x="311" y="3891"/>
                  </a:lnTo>
                  <a:cubicBezTo>
                    <a:pt x="311" y="3989"/>
                    <a:pt x="409" y="3989"/>
                    <a:pt x="409" y="4095"/>
                  </a:cubicBezTo>
                  <a:cubicBezTo>
                    <a:pt x="409" y="4193"/>
                    <a:pt x="515" y="4193"/>
                    <a:pt x="515" y="4299"/>
                  </a:cubicBezTo>
                  <a:lnTo>
                    <a:pt x="613" y="4299"/>
                  </a:lnTo>
                  <a:cubicBezTo>
                    <a:pt x="613" y="4397"/>
                    <a:pt x="613" y="4397"/>
                    <a:pt x="720" y="4397"/>
                  </a:cubicBezTo>
                  <a:lnTo>
                    <a:pt x="720" y="4504"/>
                  </a:lnTo>
                  <a:cubicBezTo>
                    <a:pt x="818" y="4504"/>
                    <a:pt x="818" y="4602"/>
                    <a:pt x="924" y="4602"/>
                  </a:cubicBezTo>
                  <a:lnTo>
                    <a:pt x="1128" y="4806"/>
                  </a:lnTo>
                  <a:cubicBezTo>
                    <a:pt x="1226" y="4806"/>
                    <a:pt x="1226" y="4912"/>
                    <a:pt x="1333" y="4912"/>
                  </a:cubicBezTo>
                  <a:cubicBezTo>
                    <a:pt x="1431" y="4912"/>
                    <a:pt x="1537" y="5010"/>
                    <a:pt x="1537" y="5010"/>
                  </a:cubicBezTo>
                  <a:cubicBezTo>
                    <a:pt x="1635" y="5010"/>
                    <a:pt x="1741" y="5117"/>
                    <a:pt x="1741" y="5117"/>
                  </a:cubicBezTo>
                  <a:lnTo>
                    <a:pt x="2044" y="5117"/>
                  </a:lnTo>
                  <a:lnTo>
                    <a:pt x="2044" y="5215"/>
                  </a:lnTo>
                  <a:lnTo>
                    <a:pt x="2354" y="5215"/>
                  </a:lnTo>
                  <a:cubicBezTo>
                    <a:pt x="2763" y="5215"/>
                    <a:pt x="3172" y="5215"/>
                    <a:pt x="3580" y="5010"/>
                  </a:cubicBezTo>
                  <a:cubicBezTo>
                    <a:pt x="3678" y="5010"/>
                    <a:pt x="3785" y="4912"/>
                    <a:pt x="3785" y="4912"/>
                  </a:cubicBezTo>
                  <a:cubicBezTo>
                    <a:pt x="3883" y="4912"/>
                    <a:pt x="3989" y="4806"/>
                    <a:pt x="3989" y="4806"/>
                  </a:cubicBezTo>
                  <a:cubicBezTo>
                    <a:pt x="4087" y="4708"/>
                    <a:pt x="4193" y="4708"/>
                    <a:pt x="4193" y="4602"/>
                  </a:cubicBezTo>
                  <a:cubicBezTo>
                    <a:pt x="4398" y="4504"/>
                    <a:pt x="4496" y="4397"/>
                    <a:pt x="4602" y="4299"/>
                  </a:cubicBezTo>
                  <a:cubicBezTo>
                    <a:pt x="4806" y="3989"/>
                    <a:pt x="5011" y="3580"/>
                    <a:pt x="5109" y="3171"/>
                  </a:cubicBezTo>
                  <a:lnTo>
                    <a:pt x="5109" y="3073"/>
                  </a:lnTo>
                  <a:lnTo>
                    <a:pt x="5109" y="2967"/>
                  </a:lnTo>
                  <a:lnTo>
                    <a:pt x="5109" y="2869"/>
                  </a:lnTo>
                  <a:cubicBezTo>
                    <a:pt x="5215" y="2763"/>
                    <a:pt x="5215" y="2763"/>
                    <a:pt x="5215" y="2665"/>
                  </a:cubicBezTo>
                  <a:lnTo>
                    <a:pt x="5215" y="2558"/>
                  </a:lnTo>
                  <a:cubicBezTo>
                    <a:pt x="5215" y="2460"/>
                    <a:pt x="5215" y="2460"/>
                    <a:pt x="5109" y="2354"/>
                  </a:cubicBezTo>
                  <a:lnTo>
                    <a:pt x="5109" y="2256"/>
                  </a:lnTo>
                  <a:lnTo>
                    <a:pt x="5109" y="2150"/>
                  </a:lnTo>
                  <a:lnTo>
                    <a:pt x="5109" y="2052"/>
                  </a:lnTo>
                  <a:cubicBezTo>
                    <a:pt x="5109" y="1945"/>
                    <a:pt x="5109" y="1945"/>
                    <a:pt x="5011" y="1847"/>
                  </a:cubicBezTo>
                  <a:lnTo>
                    <a:pt x="5011" y="1741"/>
                  </a:lnTo>
                  <a:lnTo>
                    <a:pt x="5011" y="1643"/>
                  </a:lnTo>
                  <a:lnTo>
                    <a:pt x="4904" y="1537"/>
                  </a:lnTo>
                  <a:lnTo>
                    <a:pt x="4904" y="1439"/>
                  </a:lnTo>
                  <a:lnTo>
                    <a:pt x="4806" y="1332"/>
                  </a:lnTo>
                  <a:cubicBezTo>
                    <a:pt x="4398" y="621"/>
                    <a:pt x="3678" y="106"/>
                    <a:pt x="2763" y="8"/>
                  </a:cubicBezTo>
                  <a:cubicBezTo>
                    <a:pt x="2693" y="3"/>
                    <a:pt x="2624" y="0"/>
                    <a:pt x="2555"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9"/>
            <p:cNvSpPr/>
            <p:nvPr/>
          </p:nvSpPr>
          <p:spPr>
            <a:xfrm>
              <a:off x="1735750" y="6361013"/>
              <a:ext cx="148175" cy="131150"/>
            </a:xfrm>
            <a:custGeom>
              <a:rect b="b" l="l" r="r" t="t"/>
              <a:pathLst>
                <a:path extrusionOk="0" h="5246" w="5927">
                  <a:moveTo>
                    <a:pt x="2940" y="1"/>
                  </a:moveTo>
                  <a:cubicBezTo>
                    <a:pt x="2527" y="1"/>
                    <a:pt x="2111" y="105"/>
                    <a:pt x="1734" y="327"/>
                  </a:cubicBezTo>
                  <a:cubicBezTo>
                    <a:pt x="410" y="940"/>
                    <a:pt x="1" y="2574"/>
                    <a:pt x="614" y="3800"/>
                  </a:cubicBezTo>
                  <a:cubicBezTo>
                    <a:pt x="1106" y="4717"/>
                    <a:pt x="1994" y="5246"/>
                    <a:pt x="2901" y="5246"/>
                  </a:cubicBezTo>
                  <a:cubicBezTo>
                    <a:pt x="3304" y="5246"/>
                    <a:pt x="3710" y="5141"/>
                    <a:pt x="4088" y="4920"/>
                  </a:cubicBezTo>
                  <a:cubicBezTo>
                    <a:pt x="5412" y="4307"/>
                    <a:pt x="5927" y="2672"/>
                    <a:pt x="5207" y="1446"/>
                  </a:cubicBezTo>
                  <a:cubicBezTo>
                    <a:pt x="4783" y="530"/>
                    <a:pt x="3869" y="1"/>
                    <a:pt x="2940" y="1"/>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9"/>
            <p:cNvSpPr/>
            <p:nvPr/>
          </p:nvSpPr>
          <p:spPr>
            <a:xfrm>
              <a:off x="1766400" y="6369163"/>
              <a:ext cx="117525" cy="122175"/>
            </a:xfrm>
            <a:custGeom>
              <a:rect b="b" l="l" r="r" t="t"/>
              <a:pathLst>
                <a:path extrusionOk="0" h="4887" w="4701">
                  <a:moveTo>
                    <a:pt x="2862" y="1"/>
                  </a:moveTo>
                  <a:lnTo>
                    <a:pt x="2862" y="1"/>
                  </a:lnTo>
                  <a:cubicBezTo>
                    <a:pt x="3164" y="205"/>
                    <a:pt x="3368" y="409"/>
                    <a:pt x="3573" y="818"/>
                  </a:cubicBezTo>
                  <a:cubicBezTo>
                    <a:pt x="4186" y="2044"/>
                    <a:pt x="3679" y="3572"/>
                    <a:pt x="2453" y="4292"/>
                  </a:cubicBezTo>
                  <a:cubicBezTo>
                    <a:pt x="2044" y="4496"/>
                    <a:pt x="1636" y="4598"/>
                    <a:pt x="1227" y="4598"/>
                  </a:cubicBezTo>
                  <a:cubicBezTo>
                    <a:pt x="818" y="4598"/>
                    <a:pt x="410" y="4496"/>
                    <a:pt x="1" y="4292"/>
                  </a:cubicBezTo>
                  <a:lnTo>
                    <a:pt x="1" y="4292"/>
                  </a:lnTo>
                  <a:cubicBezTo>
                    <a:pt x="499" y="4665"/>
                    <a:pt x="1109" y="4887"/>
                    <a:pt x="1718" y="4887"/>
                  </a:cubicBezTo>
                  <a:cubicBezTo>
                    <a:pt x="2109" y="4887"/>
                    <a:pt x="2501" y="4795"/>
                    <a:pt x="2862" y="4594"/>
                  </a:cubicBezTo>
                  <a:cubicBezTo>
                    <a:pt x="4186" y="3981"/>
                    <a:pt x="4701" y="2346"/>
                    <a:pt x="3981" y="1120"/>
                  </a:cubicBezTo>
                  <a:cubicBezTo>
                    <a:pt x="3777" y="614"/>
                    <a:pt x="3368" y="205"/>
                    <a:pt x="2862" y="1"/>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9"/>
            <p:cNvSpPr/>
            <p:nvPr/>
          </p:nvSpPr>
          <p:spPr>
            <a:xfrm>
              <a:off x="1751075" y="6397163"/>
              <a:ext cx="119975" cy="66425"/>
            </a:xfrm>
            <a:custGeom>
              <a:rect b="b" l="l" r="r" t="t"/>
              <a:pathLst>
                <a:path extrusionOk="0" h="2657" w="4799">
                  <a:moveTo>
                    <a:pt x="4594" y="0"/>
                  </a:moveTo>
                  <a:lnTo>
                    <a:pt x="1" y="2354"/>
                  </a:lnTo>
                  <a:cubicBezTo>
                    <a:pt x="1" y="2354"/>
                    <a:pt x="1" y="2452"/>
                    <a:pt x="99" y="2452"/>
                  </a:cubicBezTo>
                  <a:cubicBezTo>
                    <a:pt x="99" y="2559"/>
                    <a:pt x="99" y="2559"/>
                    <a:pt x="205" y="2657"/>
                  </a:cubicBezTo>
                  <a:lnTo>
                    <a:pt x="4799" y="311"/>
                  </a:lnTo>
                  <a:cubicBezTo>
                    <a:pt x="4701" y="205"/>
                    <a:pt x="4701" y="107"/>
                    <a:pt x="4701" y="107"/>
                  </a:cubicBezTo>
                  <a:cubicBezTo>
                    <a:pt x="4701" y="0"/>
                    <a:pt x="4594" y="0"/>
                    <a:pt x="4594"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9"/>
            <p:cNvSpPr/>
            <p:nvPr/>
          </p:nvSpPr>
          <p:spPr>
            <a:xfrm>
              <a:off x="1748425" y="6392063"/>
              <a:ext cx="120175" cy="69075"/>
            </a:xfrm>
            <a:custGeom>
              <a:rect b="b" l="l" r="r" t="t"/>
              <a:pathLst>
                <a:path extrusionOk="0" h="2763" w="4807">
                  <a:moveTo>
                    <a:pt x="4602" y="0"/>
                  </a:moveTo>
                  <a:lnTo>
                    <a:pt x="1" y="2452"/>
                  </a:lnTo>
                  <a:cubicBezTo>
                    <a:pt x="107" y="2452"/>
                    <a:pt x="107" y="2558"/>
                    <a:pt x="107" y="2558"/>
                  </a:cubicBezTo>
                  <a:cubicBezTo>
                    <a:pt x="107" y="2656"/>
                    <a:pt x="205" y="2656"/>
                    <a:pt x="205" y="2763"/>
                  </a:cubicBezTo>
                  <a:lnTo>
                    <a:pt x="4807" y="311"/>
                  </a:lnTo>
                  <a:cubicBezTo>
                    <a:pt x="4807" y="311"/>
                    <a:pt x="4807" y="204"/>
                    <a:pt x="4700" y="204"/>
                  </a:cubicBezTo>
                  <a:cubicBezTo>
                    <a:pt x="4700" y="106"/>
                    <a:pt x="4700" y="106"/>
                    <a:pt x="4602" y="0"/>
                  </a:cubicBez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9"/>
            <p:cNvSpPr/>
            <p:nvPr/>
          </p:nvSpPr>
          <p:spPr>
            <a:xfrm>
              <a:off x="1911900" y="6282113"/>
              <a:ext cx="130375" cy="130400"/>
            </a:xfrm>
            <a:custGeom>
              <a:rect b="b" l="l" r="r" t="t"/>
              <a:pathLst>
                <a:path extrusionOk="0" h="5216" w="5215">
                  <a:moveTo>
                    <a:pt x="2654" y="1"/>
                  </a:moveTo>
                  <a:cubicBezTo>
                    <a:pt x="1412" y="1"/>
                    <a:pt x="300" y="901"/>
                    <a:pt x="107" y="2257"/>
                  </a:cubicBezTo>
                  <a:lnTo>
                    <a:pt x="107" y="2150"/>
                  </a:lnTo>
                  <a:cubicBezTo>
                    <a:pt x="0" y="2257"/>
                    <a:pt x="0" y="2355"/>
                    <a:pt x="0" y="2355"/>
                  </a:cubicBezTo>
                  <a:lnTo>
                    <a:pt x="0" y="2461"/>
                  </a:lnTo>
                  <a:lnTo>
                    <a:pt x="0" y="2559"/>
                  </a:lnTo>
                  <a:lnTo>
                    <a:pt x="0" y="2665"/>
                  </a:lnTo>
                  <a:cubicBezTo>
                    <a:pt x="0" y="2968"/>
                    <a:pt x="107" y="3172"/>
                    <a:pt x="107" y="3376"/>
                  </a:cubicBezTo>
                  <a:cubicBezTo>
                    <a:pt x="205" y="3483"/>
                    <a:pt x="205" y="3581"/>
                    <a:pt x="205" y="3581"/>
                  </a:cubicBezTo>
                  <a:lnTo>
                    <a:pt x="205" y="3687"/>
                  </a:lnTo>
                  <a:cubicBezTo>
                    <a:pt x="311" y="3687"/>
                    <a:pt x="311" y="3785"/>
                    <a:pt x="311" y="3785"/>
                  </a:cubicBezTo>
                  <a:lnTo>
                    <a:pt x="311" y="3891"/>
                  </a:lnTo>
                  <a:lnTo>
                    <a:pt x="515" y="4096"/>
                  </a:lnTo>
                  <a:cubicBezTo>
                    <a:pt x="515" y="4194"/>
                    <a:pt x="515" y="4194"/>
                    <a:pt x="613" y="4300"/>
                  </a:cubicBezTo>
                  <a:lnTo>
                    <a:pt x="720" y="4398"/>
                  </a:lnTo>
                  <a:cubicBezTo>
                    <a:pt x="818" y="4398"/>
                    <a:pt x="818" y="4504"/>
                    <a:pt x="818" y="4504"/>
                  </a:cubicBezTo>
                  <a:cubicBezTo>
                    <a:pt x="818" y="4504"/>
                    <a:pt x="924" y="4602"/>
                    <a:pt x="1022" y="4602"/>
                  </a:cubicBezTo>
                  <a:cubicBezTo>
                    <a:pt x="1022" y="4709"/>
                    <a:pt x="1128" y="4709"/>
                    <a:pt x="1128" y="4807"/>
                  </a:cubicBezTo>
                  <a:lnTo>
                    <a:pt x="1226" y="4807"/>
                  </a:lnTo>
                  <a:lnTo>
                    <a:pt x="1333" y="4913"/>
                  </a:lnTo>
                  <a:lnTo>
                    <a:pt x="1431" y="4913"/>
                  </a:lnTo>
                  <a:cubicBezTo>
                    <a:pt x="1431" y="4913"/>
                    <a:pt x="1537" y="5011"/>
                    <a:pt x="1635" y="5011"/>
                  </a:cubicBezTo>
                  <a:cubicBezTo>
                    <a:pt x="1741" y="5011"/>
                    <a:pt x="1741" y="5117"/>
                    <a:pt x="1839" y="5117"/>
                  </a:cubicBezTo>
                  <a:lnTo>
                    <a:pt x="2044" y="5117"/>
                  </a:lnTo>
                  <a:cubicBezTo>
                    <a:pt x="2150" y="5117"/>
                    <a:pt x="2150" y="5215"/>
                    <a:pt x="2150" y="5215"/>
                  </a:cubicBezTo>
                  <a:lnTo>
                    <a:pt x="2354" y="5215"/>
                  </a:lnTo>
                  <a:cubicBezTo>
                    <a:pt x="2861" y="5215"/>
                    <a:pt x="3270" y="5215"/>
                    <a:pt x="3678" y="5011"/>
                  </a:cubicBezTo>
                  <a:cubicBezTo>
                    <a:pt x="3678" y="5011"/>
                    <a:pt x="3785" y="4913"/>
                    <a:pt x="3883" y="4913"/>
                  </a:cubicBezTo>
                  <a:cubicBezTo>
                    <a:pt x="3989" y="4913"/>
                    <a:pt x="3989" y="4807"/>
                    <a:pt x="4087" y="4807"/>
                  </a:cubicBezTo>
                  <a:lnTo>
                    <a:pt x="4291" y="4602"/>
                  </a:lnTo>
                  <a:lnTo>
                    <a:pt x="4602" y="4300"/>
                  </a:lnTo>
                  <a:cubicBezTo>
                    <a:pt x="4904" y="3989"/>
                    <a:pt x="5109" y="3581"/>
                    <a:pt x="5215" y="3172"/>
                  </a:cubicBezTo>
                  <a:lnTo>
                    <a:pt x="5215" y="3074"/>
                  </a:lnTo>
                  <a:lnTo>
                    <a:pt x="5215" y="2968"/>
                  </a:lnTo>
                  <a:lnTo>
                    <a:pt x="5215" y="2870"/>
                  </a:lnTo>
                  <a:lnTo>
                    <a:pt x="5215" y="2665"/>
                  </a:lnTo>
                  <a:lnTo>
                    <a:pt x="5215" y="2559"/>
                  </a:lnTo>
                  <a:lnTo>
                    <a:pt x="5215" y="2355"/>
                  </a:lnTo>
                  <a:lnTo>
                    <a:pt x="5215" y="2257"/>
                  </a:lnTo>
                  <a:lnTo>
                    <a:pt x="5215" y="2150"/>
                  </a:lnTo>
                  <a:lnTo>
                    <a:pt x="5215" y="2052"/>
                  </a:lnTo>
                  <a:cubicBezTo>
                    <a:pt x="5109" y="1946"/>
                    <a:pt x="5109" y="1946"/>
                    <a:pt x="5109" y="1848"/>
                  </a:cubicBezTo>
                  <a:lnTo>
                    <a:pt x="5109" y="1742"/>
                  </a:lnTo>
                  <a:lnTo>
                    <a:pt x="5011" y="1644"/>
                  </a:lnTo>
                  <a:lnTo>
                    <a:pt x="5011" y="1537"/>
                  </a:lnTo>
                  <a:cubicBezTo>
                    <a:pt x="5011" y="1537"/>
                    <a:pt x="5011" y="1439"/>
                    <a:pt x="4904" y="1439"/>
                  </a:cubicBezTo>
                  <a:lnTo>
                    <a:pt x="4904" y="1333"/>
                  </a:lnTo>
                  <a:cubicBezTo>
                    <a:pt x="4496" y="622"/>
                    <a:pt x="3785" y="107"/>
                    <a:pt x="2861" y="9"/>
                  </a:cubicBezTo>
                  <a:cubicBezTo>
                    <a:pt x="2792" y="3"/>
                    <a:pt x="2723" y="1"/>
                    <a:pt x="2654" y="1"/>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9"/>
            <p:cNvSpPr/>
            <p:nvPr/>
          </p:nvSpPr>
          <p:spPr>
            <a:xfrm>
              <a:off x="1889000" y="6279288"/>
              <a:ext cx="148175" cy="129975"/>
            </a:xfrm>
            <a:custGeom>
              <a:rect b="b" l="l" r="r" t="t"/>
              <a:pathLst>
                <a:path extrusionOk="0" h="5199" w="5927">
                  <a:moveTo>
                    <a:pt x="3025" y="1"/>
                  </a:moveTo>
                  <a:cubicBezTo>
                    <a:pt x="2623" y="1"/>
                    <a:pt x="2217" y="105"/>
                    <a:pt x="1840" y="326"/>
                  </a:cubicBezTo>
                  <a:cubicBezTo>
                    <a:pt x="508" y="939"/>
                    <a:pt x="1" y="2574"/>
                    <a:pt x="712" y="3800"/>
                  </a:cubicBezTo>
                  <a:cubicBezTo>
                    <a:pt x="1138" y="4721"/>
                    <a:pt x="2058" y="5199"/>
                    <a:pt x="2991" y="5199"/>
                  </a:cubicBezTo>
                  <a:cubicBezTo>
                    <a:pt x="3400" y="5199"/>
                    <a:pt x="3812" y="5107"/>
                    <a:pt x="4186" y="4920"/>
                  </a:cubicBezTo>
                  <a:cubicBezTo>
                    <a:pt x="5518" y="4209"/>
                    <a:pt x="5927" y="2672"/>
                    <a:pt x="5314" y="1446"/>
                  </a:cubicBezTo>
                  <a:cubicBezTo>
                    <a:pt x="4816" y="529"/>
                    <a:pt x="3930" y="1"/>
                    <a:pt x="3025" y="1"/>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9"/>
            <p:cNvSpPr/>
            <p:nvPr/>
          </p:nvSpPr>
          <p:spPr>
            <a:xfrm>
              <a:off x="1922125" y="6287438"/>
              <a:ext cx="115050" cy="122175"/>
            </a:xfrm>
            <a:custGeom>
              <a:rect b="b" l="l" r="r" t="t"/>
              <a:pathLst>
                <a:path extrusionOk="0" h="4887" w="4602">
                  <a:moveTo>
                    <a:pt x="2861" y="0"/>
                  </a:moveTo>
                  <a:lnTo>
                    <a:pt x="2861" y="0"/>
                  </a:lnTo>
                  <a:cubicBezTo>
                    <a:pt x="3065" y="205"/>
                    <a:pt x="3376" y="409"/>
                    <a:pt x="3474" y="711"/>
                  </a:cubicBezTo>
                  <a:cubicBezTo>
                    <a:pt x="4193" y="2044"/>
                    <a:pt x="3678" y="3572"/>
                    <a:pt x="2354" y="4291"/>
                  </a:cubicBezTo>
                  <a:cubicBezTo>
                    <a:pt x="1994" y="4496"/>
                    <a:pt x="1586" y="4598"/>
                    <a:pt x="1177" y="4598"/>
                  </a:cubicBezTo>
                  <a:cubicBezTo>
                    <a:pt x="768" y="4598"/>
                    <a:pt x="360" y="4496"/>
                    <a:pt x="0" y="4291"/>
                  </a:cubicBezTo>
                  <a:lnTo>
                    <a:pt x="0" y="4291"/>
                  </a:lnTo>
                  <a:cubicBezTo>
                    <a:pt x="498" y="4665"/>
                    <a:pt x="1111" y="4886"/>
                    <a:pt x="1721" y="4886"/>
                  </a:cubicBezTo>
                  <a:cubicBezTo>
                    <a:pt x="2112" y="4886"/>
                    <a:pt x="2503" y="4795"/>
                    <a:pt x="2861" y="4594"/>
                  </a:cubicBezTo>
                  <a:cubicBezTo>
                    <a:pt x="4193" y="3883"/>
                    <a:pt x="4602" y="2346"/>
                    <a:pt x="3989" y="1120"/>
                  </a:cubicBezTo>
                  <a:cubicBezTo>
                    <a:pt x="3678" y="613"/>
                    <a:pt x="3269" y="205"/>
                    <a:pt x="2861"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9"/>
            <p:cNvSpPr/>
            <p:nvPr/>
          </p:nvSpPr>
          <p:spPr>
            <a:xfrm>
              <a:off x="1906800" y="6315438"/>
              <a:ext cx="117500" cy="66425"/>
            </a:xfrm>
            <a:custGeom>
              <a:rect b="b" l="l" r="r" t="t"/>
              <a:pathLst>
                <a:path extrusionOk="0" h="2657" w="4700">
                  <a:moveTo>
                    <a:pt x="4602" y="0"/>
                  </a:moveTo>
                  <a:lnTo>
                    <a:pt x="0" y="2354"/>
                  </a:lnTo>
                  <a:lnTo>
                    <a:pt x="0" y="2452"/>
                  </a:lnTo>
                  <a:cubicBezTo>
                    <a:pt x="106" y="2558"/>
                    <a:pt x="106" y="2558"/>
                    <a:pt x="106" y="2656"/>
                  </a:cubicBezTo>
                  <a:lnTo>
                    <a:pt x="4700" y="311"/>
                  </a:lnTo>
                  <a:cubicBezTo>
                    <a:pt x="4700" y="204"/>
                    <a:pt x="4700" y="106"/>
                    <a:pt x="4602"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9"/>
            <p:cNvSpPr/>
            <p:nvPr/>
          </p:nvSpPr>
          <p:spPr>
            <a:xfrm>
              <a:off x="1904325" y="6310313"/>
              <a:ext cx="119975" cy="69100"/>
            </a:xfrm>
            <a:custGeom>
              <a:rect b="b" l="l" r="r" t="t"/>
              <a:pathLst>
                <a:path extrusionOk="0" h="2764" w="4799">
                  <a:moveTo>
                    <a:pt x="4594" y="1"/>
                  </a:moveTo>
                  <a:lnTo>
                    <a:pt x="1" y="2453"/>
                  </a:lnTo>
                  <a:cubicBezTo>
                    <a:pt x="1" y="2453"/>
                    <a:pt x="1" y="2559"/>
                    <a:pt x="99" y="2559"/>
                  </a:cubicBezTo>
                  <a:cubicBezTo>
                    <a:pt x="99" y="2657"/>
                    <a:pt x="99" y="2657"/>
                    <a:pt x="205" y="2763"/>
                  </a:cubicBezTo>
                  <a:lnTo>
                    <a:pt x="4799" y="311"/>
                  </a:lnTo>
                  <a:cubicBezTo>
                    <a:pt x="4701" y="311"/>
                    <a:pt x="4701" y="205"/>
                    <a:pt x="4701" y="205"/>
                  </a:cubicBezTo>
                  <a:cubicBezTo>
                    <a:pt x="4701" y="107"/>
                    <a:pt x="4594" y="107"/>
                    <a:pt x="4594" y="1"/>
                  </a:cubicBez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9"/>
            <p:cNvSpPr/>
            <p:nvPr/>
          </p:nvSpPr>
          <p:spPr>
            <a:xfrm>
              <a:off x="2067800" y="6200388"/>
              <a:ext cx="130200" cy="130400"/>
            </a:xfrm>
            <a:custGeom>
              <a:rect b="b" l="l" r="r" t="t"/>
              <a:pathLst>
                <a:path extrusionOk="0" h="5216" w="5208">
                  <a:moveTo>
                    <a:pt x="2638" y="0"/>
                  </a:moveTo>
                  <a:cubicBezTo>
                    <a:pt x="1305" y="0"/>
                    <a:pt x="194" y="895"/>
                    <a:pt x="1" y="2150"/>
                  </a:cubicBezTo>
                  <a:lnTo>
                    <a:pt x="1" y="2354"/>
                  </a:lnTo>
                  <a:lnTo>
                    <a:pt x="1" y="2461"/>
                  </a:lnTo>
                  <a:lnTo>
                    <a:pt x="1" y="2559"/>
                  </a:lnTo>
                  <a:lnTo>
                    <a:pt x="1" y="2665"/>
                  </a:lnTo>
                  <a:cubicBezTo>
                    <a:pt x="1" y="2967"/>
                    <a:pt x="1" y="3172"/>
                    <a:pt x="99" y="3376"/>
                  </a:cubicBezTo>
                  <a:cubicBezTo>
                    <a:pt x="99" y="3482"/>
                    <a:pt x="205" y="3580"/>
                    <a:pt x="205" y="3580"/>
                  </a:cubicBezTo>
                  <a:lnTo>
                    <a:pt x="205" y="3687"/>
                  </a:lnTo>
                  <a:lnTo>
                    <a:pt x="303" y="3785"/>
                  </a:lnTo>
                  <a:lnTo>
                    <a:pt x="303" y="3891"/>
                  </a:lnTo>
                  <a:cubicBezTo>
                    <a:pt x="303" y="3989"/>
                    <a:pt x="409" y="3989"/>
                    <a:pt x="409" y="4095"/>
                  </a:cubicBezTo>
                  <a:lnTo>
                    <a:pt x="614" y="4300"/>
                  </a:lnTo>
                  <a:lnTo>
                    <a:pt x="712" y="4398"/>
                  </a:lnTo>
                  <a:cubicBezTo>
                    <a:pt x="712" y="4398"/>
                    <a:pt x="712" y="4504"/>
                    <a:pt x="818" y="4504"/>
                  </a:cubicBezTo>
                  <a:lnTo>
                    <a:pt x="916" y="4602"/>
                  </a:lnTo>
                  <a:lnTo>
                    <a:pt x="1120" y="4806"/>
                  </a:lnTo>
                  <a:cubicBezTo>
                    <a:pt x="1227" y="4806"/>
                    <a:pt x="1227" y="4806"/>
                    <a:pt x="1325" y="4913"/>
                  </a:cubicBezTo>
                  <a:cubicBezTo>
                    <a:pt x="1431" y="4913"/>
                    <a:pt x="1529" y="5011"/>
                    <a:pt x="1529" y="5011"/>
                  </a:cubicBezTo>
                  <a:lnTo>
                    <a:pt x="1635" y="5011"/>
                  </a:lnTo>
                  <a:cubicBezTo>
                    <a:pt x="1635" y="5011"/>
                    <a:pt x="1733" y="5117"/>
                    <a:pt x="1840" y="5117"/>
                  </a:cubicBezTo>
                  <a:lnTo>
                    <a:pt x="2044" y="5117"/>
                  </a:lnTo>
                  <a:cubicBezTo>
                    <a:pt x="2044" y="5117"/>
                    <a:pt x="2044" y="5215"/>
                    <a:pt x="2142" y="5215"/>
                  </a:cubicBezTo>
                  <a:lnTo>
                    <a:pt x="2346" y="5215"/>
                  </a:lnTo>
                  <a:cubicBezTo>
                    <a:pt x="2755" y="5215"/>
                    <a:pt x="3270" y="5215"/>
                    <a:pt x="3572" y="5011"/>
                  </a:cubicBezTo>
                  <a:cubicBezTo>
                    <a:pt x="3679" y="5011"/>
                    <a:pt x="3777" y="4913"/>
                    <a:pt x="3883" y="4913"/>
                  </a:cubicBezTo>
                  <a:cubicBezTo>
                    <a:pt x="3883" y="4913"/>
                    <a:pt x="3981" y="4806"/>
                    <a:pt x="4087" y="4806"/>
                  </a:cubicBezTo>
                  <a:cubicBezTo>
                    <a:pt x="4087" y="4708"/>
                    <a:pt x="4185" y="4708"/>
                    <a:pt x="4292" y="4602"/>
                  </a:cubicBezTo>
                  <a:lnTo>
                    <a:pt x="4594" y="4300"/>
                  </a:lnTo>
                  <a:cubicBezTo>
                    <a:pt x="4798" y="3989"/>
                    <a:pt x="5003" y="3580"/>
                    <a:pt x="5109" y="3172"/>
                  </a:cubicBezTo>
                  <a:lnTo>
                    <a:pt x="5109" y="3074"/>
                  </a:lnTo>
                  <a:cubicBezTo>
                    <a:pt x="5109" y="2967"/>
                    <a:pt x="5207" y="2967"/>
                    <a:pt x="5207" y="2967"/>
                  </a:cubicBezTo>
                  <a:lnTo>
                    <a:pt x="5207" y="2869"/>
                  </a:lnTo>
                  <a:lnTo>
                    <a:pt x="5207" y="2665"/>
                  </a:lnTo>
                  <a:lnTo>
                    <a:pt x="5207" y="2559"/>
                  </a:lnTo>
                  <a:lnTo>
                    <a:pt x="5207" y="2354"/>
                  </a:lnTo>
                  <a:lnTo>
                    <a:pt x="5207" y="2256"/>
                  </a:lnTo>
                  <a:lnTo>
                    <a:pt x="5109" y="2150"/>
                  </a:lnTo>
                  <a:lnTo>
                    <a:pt x="5109" y="2052"/>
                  </a:lnTo>
                  <a:lnTo>
                    <a:pt x="5109" y="1848"/>
                  </a:lnTo>
                  <a:lnTo>
                    <a:pt x="5003" y="1741"/>
                  </a:lnTo>
                  <a:lnTo>
                    <a:pt x="5003" y="1643"/>
                  </a:lnTo>
                  <a:lnTo>
                    <a:pt x="5003" y="1537"/>
                  </a:lnTo>
                  <a:cubicBezTo>
                    <a:pt x="4905" y="1537"/>
                    <a:pt x="4905" y="1439"/>
                    <a:pt x="4905" y="1439"/>
                  </a:cubicBezTo>
                  <a:cubicBezTo>
                    <a:pt x="4905" y="1439"/>
                    <a:pt x="4905" y="1333"/>
                    <a:pt x="4798" y="1333"/>
                  </a:cubicBezTo>
                  <a:cubicBezTo>
                    <a:pt x="4390" y="622"/>
                    <a:pt x="3679" y="107"/>
                    <a:pt x="2861" y="9"/>
                  </a:cubicBezTo>
                  <a:cubicBezTo>
                    <a:pt x="2786" y="3"/>
                    <a:pt x="2712" y="0"/>
                    <a:pt x="2638"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9"/>
            <p:cNvSpPr/>
            <p:nvPr/>
          </p:nvSpPr>
          <p:spPr>
            <a:xfrm>
              <a:off x="2044725" y="6197563"/>
              <a:ext cx="148150" cy="129975"/>
            </a:xfrm>
            <a:custGeom>
              <a:rect b="b" l="l" r="r" t="t"/>
              <a:pathLst>
                <a:path extrusionOk="0" h="5199" w="5926">
                  <a:moveTo>
                    <a:pt x="2993" y="0"/>
                  </a:moveTo>
                  <a:cubicBezTo>
                    <a:pt x="2576" y="0"/>
                    <a:pt x="2148" y="105"/>
                    <a:pt x="1741" y="326"/>
                  </a:cubicBezTo>
                  <a:cubicBezTo>
                    <a:pt x="515" y="939"/>
                    <a:pt x="0" y="2574"/>
                    <a:pt x="613" y="3800"/>
                  </a:cubicBezTo>
                  <a:cubicBezTo>
                    <a:pt x="1113" y="4720"/>
                    <a:pt x="2004" y="5198"/>
                    <a:pt x="2948" y="5198"/>
                  </a:cubicBezTo>
                  <a:cubicBezTo>
                    <a:pt x="3363" y="5198"/>
                    <a:pt x="3787" y="5106"/>
                    <a:pt x="4193" y="4919"/>
                  </a:cubicBezTo>
                  <a:cubicBezTo>
                    <a:pt x="5419" y="4208"/>
                    <a:pt x="5926" y="2672"/>
                    <a:pt x="5313" y="1446"/>
                  </a:cubicBezTo>
                  <a:cubicBezTo>
                    <a:pt x="4821" y="529"/>
                    <a:pt x="3933" y="0"/>
                    <a:pt x="2993" y="0"/>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9"/>
            <p:cNvSpPr/>
            <p:nvPr/>
          </p:nvSpPr>
          <p:spPr>
            <a:xfrm>
              <a:off x="2078025" y="6205713"/>
              <a:ext cx="114850" cy="122175"/>
            </a:xfrm>
            <a:custGeom>
              <a:rect b="b" l="l" r="r" t="t"/>
              <a:pathLst>
                <a:path extrusionOk="0" h="4887" w="4594">
                  <a:moveTo>
                    <a:pt x="2755" y="0"/>
                  </a:moveTo>
                  <a:lnTo>
                    <a:pt x="2755" y="0"/>
                  </a:lnTo>
                  <a:cubicBezTo>
                    <a:pt x="3065" y="204"/>
                    <a:pt x="3270" y="409"/>
                    <a:pt x="3474" y="711"/>
                  </a:cubicBezTo>
                  <a:cubicBezTo>
                    <a:pt x="4087" y="2043"/>
                    <a:pt x="3572" y="3572"/>
                    <a:pt x="2346" y="4291"/>
                  </a:cubicBezTo>
                  <a:cubicBezTo>
                    <a:pt x="1937" y="4495"/>
                    <a:pt x="1529" y="4598"/>
                    <a:pt x="1133" y="4598"/>
                  </a:cubicBezTo>
                  <a:cubicBezTo>
                    <a:pt x="738" y="4598"/>
                    <a:pt x="356" y="4495"/>
                    <a:pt x="0" y="4291"/>
                  </a:cubicBezTo>
                  <a:lnTo>
                    <a:pt x="0" y="4291"/>
                  </a:lnTo>
                  <a:cubicBezTo>
                    <a:pt x="433" y="4664"/>
                    <a:pt x="1021" y="4886"/>
                    <a:pt x="1645" y="4886"/>
                  </a:cubicBezTo>
                  <a:cubicBezTo>
                    <a:pt x="2046" y="4886"/>
                    <a:pt x="2462" y="4795"/>
                    <a:pt x="2861" y="4593"/>
                  </a:cubicBezTo>
                  <a:cubicBezTo>
                    <a:pt x="4087" y="3882"/>
                    <a:pt x="4594" y="2346"/>
                    <a:pt x="3981" y="1120"/>
                  </a:cubicBezTo>
                  <a:cubicBezTo>
                    <a:pt x="3678" y="613"/>
                    <a:pt x="3270" y="204"/>
                    <a:pt x="2755"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9"/>
            <p:cNvSpPr/>
            <p:nvPr/>
          </p:nvSpPr>
          <p:spPr>
            <a:xfrm>
              <a:off x="2060050" y="6233688"/>
              <a:ext cx="120175" cy="66450"/>
            </a:xfrm>
            <a:custGeom>
              <a:rect b="b" l="l" r="r" t="t"/>
              <a:pathLst>
                <a:path extrusionOk="0" h="2658" w="4807">
                  <a:moveTo>
                    <a:pt x="4602" y="1"/>
                  </a:moveTo>
                  <a:lnTo>
                    <a:pt x="0" y="2355"/>
                  </a:lnTo>
                  <a:cubicBezTo>
                    <a:pt x="106" y="2355"/>
                    <a:pt x="106" y="2453"/>
                    <a:pt x="106" y="2453"/>
                  </a:cubicBezTo>
                  <a:cubicBezTo>
                    <a:pt x="106" y="2559"/>
                    <a:pt x="204" y="2559"/>
                    <a:pt x="204" y="2657"/>
                  </a:cubicBezTo>
                  <a:lnTo>
                    <a:pt x="4806" y="311"/>
                  </a:lnTo>
                  <a:cubicBezTo>
                    <a:pt x="4806" y="205"/>
                    <a:pt x="4700" y="107"/>
                    <a:pt x="4700" y="1"/>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9"/>
            <p:cNvSpPr/>
            <p:nvPr/>
          </p:nvSpPr>
          <p:spPr>
            <a:xfrm>
              <a:off x="2060050" y="6228588"/>
              <a:ext cx="117500" cy="69100"/>
            </a:xfrm>
            <a:custGeom>
              <a:rect b="b" l="l" r="r" t="t"/>
              <a:pathLst>
                <a:path extrusionOk="0" h="2764" w="4700">
                  <a:moveTo>
                    <a:pt x="4602" y="0"/>
                  </a:moveTo>
                  <a:lnTo>
                    <a:pt x="0" y="2452"/>
                  </a:lnTo>
                  <a:lnTo>
                    <a:pt x="0" y="2559"/>
                  </a:lnTo>
                  <a:cubicBezTo>
                    <a:pt x="106" y="2657"/>
                    <a:pt x="106" y="2657"/>
                    <a:pt x="106" y="2763"/>
                  </a:cubicBezTo>
                  <a:lnTo>
                    <a:pt x="4700" y="311"/>
                  </a:lnTo>
                  <a:lnTo>
                    <a:pt x="4700" y="205"/>
                  </a:lnTo>
                  <a:cubicBezTo>
                    <a:pt x="4602" y="107"/>
                    <a:pt x="4602" y="107"/>
                    <a:pt x="4602" y="0"/>
                  </a:cubicBez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9"/>
            <p:cNvSpPr/>
            <p:nvPr/>
          </p:nvSpPr>
          <p:spPr>
            <a:xfrm>
              <a:off x="2221050" y="6118663"/>
              <a:ext cx="130200" cy="130375"/>
            </a:xfrm>
            <a:custGeom>
              <a:rect b="b" l="l" r="r" t="t"/>
              <a:pathLst>
                <a:path extrusionOk="0" h="5215" w="5208">
                  <a:moveTo>
                    <a:pt x="2653" y="0"/>
                  </a:moveTo>
                  <a:cubicBezTo>
                    <a:pt x="1403" y="0"/>
                    <a:pt x="292" y="895"/>
                    <a:pt x="99" y="2150"/>
                  </a:cubicBezTo>
                  <a:lnTo>
                    <a:pt x="99" y="2354"/>
                  </a:lnTo>
                  <a:lnTo>
                    <a:pt x="99" y="2460"/>
                  </a:lnTo>
                  <a:lnTo>
                    <a:pt x="1" y="2460"/>
                  </a:lnTo>
                  <a:lnTo>
                    <a:pt x="1" y="2558"/>
                  </a:lnTo>
                  <a:lnTo>
                    <a:pt x="1" y="2665"/>
                  </a:lnTo>
                  <a:cubicBezTo>
                    <a:pt x="99" y="2967"/>
                    <a:pt x="99" y="3171"/>
                    <a:pt x="205" y="3376"/>
                  </a:cubicBezTo>
                  <a:lnTo>
                    <a:pt x="205" y="3580"/>
                  </a:lnTo>
                  <a:lnTo>
                    <a:pt x="303" y="3686"/>
                  </a:lnTo>
                  <a:lnTo>
                    <a:pt x="303" y="3784"/>
                  </a:lnTo>
                  <a:lnTo>
                    <a:pt x="409" y="3891"/>
                  </a:lnTo>
                  <a:cubicBezTo>
                    <a:pt x="409" y="3989"/>
                    <a:pt x="409" y="3989"/>
                    <a:pt x="507" y="4095"/>
                  </a:cubicBezTo>
                  <a:lnTo>
                    <a:pt x="614" y="4193"/>
                  </a:lnTo>
                  <a:cubicBezTo>
                    <a:pt x="614" y="4299"/>
                    <a:pt x="614" y="4299"/>
                    <a:pt x="712" y="4299"/>
                  </a:cubicBezTo>
                  <a:cubicBezTo>
                    <a:pt x="712" y="4299"/>
                    <a:pt x="712" y="4397"/>
                    <a:pt x="818" y="4397"/>
                  </a:cubicBezTo>
                  <a:lnTo>
                    <a:pt x="818" y="4504"/>
                  </a:lnTo>
                  <a:cubicBezTo>
                    <a:pt x="916" y="4504"/>
                    <a:pt x="916" y="4602"/>
                    <a:pt x="1022" y="4602"/>
                  </a:cubicBezTo>
                  <a:cubicBezTo>
                    <a:pt x="1022" y="4708"/>
                    <a:pt x="1120" y="4708"/>
                    <a:pt x="1227" y="4708"/>
                  </a:cubicBezTo>
                  <a:lnTo>
                    <a:pt x="1227" y="4806"/>
                  </a:lnTo>
                  <a:cubicBezTo>
                    <a:pt x="1325" y="4806"/>
                    <a:pt x="1325" y="4806"/>
                    <a:pt x="1325" y="4912"/>
                  </a:cubicBezTo>
                  <a:lnTo>
                    <a:pt x="1431" y="4912"/>
                  </a:lnTo>
                  <a:cubicBezTo>
                    <a:pt x="1529" y="4912"/>
                    <a:pt x="1529" y="5010"/>
                    <a:pt x="1635" y="5010"/>
                  </a:cubicBezTo>
                  <a:cubicBezTo>
                    <a:pt x="1733" y="5010"/>
                    <a:pt x="1840" y="5117"/>
                    <a:pt x="1840" y="5117"/>
                  </a:cubicBezTo>
                  <a:lnTo>
                    <a:pt x="2142" y="5117"/>
                  </a:lnTo>
                  <a:lnTo>
                    <a:pt x="2142" y="5215"/>
                  </a:lnTo>
                  <a:lnTo>
                    <a:pt x="2453" y="5215"/>
                  </a:lnTo>
                  <a:cubicBezTo>
                    <a:pt x="2861" y="5215"/>
                    <a:pt x="3270" y="5215"/>
                    <a:pt x="3679" y="5010"/>
                  </a:cubicBezTo>
                  <a:cubicBezTo>
                    <a:pt x="3777" y="5010"/>
                    <a:pt x="3777" y="4912"/>
                    <a:pt x="3883" y="4912"/>
                  </a:cubicBezTo>
                  <a:cubicBezTo>
                    <a:pt x="3981" y="4806"/>
                    <a:pt x="4087" y="4806"/>
                    <a:pt x="4087" y="4806"/>
                  </a:cubicBezTo>
                  <a:cubicBezTo>
                    <a:pt x="4186" y="4708"/>
                    <a:pt x="4292" y="4708"/>
                    <a:pt x="4292" y="4602"/>
                  </a:cubicBezTo>
                  <a:cubicBezTo>
                    <a:pt x="4390" y="4504"/>
                    <a:pt x="4594" y="4397"/>
                    <a:pt x="4700" y="4299"/>
                  </a:cubicBezTo>
                  <a:cubicBezTo>
                    <a:pt x="4905" y="3989"/>
                    <a:pt x="5109" y="3580"/>
                    <a:pt x="5207" y="3171"/>
                  </a:cubicBezTo>
                  <a:lnTo>
                    <a:pt x="5207" y="3073"/>
                  </a:lnTo>
                  <a:lnTo>
                    <a:pt x="5207" y="2967"/>
                  </a:lnTo>
                  <a:lnTo>
                    <a:pt x="5207" y="2869"/>
                  </a:lnTo>
                  <a:lnTo>
                    <a:pt x="5207" y="2665"/>
                  </a:lnTo>
                  <a:lnTo>
                    <a:pt x="5207" y="2558"/>
                  </a:lnTo>
                  <a:lnTo>
                    <a:pt x="5207" y="2354"/>
                  </a:lnTo>
                  <a:lnTo>
                    <a:pt x="5207" y="2256"/>
                  </a:lnTo>
                  <a:lnTo>
                    <a:pt x="5207" y="2150"/>
                  </a:lnTo>
                  <a:lnTo>
                    <a:pt x="5207" y="2052"/>
                  </a:lnTo>
                  <a:cubicBezTo>
                    <a:pt x="5207" y="1945"/>
                    <a:pt x="5109" y="1945"/>
                    <a:pt x="5109" y="1847"/>
                  </a:cubicBezTo>
                  <a:lnTo>
                    <a:pt x="5109" y="1741"/>
                  </a:lnTo>
                  <a:lnTo>
                    <a:pt x="5109" y="1643"/>
                  </a:lnTo>
                  <a:cubicBezTo>
                    <a:pt x="5003" y="1643"/>
                    <a:pt x="5003" y="1537"/>
                    <a:pt x="5003" y="1537"/>
                  </a:cubicBezTo>
                  <a:lnTo>
                    <a:pt x="5003" y="1439"/>
                  </a:lnTo>
                  <a:cubicBezTo>
                    <a:pt x="4905" y="1439"/>
                    <a:pt x="4905" y="1332"/>
                    <a:pt x="4905" y="1332"/>
                  </a:cubicBezTo>
                  <a:cubicBezTo>
                    <a:pt x="4496" y="621"/>
                    <a:pt x="3777" y="106"/>
                    <a:pt x="2861" y="8"/>
                  </a:cubicBezTo>
                  <a:cubicBezTo>
                    <a:pt x="2792" y="3"/>
                    <a:pt x="2722" y="0"/>
                    <a:pt x="2653"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9"/>
            <p:cNvSpPr/>
            <p:nvPr/>
          </p:nvSpPr>
          <p:spPr>
            <a:xfrm>
              <a:off x="2197975" y="6115813"/>
              <a:ext cx="150825" cy="129975"/>
            </a:xfrm>
            <a:custGeom>
              <a:rect b="b" l="l" r="r" t="t"/>
              <a:pathLst>
                <a:path extrusionOk="0" h="5199" w="6033">
                  <a:moveTo>
                    <a:pt x="3045" y="1"/>
                  </a:moveTo>
                  <a:cubicBezTo>
                    <a:pt x="2632" y="1"/>
                    <a:pt x="2216" y="105"/>
                    <a:pt x="1839" y="327"/>
                  </a:cubicBezTo>
                  <a:cubicBezTo>
                    <a:pt x="515" y="940"/>
                    <a:pt x="0" y="2574"/>
                    <a:pt x="719" y="3800"/>
                  </a:cubicBezTo>
                  <a:cubicBezTo>
                    <a:pt x="1146" y="4721"/>
                    <a:pt x="2065" y="5199"/>
                    <a:pt x="2998" y="5199"/>
                  </a:cubicBezTo>
                  <a:cubicBezTo>
                    <a:pt x="3408" y="5199"/>
                    <a:pt x="3819" y="5107"/>
                    <a:pt x="4193" y="4920"/>
                  </a:cubicBezTo>
                  <a:cubicBezTo>
                    <a:pt x="5517" y="4209"/>
                    <a:pt x="6032" y="2672"/>
                    <a:pt x="5313" y="1446"/>
                  </a:cubicBezTo>
                  <a:cubicBezTo>
                    <a:pt x="4888" y="530"/>
                    <a:pt x="3974" y="1"/>
                    <a:pt x="3045" y="1"/>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9"/>
            <p:cNvSpPr/>
            <p:nvPr/>
          </p:nvSpPr>
          <p:spPr>
            <a:xfrm>
              <a:off x="2231275" y="6123963"/>
              <a:ext cx="117525" cy="122175"/>
            </a:xfrm>
            <a:custGeom>
              <a:rect b="b" l="l" r="r" t="t"/>
              <a:pathLst>
                <a:path extrusionOk="0" h="4887" w="4701">
                  <a:moveTo>
                    <a:pt x="2861" y="1"/>
                  </a:moveTo>
                  <a:lnTo>
                    <a:pt x="2861" y="1"/>
                  </a:lnTo>
                  <a:cubicBezTo>
                    <a:pt x="3163" y="205"/>
                    <a:pt x="3368" y="409"/>
                    <a:pt x="3474" y="712"/>
                  </a:cubicBezTo>
                  <a:cubicBezTo>
                    <a:pt x="4185" y="2044"/>
                    <a:pt x="3678" y="3572"/>
                    <a:pt x="2452" y="4292"/>
                  </a:cubicBezTo>
                  <a:cubicBezTo>
                    <a:pt x="2044" y="4496"/>
                    <a:pt x="1609" y="4598"/>
                    <a:pt x="1187" y="4598"/>
                  </a:cubicBezTo>
                  <a:cubicBezTo>
                    <a:pt x="765" y="4598"/>
                    <a:pt x="356" y="4496"/>
                    <a:pt x="0" y="4292"/>
                  </a:cubicBezTo>
                  <a:lnTo>
                    <a:pt x="0" y="4292"/>
                  </a:lnTo>
                  <a:cubicBezTo>
                    <a:pt x="498" y="4665"/>
                    <a:pt x="1108" y="4887"/>
                    <a:pt x="1718" y="4887"/>
                  </a:cubicBezTo>
                  <a:cubicBezTo>
                    <a:pt x="2109" y="4887"/>
                    <a:pt x="2500" y="4795"/>
                    <a:pt x="2861" y="4594"/>
                  </a:cubicBezTo>
                  <a:cubicBezTo>
                    <a:pt x="4185" y="3883"/>
                    <a:pt x="4700" y="2346"/>
                    <a:pt x="3981" y="1120"/>
                  </a:cubicBezTo>
                  <a:cubicBezTo>
                    <a:pt x="3777" y="614"/>
                    <a:pt x="3368" y="205"/>
                    <a:pt x="2861" y="1"/>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9"/>
            <p:cNvSpPr/>
            <p:nvPr/>
          </p:nvSpPr>
          <p:spPr>
            <a:xfrm>
              <a:off x="2215950" y="6151963"/>
              <a:ext cx="117525" cy="66425"/>
            </a:xfrm>
            <a:custGeom>
              <a:rect b="b" l="l" r="r" t="t"/>
              <a:pathLst>
                <a:path extrusionOk="0" h="2657" w="4701">
                  <a:moveTo>
                    <a:pt x="4594" y="0"/>
                  </a:moveTo>
                  <a:lnTo>
                    <a:pt x="0" y="2354"/>
                  </a:lnTo>
                  <a:lnTo>
                    <a:pt x="0" y="2452"/>
                  </a:lnTo>
                  <a:lnTo>
                    <a:pt x="205" y="2657"/>
                  </a:lnTo>
                  <a:lnTo>
                    <a:pt x="4700" y="311"/>
                  </a:lnTo>
                  <a:lnTo>
                    <a:pt x="4700" y="0"/>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9"/>
            <p:cNvSpPr/>
            <p:nvPr/>
          </p:nvSpPr>
          <p:spPr>
            <a:xfrm>
              <a:off x="2213300" y="6146863"/>
              <a:ext cx="120175" cy="69075"/>
            </a:xfrm>
            <a:custGeom>
              <a:rect b="b" l="l" r="r" t="t"/>
              <a:pathLst>
                <a:path extrusionOk="0" h="2763" w="4807">
                  <a:moveTo>
                    <a:pt x="4602" y="0"/>
                  </a:moveTo>
                  <a:lnTo>
                    <a:pt x="0" y="2452"/>
                  </a:lnTo>
                  <a:lnTo>
                    <a:pt x="106" y="2558"/>
                  </a:lnTo>
                  <a:cubicBezTo>
                    <a:pt x="106" y="2656"/>
                    <a:pt x="106" y="2656"/>
                    <a:pt x="204" y="2763"/>
                  </a:cubicBezTo>
                  <a:lnTo>
                    <a:pt x="4806" y="311"/>
                  </a:lnTo>
                  <a:lnTo>
                    <a:pt x="4700" y="204"/>
                  </a:lnTo>
                  <a:cubicBezTo>
                    <a:pt x="4700" y="106"/>
                    <a:pt x="4700" y="106"/>
                    <a:pt x="4602" y="0"/>
                  </a:cubicBez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9"/>
            <p:cNvSpPr/>
            <p:nvPr/>
          </p:nvSpPr>
          <p:spPr>
            <a:xfrm>
              <a:off x="2376750" y="6036913"/>
              <a:ext cx="130400" cy="130400"/>
            </a:xfrm>
            <a:custGeom>
              <a:rect b="b" l="l" r="r" t="t"/>
              <a:pathLst>
                <a:path extrusionOk="0" h="5216" w="5216">
                  <a:moveTo>
                    <a:pt x="2654" y="1"/>
                  </a:moveTo>
                  <a:cubicBezTo>
                    <a:pt x="1411" y="1"/>
                    <a:pt x="295" y="896"/>
                    <a:pt x="1" y="2150"/>
                  </a:cubicBezTo>
                  <a:lnTo>
                    <a:pt x="1" y="2355"/>
                  </a:lnTo>
                  <a:lnTo>
                    <a:pt x="1" y="2461"/>
                  </a:lnTo>
                  <a:lnTo>
                    <a:pt x="1" y="2559"/>
                  </a:lnTo>
                  <a:lnTo>
                    <a:pt x="1" y="2665"/>
                  </a:lnTo>
                  <a:cubicBezTo>
                    <a:pt x="1" y="2968"/>
                    <a:pt x="107" y="3172"/>
                    <a:pt x="107" y="3376"/>
                  </a:cubicBezTo>
                  <a:cubicBezTo>
                    <a:pt x="205" y="3483"/>
                    <a:pt x="205" y="3581"/>
                    <a:pt x="205" y="3581"/>
                  </a:cubicBezTo>
                  <a:lnTo>
                    <a:pt x="205" y="3687"/>
                  </a:lnTo>
                  <a:cubicBezTo>
                    <a:pt x="311" y="3687"/>
                    <a:pt x="311" y="3785"/>
                    <a:pt x="311" y="3785"/>
                  </a:cubicBezTo>
                  <a:lnTo>
                    <a:pt x="311" y="3891"/>
                  </a:lnTo>
                  <a:cubicBezTo>
                    <a:pt x="410" y="3891"/>
                    <a:pt x="410" y="3989"/>
                    <a:pt x="410" y="4096"/>
                  </a:cubicBezTo>
                  <a:lnTo>
                    <a:pt x="516" y="4096"/>
                  </a:lnTo>
                  <a:cubicBezTo>
                    <a:pt x="516" y="4096"/>
                    <a:pt x="516" y="4194"/>
                    <a:pt x="614" y="4194"/>
                  </a:cubicBezTo>
                  <a:lnTo>
                    <a:pt x="614" y="4300"/>
                  </a:lnTo>
                  <a:cubicBezTo>
                    <a:pt x="720" y="4300"/>
                    <a:pt x="720" y="4398"/>
                    <a:pt x="720" y="4398"/>
                  </a:cubicBezTo>
                  <a:lnTo>
                    <a:pt x="818" y="4504"/>
                  </a:lnTo>
                  <a:lnTo>
                    <a:pt x="924" y="4602"/>
                  </a:lnTo>
                  <a:cubicBezTo>
                    <a:pt x="1023" y="4709"/>
                    <a:pt x="1129" y="4709"/>
                    <a:pt x="1129" y="4709"/>
                  </a:cubicBezTo>
                  <a:cubicBezTo>
                    <a:pt x="1129" y="4807"/>
                    <a:pt x="1227" y="4807"/>
                    <a:pt x="1227" y="4807"/>
                  </a:cubicBezTo>
                  <a:cubicBezTo>
                    <a:pt x="1227" y="4807"/>
                    <a:pt x="1333" y="4807"/>
                    <a:pt x="1333" y="4913"/>
                  </a:cubicBezTo>
                  <a:lnTo>
                    <a:pt x="1431" y="4913"/>
                  </a:lnTo>
                  <a:cubicBezTo>
                    <a:pt x="1431" y="4913"/>
                    <a:pt x="1537" y="5011"/>
                    <a:pt x="1636" y="5011"/>
                  </a:cubicBezTo>
                  <a:cubicBezTo>
                    <a:pt x="1636" y="5011"/>
                    <a:pt x="1742" y="5117"/>
                    <a:pt x="1840" y="5117"/>
                  </a:cubicBezTo>
                  <a:lnTo>
                    <a:pt x="2150" y="5117"/>
                  </a:lnTo>
                  <a:cubicBezTo>
                    <a:pt x="2249" y="5215"/>
                    <a:pt x="2249" y="5215"/>
                    <a:pt x="2355" y="5215"/>
                  </a:cubicBezTo>
                  <a:cubicBezTo>
                    <a:pt x="2862" y="5215"/>
                    <a:pt x="3270" y="5215"/>
                    <a:pt x="3679" y="5011"/>
                  </a:cubicBezTo>
                  <a:cubicBezTo>
                    <a:pt x="3679" y="5011"/>
                    <a:pt x="3785" y="4913"/>
                    <a:pt x="3883" y="4913"/>
                  </a:cubicBezTo>
                  <a:cubicBezTo>
                    <a:pt x="3883" y="4807"/>
                    <a:pt x="3989" y="4807"/>
                    <a:pt x="4088" y="4807"/>
                  </a:cubicBezTo>
                  <a:lnTo>
                    <a:pt x="4292" y="4602"/>
                  </a:lnTo>
                  <a:lnTo>
                    <a:pt x="4602" y="4300"/>
                  </a:lnTo>
                  <a:cubicBezTo>
                    <a:pt x="4905" y="3989"/>
                    <a:pt x="5011" y="3581"/>
                    <a:pt x="5109" y="3172"/>
                  </a:cubicBezTo>
                  <a:lnTo>
                    <a:pt x="5215" y="3074"/>
                  </a:lnTo>
                  <a:lnTo>
                    <a:pt x="5215" y="2968"/>
                  </a:lnTo>
                  <a:lnTo>
                    <a:pt x="5215" y="2870"/>
                  </a:lnTo>
                  <a:lnTo>
                    <a:pt x="5215" y="2665"/>
                  </a:lnTo>
                  <a:lnTo>
                    <a:pt x="5215" y="2559"/>
                  </a:lnTo>
                  <a:lnTo>
                    <a:pt x="5215" y="2355"/>
                  </a:lnTo>
                  <a:lnTo>
                    <a:pt x="5215" y="2257"/>
                  </a:lnTo>
                  <a:lnTo>
                    <a:pt x="5215" y="2150"/>
                  </a:lnTo>
                  <a:lnTo>
                    <a:pt x="5109" y="2052"/>
                  </a:lnTo>
                  <a:lnTo>
                    <a:pt x="5109" y="1848"/>
                  </a:lnTo>
                  <a:lnTo>
                    <a:pt x="5109" y="1742"/>
                  </a:lnTo>
                  <a:cubicBezTo>
                    <a:pt x="5011" y="1742"/>
                    <a:pt x="5011" y="1644"/>
                    <a:pt x="5011" y="1644"/>
                  </a:cubicBezTo>
                  <a:lnTo>
                    <a:pt x="5011" y="1537"/>
                  </a:lnTo>
                  <a:lnTo>
                    <a:pt x="4905" y="1439"/>
                  </a:lnTo>
                  <a:lnTo>
                    <a:pt x="4905" y="1333"/>
                  </a:lnTo>
                  <a:cubicBezTo>
                    <a:pt x="4496" y="622"/>
                    <a:pt x="3679" y="107"/>
                    <a:pt x="2862" y="9"/>
                  </a:cubicBezTo>
                  <a:cubicBezTo>
                    <a:pt x="2792" y="3"/>
                    <a:pt x="2723" y="1"/>
                    <a:pt x="2654" y="1"/>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9"/>
            <p:cNvSpPr/>
            <p:nvPr/>
          </p:nvSpPr>
          <p:spPr>
            <a:xfrm>
              <a:off x="2353875" y="6034013"/>
              <a:ext cx="148175" cy="130050"/>
            </a:xfrm>
            <a:custGeom>
              <a:rect b="b" l="l" r="r" t="t"/>
              <a:pathLst>
                <a:path extrusionOk="0" h="5202" w="5927">
                  <a:moveTo>
                    <a:pt x="3007" y="1"/>
                  </a:moveTo>
                  <a:cubicBezTo>
                    <a:pt x="2584" y="1"/>
                    <a:pt x="2149" y="105"/>
                    <a:pt x="1733" y="329"/>
                  </a:cubicBezTo>
                  <a:cubicBezTo>
                    <a:pt x="507" y="942"/>
                    <a:pt x="0" y="2577"/>
                    <a:pt x="712" y="3803"/>
                  </a:cubicBezTo>
                  <a:cubicBezTo>
                    <a:pt x="1138" y="4723"/>
                    <a:pt x="2010" y="5202"/>
                    <a:pt x="2947" y="5202"/>
                  </a:cubicBezTo>
                  <a:cubicBezTo>
                    <a:pt x="3358" y="5202"/>
                    <a:pt x="3782" y="5110"/>
                    <a:pt x="4185" y="4923"/>
                  </a:cubicBezTo>
                  <a:cubicBezTo>
                    <a:pt x="5411" y="4212"/>
                    <a:pt x="5926" y="2675"/>
                    <a:pt x="5313" y="1351"/>
                  </a:cubicBezTo>
                  <a:cubicBezTo>
                    <a:pt x="4818" y="508"/>
                    <a:pt x="3940" y="1"/>
                    <a:pt x="3007" y="1"/>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9"/>
            <p:cNvSpPr/>
            <p:nvPr/>
          </p:nvSpPr>
          <p:spPr>
            <a:xfrm>
              <a:off x="2386975" y="6042238"/>
              <a:ext cx="115075" cy="122175"/>
            </a:xfrm>
            <a:custGeom>
              <a:rect b="b" l="l" r="r" t="t"/>
              <a:pathLst>
                <a:path extrusionOk="0" h="4887" w="4603">
                  <a:moveTo>
                    <a:pt x="2861" y="0"/>
                  </a:moveTo>
                  <a:cubicBezTo>
                    <a:pt x="3066" y="205"/>
                    <a:pt x="3270" y="409"/>
                    <a:pt x="3474" y="711"/>
                  </a:cubicBezTo>
                  <a:cubicBezTo>
                    <a:pt x="4193" y="2044"/>
                    <a:pt x="3679" y="3572"/>
                    <a:pt x="2354" y="4291"/>
                  </a:cubicBezTo>
                  <a:cubicBezTo>
                    <a:pt x="2021" y="4481"/>
                    <a:pt x="1646" y="4559"/>
                    <a:pt x="1268" y="4559"/>
                  </a:cubicBezTo>
                  <a:cubicBezTo>
                    <a:pt x="829" y="4559"/>
                    <a:pt x="387" y="4454"/>
                    <a:pt x="1" y="4291"/>
                  </a:cubicBezTo>
                  <a:lnTo>
                    <a:pt x="1" y="4291"/>
                  </a:lnTo>
                  <a:cubicBezTo>
                    <a:pt x="498" y="4665"/>
                    <a:pt x="1111" y="4886"/>
                    <a:pt x="1721" y="4886"/>
                  </a:cubicBezTo>
                  <a:cubicBezTo>
                    <a:pt x="2113" y="4886"/>
                    <a:pt x="2503" y="4795"/>
                    <a:pt x="2861" y="4594"/>
                  </a:cubicBezTo>
                  <a:cubicBezTo>
                    <a:pt x="4087" y="3883"/>
                    <a:pt x="4602" y="2346"/>
                    <a:pt x="3989" y="1022"/>
                  </a:cubicBezTo>
                  <a:cubicBezTo>
                    <a:pt x="3679" y="613"/>
                    <a:pt x="3270" y="205"/>
                    <a:pt x="2861"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9"/>
            <p:cNvSpPr/>
            <p:nvPr/>
          </p:nvSpPr>
          <p:spPr>
            <a:xfrm>
              <a:off x="2371650" y="6070238"/>
              <a:ext cx="117525" cy="66425"/>
            </a:xfrm>
            <a:custGeom>
              <a:rect b="b" l="l" r="r" t="t"/>
              <a:pathLst>
                <a:path extrusionOk="0" h="2657" w="4701">
                  <a:moveTo>
                    <a:pt x="4602" y="0"/>
                  </a:moveTo>
                  <a:lnTo>
                    <a:pt x="1" y="2354"/>
                  </a:lnTo>
                  <a:lnTo>
                    <a:pt x="1" y="2452"/>
                  </a:lnTo>
                  <a:cubicBezTo>
                    <a:pt x="1" y="2558"/>
                    <a:pt x="107" y="2558"/>
                    <a:pt x="107" y="2656"/>
                  </a:cubicBezTo>
                  <a:lnTo>
                    <a:pt x="4700" y="311"/>
                  </a:lnTo>
                  <a:cubicBezTo>
                    <a:pt x="4700" y="204"/>
                    <a:pt x="4700" y="106"/>
                    <a:pt x="4602"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9"/>
            <p:cNvSpPr/>
            <p:nvPr/>
          </p:nvSpPr>
          <p:spPr>
            <a:xfrm>
              <a:off x="2369200" y="6065113"/>
              <a:ext cx="117525" cy="69100"/>
            </a:xfrm>
            <a:custGeom>
              <a:rect b="b" l="l" r="r" t="t"/>
              <a:pathLst>
                <a:path extrusionOk="0" h="2764" w="4701">
                  <a:moveTo>
                    <a:pt x="4594" y="1"/>
                  </a:moveTo>
                  <a:lnTo>
                    <a:pt x="0" y="2453"/>
                  </a:lnTo>
                  <a:cubicBezTo>
                    <a:pt x="0" y="2453"/>
                    <a:pt x="0" y="2559"/>
                    <a:pt x="99" y="2559"/>
                  </a:cubicBezTo>
                  <a:lnTo>
                    <a:pt x="99" y="2763"/>
                  </a:lnTo>
                  <a:lnTo>
                    <a:pt x="4700" y="311"/>
                  </a:lnTo>
                  <a:lnTo>
                    <a:pt x="4700" y="107"/>
                  </a:lnTo>
                  <a:cubicBezTo>
                    <a:pt x="4700" y="107"/>
                    <a:pt x="4594" y="107"/>
                    <a:pt x="4594" y="1"/>
                  </a:cubicBez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9"/>
            <p:cNvSpPr/>
            <p:nvPr/>
          </p:nvSpPr>
          <p:spPr>
            <a:xfrm>
              <a:off x="1832825" y="6506888"/>
              <a:ext cx="130175" cy="130400"/>
            </a:xfrm>
            <a:custGeom>
              <a:rect b="b" l="l" r="r" t="t"/>
              <a:pathLst>
                <a:path extrusionOk="0" h="5216" w="5207">
                  <a:moveTo>
                    <a:pt x="2652" y="0"/>
                  </a:moveTo>
                  <a:cubicBezTo>
                    <a:pt x="1403" y="0"/>
                    <a:pt x="292" y="896"/>
                    <a:pt x="98" y="2150"/>
                  </a:cubicBezTo>
                  <a:lnTo>
                    <a:pt x="0" y="2150"/>
                  </a:lnTo>
                  <a:lnTo>
                    <a:pt x="0" y="2355"/>
                  </a:lnTo>
                  <a:lnTo>
                    <a:pt x="0" y="2461"/>
                  </a:lnTo>
                  <a:lnTo>
                    <a:pt x="0" y="2559"/>
                  </a:lnTo>
                  <a:lnTo>
                    <a:pt x="0" y="2665"/>
                  </a:lnTo>
                  <a:cubicBezTo>
                    <a:pt x="0" y="2968"/>
                    <a:pt x="98" y="3172"/>
                    <a:pt x="98" y="3376"/>
                  </a:cubicBezTo>
                  <a:cubicBezTo>
                    <a:pt x="205" y="3482"/>
                    <a:pt x="205" y="3581"/>
                    <a:pt x="205" y="3581"/>
                  </a:cubicBezTo>
                  <a:lnTo>
                    <a:pt x="205" y="3687"/>
                  </a:lnTo>
                  <a:cubicBezTo>
                    <a:pt x="303" y="3687"/>
                    <a:pt x="303" y="3785"/>
                    <a:pt x="303" y="3785"/>
                  </a:cubicBezTo>
                  <a:lnTo>
                    <a:pt x="303" y="3891"/>
                  </a:lnTo>
                  <a:lnTo>
                    <a:pt x="507" y="4095"/>
                  </a:lnTo>
                  <a:cubicBezTo>
                    <a:pt x="507" y="4095"/>
                    <a:pt x="507" y="4194"/>
                    <a:pt x="613" y="4300"/>
                  </a:cubicBezTo>
                  <a:cubicBezTo>
                    <a:pt x="711" y="4300"/>
                    <a:pt x="711" y="4398"/>
                    <a:pt x="711" y="4398"/>
                  </a:cubicBezTo>
                  <a:cubicBezTo>
                    <a:pt x="818" y="4398"/>
                    <a:pt x="818" y="4504"/>
                    <a:pt x="818" y="4504"/>
                  </a:cubicBezTo>
                  <a:lnTo>
                    <a:pt x="916" y="4602"/>
                  </a:lnTo>
                  <a:lnTo>
                    <a:pt x="1022" y="4602"/>
                  </a:lnTo>
                  <a:cubicBezTo>
                    <a:pt x="1022" y="4708"/>
                    <a:pt x="1120" y="4708"/>
                    <a:pt x="1120" y="4807"/>
                  </a:cubicBezTo>
                  <a:lnTo>
                    <a:pt x="1226" y="4807"/>
                  </a:lnTo>
                  <a:cubicBezTo>
                    <a:pt x="1226" y="4807"/>
                    <a:pt x="1324" y="4807"/>
                    <a:pt x="1324" y="4913"/>
                  </a:cubicBezTo>
                  <a:lnTo>
                    <a:pt x="1431" y="4913"/>
                  </a:lnTo>
                  <a:cubicBezTo>
                    <a:pt x="1431" y="4913"/>
                    <a:pt x="1529" y="5011"/>
                    <a:pt x="1635" y="5011"/>
                  </a:cubicBezTo>
                  <a:cubicBezTo>
                    <a:pt x="1733" y="5011"/>
                    <a:pt x="1733" y="5117"/>
                    <a:pt x="1839" y="5117"/>
                  </a:cubicBezTo>
                  <a:lnTo>
                    <a:pt x="2044" y="5117"/>
                  </a:lnTo>
                  <a:cubicBezTo>
                    <a:pt x="2044" y="5117"/>
                    <a:pt x="2142" y="5117"/>
                    <a:pt x="2142" y="5215"/>
                  </a:cubicBezTo>
                  <a:lnTo>
                    <a:pt x="2346" y="5215"/>
                  </a:lnTo>
                  <a:cubicBezTo>
                    <a:pt x="2861" y="5215"/>
                    <a:pt x="3270" y="5215"/>
                    <a:pt x="3678" y="5011"/>
                  </a:cubicBezTo>
                  <a:cubicBezTo>
                    <a:pt x="3678" y="5011"/>
                    <a:pt x="3776" y="4913"/>
                    <a:pt x="3883" y="4913"/>
                  </a:cubicBezTo>
                  <a:cubicBezTo>
                    <a:pt x="3981" y="4807"/>
                    <a:pt x="3981" y="4807"/>
                    <a:pt x="4087" y="4807"/>
                  </a:cubicBezTo>
                  <a:lnTo>
                    <a:pt x="4291" y="4602"/>
                  </a:lnTo>
                  <a:lnTo>
                    <a:pt x="4594" y="4300"/>
                  </a:lnTo>
                  <a:cubicBezTo>
                    <a:pt x="4904" y="3989"/>
                    <a:pt x="5109" y="3581"/>
                    <a:pt x="5109" y="3172"/>
                  </a:cubicBezTo>
                  <a:lnTo>
                    <a:pt x="5207" y="3172"/>
                  </a:lnTo>
                  <a:lnTo>
                    <a:pt x="5207" y="3074"/>
                  </a:lnTo>
                  <a:lnTo>
                    <a:pt x="5207" y="2968"/>
                  </a:lnTo>
                  <a:lnTo>
                    <a:pt x="5207" y="2869"/>
                  </a:lnTo>
                  <a:lnTo>
                    <a:pt x="5207" y="2665"/>
                  </a:lnTo>
                  <a:lnTo>
                    <a:pt x="5207" y="2559"/>
                  </a:lnTo>
                  <a:lnTo>
                    <a:pt x="5207" y="2355"/>
                  </a:lnTo>
                  <a:lnTo>
                    <a:pt x="5207" y="2256"/>
                  </a:lnTo>
                  <a:lnTo>
                    <a:pt x="5207" y="2150"/>
                  </a:lnTo>
                  <a:lnTo>
                    <a:pt x="5207" y="2052"/>
                  </a:lnTo>
                  <a:cubicBezTo>
                    <a:pt x="5109" y="1946"/>
                    <a:pt x="5109" y="1946"/>
                    <a:pt x="5109" y="1848"/>
                  </a:cubicBezTo>
                  <a:lnTo>
                    <a:pt x="5109" y="1742"/>
                  </a:lnTo>
                  <a:lnTo>
                    <a:pt x="5002" y="1643"/>
                  </a:lnTo>
                  <a:lnTo>
                    <a:pt x="5002" y="1537"/>
                  </a:lnTo>
                  <a:lnTo>
                    <a:pt x="4904" y="1439"/>
                  </a:lnTo>
                  <a:lnTo>
                    <a:pt x="4904" y="1333"/>
                  </a:lnTo>
                  <a:cubicBezTo>
                    <a:pt x="4496" y="622"/>
                    <a:pt x="3776" y="107"/>
                    <a:pt x="2861" y="9"/>
                  </a:cubicBezTo>
                  <a:cubicBezTo>
                    <a:pt x="2791" y="3"/>
                    <a:pt x="2722" y="0"/>
                    <a:pt x="2652"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9"/>
            <p:cNvSpPr/>
            <p:nvPr/>
          </p:nvSpPr>
          <p:spPr>
            <a:xfrm>
              <a:off x="1809725" y="6504063"/>
              <a:ext cx="148175" cy="129975"/>
            </a:xfrm>
            <a:custGeom>
              <a:rect b="b" l="l" r="r" t="t"/>
              <a:pathLst>
                <a:path extrusionOk="0" h="5199" w="5927">
                  <a:moveTo>
                    <a:pt x="2994" y="0"/>
                  </a:moveTo>
                  <a:cubicBezTo>
                    <a:pt x="2577" y="0"/>
                    <a:pt x="2149" y="105"/>
                    <a:pt x="1742" y="326"/>
                  </a:cubicBezTo>
                  <a:cubicBezTo>
                    <a:pt x="516" y="939"/>
                    <a:pt x="1" y="2574"/>
                    <a:pt x="720" y="3800"/>
                  </a:cubicBezTo>
                  <a:cubicBezTo>
                    <a:pt x="1146" y="4720"/>
                    <a:pt x="2066" y="5198"/>
                    <a:pt x="2999" y="5198"/>
                  </a:cubicBezTo>
                  <a:cubicBezTo>
                    <a:pt x="3408" y="5198"/>
                    <a:pt x="3820" y="5106"/>
                    <a:pt x="4194" y="4920"/>
                  </a:cubicBezTo>
                  <a:cubicBezTo>
                    <a:pt x="5518" y="4208"/>
                    <a:pt x="5926" y="2672"/>
                    <a:pt x="5313" y="1446"/>
                  </a:cubicBezTo>
                  <a:cubicBezTo>
                    <a:pt x="4821" y="529"/>
                    <a:pt x="3933" y="0"/>
                    <a:pt x="2994" y="0"/>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9"/>
            <p:cNvSpPr/>
            <p:nvPr/>
          </p:nvSpPr>
          <p:spPr>
            <a:xfrm>
              <a:off x="1843025" y="6512213"/>
              <a:ext cx="114875" cy="122175"/>
            </a:xfrm>
            <a:custGeom>
              <a:rect b="b" l="l" r="r" t="t"/>
              <a:pathLst>
                <a:path extrusionOk="0" h="4887" w="4595">
                  <a:moveTo>
                    <a:pt x="2862" y="0"/>
                  </a:moveTo>
                  <a:lnTo>
                    <a:pt x="2862" y="0"/>
                  </a:lnTo>
                  <a:cubicBezTo>
                    <a:pt x="3066" y="204"/>
                    <a:pt x="3270" y="409"/>
                    <a:pt x="3475" y="711"/>
                  </a:cubicBezTo>
                  <a:cubicBezTo>
                    <a:pt x="4186" y="2043"/>
                    <a:pt x="3679" y="3572"/>
                    <a:pt x="2347" y="4291"/>
                  </a:cubicBezTo>
                  <a:cubicBezTo>
                    <a:pt x="1991" y="4495"/>
                    <a:pt x="1582" y="4598"/>
                    <a:pt x="1174" y="4598"/>
                  </a:cubicBezTo>
                  <a:cubicBezTo>
                    <a:pt x="765" y="4598"/>
                    <a:pt x="356" y="4495"/>
                    <a:pt x="1" y="4291"/>
                  </a:cubicBezTo>
                  <a:lnTo>
                    <a:pt x="1" y="4291"/>
                  </a:lnTo>
                  <a:cubicBezTo>
                    <a:pt x="499" y="4664"/>
                    <a:pt x="1109" y="4886"/>
                    <a:pt x="1718" y="4886"/>
                  </a:cubicBezTo>
                  <a:cubicBezTo>
                    <a:pt x="2109" y="4886"/>
                    <a:pt x="2501" y="4795"/>
                    <a:pt x="2862" y="4594"/>
                  </a:cubicBezTo>
                  <a:cubicBezTo>
                    <a:pt x="4186" y="3882"/>
                    <a:pt x="4594" y="2346"/>
                    <a:pt x="3981" y="1120"/>
                  </a:cubicBezTo>
                  <a:cubicBezTo>
                    <a:pt x="3679" y="613"/>
                    <a:pt x="3270" y="204"/>
                    <a:pt x="2862"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9"/>
            <p:cNvSpPr/>
            <p:nvPr/>
          </p:nvSpPr>
          <p:spPr>
            <a:xfrm>
              <a:off x="1827700" y="6540188"/>
              <a:ext cx="117525" cy="66450"/>
            </a:xfrm>
            <a:custGeom>
              <a:rect b="b" l="l" r="r" t="t"/>
              <a:pathLst>
                <a:path extrusionOk="0" h="2658" w="4701">
                  <a:moveTo>
                    <a:pt x="4594" y="1"/>
                  </a:moveTo>
                  <a:lnTo>
                    <a:pt x="1" y="2355"/>
                  </a:lnTo>
                  <a:lnTo>
                    <a:pt x="1" y="2453"/>
                  </a:lnTo>
                  <a:cubicBezTo>
                    <a:pt x="99" y="2559"/>
                    <a:pt x="99" y="2559"/>
                    <a:pt x="99" y="2657"/>
                  </a:cubicBezTo>
                  <a:lnTo>
                    <a:pt x="4701" y="311"/>
                  </a:lnTo>
                  <a:cubicBezTo>
                    <a:pt x="4701" y="205"/>
                    <a:pt x="4701" y="107"/>
                    <a:pt x="4594" y="1"/>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9"/>
            <p:cNvSpPr/>
            <p:nvPr/>
          </p:nvSpPr>
          <p:spPr>
            <a:xfrm>
              <a:off x="1825050" y="6535088"/>
              <a:ext cx="120175" cy="69100"/>
            </a:xfrm>
            <a:custGeom>
              <a:rect b="b" l="l" r="r" t="t"/>
              <a:pathLst>
                <a:path extrusionOk="0" h="2764" w="4807">
                  <a:moveTo>
                    <a:pt x="4602" y="1"/>
                  </a:moveTo>
                  <a:lnTo>
                    <a:pt x="1" y="2453"/>
                  </a:lnTo>
                  <a:cubicBezTo>
                    <a:pt x="1" y="2453"/>
                    <a:pt x="1" y="2559"/>
                    <a:pt x="107" y="2559"/>
                  </a:cubicBezTo>
                  <a:lnTo>
                    <a:pt x="107" y="2763"/>
                  </a:lnTo>
                  <a:lnTo>
                    <a:pt x="4807" y="311"/>
                  </a:lnTo>
                  <a:cubicBezTo>
                    <a:pt x="4700" y="311"/>
                    <a:pt x="4700" y="205"/>
                    <a:pt x="4700" y="205"/>
                  </a:cubicBezTo>
                  <a:cubicBezTo>
                    <a:pt x="4700" y="107"/>
                    <a:pt x="4602" y="107"/>
                    <a:pt x="4602" y="1"/>
                  </a:cubicBez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9"/>
            <p:cNvSpPr/>
            <p:nvPr/>
          </p:nvSpPr>
          <p:spPr>
            <a:xfrm>
              <a:off x="1988525" y="6425163"/>
              <a:ext cx="130400" cy="130375"/>
            </a:xfrm>
            <a:custGeom>
              <a:rect b="b" l="l" r="r" t="t"/>
              <a:pathLst>
                <a:path extrusionOk="0" h="5215" w="5216">
                  <a:moveTo>
                    <a:pt x="2638" y="0"/>
                  </a:moveTo>
                  <a:cubicBezTo>
                    <a:pt x="1305" y="0"/>
                    <a:pt x="194" y="895"/>
                    <a:pt x="0" y="2150"/>
                  </a:cubicBezTo>
                  <a:lnTo>
                    <a:pt x="0" y="2354"/>
                  </a:lnTo>
                  <a:lnTo>
                    <a:pt x="0" y="2460"/>
                  </a:lnTo>
                  <a:lnTo>
                    <a:pt x="0" y="2558"/>
                  </a:lnTo>
                  <a:lnTo>
                    <a:pt x="0" y="2665"/>
                  </a:lnTo>
                  <a:cubicBezTo>
                    <a:pt x="0" y="2967"/>
                    <a:pt x="0" y="3171"/>
                    <a:pt x="107" y="3376"/>
                  </a:cubicBezTo>
                  <a:cubicBezTo>
                    <a:pt x="107" y="3482"/>
                    <a:pt x="107" y="3580"/>
                    <a:pt x="205" y="3580"/>
                  </a:cubicBezTo>
                  <a:lnTo>
                    <a:pt x="205" y="3686"/>
                  </a:lnTo>
                  <a:cubicBezTo>
                    <a:pt x="205" y="3686"/>
                    <a:pt x="205" y="3785"/>
                    <a:pt x="311" y="3785"/>
                  </a:cubicBezTo>
                  <a:lnTo>
                    <a:pt x="311" y="3891"/>
                  </a:lnTo>
                  <a:cubicBezTo>
                    <a:pt x="311" y="3989"/>
                    <a:pt x="409" y="3989"/>
                    <a:pt x="409" y="4095"/>
                  </a:cubicBezTo>
                  <a:cubicBezTo>
                    <a:pt x="515" y="4095"/>
                    <a:pt x="515" y="4193"/>
                    <a:pt x="515" y="4193"/>
                  </a:cubicBezTo>
                  <a:lnTo>
                    <a:pt x="613" y="4299"/>
                  </a:lnTo>
                  <a:lnTo>
                    <a:pt x="720" y="4398"/>
                  </a:lnTo>
                  <a:lnTo>
                    <a:pt x="720" y="4504"/>
                  </a:lnTo>
                  <a:cubicBezTo>
                    <a:pt x="818" y="4504"/>
                    <a:pt x="818" y="4602"/>
                    <a:pt x="924" y="4602"/>
                  </a:cubicBezTo>
                  <a:cubicBezTo>
                    <a:pt x="1022" y="4708"/>
                    <a:pt x="1022" y="4708"/>
                    <a:pt x="1128" y="4708"/>
                  </a:cubicBezTo>
                  <a:lnTo>
                    <a:pt x="1128" y="4806"/>
                  </a:lnTo>
                  <a:cubicBezTo>
                    <a:pt x="1226" y="4806"/>
                    <a:pt x="1226" y="4806"/>
                    <a:pt x="1333" y="4912"/>
                  </a:cubicBezTo>
                  <a:cubicBezTo>
                    <a:pt x="1431" y="4912"/>
                    <a:pt x="1537" y="5011"/>
                    <a:pt x="1537" y="5011"/>
                  </a:cubicBezTo>
                  <a:cubicBezTo>
                    <a:pt x="1635" y="5011"/>
                    <a:pt x="1741" y="5117"/>
                    <a:pt x="1839" y="5117"/>
                  </a:cubicBezTo>
                  <a:lnTo>
                    <a:pt x="2150" y="5117"/>
                  </a:lnTo>
                  <a:cubicBezTo>
                    <a:pt x="2150" y="5215"/>
                    <a:pt x="2248" y="5215"/>
                    <a:pt x="2354" y="5215"/>
                  </a:cubicBezTo>
                  <a:cubicBezTo>
                    <a:pt x="2763" y="5215"/>
                    <a:pt x="3172" y="5215"/>
                    <a:pt x="3580" y="5011"/>
                  </a:cubicBezTo>
                  <a:cubicBezTo>
                    <a:pt x="3678" y="5011"/>
                    <a:pt x="3785" y="4912"/>
                    <a:pt x="3785" y="4912"/>
                  </a:cubicBezTo>
                  <a:cubicBezTo>
                    <a:pt x="3883" y="4806"/>
                    <a:pt x="3989" y="4806"/>
                    <a:pt x="4087" y="4806"/>
                  </a:cubicBezTo>
                  <a:cubicBezTo>
                    <a:pt x="4087" y="4708"/>
                    <a:pt x="4193" y="4708"/>
                    <a:pt x="4193" y="4602"/>
                  </a:cubicBezTo>
                  <a:cubicBezTo>
                    <a:pt x="4398" y="4504"/>
                    <a:pt x="4496" y="4398"/>
                    <a:pt x="4602" y="4299"/>
                  </a:cubicBezTo>
                  <a:cubicBezTo>
                    <a:pt x="4806" y="3989"/>
                    <a:pt x="5011" y="3580"/>
                    <a:pt x="5109" y="3171"/>
                  </a:cubicBezTo>
                  <a:lnTo>
                    <a:pt x="5109" y="3073"/>
                  </a:lnTo>
                  <a:lnTo>
                    <a:pt x="5109" y="2967"/>
                  </a:lnTo>
                  <a:lnTo>
                    <a:pt x="5215" y="2967"/>
                  </a:lnTo>
                  <a:lnTo>
                    <a:pt x="5215" y="2869"/>
                  </a:lnTo>
                  <a:lnTo>
                    <a:pt x="5215" y="2665"/>
                  </a:lnTo>
                  <a:lnTo>
                    <a:pt x="5215" y="2558"/>
                  </a:lnTo>
                  <a:lnTo>
                    <a:pt x="5215" y="2354"/>
                  </a:lnTo>
                  <a:lnTo>
                    <a:pt x="5215" y="2256"/>
                  </a:lnTo>
                  <a:cubicBezTo>
                    <a:pt x="5109" y="2256"/>
                    <a:pt x="5109" y="2150"/>
                    <a:pt x="5109" y="2150"/>
                  </a:cubicBezTo>
                  <a:lnTo>
                    <a:pt x="5109" y="2052"/>
                  </a:lnTo>
                  <a:lnTo>
                    <a:pt x="5109" y="1847"/>
                  </a:lnTo>
                  <a:lnTo>
                    <a:pt x="5011" y="1741"/>
                  </a:lnTo>
                  <a:lnTo>
                    <a:pt x="5011" y="1643"/>
                  </a:lnTo>
                  <a:cubicBezTo>
                    <a:pt x="5011" y="1643"/>
                    <a:pt x="5011" y="1537"/>
                    <a:pt x="4904" y="1537"/>
                  </a:cubicBezTo>
                  <a:lnTo>
                    <a:pt x="4904" y="1439"/>
                  </a:lnTo>
                  <a:cubicBezTo>
                    <a:pt x="4904" y="1439"/>
                    <a:pt x="4904" y="1332"/>
                    <a:pt x="4806" y="1332"/>
                  </a:cubicBezTo>
                  <a:cubicBezTo>
                    <a:pt x="4398" y="621"/>
                    <a:pt x="3678" y="106"/>
                    <a:pt x="2861" y="8"/>
                  </a:cubicBezTo>
                  <a:cubicBezTo>
                    <a:pt x="2786" y="3"/>
                    <a:pt x="2712" y="0"/>
                    <a:pt x="2638"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9"/>
            <p:cNvSpPr/>
            <p:nvPr/>
          </p:nvSpPr>
          <p:spPr>
            <a:xfrm>
              <a:off x="1965625" y="6422313"/>
              <a:ext cx="148175" cy="129975"/>
            </a:xfrm>
            <a:custGeom>
              <a:rect b="b" l="l" r="r" t="t"/>
              <a:pathLst>
                <a:path extrusionOk="0" h="5199" w="5927">
                  <a:moveTo>
                    <a:pt x="2987" y="1"/>
                  </a:moveTo>
                  <a:cubicBezTo>
                    <a:pt x="2572" y="1"/>
                    <a:pt x="2144" y="105"/>
                    <a:pt x="1734" y="327"/>
                  </a:cubicBezTo>
                  <a:cubicBezTo>
                    <a:pt x="508" y="940"/>
                    <a:pt x="1" y="2574"/>
                    <a:pt x="614" y="3800"/>
                  </a:cubicBezTo>
                  <a:cubicBezTo>
                    <a:pt x="1108" y="4721"/>
                    <a:pt x="2002" y="5199"/>
                    <a:pt x="2945" y="5199"/>
                  </a:cubicBezTo>
                  <a:cubicBezTo>
                    <a:pt x="3359" y="5199"/>
                    <a:pt x="3782" y="5107"/>
                    <a:pt x="4186" y="4920"/>
                  </a:cubicBezTo>
                  <a:cubicBezTo>
                    <a:pt x="5412" y="4209"/>
                    <a:pt x="5927" y="2672"/>
                    <a:pt x="5207" y="1446"/>
                  </a:cubicBezTo>
                  <a:cubicBezTo>
                    <a:pt x="4783" y="530"/>
                    <a:pt x="3920" y="1"/>
                    <a:pt x="2987" y="1"/>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9"/>
            <p:cNvSpPr/>
            <p:nvPr/>
          </p:nvSpPr>
          <p:spPr>
            <a:xfrm>
              <a:off x="1998750" y="6430463"/>
              <a:ext cx="115050" cy="122175"/>
            </a:xfrm>
            <a:custGeom>
              <a:rect b="b" l="l" r="r" t="t"/>
              <a:pathLst>
                <a:path extrusionOk="0" h="4887" w="4602">
                  <a:moveTo>
                    <a:pt x="2763" y="1"/>
                  </a:moveTo>
                  <a:lnTo>
                    <a:pt x="2763" y="1"/>
                  </a:lnTo>
                  <a:cubicBezTo>
                    <a:pt x="3065" y="205"/>
                    <a:pt x="3269" y="409"/>
                    <a:pt x="3474" y="712"/>
                  </a:cubicBezTo>
                  <a:cubicBezTo>
                    <a:pt x="4087" y="2044"/>
                    <a:pt x="3580" y="3573"/>
                    <a:pt x="2354" y="4292"/>
                  </a:cubicBezTo>
                  <a:cubicBezTo>
                    <a:pt x="1945" y="4496"/>
                    <a:pt x="1537" y="4598"/>
                    <a:pt x="1140" y="4598"/>
                  </a:cubicBezTo>
                  <a:cubicBezTo>
                    <a:pt x="744" y="4598"/>
                    <a:pt x="360" y="4496"/>
                    <a:pt x="0" y="4292"/>
                  </a:cubicBezTo>
                  <a:lnTo>
                    <a:pt x="0" y="4292"/>
                  </a:lnTo>
                  <a:cubicBezTo>
                    <a:pt x="438" y="4665"/>
                    <a:pt x="1025" y="4887"/>
                    <a:pt x="1647" y="4887"/>
                  </a:cubicBezTo>
                  <a:cubicBezTo>
                    <a:pt x="2047" y="4887"/>
                    <a:pt x="2461" y="4795"/>
                    <a:pt x="2861" y="4594"/>
                  </a:cubicBezTo>
                  <a:cubicBezTo>
                    <a:pt x="4087" y="3883"/>
                    <a:pt x="4602" y="2346"/>
                    <a:pt x="3882" y="1120"/>
                  </a:cubicBezTo>
                  <a:cubicBezTo>
                    <a:pt x="3678" y="614"/>
                    <a:pt x="3269" y="205"/>
                    <a:pt x="2763" y="1"/>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9"/>
            <p:cNvSpPr/>
            <p:nvPr/>
          </p:nvSpPr>
          <p:spPr>
            <a:xfrm>
              <a:off x="1980950" y="6458463"/>
              <a:ext cx="119975" cy="66425"/>
            </a:xfrm>
            <a:custGeom>
              <a:rect b="b" l="l" r="r" t="t"/>
              <a:pathLst>
                <a:path extrusionOk="0" h="2657" w="4799">
                  <a:moveTo>
                    <a:pt x="4594" y="0"/>
                  </a:moveTo>
                  <a:lnTo>
                    <a:pt x="1" y="2354"/>
                  </a:lnTo>
                  <a:lnTo>
                    <a:pt x="99" y="2453"/>
                  </a:lnTo>
                  <a:cubicBezTo>
                    <a:pt x="99" y="2559"/>
                    <a:pt x="205" y="2559"/>
                    <a:pt x="205" y="2657"/>
                  </a:cubicBezTo>
                  <a:lnTo>
                    <a:pt x="4799" y="311"/>
                  </a:lnTo>
                  <a:cubicBezTo>
                    <a:pt x="4799" y="205"/>
                    <a:pt x="4701" y="107"/>
                    <a:pt x="4701"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9"/>
            <p:cNvSpPr/>
            <p:nvPr/>
          </p:nvSpPr>
          <p:spPr>
            <a:xfrm>
              <a:off x="1980950" y="6453363"/>
              <a:ext cx="117525" cy="69075"/>
            </a:xfrm>
            <a:custGeom>
              <a:rect b="b" l="l" r="r" t="t"/>
              <a:pathLst>
                <a:path extrusionOk="0" h="2763" w="4701">
                  <a:moveTo>
                    <a:pt x="4594" y="0"/>
                  </a:moveTo>
                  <a:lnTo>
                    <a:pt x="1" y="2452"/>
                  </a:lnTo>
                  <a:lnTo>
                    <a:pt x="1" y="2558"/>
                  </a:lnTo>
                  <a:cubicBezTo>
                    <a:pt x="99" y="2657"/>
                    <a:pt x="99" y="2657"/>
                    <a:pt x="99" y="2763"/>
                  </a:cubicBezTo>
                  <a:lnTo>
                    <a:pt x="4701" y="311"/>
                  </a:lnTo>
                  <a:cubicBezTo>
                    <a:pt x="4701" y="311"/>
                    <a:pt x="4701" y="204"/>
                    <a:pt x="4594" y="204"/>
                  </a:cubicBezTo>
                  <a:lnTo>
                    <a:pt x="4594" y="0"/>
                  </a:ln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9"/>
            <p:cNvSpPr/>
            <p:nvPr/>
          </p:nvSpPr>
          <p:spPr>
            <a:xfrm>
              <a:off x="2141775" y="6343413"/>
              <a:ext cx="130400" cy="130400"/>
            </a:xfrm>
            <a:custGeom>
              <a:rect b="b" l="l" r="r" t="t"/>
              <a:pathLst>
                <a:path extrusionOk="0" h="5216" w="5216">
                  <a:moveTo>
                    <a:pt x="2654" y="1"/>
                  </a:moveTo>
                  <a:cubicBezTo>
                    <a:pt x="1411" y="1"/>
                    <a:pt x="300" y="896"/>
                    <a:pt x="107" y="2150"/>
                  </a:cubicBezTo>
                  <a:lnTo>
                    <a:pt x="107" y="2355"/>
                  </a:lnTo>
                  <a:cubicBezTo>
                    <a:pt x="0" y="2355"/>
                    <a:pt x="0" y="2461"/>
                    <a:pt x="0" y="2461"/>
                  </a:cubicBezTo>
                  <a:lnTo>
                    <a:pt x="0" y="2559"/>
                  </a:lnTo>
                  <a:lnTo>
                    <a:pt x="0" y="2665"/>
                  </a:lnTo>
                  <a:cubicBezTo>
                    <a:pt x="107" y="2968"/>
                    <a:pt x="107" y="3172"/>
                    <a:pt x="205" y="3376"/>
                  </a:cubicBezTo>
                  <a:lnTo>
                    <a:pt x="205" y="3581"/>
                  </a:lnTo>
                  <a:lnTo>
                    <a:pt x="311" y="3687"/>
                  </a:lnTo>
                  <a:lnTo>
                    <a:pt x="311" y="3785"/>
                  </a:lnTo>
                  <a:lnTo>
                    <a:pt x="409" y="3891"/>
                  </a:lnTo>
                  <a:cubicBezTo>
                    <a:pt x="409" y="3891"/>
                    <a:pt x="409" y="3989"/>
                    <a:pt x="515" y="4096"/>
                  </a:cubicBezTo>
                  <a:lnTo>
                    <a:pt x="613" y="4194"/>
                  </a:lnTo>
                  <a:cubicBezTo>
                    <a:pt x="613" y="4300"/>
                    <a:pt x="613" y="4300"/>
                    <a:pt x="720" y="4300"/>
                  </a:cubicBezTo>
                  <a:cubicBezTo>
                    <a:pt x="720" y="4300"/>
                    <a:pt x="720" y="4398"/>
                    <a:pt x="818" y="4398"/>
                  </a:cubicBezTo>
                  <a:lnTo>
                    <a:pt x="818" y="4504"/>
                  </a:lnTo>
                  <a:cubicBezTo>
                    <a:pt x="924" y="4504"/>
                    <a:pt x="924" y="4602"/>
                    <a:pt x="1022" y="4602"/>
                  </a:cubicBezTo>
                  <a:cubicBezTo>
                    <a:pt x="1022" y="4709"/>
                    <a:pt x="1128" y="4709"/>
                    <a:pt x="1128" y="4709"/>
                  </a:cubicBezTo>
                  <a:lnTo>
                    <a:pt x="1226" y="4807"/>
                  </a:lnTo>
                  <a:cubicBezTo>
                    <a:pt x="1226" y="4807"/>
                    <a:pt x="1333" y="4807"/>
                    <a:pt x="1333" y="4913"/>
                  </a:cubicBezTo>
                  <a:lnTo>
                    <a:pt x="1431" y="4913"/>
                  </a:lnTo>
                  <a:cubicBezTo>
                    <a:pt x="1537" y="4913"/>
                    <a:pt x="1537" y="5011"/>
                    <a:pt x="1635" y="5011"/>
                  </a:cubicBezTo>
                  <a:cubicBezTo>
                    <a:pt x="1741" y="5011"/>
                    <a:pt x="1741" y="5011"/>
                    <a:pt x="1839" y="5117"/>
                  </a:cubicBezTo>
                  <a:lnTo>
                    <a:pt x="2150" y="5117"/>
                  </a:lnTo>
                  <a:cubicBezTo>
                    <a:pt x="2248" y="5215"/>
                    <a:pt x="2354" y="5215"/>
                    <a:pt x="2354" y="5215"/>
                  </a:cubicBezTo>
                  <a:cubicBezTo>
                    <a:pt x="2861" y="5215"/>
                    <a:pt x="3270" y="5117"/>
                    <a:pt x="3678" y="5011"/>
                  </a:cubicBezTo>
                  <a:cubicBezTo>
                    <a:pt x="3785" y="5011"/>
                    <a:pt x="3785" y="4913"/>
                    <a:pt x="3883" y="4913"/>
                  </a:cubicBezTo>
                  <a:cubicBezTo>
                    <a:pt x="3989" y="4807"/>
                    <a:pt x="3989" y="4807"/>
                    <a:pt x="4087" y="4807"/>
                  </a:cubicBezTo>
                  <a:lnTo>
                    <a:pt x="4291" y="4602"/>
                  </a:lnTo>
                  <a:cubicBezTo>
                    <a:pt x="4398" y="4504"/>
                    <a:pt x="4602" y="4398"/>
                    <a:pt x="4700" y="4300"/>
                  </a:cubicBezTo>
                  <a:cubicBezTo>
                    <a:pt x="4904" y="3989"/>
                    <a:pt x="5109" y="3581"/>
                    <a:pt x="5215" y="3172"/>
                  </a:cubicBezTo>
                  <a:lnTo>
                    <a:pt x="5215" y="3074"/>
                  </a:lnTo>
                  <a:lnTo>
                    <a:pt x="5215" y="2968"/>
                  </a:lnTo>
                  <a:lnTo>
                    <a:pt x="5215" y="2870"/>
                  </a:lnTo>
                  <a:lnTo>
                    <a:pt x="5215" y="2665"/>
                  </a:lnTo>
                  <a:lnTo>
                    <a:pt x="5215" y="2559"/>
                  </a:lnTo>
                  <a:lnTo>
                    <a:pt x="5215" y="2355"/>
                  </a:lnTo>
                  <a:lnTo>
                    <a:pt x="5215" y="2257"/>
                  </a:lnTo>
                  <a:lnTo>
                    <a:pt x="5215" y="2150"/>
                  </a:lnTo>
                  <a:lnTo>
                    <a:pt x="5215" y="2052"/>
                  </a:lnTo>
                  <a:cubicBezTo>
                    <a:pt x="5215" y="1946"/>
                    <a:pt x="5109" y="1946"/>
                    <a:pt x="5109" y="1848"/>
                  </a:cubicBezTo>
                  <a:lnTo>
                    <a:pt x="5109" y="1742"/>
                  </a:lnTo>
                  <a:cubicBezTo>
                    <a:pt x="5109" y="1742"/>
                    <a:pt x="5109" y="1644"/>
                    <a:pt x="5011" y="1644"/>
                  </a:cubicBezTo>
                  <a:lnTo>
                    <a:pt x="5011" y="1537"/>
                  </a:lnTo>
                  <a:lnTo>
                    <a:pt x="5011" y="1439"/>
                  </a:lnTo>
                  <a:cubicBezTo>
                    <a:pt x="4904" y="1439"/>
                    <a:pt x="4904" y="1333"/>
                    <a:pt x="4904" y="1333"/>
                  </a:cubicBezTo>
                  <a:cubicBezTo>
                    <a:pt x="4496" y="622"/>
                    <a:pt x="3785" y="107"/>
                    <a:pt x="2861" y="9"/>
                  </a:cubicBezTo>
                  <a:cubicBezTo>
                    <a:pt x="2792" y="3"/>
                    <a:pt x="2723" y="1"/>
                    <a:pt x="2654" y="1"/>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9"/>
            <p:cNvSpPr/>
            <p:nvPr/>
          </p:nvSpPr>
          <p:spPr>
            <a:xfrm>
              <a:off x="2118900" y="6340513"/>
              <a:ext cx="150600" cy="130050"/>
            </a:xfrm>
            <a:custGeom>
              <a:rect b="b" l="l" r="r" t="t"/>
              <a:pathLst>
                <a:path extrusionOk="0" h="5202" w="6024">
                  <a:moveTo>
                    <a:pt x="3063" y="1"/>
                  </a:moveTo>
                  <a:cubicBezTo>
                    <a:pt x="2644" y="1"/>
                    <a:pt x="2222" y="105"/>
                    <a:pt x="1839" y="329"/>
                  </a:cubicBezTo>
                  <a:cubicBezTo>
                    <a:pt x="507" y="942"/>
                    <a:pt x="0" y="2577"/>
                    <a:pt x="711" y="3803"/>
                  </a:cubicBezTo>
                  <a:cubicBezTo>
                    <a:pt x="1137" y="4724"/>
                    <a:pt x="2057" y="5202"/>
                    <a:pt x="2990" y="5202"/>
                  </a:cubicBezTo>
                  <a:cubicBezTo>
                    <a:pt x="3399" y="5202"/>
                    <a:pt x="3811" y="5110"/>
                    <a:pt x="4185" y="4923"/>
                  </a:cubicBezTo>
                  <a:cubicBezTo>
                    <a:pt x="5517" y="4212"/>
                    <a:pt x="6024" y="2675"/>
                    <a:pt x="5313" y="1351"/>
                  </a:cubicBezTo>
                  <a:cubicBezTo>
                    <a:pt x="4891" y="508"/>
                    <a:pt x="3986" y="1"/>
                    <a:pt x="3063" y="1"/>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9"/>
            <p:cNvSpPr/>
            <p:nvPr/>
          </p:nvSpPr>
          <p:spPr>
            <a:xfrm>
              <a:off x="2152000" y="6348738"/>
              <a:ext cx="117500" cy="122175"/>
            </a:xfrm>
            <a:custGeom>
              <a:rect b="b" l="l" r="r" t="t"/>
              <a:pathLst>
                <a:path extrusionOk="0" h="4887" w="4700">
                  <a:moveTo>
                    <a:pt x="2861" y="0"/>
                  </a:moveTo>
                  <a:lnTo>
                    <a:pt x="2861" y="0"/>
                  </a:lnTo>
                  <a:cubicBezTo>
                    <a:pt x="3171" y="205"/>
                    <a:pt x="3376" y="409"/>
                    <a:pt x="3474" y="711"/>
                  </a:cubicBezTo>
                  <a:cubicBezTo>
                    <a:pt x="4193" y="2044"/>
                    <a:pt x="3678" y="3572"/>
                    <a:pt x="2452" y="4291"/>
                  </a:cubicBezTo>
                  <a:cubicBezTo>
                    <a:pt x="2074" y="4481"/>
                    <a:pt x="1674" y="4560"/>
                    <a:pt x="1282" y="4560"/>
                  </a:cubicBezTo>
                  <a:cubicBezTo>
                    <a:pt x="829" y="4560"/>
                    <a:pt x="386" y="4454"/>
                    <a:pt x="0" y="4291"/>
                  </a:cubicBezTo>
                  <a:lnTo>
                    <a:pt x="0" y="4291"/>
                  </a:lnTo>
                  <a:cubicBezTo>
                    <a:pt x="498" y="4665"/>
                    <a:pt x="1111" y="4887"/>
                    <a:pt x="1721" y="4887"/>
                  </a:cubicBezTo>
                  <a:cubicBezTo>
                    <a:pt x="2113" y="4887"/>
                    <a:pt x="2503" y="4795"/>
                    <a:pt x="2861" y="4594"/>
                  </a:cubicBezTo>
                  <a:cubicBezTo>
                    <a:pt x="4193" y="3883"/>
                    <a:pt x="4700" y="2346"/>
                    <a:pt x="3989" y="1022"/>
                  </a:cubicBezTo>
                  <a:cubicBezTo>
                    <a:pt x="3784" y="613"/>
                    <a:pt x="3376" y="205"/>
                    <a:pt x="2861"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9"/>
            <p:cNvSpPr/>
            <p:nvPr/>
          </p:nvSpPr>
          <p:spPr>
            <a:xfrm>
              <a:off x="2136675" y="6376738"/>
              <a:ext cx="117500" cy="66425"/>
            </a:xfrm>
            <a:custGeom>
              <a:rect b="b" l="l" r="r" t="t"/>
              <a:pathLst>
                <a:path extrusionOk="0" h="2657" w="4700">
                  <a:moveTo>
                    <a:pt x="4602" y="0"/>
                  </a:moveTo>
                  <a:lnTo>
                    <a:pt x="0" y="2354"/>
                  </a:lnTo>
                  <a:lnTo>
                    <a:pt x="0" y="2452"/>
                  </a:lnTo>
                  <a:lnTo>
                    <a:pt x="204" y="2656"/>
                  </a:lnTo>
                  <a:lnTo>
                    <a:pt x="4700" y="311"/>
                  </a:lnTo>
                  <a:lnTo>
                    <a:pt x="4700" y="0"/>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9"/>
            <p:cNvSpPr/>
            <p:nvPr/>
          </p:nvSpPr>
          <p:spPr>
            <a:xfrm>
              <a:off x="2134225" y="6371613"/>
              <a:ext cx="119950" cy="66450"/>
            </a:xfrm>
            <a:custGeom>
              <a:rect b="b" l="l" r="r" t="t"/>
              <a:pathLst>
                <a:path extrusionOk="0" h="2658" w="4798">
                  <a:moveTo>
                    <a:pt x="4593" y="1"/>
                  </a:moveTo>
                  <a:lnTo>
                    <a:pt x="0" y="2453"/>
                  </a:lnTo>
                  <a:lnTo>
                    <a:pt x="98" y="2559"/>
                  </a:lnTo>
                  <a:cubicBezTo>
                    <a:pt x="98" y="2657"/>
                    <a:pt x="98" y="2657"/>
                    <a:pt x="204" y="2657"/>
                  </a:cubicBezTo>
                  <a:lnTo>
                    <a:pt x="4798" y="311"/>
                  </a:lnTo>
                  <a:cubicBezTo>
                    <a:pt x="4798" y="205"/>
                    <a:pt x="4700" y="205"/>
                    <a:pt x="4700" y="107"/>
                  </a:cubicBezTo>
                  <a:lnTo>
                    <a:pt x="4593" y="1"/>
                  </a:ln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9"/>
            <p:cNvSpPr/>
            <p:nvPr/>
          </p:nvSpPr>
          <p:spPr>
            <a:xfrm>
              <a:off x="2297675" y="6261688"/>
              <a:ext cx="130200" cy="130400"/>
            </a:xfrm>
            <a:custGeom>
              <a:rect b="b" l="l" r="r" t="t"/>
              <a:pathLst>
                <a:path extrusionOk="0" h="5216" w="5208">
                  <a:moveTo>
                    <a:pt x="2638" y="0"/>
                  </a:moveTo>
                  <a:cubicBezTo>
                    <a:pt x="1305" y="0"/>
                    <a:pt x="194" y="895"/>
                    <a:pt x="1" y="2150"/>
                  </a:cubicBezTo>
                  <a:lnTo>
                    <a:pt x="1" y="2354"/>
                  </a:lnTo>
                  <a:lnTo>
                    <a:pt x="1" y="2461"/>
                  </a:lnTo>
                  <a:lnTo>
                    <a:pt x="1" y="2559"/>
                  </a:lnTo>
                  <a:lnTo>
                    <a:pt x="1" y="2665"/>
                  </a:lnTo>
                  <a:cubicBezTo>
                    <a:pt x="1" y="2967"/>
                    <a:pt x="1" y="3172"/>
                    <a:pt x="99" y="3376"/>
                  </a:cubicBezTo>
                  <a:cubicBezTo>
                    <a:pt x="99" y="3482"/>
                    <a:pt x="205" y="3580"/>
                    <a:pt x="205" y="3580"/>
                  </a:cubicBezTo>
                  <a:lnTo>
                    <a:pt x="205" y="3687"/>
                  </a:lnTo>
                  <a:lnTo>
                    <a:pt x="303" y="3785"/>
                  </a:lnTo>
                  <a:lnTo>
                    <a:pt x="303" y="3891"/>
                  </a:lnTo>
                  <a:cubicBezTo>
                    <a:pt x="409" y="3891"/>
                    <a:pt x="409" y="3989"/>
                    <a:pt x="409" y="4095"/>
                  </a:cubicBezTo>
                  <a:lnTo>
                    <a:pt x="507" y="4095"/>
                  </a:lnTo>
                  <a:cubicBezTo>
                    <a:pt x="507" y="4095"/>
                    <a:pt x="507" y="4193"/>
                    <a:pt x="614" y="4193"/>
                  </a:cubicBezTo>
                  <a:lnTo>
                    <a:pt x="614" y="4300"/>
                  </a:lnTo>
                  <a:lnTo>
                    <a:pt x="712" y="4398"/>
                  </a:lnTo>
                  <a:cubicBezTo>
                    <a:pt x="712" y="4398"/>
                    <a:pt x="818" y="4398"/>
                    <a:pt x="818" y="4504"/>
                  </a:cubicBezTo>
                  <a:lnTo>
                    <a:pt x="916" y="4602"/>
                  </a:lnTo>
                  <a:cubicBezTo>
                    <a:pt x="1022" y="4708"/>
                    <a:pt x="1022" y="4708"/>
                    <a:pt x="1121" y="4708"/>
                  </a:cubicBezTo>
                  <a:cubicBezTo>
                    <a:pt x="1121" y="4806"/>
                    <a:pt x="1121" y="4806"/>
                    <a:pt x="1227" y="4806"/>
                  </a:cubicBezTo>
                  <a:cubicBezTo>
                    <a:pt x="1227" y="4806"/>
                    <a:pt x="1325" y="4806"/>
                    <a:pt x="1325" y="4913"/>
                  </a:cubicBezTo>
                  <a:lnTo>
                    <a:pt x="1431" y="4913"/>
                  </a:lnTo>
                  <a:cubicBezTo>
                    <a:pt x="1431" y="4913"/>
                    <a:pt x="1529" y="5011"/>
                    <a:pt x="1635" y="5011"/>
                  </a:cubicBezTo>
                  <a:cubicBezTo>
                    <a:pt x="1635" y="5011"/>
                    <a:pt x="1734" y="5011"/>
                    <a:pt x="1840" y="5117"/>
                  </a:cubicBezTo>
                  <a:lnTo>
                    <a:pt x="2142" y="5117"/>
                  </a:lnTo>
                  <a:cubicBezTo>
                    <a:pt x="2248" y="5215"/>
                    <a:pt x="2248" y="5215"/>
                    <a:pt x="2347" y="5215"/>
                  </a:cubicBezTo>
                  <a:cubicBezTo>
                    <a:pt x="2755" y="5215"/>
                    <a:pt x="3270" y="5117"/>
                    <a:pt x="3573" y="5011"/>
                  </a:cubicBezTo>
                  <a:cubicBezTo>
                    <a:pt x="3679" y="5011"/>
                    <a:pt x="3777" y="4913"/>
                    <a:pt x="3883" y="4913"/>
                  </a:cubicBezTo>
                  <a:cubicBezTo>
                    <a:pt x="3883" y="4806"/>
                    <a:pt x="3981" y="4806"/>
                    <a:pt x="4087" y="4806"/>
                  </a:cubicBezTo>
                  <a:cubicBezTo>
                    <a:pt x="4087" y="4708"/>
                    <a:pt x="4186" y="4708"/>
                    <a:pt x="4292" y="4602"/>
                  </a:cubicBezTo>
                  <a:lnTo>
                    <a:pt x="4594" y="4300"/>
                  </a:lnTo>
                  <a:cubicBezTo>
                    <a:pt x="4905" y="3989"/>
                    <a:pt x="5003" y="3580"/>
                    <a:pt x="5109" y="3172"/>
                  </a:cubicBezTo>
                  <a:cubicBezTo>
                    <a:pt x="5109" y="3074"/>
                    <a:pt x="5207" y="3074"/>
                    <a:pt x="5207" y="2967"/>
                  </a:cubicBezTo>
                  <a:lnTo>
                    <a:pt x="5207" y="2869"/>
                  </a:lnTo>
                  <a:lnTo>
                    <a:pt x="5207" y="2665"/>
                  </a:lnTo>
                  <a:lnTo>
                    <a:pt x="5207" y="2559"/>
                  </a:lnTo>
                  <a:lnTo>
                    <a:pt x="5207" y="2354"/>
                  </a:lnTo>
                  <a:lnTo>
                    <a:pt x="5207" y="2256"/>
                  </a:lnTo>
                  <a:lnTo>
                    <a:pt x="5207" y="2150"/>
                  </a:lnTo>
                  <a:lnTo>
                    <a:pt x="5109" y="2052"/>
                  </a:lnTo>
                  <a:lnTo>
                    <a:pt x="5109" y="1848"/>
                  </a:lnTo>
                  <a:lnTo>
                    <a:pt x="5109" y="1741"/>
                  </a:lnTo>
                  <a:cubicBezTo>
                    <a:pt x="5003" y="1741"/>
                    <a:pt x="5003" y="1643"/>
                    <a:pt x="5003" y="1643"/>
                  </a:cubicBezTo>
                  <a:lnTo>
                    <a:pt x="5003" y="1537"/>
                  </a:lnTo>
                  <a:lnTo>
                    <a:pt x="4905" y="1439"/>
                  </a:lnTo>
                  <a:lnTo>
                    <a:pt x="4905" y="1333"/>
                  </a:lnTo>
                  <a:cubicBezTo>
                    <a:pt x="4496" y="622"/>
                    <a:pt x="3679" y="107"/>
                    <a:pt x="2861" y="9"/>
                  </a:cubicBezTo>
                  <a:cubicBezTo>
                    <a:pt x="2786" y="3"/>
                    <a:pt x="2712" y="0"/>
                    <a:pt x="2638"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9"/>
            <p:cNvSpPr/>
            <p:nvPr/>
          </p:nvSpPr>
          <p:spPr>
            <a:xfrm>
              <a:off x="2274600" y="6258788"/>
              <a:ext cx="148150" cy="129600"/>
            </a:xfrm>
            <a:custGeom>
              <a:rect b="b" l="l" r="r" t="t"/>
              <a:pathLst>
                <a:path extrusionOk="0" h="5184" w="5926">
                  <a:moveTo>
                    <a:pt x="3011" y="0"/>
                  </a:moveTo>
                  <a:cubicBezTo>
                    <a:pt x="2588" y="0"/>
                    <a:pt x="2154" y="105"/>
                    <a:pt x="1741" y="329"/>
                  </a:cubicBezTo>
                  <a:cubicBezTo>
                    <a:pt x="515" y="942"/>
                    <a:pt x="0" y="2577"/>
                    <a:pt x="719" y="3803"/>
                  </a:cubicBezTo>
                  <a:cubicBezTo>
                    <a:pt x="1155" y="4675"/>
                    <a:pt x="2055" y="5183"/>
                    <a:pt x="3017" y="5183"/>
                  </a:cubicBezTo>
                  <a:cubicBezTo>
                    <a:pt x="3408" y="5183"/>
                    <a:pt x="3809" y="5099"/>
                    <a:pt x="4193" y="4922"/>
                  </a:cubicBezTo>
                  <a:cubicBezTo>
                    <a:pt x="5419" y="4211"/>
                    <a:pt x="5926" y="2675"/>
                    <a:pt x="5313" y="1351"/>
                  </a:cubicBezTo>
                  <a:cubicBezTo>
                    <a:pt x="4824" y="507"/>
                    <a:pt x="3944" y="0"/>
                    <a:pt x="3011" y="0"/>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9"/>
            <p:cNvSpPr/>
            <p:nvPr/>
          </p:nvSpPr>
          <p:spPr>
            <a:xfrm>
              <a:off x="2307900" y="6267013"/>
              <a:ext cx="114850" cy="122175"/>
            </a:xfrm>
            <a:custGeom>
              <a:rect b="b" l="l" r="r" t="t"/>
              <a:pathLst>
                <a:path extrusionOk="0" h="4887" w="4594">
                  <a:moveTo>
                    <a:pt x="2861" y="0"/>
                  </a:moveTo>
                  <a:lnTo>
                    <a:pt x="2861" y="0"/>
                  </a:lnTo>
                  <a:cubicBezTo>
                    <a:pt x="3065" y="204"/>
                    <a:pt x="3270" y="409"/>
                    <a:pt x="3474" y="711"/>
                  </a:cubicBezTo>
                  <a:cubicBezTo>
                    <a:pt x="4087" y="2043"/>
                    <a:pt x="3678" y="3572"/>
                    <a:pt x="2346" y="4291"/>
                  </a:cubicBezTo>
                  <a:cubicBezTo>
                    <a:pt x="2017" y="4480"/>
                    <a:pt x="1642" y="4559"/>
                    <a:pt x="1263" y="4559"/>
                  </a:cubicBezTo>
                  <a:cubicBezTo>
                    <a:pt x="825" y="4559"/>
                    <a:pt x="382" y="4453"/>
                    <a:pt x="0" y="4291"/>
                  </a:cubicBezTo>
                  <a:lnTo>
                    <a:pt x="0" y="4291"/>
                  </a:lnTo>
                  <a:cubicBezTo>
                    <a:pt x="433" y="4664"/>
                    <a:pt x="1058" y="4886"/>
                    <a:pt x="1688" y="4886"/>
                  </a:cubicBezTo>
                  <a:cubicBezTo>
                    <a:pt x="2093" y="4886"/>
                    <a:pt x="2500" y="4795"/>
                    <a:pt x="2861" y="4593"/>
                  </a:cubicBezTo>
                  <a:cubicBezTo>
                    <a:pt x="4087" y="3882"/>
                    <a:pt x="4594" y="2346"/>
                    <a:pt x="3981" y="1022"/>
                  </a:cubicBezTo>
                  <a:cubicBezTo>
                    <a:pt x="3678" y="613"/>
                    <a:pt x="3270" y="204"/>
                    <a:pt x="2861"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9"/>
            <p:cNvSpPr/>
            <p:nvPr/>
          </p:nvSpPr>
          <p:spPr>
            <a:xfrm>
              <a:off x="2292575" y="6292538"/>
              <a:ext cx="117525" cy="68900"/>
            </a:xfrm>
            <a:custGeom>
              <a:rect b="b" l="l" r="r" t="t"/>
              <a:pathLst>
                <a:path extrusionOk="0" h="2756" w="4701">
                  <a:moveTo>
                    <a:pt x="4594" y="1"/>
                  </a:moveTo>
                  <a:lnTo>
                    <a:pt x="0" y="2453"/>
                  </a:lnTo>
                  <a:lnTo>
                    <a:pt x="0" y="2551"/>
                  </a:lnTo>
                  <a:cubicBezTo>
                    <a:pt x="0" y="2657"/>
                    <a:pt x="98" y="2657"/>
                    <a:pt x="98" y="2755"/>
                  </a:cubicBezTo>
                  <a:lnTo>
                    <a:pt x="4700" y="303"/>
                  </a:lnTo>
                  <a:cubicBezTo>
                    <a:pt x="4700" y="303"/>
                    <a:pt x="4594" y="205"/>
                    <a:pt x="4594" y="99"/>
                  </a:cubicBezTo>
                  <a:lnTo>
                    <a:pt x="4594" y="1"/>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9"/>
            <p:cNvSpPr/>
            <p:nvPr/>
          </p:nvSpPr>
          <p:spPr>
            <a:xfrm>
              <a:off x="2289925" y="6289888"/>
              <a:ext cx="117500" cy="66425"/>
            </a:xfrm>
            <a:custGeom>
              <a:rect b="b" l="l" r="r" t="t"/>
              <a:pathLst>
                <a:path extrusionOk="0" h="2657" w="4700">
                  <a:moveTo>
                    <a:pt x="4602" y="0"/>
                  </a:moveTo>
                  <a:lnTo>
                    <a:pt x="0" y="2452"/>
                  </a:lnTo>
                  <a:cubicBezTo>
                    <a:pt x="0" y="2452"/>
                    <a:pt x="0" y="2559"/>
                    <a:pt x="106" y="2559"/>
                  </a:cubicBezTo>
                  <a:lnTo>
                    <a:pt x="106" y="2657"/>
                  </a:lnTo>
                  <a:lnTo>
                    <a:pt x="4700" y="311"/>
                  </a:lnTo>
                  <a:lnTo>
                    <a:pt x="4700" y="107"/>
                  </a:lnTo>
                  <a:cubicBezTo>
                    <a:pt x="4602" y="107"/>
                    <a:pt x="4602" y="0"/>
                    <a:pt x="4602" y="0"/>
                  </a:cubicBez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9"/>
            <p:cNvSpPr/>
            <p:nvPr/>
          </p:nvSpPr>
          <p:spPr>
            <a:xfrm>
              <a:off x="2453375" y="6179963"/>
              <a:ext cx="130400" cy="130375"/>
            </a:xfrm>
            <a:custGeom>
              <a:rect b="b" l="l" r="r" t="t"/>
              <a:pathLst>
                <a:path extrusionOk="0" h="5215" w="5216">
                  <a:moveTo>
                    <a:pt x="2638" y="0"/>
                  </a:moveTo>
                  <a:cubicBezTo>
                    <a:pt x="1305" y="0"/>
                    <a:pt x="194" y="895"/>
                    <a:pt x="1" y="2150"/>
                  </a:cubicBezTo>
                  <a:lnTo>
                    <a:pt x="1" y="2354"/>
                  </a:lnTo>
                  <a:lnTo>
                    <a:pt x="1" y="2460"/>
                  </a:lnTo>
                  <a:lnTo>
                    <a:pt x="1" y="2558"/>
                  </a:lnTo>
                  <a:lnTo>
                    <a:pt x="1" y="2665"/>
                  </a:lnTo>
                  <a:cubicBezTo>
                    <a:pt x="1" y="2967"/>
                    <a:pt x="1" y="3171"/>
                    <a:pt x="107" y="3376"/>
                  </a:cubicBezTo>
                  <a:cubicBezTo>
                    <a:pt x="107" y="3482"/>
                    <a:pt x="107" y="3482"/>
                    <a:pt x="205" y="3580"/>
                  </a:cubicBezTo>
                  <a:lnTo>
                    <a:pt x="205" y="3686"/>
                  </a:lnTo>
                  <a:cubicBezTo>
                    <a:pt x="205" y="3686"/>
                    <a:pt x="205" y="3784"/>
                    <a:pt x="311" y="3784"/>
                  </a:cubicBezTo>
                  <a:lnTo>
                    <a:pt x="311" y="3891"/>
                  </a:lnTo>
                  <a:cubicBezTo>
                    <a:pt x="311" y="3891"/>
                    <a:pt x="410" y="3989"/>
                    <a:pt x="410" y="4095"/>
                  </a:cubicBezTo>
                  <a:lnTo>
                    <a:pt x="516" y="4193"/>
                  </a:lnTo>
                  <a:cubicBezTo>
                    <a:pt x="516" y="4299"/>
                    <a:pt x="614" y="4299"/>
                    <a:pt x="614" y="4299"/>
                  </a:cubicBezTo>
                  <a:cubicBezTo>
                    <a:pt x="614" y="4299"/>
                    <a:pt x="614" y="4397"/>
                    <a:pt x="720" y="4397"/>
                  </a:cubicBezTo>
                  <a:lnTo>
                    <a:pt x="720" y="4504"/>
                  </a:lnTo>
                  <a:cubicBezTo>
                    <a:pt x="818" y="4504"/>
                    <a:pt x="818" y="4602"/>
                    <a:pt x="924" y="4602"/>
                  </a:cubicBezTo>
                  <a:cubicBezTo>
                    <a:pt x="1023" y="4708"/>
                    <a:pt x="1023" y="4708"/>
                    <a:pt x="1129" y="4708"/>
                  </a:cubicBezTo>
                  <a:lnTo>
                    <a:pt x="1129" y="4806"/>
                  </a:lnTo>
                  <a:cubicBezTo>
                    <a:pt x="1227" y="4806"/>
                    <a:pt x="1227" y="4806"/>
                    <a:pt x="1333" y="4912"/>
                  </a:cubicBezTo>
                  <a:cubicBezTo>
                    <a:pt x="1431" y="4912"/>
                    <a:pt x="1537" y="5010"/>
                    <a:pt x="1537" y="5010"/>
                  </a:cubicBezTo>
                  <a:cubicBezTo>
                    <a:pt x="1636" y="5010"/>
                    <a:pt x="1742" y="5010"/>
                    <a:pt x="1742" y="5117"/>
                  </a:cubicBezTo>
                  <a:lnTo>
                    <a:pt x="2044" y="5117"/>
                  </a:lnTo>
                  <a:cubicBezTo>
                    <a:pt x="2150" y="5215"/>
                    <a:pt x="2249" y="5215"/>
                    <a:pt x="2355" y="5215"/>
                  </a:cubicBezTo>
                  <a:cubicBezTo>
                    <a:pt x="2763" y="5215"/>
                    <a:pt x="3172" y="5117"/>
                    <a:pt x="3581" y="5010"/>
                  </a:cubicBezTo>
                  <a:cubicBezTo>
                    <a:pt x="3679" y="4912"/>
                    <a:pt x="3785" y="4912"/>
                    <a:pt x="3785" y="4912"/>
                  </a:cubicBezTo>
                  <a:cubicBezTo>
                    <a:pt x="3883" y="4806"/>
                    <a:pt x="3989" y="4806"/>
                    <a:pt x="3989" y="4708"/>
                  </a:cubicBezTo>
                  <a:cubicBezTo>
                    <a:pt x="4088" y="4708"/>
                    <a:pt x="4194" y="4708"/>
                    <a:pt x="4194" y="4602"/>
                  </a:cubicBezTo>
                  <a:cubicBezTo>
                    <a:pt x="4398" y="4504"/>
                    <a:pt x="4496" y="4397"/>
                    <a:pt x="4602" y="4299"/>
                  </a:cubicBezTo>
                  <a:cubicBezTo>
                    <a:pt x="4807" y="3989"/>
                    <a:pt x="5011" y="3580"/>
                    <a:pt x="5109" y="3171"/>
                  </a:cubicBezTo>
                  <a:lnTo>
                    <a:pt x="5109" y="2967"/>
                  </a:lnTo>
                  <a:lnTo>
                    <a:pt x="5109" y="2869"/>
                  </a:lnTo>
                  <a:cubicBezTo>
                    <a:pt x="5215" y="2763"/>
                    <a:pt x="5215" y="2763"/>
                    <a:pt x="5215" y="2665"/>
                  </a:cubicBezTo>
                  <a:lnTo>
                    <a:pt x="5215" y="2558"/>
                  </a:lnTo>
                  <a:cubicBezTo>
                    <a:pt x="5215" y="2460"/>
                    <a:pt x="5215" y="2460"/>
                    <a:pt x="5109" y="2354"/>
                  </a:cubicBezTo>
                  <a:lnTo>
                    <a:pt x="5109" y="2256"/>
                  </a:lnTo>
                  <a:lnTo>
                    <a:pt x="5109" y="2150"/>
                  </a:lnTo>
                  <a:lnTo>
                    <a:pt x="5109" y="2052"/>
                  </a:lnTo>
                  <a:cubicBezTo>
                    <a:pt x="5109" y="1945"/>
                    <a:pt x="5109" y="1945"/>
                    <a:pt x="5011" y="1847"/>
                  </a:cubicBezTo>
                  <a:lnTo>
                    <a:pt x="5011" y="1741"/>
                  </a:lnTo>
                  <a:lnTo>
                    <a:pt x="5011" y="1643"/>
                  </a:lnTo>
                  <a:cubicBezTo>
                    <a:pt x="5011" y="1537"/>
                    <a:pt x="4905" y="1537"/>
                    <a:pt x="4905" y="1537"/>
                  </a:cubicBezTo>
                  <a:lnTo>
                    <a:pt x="4905" y="1439"/>
                  </a:lnTo>
                  <a:cubicBezTo>
                    <a:pt x="4905" y="1332"/>
                    <a:pt x="4807" y="1332"/>
                    <a:pt x="4807" y="1332"/>
                  </a:cubicBezTo>
                  <a:cubicBezTo>
                    <a:pt x="4398" y="621"/>
                    <a:pt x="3679" y="106"/>
                    <a:pt x="2862" y="8"/>
                  </a:cubicBezTo>
                  <a:cubicBezTo>
                    <a:pt x="2787" y="3"/>
                    <a:pt x="2712" y="0"/>
                    <a:pt x="2638"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9"/>
            <p:cNvSpPr/>
            <p:nvPr/>
          </p:nvSpPr>
          <p:spPr>
            <a:xfrm>
              <a:off x="2430500" y="6177038"/>
              <a:ext cx="148175" cy="129600"/>
            </a:xfrm>
            <a:custGeom>
              <a:rect b="b" l="l" r="r" t="t"/>
              <a:pathLst>
                <a:path extrusionOk="0" h="5184" w="5927">
                  <a:moveTo>
                    <a:pt x="2957" y="1"/>
                  </a:moveTo>
                  <a:cubicBezTo>
                    <a:pt x="2538" y="1"/>
                    <a:pt x="2116" y="105"/>
                    <a:pt x="1733" y="330"/>
                  </a:cubicBezTo>
                  <a:cubicBezTo>
                    <a:pt x="409" y="943"/>
                    <a:pt x="0" y="2577"/>
                    <a:pt x="613" y="3803"/>
                  </a:cubicBezTo>
                  <a:cubicBezTo>
                    <a:pt x="1119" y="4676"/>
                    <a:pt x="2043" y="5184"/>
                    <a:pt x="3011" y="5184"/>
                  </a:cubicBezTo>
                  <a:cubicBezTo>
                    <a:pt x="3403" y="5184"/>
                    <a:pt x="3803" y="5100"/>
                    <a:pt x="4185" y="4923"/>
                  </a:cubicBezTo>
                  <a:cubicBezTo>
                    <a:pt x="5411" y="4212"/>
                    <a:pt x="5926" y="2675"/>
                    <a:pt x="5207" y="1351"/>
                  </a:cubicBezTo>
                  <a:cubicBezTo>
                    <a:pt x="4785" y="508"/>
                    <a:pt x="3880" y="1"/>
                    <a:pt x="2957" y="1"/>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9"/>
            <p:cNvSpPr/>
            <p:nvPr/>
          </p:nvSpPr>
          <p:spPr>
            <a:xfrm>
              <a:off x="2461150" y="6182613"/>
              <a:ext cx="117525" cy="124825"/>
            </a:xfrm>
            <a:custGeom>
              <a:rect b="b" l="l" r="r" t="t"/>
              <a:pathLst>
                <a:path extrusionOk="0" h="4993" w="4701">
                  <a:moveTo>
                    <a:pt x="2861" y="0"/>
                  </a:moveTo>
                  <a:lnTo>
                    <a:pt x="2861" y="0"/>
                  </a:lnTo>
                  <a:cubicBezTo>
                    <a:pt x="3164" y="311"/>
                    <a:pt x="3368" y="515"/>
                    <a:pt x="3572" y="818"/>
                  </a:cubicBezTo>
                  <a:cubicBezTo>
                    <a:pt x="4185" y="2150"/>
                    <a:pt x="3678" y="3678"/>
                    <a:pt x="2452" y="4398"/>
                  </a:cubicBezTo>
                  <a:cubicBezTo>
                    <a:pt x="2074" y="4587"/>
                    <a:pt x="1695" y="4666"/>
                    <a:pt x="1317" y="4666"/>
                  </a:cubicBezTo>
                  <a:cubicBezTo>
                    <a:pt x="878" y="4666"/>
                    <a:pt x="439" y="4560"/>
                    <a:pt x="0" y="4398"/>
                  </a:cubicBezTo>
                  <a:lnTo>
                    <a:pt x="0" y="4398"/>
                  </a:lnTo>
                  <a:cubicBezTo>
                    <a:pt x="498" y="4771"/>
                    <a:pt x="1108" y="4993"/>
                    <a:pt x="1740" y="4993"/>
                  </a:cubicBezTo>
                  <a:cubicBezTo>
                    <a:pt x="2145" y="4993"/>
                    <a:pt x="2560" y="4901"/>
                    <a:pt x="2959" y="4700"/>
                  </a:cubicBezTo>
                  <a:cubicBezTo>
                    <a:pt x="4185" y="3989"/>
                    <a:pt x="4700" y="2452"/>
                    <a:pt x="3981" y="1128"/>
                  </a:cubicBezTo>
                  <a:cubicBezTo>
                    <a:pt x="3777" y="720"/>
                    <a:pt x="3368" y="311"/>
                    <a:pt x="2861"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9"/>
            <p:cNvSpPr/>
            <p:nvPr/>
          </p:nvSpPr>
          <p:spPr>
            <a:xfrm>
              <a:off x="2445825" y="6210813"/>
              <a:ext cx="119975" cy="68875"/>
            </a:xfrm>
            <a:custGeom>
              <a:rect b="b" l="l" r="r" t="t"/>
              <a:pathLst>
                <a:path extrusionOk="0" h="2755" w="4799">
                  <a:moveTo>
                    <a:pt x="4594" y="0"/>
                  </a:moveTo>
                  <a:lnTo>
                    <a:pt x="0" y="2452"/>
                  </a:lnTo>
                  <a:cubicBezTo>
                    <a:pt x="0" y="2452"/>
                    <a:pt x="0" y="2550"/>
                    <a:pt x="99" y="2550"/>
                  </a:cubicBezTo>
                  <a:cubicBezTo>
                    <a:pt x="99" y="2657"/>
                    <a:pt x="99" y="2657"/>
                    <a:pt x="205" y="2755"/>
                  </a:cubicBezTo>
                  <a:lnTo>
                    <a:pt x="4798" y="303"/>
                  </a:lnTo>
                  <a:cubicBezTo>
                    <a:pt x="4700" y="303"/>
                    <a:pt x="4700" y="205"/>
                    <a:pt x="4700" y="98"/>
                  </a:cubicBezTo>
                  <a:cubicBezTo>
                    <a:pt x="4700" y="98"/>
                    <a:pt x="4594" y="98"/>
                    <a:pt x="4594"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9"/>
            <p:cNvSpPr/>
            <p:nvPr/>
          </p:nvSpPr>
          <p:spPr>
            <a:xfrm>
              <a:off x="2443175" y="6208163"/>
              <a:ext cx="120175" cy="66425"/>
            </a:xfrm>
            <a:custGeom>
              <a:rect b="b" l="l" r="r" t="t"/>
              <a:pathLst>
                <a:path extrusionOk="0" h="2657" w="4807">
                  <a:moveTo>
                    <a:pt x="4602" y="0"/>
                  </a:moveTo>
                  <a:lnTo>
                    <a:pt x="0" y="2354"/>
                  </a:lnTo>
                  <a:cubicBezTo>
                    <a:pt x="106" y="2452"/>
                    <a:pt x="106" y="2452"/>
                    <a:pt x="106" y="2558"/>
                  </a:cubicBezTo>
                  <a:lnTo>
                    <a:pt x="205" y="2656"/>
                  </a:lnTo>
                  <a:lnTo>
                    <a:pt x="4806" y="311"/>
                  </a:lnTo>
                  <a:cubicBezTo>
                    <a:pt x="4806" y="204"/>
                    <a:pt x="4806" y="204"/>
                    <a:pt x="4700" y="106"/>
                  </a:cubicBezTo>
                  <a:cubicBezTo>
                    <a:pt x="4700" y="106"/>
                    <a:pt x="4700" y="0"/>
                    <a:pt x="4602" y="0"/>
                  </a:cubicBez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9" name="Google Shape;509;p9"/>
          <p:cNvGrpSpPr/>
          <p:nvPr/>
        </p:nvGrpSpPr>
        <p:grpSpPr>
          <a:xfrm>
            <a:off x="8430725" y="4291775"/>
            <a:ext cx="480225" cy="615300"/>
            <a:chOff x="912850" y="4743425"/>
            <a:chExt cx="480225" cy="615300"/>
          </a:xfrm>
        </p:grpSpPr>
        <p:sp>
          <p:nvSpPr>
            <p:cNvPr id="510" name="Google Shape;510;p9"/>
            <p:cNvSpPr/>
            <p:nvPr/>
          </p:nvSpPr>
          <p:spPr>
            <a:xfrm>
              <a:off x="912850" y="4825175"/>
              <a:ext cx="480225" cy="533550"/>
            </a:xfrm>
            <a:custGeom>
              <a:rect b="b" l="l" r="r" t="t"/>
              <a:pathLst>
                <a:path extrusionOk="0" h="21342" w="19209">
                  <a:moveTo>
                    <a:pt x="5927" y="0"/>
                  </a:moveTo>
                  <a:lnTo>
                    <a:pt x="5722" y="1022"/>
                  </a:lnTo>
                  <a:cubicBezTo>
                    <a:pt x="4194" y="1120"/>
                    <a:pt x="2968" y="2044"/>
                    <a:pt x="2763" y="3270"/>
                  </a:cubicBezTo>
                  <a:lnTo>
                    <a:pt x="311" y="15832"/>
                  </a:lnTo>
                  <a:cubicBezTo>
                    <a:pt x="1" y="17467"/>
                    <a:pt x="1227" y="19101"/>
                    <a:pt x="3172" y="19412"/>
                  </a:cubicBezTo>
                  <a:lnTo>
                    <a:pt x="12572" y="21251"/>
                  </a:lnTo>
                  <a:cubicBezTo>
                    <a:pt x="12846" y="21312"/>
                    <a:pt x="13120" y="21341"/>
                    <a:pt x="13390" y="21341"/>
                  </a:cubicBezTo>
                  <a:cubicBezTo>
                    <a:pt x="14925" y="21341"/>
                    <a:pt x="16295" y="20394"/>
                    <a:pt x="16552" y="19003"/>
                  </a:cubicBezTo>
                  <a:lnTo>
                    <a:pt x="19004" y="6539"/>
                  </a:lnTo>
                  <a:cubicBezTo>
                    <a:pt x="19208" y="5207"/>
                    <a:pt x="18497" y="3883"/>
                    <a:pt x="17165" y="3270"/>
                  </a:cubicBezTo>
                  <a:lnTo>
                    <a:pt x="17369" y="2248"/>
                  </a:lnTo>
                  <a:lnTo>
                    <a:pt x="5927" y="0"/>
                  </a:ln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9"/>
            <p:cNvSpPr/>
            <p:nvPr/>
          </p:nvSpPr>
          <p:spPr>
            <a:xfrm>
              <a:off x="1055900" y="4825175"/>
              <a:ext cx="291200" cy="71525"/>
            </a:xfrm>
            <a:custGeom>
              <a:rect b="b" l="l" r="r" t="t"/>
              <a:pathLst>
                <a:path extrusionOk="0" h="2861" w="11648">
                  <a:moveTo>
                    <a:pt x="205" y="0"/>
                  </a:moveTo>
                  <a:lnTo>
                    <a:pt x="0" y="613"/>
                  </a:lnTo>
                  <a:lnTo>
                    <a:pt x="11549" y="2861"/>
                  </a:lnTo>
                  <a:lnTo>
                    <a:pt x="11647" y="2248"/>
                  </a:lnTo>
                  <a:lnTo>
                    <a:pt x="205" y="0"/>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9"/>
            <p:cNvSpPr/>
            <p:nvPr/>
          </p:nvSpPr>
          <p:spPr>
            <a:xfrm>
              <a:off x="1038125" y="4743425"/>
              <a:ext cx="344725" cy="143075"/>
            </a:xfrm>
            <a:custGeom>
              <a:rect b="b" l="l" r="r" t="t"/>
              <a:pathLst>
                <a:path extrusionOk="0" h="5723" w="13789">
                  <a:moveTo>
                    <a:pt x="613" y="1"/>
                  </a:moveTo>
                  <a:lnTo>
                    <a:pt x="0" y="3066"/>
                  </a:lnTo>
                  <a:lnTo>
                    <a:pt x="13176" y="5722"/>
                  </a:lnTo>
                  <a:lnTo>
                    <a:pt x="13789" y="2657"/>
                  </a:lnTo>
                  <a:lnTo>
                    <a:pt x="613"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9"/>
            <p:cNvSpPr/>
            <p:nvPr/>
          </p:nvSpPr>
          <p:spPr>
            <a:xfrm>
              <a:off x="1050775" y="4745900"/>
              <a:ext cx="28225" cy="79300"/>
            </a:xfrm>
            <a:custGeom>
              <a:rect b="b" l="l" r="r" t="t"/>
              <a:pathLst>
                <a:path extrusionOk="0" h="3172" w="1129">
                  <a:moveTo>
                    <a:pt x="614" y="0"/>
                  </a:moveTo>
                  <a:lnTo>
                    <a:pt x="1" y="3065"/>
                  </a:lnTo>
                  <a:lnTo>
                    <a:pt x="516" y="3171"/>
                  </a:lnTo>
                  <a:lnTo>
                    <a:pt x="1129" y="106"/>
                  </a:lnTo>
                  <a:lnTo>
                    <a:pt x="614" y="0"/>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9"/>
            <p:cNvSpPr/>
            <p:nvPr/>
          </p:nvSpPr>
          <p:spPr>
            <a:xfrm>
              <a:off x="1078975" y="4751000"/>
              <a:ext cx="30675" cy="81750"/>
            </a:xfrm>
            <a:custGeom>
              <a:rect b="b" l="l" r="r" t="t"/>
              <a:pathLst>
                <a:path extrusionOk="0" h="3270" w="1227">
                  <a:moveTo>
                    <a:pt x="614" y="0"/>
                  </a:moveTo>
                  <a:lnTo>
                    <a:pt x="1" y="3172"/>
                  </a:lnTo>
                  <a:lnTo>
                    <a:pt x="614" y="3270"/>
                  </a:lnTo>
                  <a:lnTo>
                    <a:pt x="1227" y="107"/>
                  </a:lnTo>
                  <a:lnTo>
                    <a:pt x="614" y="0"/>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9"/>
            <p:cNvSpPr/>
            <p:nvPr/>
          </p:nvSpPr>
          <p:spPr>
            <a:xfrm>
              <a:off x="1109625" y="4756100"/>
              <a:ext cx="28025" cy="81775"/>
            </a:xfrm>
            <a:custGeom>
              <a:rect b="b" l="l" r="r" t="t"/>
              <a:pathLst>
                <a:path extrusionOk="0" h="3271" w="1121">
                  <a:moveTo>
                    <a:pt x="614" y="1"/>
                  </a:moveTo>
                  <a:lnTo>
                    <a:pt x="1" y="3172"/>
                  </a:lnTo>
                  <a:lnTo>
                    <a:pt x="508" y="3270"/>
                  </a:lnTo>
                  <a:lnTo>
                    <a:pt x="1121" y="107"/>
                  </a:lnTo>
                  <a:lnTo>
                    <a:pt x="614" y="1"/>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9"/>
            <p:cNvSpPr/>
            <p:nvPr/>
          </p:nvSpPr>
          <p:spPr>
            <a:xfrm>
              <a:off x="1137625" y="4763875"/>
              <a:ext cx="30675" cy="79100"/>
            </a:xfrm>
            <a:custGeom>
              <a:rect b="b" l="l" r="r" t="t"/>
              <a:pathLst>
                <a:path extrusionOk="0" h="3164" w="1227">
                  <a:moveTo>
                    <a:pt x="614" y="0"/>
                  </a:moveTo>
                  <a:lnTo>
                    <a:pt x="1" y="3065"/>
                  </a:lnTo>
                  <a:lnTo>
                    <a:pt x="516" y="3163"/>
                  </a:lnTo>
                  <a:lnTo>
                    <a:pt x="1227" y="98"/>
                  </a:lnTo>
                  <a:lnTo>
                    <a:pt x="614" y="0"/>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9"/>
            <p:cNvSpPr/>
            <p:nvPr/>
          </p:nvSpPr>
          <p:spPr>
            <a:xfrm>
              <a:off x="1165825" y="4768975"/>
              <a:ext cx="30675" cy="79100"/>
            </a:xfrm>
            <a:custGeom>
              <a:rect b="b" l="l" r="r" t="t"/>
              <a:pathLst>
                <a:path extrusionOk="0" h="3164" w="1227">
                  <a:moveTo>
                    <a:pt x="712" y="1"/>
                  </a:moveTo>
                  <a:lnTo>
                    <a:pt x="1" y="3066"/>
                  </a:lnTo>
                  <a:lnTo>
                    <a:pt x="614" y="3164"/>
                  </a:lnTo>
                  <a:lnTo>
                    <a:pt x="1227" y="99"/>
                  </a:lnTo>
                  <a:lnTo>
                    <a:pt x="712" y="1"/>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9"/>
            <p:cNvSpPr/>
            <p:nvPr/>
          </p:nvSpPr>
          <p:spPr>
            <a:xfrm>
              <a:off x="1196475" y="4774075"/>
              <a:ext cx="28025" cy="81775"/>
            </a:xfrm>
            <a:custGeom>
              <a:rect b="b" l="l" r="r" t="t"/>
              <a:pathLst>
                <a:path extrusionOk="0" h="3271" w="1121">
                  <a:moveTo>
                    <a:pt x="614" y="1"/>
                  </a:moveTo>
                  <a:lnTo>
                    <a:pt x="1" y="3164"/>
                  </a:lnTo>
                  <a:lnTo>
                    <a:pt x="507" y="3270"/>
                  </a:lnTo>
                  <a:lnTo>
                    <a:pt x="1120" y="99"/>
                  </a:lnTo>
                  <a:lnTo>
                    <a:pt x="614" y="1"/>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9"/>
            <p:cNvSpPr/>
            <p:nvPr/>
          </p:nvSpPr>
          <p:spPr>
            <a:xfrm>
              <a:off x="1224475" y="4779200"/>
              <a:ext cx="30675" cy="81750"/>
            </a:xfrm>
            <a:custGeom>
              <a:rect b="b" l="l" r="r" t="t"/>
              <a:pathLst>
                <a:path extrusionOk="0" h="3270" w="1227">
                  <a:moveTo>
                    <a:pt x="613" y="0"/>
                  </a:moveTo>
                  <a:lnTo>
                    <a:pt x="0" y="3163"/>
                  </a:lnTo>
                  <a:lnTo>
                    <a:pt x="613" y="3270"/>
                  </a:lnTo>
                  <a:lnTo>
                    <a:pt x="1226" y="98"/>
                  </a:lnTo>
                  <a:lnTo>
                    <a:pt x="613" y="0"/>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9"/>
            <p:cNvSpPr/>
            <p:nvPr/>
          </p:nvSpPr>
          <p:spPr>
            <a:xfrm>
              <a:off x="1255125" y="4786750"/>
              <a:ext cx="28225" cy="79300"/>
            </a:xfrm>
            <a:custGeom>
              <a:rect b="b" l="l" r="r" t="t"/>
              <a:pathLst>
                <a:path extrusionOk="0" h="3172" w="1129">
                  <a:moveTo>
                    <a:pt x="613" y="1"/>
                  </a:moveTo>
                  <a:lnTo>
                    <a:pt x="0" y="3066"/>
                  </a:lnTo>
                  <a:lnTo>
                    <a:pt x="515" y="3172"/>
                  </a:lnTo>
                  <a:lnTo>
                    <a:pt x="1128" y="107"/>
                  </a:lnTo>
                  <a:lnTo>
                    <a:pt x="613" y="1"/>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9"/>
            <p:cNvSpPr/>
            <p:nvPr/>
          </p:nvSpPr>
          <p:spPr>
            <a:xfrm>
              <a:off x="1283325" y="4791875"/>
              <a:ext cx="30675" cy="81750"/>
            </a:xfrm>
            <a:custGeom>
              <a:rect b="b" l="l" r="r" t="t"/>
              <a:pathLst>
                <a:path extrusionOk="0" h="3270" w="1227">
                  <a:moveTo>
                    <a:pt x="613" y="0"/>
                  </a:moveTo>
                  <a:lnTo>
                    <a:pt x="0" y="3171"/>
                  </a:lnTo>
                  <a:lnTo>
                    <a:pt x="613" y="3269"/>
                  </a:lnTo>
                  <a:lnTo>
                    <a:pt x="1226" y="106"/>
                  </a:lnTo>
                  <a:lnTo>
                    <a:pt x="613" y="0"/>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9"/>
            <p:cNvSpPr/>
            <p:nvPr/>
          </p:nvSpPr>
          <p:spPr>
            <a:xfrm>
              <a:off x="1313975" y="4796975"/>
              <a:ext cx="28000" cy="81750"/>
            </a:xfrm>
            <a:custGeom>
              <a:rect b="b" l="l" r="r" t="t"/>
              <a:pathLst>
                <a:path extrusionOk="0" h="3270" w="1120">
                  <a:moveTo>
                    <a:pt x="613" y="0"/>
                  </a:moveTo>
                  <a:lnTo>
                    <a:pt x="0" y="3172"/>
                  </a:lnTo>
                  <a:lnTo>
                    <a:pt x="507" y="3270"/>
                  </a:lnTo>
                  <a:lnTo>
                    <a:pt x="1120" y="107"/>
                  </a:lnTo>
                  <a:lnTo>
                    <a:pt x="613" y="0"/>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9"/>
            <p:cNvSpPr/>
            <p:nvPr/>
          </p:nvSpPr>
          <p:spPr>
            <a:xfrm>
              <a:off x="1341950" y="4804725"/>
              <a:ext cx="30675" cy="79125"/>
            </a:xfrm>
            <a:custGeom>
              <a:rect b="b" l="l" r="r" t="t"/>
              <a:pathLst>
                <a:path extrusionOk="0" h="3165" w="1227">
                  <a:moveTo>
                    <a:pt x="614" y="1"/>
                  </a:moveTo>
                  <a:lnTo>
                    <a:pt x="1" y="3066"/>
                  </a:lnTo>
                  <a:lnTo>
                    <a:pt x="516" y="3164"/>
                  </a:lnTo>
                  <a:lnTo>
                    <a:pt x="1227" y="99"/>
                  </a:lnTo>
                  <a:lnTo>
                    <a:pt x="614" y="1"/>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9"/>
            <p:cNvSpPr/>
            <p:nvPr/>
          </p:nvSpPr>
          <p:spPr>
            <a:xfrm>
              <a:off x="935950" y="4963100"/>
              <a:ext cx="441800" cy="260550"/>
            </a:xfrm>
            <a:custGeom>
              <a:rect b="b" l="l" r="r" t="t"/>
              <a:pathLst>
                <a:path extrusionOk="0" h="10422" w="17672">
                  <a:moveTo>
                    <a:pt x="1431" y="0"/>
                  </a:moveTo>
                  <a:lnTo>
                    <a:pt x="0" y="7250"/>
                  </a:lnTo>
                  <a:lnTo>
                    <a:pt x="16241" y="10421"/>
                  </a:lnTo>
                  <a:lnTo>
                    <a:pt x="17671" y="3163"/>
                  </a:lnTo>
                  <a:lnTo>
                    <a:pt x="143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9"/>
            <p:cNvSpPr/>
            <p:nvPr/>
          </p:nvSpPr>
          <p:spPr>
            <a:xfrm>
              <a:off x="912850" y="5169875"/>
              <a:ext cx="424025" cy="188850"/>
            </a:xfrm>
            <a:custGeom>
              <a:rect b="b" l="l" r="r" t="t"/>
              <a:pathLst>
                <a:path extrusionOk="0" h="7554" w="16961">
                  <a:moveTo>
                    <a:pt x="16961" y="3172"/>
                  </a:moveTo>
                  <a:lnTo>
                    <a:pt x="16946" y="3244"/>
                  </a:lnTo>
                  <a:lnTo>
                    <a:pt x="16946" y="3244"/>
                  </a:lnTo>
                  <a:cubicBezTo>
                    <a:pt x="16951" y="3220"/>
                    <a:pt x="16956" y="3196"/>
                    <a:pt x="16961" y="3172"/>
                  </a:cubicBezTo>
                  <a:close/>
                  <a:moveTo>
                    <a:pt x="720" y="1"/>
                  </a:moveTo>
                  <a:lnTo>
                    <a:pt x="311" y="2044"/>
                  </a:lnTo>
                  <a:cubicBezTo>
                    <a:pt x="1" y="3679"/>
                    <a:pt x="1227" y="5313"/>
                    <a:pt x="3172" y="5624"/>
                  </a:cubicBezTo>
                  <a:lnTo>
                    <a:pt x="12572" y="7463"/>
                  </a:lnTo>
                  <a:cubicBezTo>
                    <a:pt x="12846" y="7524"/>
                    <a:pt x="13120" y="7553"/>
                    <a:pt x="13390" y="7553"/>
                  </a:cubicBezTo>
                  <a:cubicBezTo>
                    <a:pt x="14925" y="7553"/>
                    <a:pt x="16295" y="6606"/>
                    <a:pt x="16552" y="5215"/>
                  </a:cubicBezTo>
                  <a:lnTo>
                    <a:pt x="16946" y="3244"/>
                  </a:lnTo>
                  <a:lnTo>
                    <a:pt x="16946" y="3244"/>
                  </a:lnTo>
                  <a:cubicBezTo>
                    <a:pt x="16656" y="4596"/>
                    <a:pt x="15307" y="5510"/>
                    <a:pt x="13798" y="5510"/>
                  </a:cubicBezTo>
                  <a:cubicBezTo>
                    <a:pt x="13529" y="5510"/>
                    <a:pt x="13255" y="5481"/>
                    <a:pt x="12980" y="5420"/>
                  </a:cubicBezTo>
                  <a:lnTo>
                    <a:pt x="3475" y="3581"/>
                  </a:lnTo>
                  <a:cubicBezTo>
                    <a:pt x="1636" y="3270"/>
                    <a:pt x="410" y="1635"/>
                    <a:pt x="720" y="1"/>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9"/>
            <p:cNvSpPr/>
            <p:nvPr/>
          </p:nvSpPr>
          <p:spPr>
            <a:xfrm>
              <a:off x="963950" y="4963100"/>
              <a:ext cx="413800" cy="112400"/>
            </a:xfrm>
            <a:custGeom>
              <a:rect b="b" l="l" r="r" t="t"/>
              <a:pathLst>
                <a:path extrusionOk="0" h="4496" w="16552">
                  <a:moveTo>
                    <a:pt x="311" y="0"/>
                  </a:moveTo>
                  <a:lnTo>
                    <a:pt x="0" y="1324"/>
                  </a:lnTo>
                  <a:lnTo>
                    <a:pt x="16249" y="4496"/>
                  </a:lnTo>
                  <a:lnTo>
                    <a:pt x="16551" y="3163"/>
                  </a:lnTo>
                  <a:lnTo>
                    <a:pt x="311" y="0"/>
                  </a:lnTo>
                  <a:close/>
                </a:path>
              </a:pathLst>
            </a:custGeom>
            <a:solidFill>
              <a:srgbClr val="FF78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9"/>
            <p:cNvSpPr/>
            <p:nvPr/>
          </p:nvSpPr>
          <p:spPr>
            <a:xfrm>
              <a:off x="984375" y="5034625"/>
              <a:ext cx="94625" cy="94425"/>
            </a:xfrm>
            <a:custGeom>
              <a:rect b="b" l="l" r="r" t="t"/>
              <a:pathLst>
                <a:path extrusionOk="0" h="3777" w="3785">
                  <a:moveTo>
                    <a:pt x="1537" y="0"/>
                  </a:moveTo>
                  <a:lnTo>
                    <a:pt x="1333" y="1022"/>
                  </a:lnTo>
                  <a:lnTo>
                    <a:pt x="311" y="817"/>
                  </a:lnTo>
                  <a:lnTo>
                    <a:pt x="1" y="2248"/>
                  </a:lnTo>
                  <a:lnTo>
                    <a:pt x="1022" y="2452"/>
                  </a:lnTo>
                  <a:lnTo>
                    <a:pt x="818" y="3474"/>
                  </a:lnTo>
                  <a:lnTo>
                    <a:pt x="2248" y="3776"/>
                  </a:lnTo>
                  <a:lnTo>
                    <a:pt x="2453" y="2754"/>
                  </a:lnTo>
                  <a:lnTo>
                    <a:pt x="3474" y="2959"/>
                  </a:lnTo>
                  <a:lnTo>
                    <a:pt x="3785" y="1528"/>
                  </a:lnTo>
                  <a:lnTo>
                    <a:pt x="2763" y="1324"/>
                  </a:lnTo>
                  <a:lnTo>
                    <a:pt x="2967" y="302"/>
                  </a:lnTo>
                  <a:lnTo>
                    <a:pt x="1537" y="0"/>
                  </a:lnTo>
                  <a:close/>
                </a:path>
              </a:pathLst>
            </a:custGeom>
            <a:solidFill>
              <a:srgbClr val="FF78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9"/>
            <p:cNvSpPr/>
            <p:nvPr/>
          </p:nvSpPr>
          <p:spPr>
            <a:xfrm>
              <a:off x="1178500" y="5075475"/>
              <a:ext cx="145700" cy="43350"/>
            </a:xfrm>
            <a:custGeom>
              <a:rect b="b" l="l" r="r" t="t"/>
              <a:pathLst>
                <a:path extrusionOk="0" h="1734" w="5828">
                  <a:moveTo>
                    <a:pt x="205" y="1"/>
                  </a:moveTo>
                  <a:lnTo>
                    <a:pt x="0" y="614"/>
                  </a:lnTo>
                  <a:lnTo>
                    <a:pt x="5722" y="1733"/>
                  </a:lnTo>
                  <a:lnTo>
                    <a:pt x="5828" y="1120"/>
                  </a:lnTo>
                  <a:lnTo>
                    <a:pt x="205" y="1"/>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9"/>
            <p:cNvSpPr/>
            <p:nvPr/>
          </p:nvSpPr>
          <p:spPr>
            <a:xfrm>
              <a:off x="1170925" y="5113700"/>
              <a:ext cx="145525" cy="43550"/>
            </a:xfrm>
            <a:custGeom>
              <a:rect b="b" l="l" r="r" t="t"/>
              <a:pathLst>
                <a:path extrusionOk="0" h="1742" w="5821">
                  <a:moveTo>
                    <a:pt x="205" y="0"/>
                  </a:moveTo>
                  <a:lnTo>
                    <a:pt x="1" y="719"/>
                  </a:lnTo>
                  <a:lnTo>
                    <a:pt x="5722" y="1741"/>
                  </a:lnTo>
                  <a:lnTo>
                    <a:pt x="5820" y="1128"/>
                  </a:lnTo>
                  <a:lnTo>
                    <a:pt x="205" y="0"/>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30" name="Google Shape;530;p9"/>
          <p:cNvSpPr/>
          <p:nvPr/>
        </p:nvSpPr>
        <p:spPr>
          <a:xfrm flipH="1" rot="5400000">
            <a:off x="466225" y="-456625"/>
            <a:ext cx="1971667" cy="2904128"/>
          </a:xfrm>
          <a:custGeom>
            <a:rect b="b" l="l" r="r" t="t"/>
            <a:pathLst>
              <a:path extrusionOk="0" h="72368" w="49132">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9"/>
          <p:cNvSpPr/>
          <p:nvPr/>
        </p:nvSpPr>
        <p:spPr>
          <a:xfrm>
            <a:off x="8554680" y="962741"/>
            <a:ext cx="257321" cy="257560"/>
          </a:xfrm>
          <a:custGeom>
            <a:rect b="b" l="l" r="r" t="t"/>
            <a:pathLst>
              <a:path extrusionOk="0" h="3975" w="3971">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9"/>
          <p:cNvSpPr/>
          <p:nvPr/>
        </p:nvSpPr>
        <p:spPr>
          <a:xfrm>
            <a:off x="7189992" y="173020"/>
            <a:ext cx="243518" cy="243435"/>
          </a:xfrm>
          <a:custGeom>
            <a:rect b="b" l="l" r="r" t="t"/>
            <a:pathLst>
              <a:path extrusionOk="0" h="3757" w="3758">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9"/>
          <p:cNvSpPr/>
          <p:nvPr/>
        </p:nvSpPr>
        <p:spPr>
          <a:xfrm>
            <a:off x="8924753" y="1385788"/>
            <a:ext cx="56441" cy="60195"/>
          </a:xfrm>
          <a:custGeom>
            <a:rect b="b" l="l" r="r" t="t"/>
            <a:pathLst>
              <a:path extrusionOk="0" h="929" w="871">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9"/>
          <p:cNvSpPr/>
          <p:nvPr/>
        </p:nvSpPr>
        <p:spPr>
          <a:xfrm>
            <a:off x="8462988" y="687751"/>
            <a:ext cx="56506" cy="60130"/>
          </a:xfrm>
          <a:custGeom>
            <a:rect b="b" l="l" r="r" t="t"/>
            <a:pathLst>
              <a:path extrusionOk="0" h="928" w="872">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9"/>
          <p:cNvSpPr/>
          <p:nvPr/>
        </p:nvSpPr>
        <p:spPr>
          <a:xfrm>
            <a:off x="8364298" y="271702"/>
            <a:ext cx="56441" cy="56501"/>
          </a:xfrm>
          <a:custGeom>
            <a:rect b="b" l="l" r="r" t="t"/>
            <a:pathLst>
              <a:path extrusionOk="0" h="872" w="871">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9"/>
          <p:cNvSpPr/>
          <p:nvPr/>
        </p:nvSpPr>
        <p:spPr>
          <a:xfrm>
            <a:off x="6710472" y="381141"/>
            <a:ext cx="60199" cy="59871"/>
          </a:xfrm>
          <a:custGeom>
            <a:rect b="b" l="l" r="r" t="t"/>
            <a:pathLst>
              <a:path extrusionOk="0" h="924" w="929">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9"/>
          <p:cNvSpPr/>
          <p:nvPr/>
        </p:nvSpPr>
        <p:spPr>
          <a:xfrm>
            <a:off x="1083565" y="4715859"/>
            <a:ext cx="207943" cy="207927"/>
          </a:xfrm>
          <a:custGeom>
            <a:rect b="b" l="l" r="r" t="t"/>
            <a:pathLst>
              <a:path extrusionOk="0" h="3209" w="3209">
                <a:moveTo>
                  <a:pt x="1524" y="1"/>
                </a:moveTo>
                <a:lnTo>
                  <a:pt x="1250" y="980"/>
                </a:lnTo>
                <a:lnTo>
                  <a:pt x="271" y="706"/>
                </a:lnTo>
                <a:lnTo>
                  <a:pt x="1" y="1685"/>
                </a:lnTo>
                <a:lnTo>
                  <a:pt x="980" y="1960"/>
                </a:lnTo>
                <a:lnTo>
                  <a:pt x="706" y="2939"/>
                </a:lnTo>
                <a:lnTo>
                  <a:pt x="1685" y="3209"/>
                </a:lnTo>
                <a:lnTo>
                  <a:pt x="1960" y="2230"/>
                </a:lnTo>
                <a:lnTo>
                  <a:pt x="2939" y="2504"/>
                </a:lnTo>
                <a:lnTo>
                  <a:pt x="3209" y="1524"/>
                </a:lnTo>
                <a:lnTo>
                  <a:pt x="2230" y="1250"/>
                </a:lnTo>
                <a:lnTo>
                  <a:pt x="2504" y="271"/>
                </a:lnTo>
                <a:lnTo>
                  <a:pt x="15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9"/>
          <p:cNvSpPr/>
          <p:nvPr/>
        </p:nvSpPr>
        <p:spPr>
          <a:xfrm>
            <a:off x="713233" y="4839164"/>
            <a:ext cx="60134" cy="60130"/>
          </a:xfrm>
          <a:custGeom>
            <a:rect b="b" l="l" r="r" t="t"/>
            <a:pathLst>
              <a:path extrusionOk="0" h="928" w="928">
                <a:moveTo>
                  <a:pt x="436" y="0"/>
                </a:moveTo>
                <a:cubicBezTo>
                  <a:pt x="218" y="0"/>
                  <a:pt x="1" y="218"/>
                  <a:pt x="1" y="492"/>
                </a:cubicBezTo>
                <a:cubicBezTo>
                  <a:pt x="1" y="710"/>
                  <a:pt x="218" y="927"/>
                  <a:pt x="436" y="927"/>
                </a:cubicBezTo>
                <a:cubicBezTo>
                  <a:pt x="710" y="927"/>
                  <a:pt x="928" y="710"/>
                  <a:pt x="928" y="492"/>
                </a:cubicBezTo>
                <a:cubicBezTo>
                  <a:pt x="928" y="218"/>
                  <a:pt x="710"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9"/>
          <p:cNvSpPr/>
          <p:nvPr/>
        </p:nvSpPr>
        <p:spPr>
          <a:xfrm>
            <a:off x="1640651" y="4599423"/>
            <a:ext cx="59875" cy="56436"/>
          </a:xfrm>
          <a:custGeom>
            <a:rect b="b" l="l" r="r" t="t"/>
            <a:pathLst>
              <a:path extrusionOk="0" h="871" w="924">
                <a:moveTo>
                  <a:pt x="436" y="0"/>
                </a:moveTo>
                <a:cubicBezTo>
                  <a:pt x="219" y="0"/>
                  <a:pt x="1" y="165"/>
                  <a:pt x="1" y="435"/>
                </a:cubicBezTo>
                <a:cubicBezTo>
                  <a:pt x="1" y="710"/>
                  <a:pt x="219" y="871"/>
                  <a:pt x="436" y="871"/>
                </a:cubicBezTo>
                <a:cubicBezTo>
                  <a:pt x="706" y="871"/>
                  <a:pt x="924" y="710"/>
                  <a:pt x="924" y="435"/>
                </a:cubicBezTo>
                <a:cubicBezTo>
                  <a:pt x="924" y="165"/>
                  <a:pt x="706"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40" name="Google Shape;540;p9"/>
          <p:cNvGrpSpPr/>
          <p:nvPr/>
        </p:nvGrpSpPr>
        <p:grpSpPr>
          <a:xfrm>
            <a:off x="179825" y="158500"/>
            <a:ext cx="674325" cy="1173675"/>
            <a:chOff x="4266275" y="6869625"/>
            <a:chExt cx="674325" cy="1173675"/>
          </a:xfrm>
        </p:grpSpPr>
        <p:sp>
          <p:nvSpPr>
            <p:cNvPr id="541" name="Google Shape;541;p9"/>
            <p:cNvSpPr/>
            <p:nvPr/>
          </p:nvSpPr>
          <p:spPr>
            <a:xfrm>
              <a:off x="4754025" y="7408475"/>
              <a:ext cx="186575" cy="194125"/>
            </a:xfrm>
            <a:custGeom>
              <a:rect b="b" l="l" r="r" t="t"/>
              <a:pathLst>
                <a:path extrusionOk="0" h="7765" w="7463">
                  <a:moveTo>
                    <a:pt x="2044" y="0"/>
                  </a:moveTo>
                  <a:lnTo>
                    <a:pt x="0" y="1945"/>
                  </a:lnTo>
                  <a:lnTo>
                    <a:pt x="5419" y="7765"/>
                  </a:lnTo>
                  <a:lnTo>
                    <a:pt x="7463" y="5828"/>
                  </a:lnTo>
                  <a:lnTo>
                    <a:pt x="2044"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9"/>
            <p:cNvSpPr/>
            <p:nvPr/>
          </p:nvSpPr>
          <p:spPr>
            <a:xfrm>
              <a:off x="4759125" y="7416225"/>
              <a:ext cx="58875" cy="53575"/>
            </a:xfrm>
            <a:custGeom>
              <a:rect b="b" l="l" r="r" t="t"/>
              <a:pathLst>
                <a:path extrusionOk="0" h="2143" w="2355">
                  <a:moveTo>
                    <a:pt x="2044" y="1"/>
                  </a:moveTo>
                  <a:lnTo>
                    <a:pt x="1" y="1840"/>
                  </a:lnTo>
                  <a:lnTo>
                    <a:pt x="311" y="2142"/>
                  </a:lnTo>
                  <a:lnTo>
                    <a:pt x="2354" y="205"/>
                  </a:lnTo>
                  <a:lnTo>
                    <a:pt x="2044" y="1"/>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9"/>
            <p:cNvSpPr/>
            <p:nvPr/>
          </p:nvSpPr>
          <p:spPr>
            <a:xfrm>
              <a:off x="4774450" y="7428900"/>
              <a:ext cx="56225" cy="56225"/>
            </a:xfrm>
            <a:custGeom>
              <a:rect b="b" l="l" r="r" t="t"/>
              <a:pathLst>
                <a:path extrusionOk="0" h="2249" w="2249">
                  <a:moveTo>
                    <a:pt x="2044" y="0"/>
                  </a:moveTo>
                  <a:lnTo>
                    <a:pt x="1" y="1946"/>
                  </a:lnTo>
                  <a:lnTo>
                    <a:pt x="205" y="2248"/>
                  </a:lnTo>
                  <a:lnTo>
                    <a:pt x="2248" y="311"/>
                  </a:lnTo>
                  <a:lnTo>
                    <a:pt x="2044" y="0"/>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9"/>
            <p:cNvSpPr/>
            <p:nvPr/>
          </p:nvSpPr>
          <p:spPr>
            <a:xfrm>
              <a:off x="4787325" y="7444225"/>
              <a:ext cx="56225" cy="53750"/>
            </a:xfrm>
            <a:custGeom>
              <a:rect b="b" l="l" r="r" t="t"/>
              <a:pathLst>
                <a:path extrusionOk="0" h="2150" w="2249">
                  <a:moveTo>
                    <a:pt x="2044" y="0"/>
                  </a:moveTo>
                  <a:lnTo>
                    <a:pt x="0" y="1839"/>
                  </a:lnTo>
                  <a:lnTo>
                    <a:pt x="205" y="2150"/>
                  </a:lnTo>
                  <a:lnTo>
                    <a:pt x="2248" y="311"/>
                  </a:lnTo>
                  <a:lnTo>
                    <a:pt x="2044" y="0"/>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9"/>
            <p:cNvSpPr/>
            <p:nvPr/>
          </p:nvSpPr>
          <p:spPr>
            <a:xfrm>
              <a:off x="4800000" y="7457100"/>
              <a:ext cx="58875" cy="56200"/>
            </a:xfrm>
            <a:custGeom>
              <a:rect b="b" l="l" r="r" t="t"/>
              <a:pathLst>
                <a:path extrusionOk="0" h="2248" w="2355">
                  <a:moveTo>
                    <a:pt x="2044" y="0"/>
                  </a:moveTo>
                  <a:lnTo>
                    <a:pt x="0" y="1937"/>
                  </a:lnTo>
                  <a:lnTo>
                    <a:pt x="311" y="2248"/>
                  </a:lnTo>
                  <a:lnTo>
                    <a:pt x="2354" y="303"/>
                  </a:lnTo>
                  <a:lnTo>
                    <a:pt x="2044" y="0"/>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9"/>
            <p:cNvSpPr/>
            <p:nvPr/>
          </p:nvSpPr>
          <p:spPr>
            <a:xfrm>
              <a:off x="4812875" y="7472425"/>
              <a:ext cx="58650" cy="53550"/>
            </a:xfrm>
            <a:custGeom>
              <a:rect b="b" l="l" r="r" t="t"/>
              <a:pathLst>
                <a:path extrusionOk="0" h="2142" w="2346">
                  <a:moveTo>
                    <a:pt x="2043" y="0"/>
                  </a:moveTo>
                  <a:lnTo>
                    <a:pt x="0" y="1937"/>
                  </a:lnTo>
                  <a:lnTo>
                    <a:pt x="303" y="2142"/>
                  </a:lnTo>
                  <a:lnTo>
                    <a:pt x="2346" y="303"/>
                  </a:lnTo>
                  <a:lnTo>
                    <a:pt x="2043" y="0"/>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9"/>
            <p:cNvSpPr/>
            <p:nvPr/>
          </p:nvSpPr>
          <p:spPr>
            <a:xfrm>
              <a:off x="4825525" y="7487750"/>
              <a:ext cx="58875" cy="53550"/>
            </a:xfrm>
            <a:custGeom>
              <a:rect b="b" l="l" r="r" t="t"/>
              <a:pathLst>
                <a:path extrusionOk="0" h="2142" w="2355">
                  <a:moveTo>
                    <a:pt x="2044" y="0"/>
                  </a:moveTo>
                  <a:lnTo>
                    <a:pt x="1" y="1839"/>
                  </a:lnTo>
                  <a:lnTo>
                    <a:pt x="311" y="2142"/>
                  </a:lnTo>
                  <a:lnTo>
                    <a:pt x="2355" y="205"/>
                  </a:lnTo>
                  <a:lnTo>
                    <a:pt x="2044" y="0"/>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9"/>
            <p:cNvSpPr/>
            <p:nvPr/>
          </p:nvSpPr>
          <p:spPr>
            <a:xfrm>
              <a:off x="4840850" y="7500425"/>
              <a:ext cx="56225" cy="56200"/>
            </a:xfrm>
            <a:custGeom>
              <a:rect b="b" l="l" r="r" t="t"/>
              <a:pathLst>
                <a:path extrusionOk="0" h="2248" w="2249">
                  <a:moveTo>
                    <a:pt x="2044" y="0"/>
                  </a:moveTo>
                  <a:lnTo>
                    <a:pt x="1" y="1945"/>
                  </a:lnTo>
                  <a:lnTo>
                    <a:pt x="205" y="2248"/>
                  </a:lnTo>
                  <a:lnTo>
                    <a:pt x="2249" y="311"/>
                  </a:lnTo>
                  <a:lnTo>
                    <a:pt x="2044" y="0"/>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9"/>
            <p:cNvSpPr/>
            <p:nvPr/>
          </p:nvSpPr>
          <p:spPr>
            <a:xfrm>
              <a:off x="4853725" y="7515750"/>
              <a:ext cx="56225" cy="53750"/>
            </a:xfrm>
            <a:custGeom>
              <a:rect b="b" l="l" r="r" t="t"/>
              <a:pathLst>
                <a:path extrusionOk="0" h="2150" w="2249">
                  <a:moveTo>
                    <a:pt x="2044" y="0"/>
                  </a:moveTo>
                  <a:lnTo>
                    <a:pt x="1" y="1839"/>
                  </a:lnTo>
                  <a:lnTo>
                    <a:pt x="205" y="2150"/>
                  </a:lnTo>
                  <a:lnTo>
                    <a:pt x="2249" y="204"/>
                  </a:lnTo>
                  <a:lnTo>
                    <a:pt x="2044" y="0"/>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9"/>
            <p:cNvSpPr/>
            <p:nvPr/>
          </p:nvSpPr>
          <p:spPr>
            <a:xfrm>
              <a:off x="4866400" y="7528625"/>
              <a:ext cx="58875" cy="56200"/>
            </a:xfrm>
            <a:custGeom>
              <a:rect b="b" l="l" r="r" t="t"/>
              <a:pathLst>
                <a:path extrusionOk="0" h="2248" w="2355">
                  <a:moveTo>
                    <a:pt x="2044" y="0"/>
                  </a:moveTo>
                  <a:lnTo>
                    <a:pt x="1" y="1937"/>
                  </a:lnTo>
                  <a:lnTo>
                    <a:pt x="311" y="2248"/>
                  </a:lnTo>
                  <a:lnTo>
                    <a:pt x="2355" y="302"/>
                  </a:lnTo>
                  <a:lnTo>
                    <a:pt x="2044" y="0"/>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9"/>
            <p:cNvSpPr/>
            <p:nvPr/>
          </p:nvSpPr>
          <p:spPr>
            <a:xfrm>
              <a:off x="4879275" y="7543950"/>
              <a:ext cx="58675" cy="53550"/>
            </a:xfrm>
            <a:custGeom>
              <a:rect b="b" l="l" r="r" t="t"/>
              <a:pathLst>
                <a:path extrusionOk="0" h="2142" w="2347">
                  <a:moveTo>
                    <a:pt x="2044" y="0"/>
                  </a:moveTo>
                  <a:lnTo>
                    <a:pt x="0" y="1937"/>
                  </a:lnTo>
                  <a:lnTo>
                    <a:pt x="303" y="2141"/>
                  </a:lnTo>
                  <a:lnTo>
                    <a:pt x="2346" y="302"/>
                  </a:lnTo>
                  <a:lnTo>
                    <a:pt x="2044" y="0"/>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9"/>
            <p:cNvSpPr/>
            <p:nvPr/>
          </p:nvSpPr>
          <p:spPr>
            <a:xfrm>
              <a:off x="4266275" y="7482625"/>
              <a:ext cx="597700" cy="560675"/>
            </a:xfrm>
            <a:custGeom>
              <a:rect b="b" l="l" r="r" t="t"/>
              <a:pathLst>
                <a:path extrusionOk="0" h="22427" w="23908">
                  <a:moveTo>
                    <a:pt x="19616" y="1"/>
                  </a:moveTo>
                  <a:lnTo>
                    <a:pt x="1324" y="16855"/>
                  </a:lnTo>
                  <a:cubicBezTo>
                    <a:pt x="98" y="18081"/>
                    <a:pt x="0" y="20124"/>
                    <a:pt x="1226" y="21456"/>
                  </a:cubicBezTo>
                  <a:cubicBezTo>
                    <a:pt x="1809" y="22094"/>
                    <a:pt x="2641" y="22426"/>
                    <a:pt x="3492" y="22426"/>
                  </a:cubicBezTo>
                  <a:cubicBezTo>
                    <a:pt x="4279" y="22426"/>
                    <a:pt x="5082" y="22143"/>
                    <a:pt x="5722" y="21554"/>
                  </a:cubicBezTo>
                  <a:lnTo>
                    <a:pt x="23907" y="4701"/>
                  </a:lnTo>
                  <a:lnTo>
                    <a:pt x="1961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9"/>
            <p:cNvSpPr/>
            <p:nvPr/>
          </p:nvSpPr>
          <p:spPr>
            <a:xfrm>
              <a:off x="4294275" y="7615450"/>
              <a:ext cx="429125" cy="403000"/>
            </a:xfrm>
            <a:custGeom>
              <a:rect b="b" l="l" r="r" t="t"/>
              <a:pathLst>
                <a:path extrusionOk="0" h="16120" w="17165">
                  <a:moveTo>
                    <a:pt x="14001" y="1"/>
                  </a:moveTo>
                  <a:lnTo>
                    <a:pt x="1022" y="12056"/>
                  </a:lnTo>
                  <a:cubicBezTo>
                    <a:pt x="0" y="12972"/>
                    <a:pt x="0" y="14402"/>
                    <a:pt x="817" y="15326"/>
                  </a:cubicBezTo>
                  <a:cubicBezTo>
                    <a:pt x="1305" y="15865"/>
                    <a:pt x="1934" y="16120"/>
                    <a:pt x="2569" y="16120"/>
                  </a:cubicBezTo>
                  <a:cubicBezTo>
                    <a:pt x="3137" y="16120"/>
                    <a:pt x="3711" y="15916"/>
                    <a:pt x="4193" y="15530"/>
                  </a:cubicBezTo>
                  <a:lnTo>
                    <a:pt x="17164" y="3368"/>
                  </a:lnTo>
                  <a:lnTo>
                    <a:pt x="14001" y="1"/>
                  </a:lnTo>
                  <a:close/>
                </a:path>
              </a:pathLst>
            </a:custGeom>
            <a:solidFill>
              <a:srgbClr val="FF78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9"/>
            <p:cNvSpPr/>
            <p:nvPr/>
          </p:nvSpPr>
          <p:spPr>
            <a:xfrm>
              <a:off x="4736250" y="7454450"/>
              <a:ext cx="155725" cy="166150"/>
            </a:xfrm>
            <a:custGeom>
              <a:rect b="b" l="l" r="r" t="t"/>
              <a:pathLst>
                <a:path extrusionOk="0" h="6646" w="6229">
                  <a:moveTo>
                    <a:pt x="817" y="0"/>
                  </a:moveTo>
                  <a:lnTo>
                    <a:pt x="0" y="817"/>
                  </a:lnTo>
                  <a:lnTo>
                    <a:pt x="5313" y="6645"/>
                  </a:lnTo>
                  <a:lnTo>
                    <a:pt x="6228" y="5828"/>
                  </a:lnTo>
                  <a:lnTo>
                    <a:pt x="817" y="0"/>
                  </a:lnTo>
                  <a:close/>
                </a:path>
              </a:pathLst>
            </a:custGeom>
            <a:solidFill>
              <a:srgbClr val="E8E8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9"/>
            <p:cNvSpPr/>
            <p:nvPr/>
          </p:nvSpPr>
          <p:spPr>
            <a:xfrm>
              <a:off x="4294275" y="7881100"/>
              <a:ext cx="143050" cy="137350"/>
            </a:xfrm>
            <a:custGeom>
              <a:rect b="b" l="l" r="r" t="t"/>
              <a:pathLst>
                <a:path extrusionOk="0" h="5494" w="5722">
                  <a:moveTo>
                    <a:pt x="2558" y="0"/>
                  </a:moveTo>
                  <a:cubicBezTo>
                    <a:pt x="2532" y="24"/>
                    <a:pt x="2506" y="48"/>
                    <a:pt x="2480" y="73"/>
                  </a:cubicBezTo>
                  <a:lnTo>
                    <a:pt x="2480" y="73"/>
                  </a:lnTo>
                  <a:lnTo>
                    <a:pt x="2558" y="0"/>
                  </a:lnTo>
                  <a:close/>
                  <a:moveTo>
                    <a:pt x="5721" y="3368"/>
                  </a:moveTo>
                  <a:lnTo>
                    <a:pt x="5716" y="3373"/>
                  </a:lnTo>
                  <a:lnTo>
                    <a:pt x="5716" y="3373"/>
                  </a:lnTo>
                  <a:cubicBezTo>
                    <a:pt x="5718" y="3371"/>
                    <a:pt x="5720" y="3369"/>
                    <a:pt x="5721" y="3368"/>
                  </a:cubicBezTo>
                  <a:close/>
                  <a:moveTo>
                    <a:pt x="2480" y="73"/>
                  </a:moveTo>
                  <a:lnTo>
                    <a:pt x="1022" y="1430"/>
                  </a:lnTo>
                  <a:cubicBezTo>
                    <a:pt x="0" y="2346"/>
                    <a:pt x="0" y="3776"/>
                    <a:pt x="817" y="4700"/>
                  </a:cubicBezTo>
                  <a:cubicBezTo>
                    <a:pt x="1305" y="5239"/>
                    <a:pt x="1934" y="5494"/>
                    <a:pt x="2569" y="5494"/>
                  </a:cubicBezTo>
                  <a:cubicBezTo>
                    <a:pt x="3137" y="5494"/>
                    <a:pt x="3711" y="5290"/>
                    <a:pt x="4193" y="4904"/>
                  </a:cubicBezTo>
                  <a:lnTo>
                    <a:pt x="5716" y="3373"/>
                  </a:lnTo>
                  <a:lnTo>
                    <a:pt x="5716" y="3373"/>
                  </a:lnTo>
                  <a:cubicBezTo>
                    <a:pt x="5284" y="3806"/>
                    <a:pt x="4739" y="4010"/>
                    <a:pt x="4187" y="4010"/>
                  </a:cubicBezTo>
                  <a:cubicBezTo>
                    <a:pt x="3568" y="4010"/>
                    <a:pt x="2939" y="3752"/>
                    <a:pt x="2452" y="3269"/>
                  </a:cubicBezTo>
                  <a:cubicBezTo>
                    <a:pt x="1563" y="2373"/>
                    <a:pt x="1630" y="905"/>
                    <a:pt x="2480" y="73"/>
                  </a:cubicBezTo>
                  <a:close/>
                </a:path>
              </a:pathLst>
            </a:custGeom>
            <a:solidFill>
              <a:srgbClr val="F56E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9"/>
            <p:cNvSpPr/>
            <p:nvPr/>
          </p:nvSpPr>
          <p:spPr>
            <a:xfrm>
              <a:off x="4577875" y="7543950"/>
              <a:ext cx="125075" cy="112400"/>
            </a:xfrm>
            <a:custGeom>
              <a:rect b="b" l="l" r="r" t="t"/>
              <a:pathLst>
                <a:path extrusionOk="0" h="4496" w="5003">
                  <a:moveTo>
                    <a:pt x="4496" y="0"/>
                  </a:moveTo>
                  <a:lnTo>
                    <a:pt x="1" y="4185"/>
                  </a:lnTo>
                  <a:cubicBezTo>
                    <a:pt x="205" y="4291"/>
                    <a:pt x="507" y="4389"/>
                    <a:pt x="916" y="4495"/>
                  </a:cubicBezTo>
                  <a:lnTo>
                    <a:pt x="2657" y="2861"/>
                  </a:lnTo>
                  <a:lnTo>
                    <a:pt x="3573" y="3776"/>
                  </a:lnTo>
                  <a:cubicBezTo>
                    <a:pt x="4594" y="2959"/>
                    <a:pt x="5003" y="1635"/>
                    <a:pt x="4594" y="302"/>
                  </a:cubicBezTo>
                  <a:lnTo>
                    <a:pt x="4496" y="0"/>
                  </a:lnTo>
                  <a:close/>
                </a:path>
              </a:pathLst>
            </a:custGeom>
            <a:solidFill>
              <a:srgbClr val="E3E6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9"/>
            <p:cNvSpPr/>
            <p:nvPr/>
          </p:nvSpPr>
          <p:spPr>
            <a:xfrm>
              <a:off x="4600775" y="7615450"/>
              <a:ext cx="66425" cy="43350"/>
            </a:xfrm>
            <a:custGeom>
              <a:rect b="b" l="l" r="r" t="t"/>
              <a:pathLst>
                <a:path extrusionOk="0" h="1734" w="2657">
                  <a:moveTo>
                    <a:pt x="1741" y="1"/>
                  </a:moveTo>
                  <a:lnTo>
                    <a:pt x="0" y="1635"/>
                  </a:lnTo>
                  <a:cubicBezTo>
                    <a:pt x="204" y="1733"/>
                    <a:pt x="409" y="1733"/>
                    <a:pt x="613" y="1733"/>
                  </a:cubicBezTo>
                  <a:cubicBezTo>
                    <a:pt x="924" y="1733"/>
                    <a:pt x="1332" y="1635"/>
                    <a:pt x="1635" y="1529"/>
                  </a:cubicBezTo>
                  <a:cubicBezTo>
                    <a:pt x="2044" y="1431"/>
                    <a:pt x="2354" y="1227"/>
                    <a:pt x="2657" y="916"/>
                  </a:cubicBezTo>
                  <a:lnTo>
                    <a:pt x="174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9"/>
            <p:cNvSpPr/>
            <p:nvPr/>
          </p:nvSpPr>
          <p:spPr>
            <a:xfrm>
              <a:off x="4268725" y="6869625"/>
              <a:ext cx="209475" cy="130200"/>
            </a:xfrm>
            <a:custGeom>
              <a:rect b="b" l="l" r="r" t="t"/>
              <a:pathLst>
                <a:path extrusionOk="0" h="5208" w="8379">
                  <a:moveTo>
                    <a:pt x="7463" y="1"/>
                  </a:moveTo>
                  <a:lnTo>
                    <a:pt x="0" y="2551"/>
                  </a:lnTo>
                  <a:lnTo>
                    <a:pt x="924" y="5207"/>
                  </a:lnTo>
                  <a:lnTo>
                    <a:pt x="8378" y="2551"/>
                  </a:lnTo>
                  <a:lnTo>
                    <a:pt x="7463"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9"/>
            <p:cNvSpPr/>
            <p:nvPr/>
          </p:nvSpPr>
          <p:spPr>
            <a:xfrm>
              <a:off x="4276475" y="6928275"/>
              <a:ext cx="30675" cy="69100"/>
            </a:xfrm>
            <a:custGeom>
              <a:rect b="b" l="l" r="r" t="t"/>
              <a:pathLst>
                <a:path extrusionOk="0" h="2764" w="1227">
                  <a:moveTo>
                    <a:pt x="303" y="1"/>
                  </a:moveTo>
                  <a:lnTo>
                    <a:pt x="1" y="107"/>
                  </a:lnTo>
                  <a:lnTo>
                    <a:pt x="916" y="2763"/>
                  </a:lnTo>
                  <a:lnTo>
                    <a:pt x="1227" y="2657"/>
                  </a:lnTo>
                  <a:lnTo>
                    <a:pt x="303" y="1"/>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9"/>
            <p:cNvSpPr/>
            <p:nvPr/>
          </p:nvSpPr>
          <p:spPr>
            <a:xfrm>
              <a:off x="4294275" y="6920725"/>
              <a:ext cx="30675" cy="68875"/>
            </a:xfrm>
            <a:custGeom>
              <a:rect b="b" l="l" r="r" t="t"/>
              <a:pathLst>
                <a:path extrusionOk="0" h="2755" w="1227">
                  <a:moveTo>
                    <a:pt x="311" y="0"/>
                  </a:moveTo>
                  <a:lnTo>
                    <a:pt x="0" y="205"/>
                  </a:lnTo>
                  <a:lnTo>
                    <a:pt x="924" y="2755"/>
                  </a:lnTo>
                  <a:lnTo>
                    <a:pt x="1226" y="2657"/>
                  </a:lnTo>
                  <a:lnTo>
                    <a:pt x="311" y="0"/>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9"/>
            <p:cNvSpPr/>
            <p:nvPr/>
          </p:nvSpPr>
          <p:spPr>
            <a:xfrm>
              <a:off x="4312250" y="6915600"/>
              <a:ext cx="30675" cy="68900"/>
            </a:xfrm>
            <a:custGeom>
              <a:rect b="b" l="l" r="r" t="t"/>
              <a:pathLst>
                <a:path extrusionOk="0" h="2756" w="1227">
                  <a:moveTo>
                    <a:pt x="303" y="1"/>
                  </a:moveTo>
                  <a:lnTo>
                    <a:pt x="0" y="99"/>
                  </a:lnTo>
                  <a:lnTo>
                    <a:pt x="916" y="2755"/>
                  </a:lnTo>
                  <a:lnTo>
                    <a:pt x="1226" y="2657"/>
                  </a:lnTo>
                  <a:lnTo>
                    <a:pt x="303" y="1"/>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9"/>
            <p:cNvSpPr/>
            <p:nvPr/>
          </p:nvSpPr>
          <p:spPr>
            <a:xfrm>
              <a:off x="4330025" y="6907850"/>
              <a:ext cx="33325" cy="69075"/>
            </a:xfrm>
            <a:custGeom>
              <a:rect b="b" l="l" r="r" t="t"/>
              <a:pathLst>
                <a:path extrusionOk="0" h="2763" w="1333">
                  <a:moveTo>
                    <a:pt x="409" y="0"/>
                  </a:moveTo>
                  <a:lnTo>
                    <a:pt x="0" y="205"/>
                  </a:lnTo>
                  <a:lnTo>
                    <a:pt x="924" y="2763"/>
                  </a:lnTo>
                  <a:lnTo>
                    <a:pt x="1333" y="2657"/>
                  </a:lnTo>
                  <a:lnTo>
                    <a:pt x="409" y="0"/>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9"/>
            <p:cNvSpPr/>
            <p:nvPr/>
          </p:nvSpPr>
          <p:spPr>
            <a:xfrm>
              <a:off x="4348000" y="6902725"/>
              <a:ext cx="33125" cy="69100"/>
            </a:xfrm>
            <a:custGeom>
              <a:rect b="b" l="l" r="r" t="t"/>
              <a:pathLst>
                <a:path extrusionOk="0" h="2764" w="1325">
                  <a:moveTo>
                    <a:pt x="409" y="1"/>
                  </a:moveTo>
                  <a:lnTo>
                    <a:pt x="1" y="107"/>
                  </a:lnTo>
                  <a:lnTo>
                    <a:pt x="916" y="2764"/>
                  </a:lnTo>
                  <a:lnTo>
                    <a:pt x="1325" y="2657"/>
                  </a:lnTo>
                  <a:lnTo>
                    <a:pt x="409" y="1"/>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9"/>
            <p:cNvSpPr/>
            <p:nvPr/>
          </p:nvSpPr>
          <p:spPr>
            <a:xfrm>
              <a:off x="4368450" y="6895175"/>
              <a:ext cx="30675" cy="68875"/>
            </a:xfrm>
            <a:custGeom>
              <a:rect b="b" l="l" r="r" t="t"/>
              <a:pathLst>
                <a:path extrusionOk="0" h="2755" w="1227">
                  <a:moveTo>
                    <a:pt x="302" y="1"/>
                  </a:moveTo>
                  <a:lnTo>
                    <a:pt x="0" y="205"/>
                  </a:lnTo>
                  <a:lnTo>
                    <a:pt x="915" y="2755"/>
                  </a:lnTo>
                  <a:lnTo>
                    <a:pt x="1226" y="2657"/>
                  </a:lnTo>
                  <a:lnTo>
                    <a:pt x="302" y="1"/>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9"/>
            <p:cNvSpPr/>
            <p:nvPr/>
          </p:nvSpPr>
          <p:spPr>
            <a:xfrm>
              <a:off x="4386225" y="6890075"/>
              <a:ext cx="30675" cy="68875"/>
            </a:xfrm>
            <a:custGeom>
              <a:rect b="b" l="l" r="r" t="t"/>
              <a:pathLst>
                <a:path extrusionOk="0" h="2755" w="1227">
                  <a:moveTo>
                    <a:pt x="311" y="0"/>
                  </a:moveTo>
                  <a:lnTo>
                    <a:pt x="0" y="98"/>
                  </a:lnTo>
                  <a:lnTo>
                    <a:pt x="924" y="2755"/>
                  </a:lnTo>
                  <a:lnTo>
                    <a:pt x="1226" y="2657"/>
                  </a:lnTo>
                  <a:lnTo>
                    <a:pt x="311" y="0"/>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9"/>
            <p:cNvSpPr/>
            <p:nvPr/>
          </p:nvSpPr>
          <p:spPr>
            <a:xfrm>
              <a:off x="4404200" y="6882300"/>
              <a:ext cx="33125" cy="69100"/>
            </a:xfrm>
            <a:custGeom>
              <a:rect b="b" l="l" r="r" t="t"/>
              <a:pathLst>
                <a:path extrusionOk="0" h="2764" w="1325">
                  <a:moveTo>
                    <a:pt x="409" y="1"/>
                  </a:moveTo>
                  <a:lnTo>
                    <a:pt x="0" y="205"/>
                  </a:lnTo>
                  <a:lnTo>
                    <a:pt x="916" y="2763"/>
                  </a:lnTo>
                  <a:lnTo>
                    <a:pt x="1324" y="2657"/>
                  </a:lnTo>
                  <a:lnTo>
                    <a:pt x="409" y="1"/>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9"/>
            <p:cNvSpPr/>
            <p:nvPr/>
          </p:nvSpPr>
          <p:spPr>
            <a:xfrm>
              <a:off x="4421975" y="6877200"/>
              <a:ext cx="33325" cy="69075"/>
            </a:xfrm>
            <a:custGeom>
              <a:rect b="b" l="l" r="r" t="t"/>
              <a:pathLst>
                <a:path extrusionOk="0" h="2763" w="1333">
                  <a:moveTo>
                    <a:pt x="409" y="0"/>
                  </a:moveTo>
                  <a:lnTo>
                    <a:pt x="0" y="107"/>
                  </a:lnTo>
                  <a:lnTo>
                    <a:pt x="924" y="2763"/>
                  </a:lnTo>
                  <a:lnTo>
                    <a:pt x="1333" y="2657"/>
                  </a:lnTo>
                  <a:lnTo>
                    <a:pt x="409" y="0"/>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9"/>
            <p:cNvSpPr/>
            <p:nvPr/>
          </p:nvSpPr>
          <p:spPr>
            <a:xfrm>
              <a:off x="4439950" y="6869625"/>
              <a:ext cx="33125" cy="68900"/>
            </a:xfrm>
            <a:custGeom>
              <a:rect b="b" l="l" r="r" t="t"/>
              <a:pathLst>
                <a:path extrusionOk="0" h="2756" w="1325">
                  <a:moveTo>
                    <a:pt x="409" y="1"/>
                  </a:moveTo>
                  <a:lnTo>
                    <a:pt x="1" y="99"/>
                  </a:lnTo>
                  <a:lnTo>
                    <a:pt x="1022" y="2755"/>
                  </a:lnTo>
                  <a:lnTo>
                    <a:pt x="1325" y="2657"/>
                  </a:lnTo>
                  <a:lnTo>
                    <a:pt x="409" y="1"/>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9"/>
            <p:cNvSpPr/>
            <p:nvPr/>
          </p:nvSpPr>
          <p:spPr>
            <a:xfrm>
              <a:off x="4314700" y="6956475"/>
              <a:ext cx="367825" cy="694425"/>
            </a:xfrm>
            <a:custGeom>
              <a:rect b="b" l="l" r="r" t="t"/>
              <a:pathLst>
                <a:path extrusionOk="0" h="27777" w="14713">
                  <a:moveTo>
                    <a:pt x="6032" y="1"/>
                  </a:moveTo>
                  <a:lnTo>
                    <a:pt x="0" y="2142"/>
                  </a:lnTo>
                  <a:lnTo>
                    <a:pt x="8076" y="25640"/>
                  </a:lnTo>
                  <a:cubicBezTo>
                    <a:pt x="8559" y="26929"/>
                    <a:pt x="9805" y="27776"/>
                    <a:pt x="11111" y="27776"/>
                  </a:cubicBezTo>
                  <a:cubicBezTo>
                    <a:pt x="11462" y="27776"/>
                    <a:pt x="11817" y="27715"/>
                    <a:pt x="12162" y="27586"/>
                  </a:cubicBezTo>
                  <a:cubicBezTo>
                    <a:pt x="13895" y="26973"/>
                    <a:pt x="14713" y="25134"/>
                    <a:pt x="14206" y="23499"/>
                  </a:cubicBezTo>
                  <a:lnTo>
                    <a:pt x="603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9"/>
            <p:cNvSpPr/>
            <p:nvPr/>
          </p:nvSpPr>
          <p:spPr>
            <a:xfrm>
              <a:off x="4391325" y="7125050"/>
              <a:ext cx="265650" cy="498700"/>
            </a:xfrm>
            <a:custGeom>
              <a:rect b="b" l="l" r="r" t="t"/>
              <a:pathLst>
                <a:path extrusionOk="0" h="19948" w="10626">
                  <a:moveTo>
                    <a:pt x="4398" y="1"/>
                  </a:moveTo>
                  <a:lnTo>
                    <a:pt x="0" y="1529"/>
                  </a:lnTo>
                  <a:lnTo>
                    <a:pt x="5828" y="18391"/>
                  </a:lnTo>
                  <a:cubicBezTo>
                    <a:pt x="6151" y="19361"/>
                    <a:pt x="7048" y="19947"/>
                    <a:pt x="8016" y="19947"/>
                  </a:cubicBezTo>
                  <a:cubicBezTo>
                    <a:pt x="8271" y="19947"/>
                    <a:pt x="8531" y="19906"/>
                    <a:pt x="8787" y="19821"/>
                  </a:cubicBezTo>
                  <a:cubicBezTo>
                    <a:pt x="10013" y="19412"/>
                    <a:pt x="10626" y="18080"/>
                    <a:pt x="10217" y="16854"/>
                  </a:cubicBezTo>
                  <a:lnTo>
                    <a:pt x="439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9"/>
            <p:cNvSpPr/>
            <p:nvPr/>
          </p:nvSpPr>
          <p:spPr>
            <a:xfrm>
              <a:off x="4289150" y="6933375"/>
              <a:ext cx="196800" cy="91975"/>
            </a:xfrm>
            <a:custGeom>
              <a:rect b="b" l="l" r="r" t="t"/>
              <a:pathLst>
                <a:path extrusionOk="0" h="3679" w="7872">
                  <a:moveTo>
                    <a:pt x="7561" y="1"/>
                  </a:moveTo>
                  <a:lnTo>
                    <a:pt x="1" y="2559"/>
                  </a:lnTo>
                  <a:lnTo>
                    <a:pt x="409" y="3679"/>
                  </a:lnTo>
                  <a:lnTo>
                    <a:pt x="7872" y="1023"/>
                  </a:lnTo>
                  <a:lnTo>
                    <a:pt x="7561" y="1"/>
                  </a:lnTo>
                  <a:close/>
                </a:path>
              </a:pathLst>
            </a:custGeom>
            <a:solidFill>
              <a:srgbClr val="E8E8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9"/>
            <p:cNvSpPr/>
            <p:nvPr/>
          </p:nvSpPr>
          <p:spPr>
            <a:xfrm>
              <a:off x="4519025" y="7495300"/>
              <a:ext cx="137950" cy="128450"/>
            </a:xfrm>
            <a:custGeom>
              <a:rect b="b" l="l" r="r" t="t"/>
              <a:pathLst>
                <a:path extrusionOk="0" h="5138" w="5518">
                  <a:moveTo>
                    <a:pt x="1" y="1537"/>
                  </a:moveTo>
                  <a:cubicBezTo>
                    <a:pt x="9" y="1562"/>
                    <a:pt x="18" y="1587"/>
                    <a:pt x="27" y="1611"/>
                  </a:cubicBezTo>
                  <a:lnTo>
                    <a:pt x="27" y="1611"/>
                  </a:lnTo>
                  <a:lnTo>
                    <a:pt x="1" y="1537"/>
                  </a:lnTo>
                  <a:close/>
                  <a:moveTo>
                    <a:pt x="4398" y="1"/>
                  </a:moveTo>
                  <a:cubicBezTo>
                    <a:pt x="4807" y="1227"/>
                    <a:pt x="4194" y="2559"/>
                    <a:pt x="2968" y="2968"/>
                  </a:cubicBezTo>
                  <a:cubicBezTo>
                    <a:pt x="2712" y="3053"/>
                    <a:pt x="2451" y="3094"/>
                    <a:pt x="2196" y="3094"/>
                  </a:cubicBezTo>
                  <a:cubicBezTo>
                    <a:pt x="1251" y="3094"/>
                    <a:pt x="370" y="2537"/>
                    <a:pt x="27" y="1611"/>
                  </a:cubicBezTo>
                  <a:lnTo>
                    <a:pt x="27" y="1611"/>
                  </a:lnTo>
                  <a:lnTo>
                    <a:pt x="720" y="3581"/>
                  </a:lnTo>
                  <a:cubicBezTo>
                    <a:pt x="1043" y="4551"/>
                    <a:pt x="1940" y="5137"/>
                    <a:pt x="2908" y="5137"/>
                  </a:cubicBezTo>
                  <a:cubicBezTo>
                    <a:pt x="3163" y="5137"/>
                    <a:pt x="3423" y="5096"/>
                    <a:pt x="3679" y="5011"/>
                  </a:cubicBezTo>
                  <a:cubicBezTo>
                    <a:pt x="4905" y="4602"/>
                    <a:pt x="5518" y="3270"/>
                    <a:pt x="5109" y="2044"/>
                  </a:cubicBezTo>
                  <a:lnTo>
                    <a:pt x="4398" y="1"/>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3" name="Google Shape;573;p9"/>
          <p:cNvSpPr txBox="1"/>
          <p:nvPr>
            <p:ph idx="1" type="subTitle"/>
          </p:nvPr>
        </p:nvSpPr>
        <p:spPr>
          <a:xfrm>
            <a:off x="4937225" y="2200875"/>
            <a:ext cx="3401100" cy="1190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800"/>
              <a:buNone/>
              <a:defRPr sz="16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574" name="Google Shape;574;p9"/>
          <p:cNvSpPr txBox="1"/>
          <p:nvPr>
            <p:ph type="title"/>
          </p:nvPr>
        </p:nvSpPr>
        <p:spPr>
          <a:xfrm>
            <a:off x="4937225" y="1751925"/>
            <a:ext cx="3401100" cy="4782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2800"/>
              <a:buNone/>
              <a:defRPr sz="3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lt1"/>
        </a:solidFill>
      </p:bgPr>
    </p:bg>
    <p:spTree>
      <p:nvGrpSpPr>
        <p:cNvPr id="575" name="Shape 575"/>
        <p:cNvGrpSpPr/>
        <p:nvPr/>
      </p:nvGrpSpPr>
      <p:grpSpPr>
        <a:xfrm>
          <a:off x="0" y="0"/>
          <a:ext cx="0" cy="0"/>
          <a:chOff x="0" y="0"/>
          <a:chExt cx="0" cy="0"/>
        </a:xfrm>
      </p:grpSpPr>
      <p:sp>
        <p:nvSpPr>
          <p:cNvPr id="576" name="Google Shape;576;p10"/>
          <p:cNvSpPr txBox="1"/>
          <p:nvPr>
            <p:ph type="title"/>
          </p:nvPr>
        </p:nvSpPr>
        <p:spPr>
          <a:xfrm>
            <a:off x="4524375" y="1466850"/>
            <a:ext cx="2571900" cy="2280900"/>
          </a:xfrm>
          <a:prstGeom prst="rect">
            <a:avLst/>
          </a:prstGeom>
        </p:spPr>
        <p:txBody>
          <a:bodyPr anchorCtr="0" anchor="t" bIns="91425" lIns="91425" spcFirstLastPara="1" rIns="91425" wrap="square" tIns="91425">
            <a:noAutofit/>
          </a:bodyPr>
          <a:lstStyle>
            <a:lvl1pPr lvl="0" rtl="0" algn="r">
              <a:spcBef>
                <a:spcPts val="0"/>
              </a:spcBef>
              <a:spcAft>
                <a:spcPts val="0"/>
              </a:spcAft>
              <a:buSzPts val="2800"/>
              <a:buNone/>
              <a:defRPr sz="3500">
                <a:solidFill>
                  <a:schemeClr val="dk1"/>
                </a:solidFill>
              </a:defRPr>
            </a:lvl1pPr>
            <a:lvl2pPr lvl="1" rtl="0">
              <a:spcBef>
                <a:spcPts val="0"/>
              </a:spcBef>
              <a:spcAft>
                <a:spcPts val="0"/>
              </a:spcAft>
              <a:buSzPts val="2800"/>
              <a:buNone/>
              <a:defRPr>
                <a:latin typeface="Nunito"/>
                <a:ea typeface="Nunito"/>
                <a:cs typeface="Nunito"/>
                <a:sym typeface="Nunito"/>
              </a:defRPr>
            </a:lvl2pPr>
            <a:lvl3pPr lvl="2" rtl="0">
              <a:spcBef>
                <a:spcPts val="0"/>
              </a:spcBef>
              <a:spcAft>
                <a:spcPts val="0"/>
              </a:spcAft>
              <a:buSzPts val="2800"/>
              <a:buNone/>
              <a:defRPr>
                <a:latin typeface="Nunito"/>
                <a:ea typeface="Nunito"/>
                <a:cs typeface="Nunito"/>
                <a:sym typeface="Nunito"/>
              </a:defRPr>
            </a:lvl3pPr>
            <a:lvl4pPr lvl="3" rtl="0">
              <a:spcBef>
                <a:spcPts val="0"/>
              </a:spcBef>
              <a:spcAft>
                <a:spcPts val="0"/>
              </a:spcAft>
              <a:buSzPts val="2800"/>
              <a:buNone/>
              <a:defRPr>
                <a:latin typeface="Nunito"/>
                <a:ea typeface="Nunito"/>
                <a:cs typeface="Nunito"/>
                <a:sym typeface="Nunito"/>
              </a:defRPr>
            </a:lvl4pPr>
            <a:lvl5pPr lvl="4" rtl="0">
              <a:spcBef>
                <a:spcPts val="0"/>
              </a:spcBef>
              <a:spcAft>
                <a:spcPts val="0"/>
              </a:spcAft>
              <a:buSzPts val="2800"/>
              <a:buNone/>
              <a:defRPr>
                <a:latin typeface="Nunito"/>
                <a:ea typeface="Nunito"/>
                <a:cs typeface="Nunito"/>
                <a:sym typeface="Nunito"/>
              </a:defRPr>
            </a:lvl5pPr>
            <a:lvl6pPr lvl="5" rtl="0">
              <a:spcBef>
                <a:spcPts val="0"/>
              </a:spcBef>
              <a:spcAft>
                <a:spcPts val="0"/>
              </a:spcAft>
              <a:buSzPts val="2800"/>
              <a:buNone/>
              <a:defRPr>
                <a:latin typeface="Nunito"/>
                <a:ea typeface="Nunito"/>
                <a:cs typeface="Nunito"/>
                <a:sym typeface="Nunito"/>
              </a:defRPr>
            </a:lvl6pPr>
            <a:lvl7pPr lvl="6" rtl="0">
              <a:spcBef>
                <a:spcPts val="0"/>
              </a:spcBef>
              <a:spcAft>
                <a:spcPts val="0"/>
              </a:spcAft>
              <a:buSzPts val="2800"/>
              <a:buNone/>
              <a:defRPr>
                <a:latin typeface="Nunito"/>
                <a:ea typeface="Nunito"/>
                <a:cs typeface="Nunito"/>
                <a:sym typeface="Nunito"/>
              </a:defRPr>
            </a:lvl7pPr>
            <a:lvl8pPr lvl="7" rtl="0">
              <a:spcBef>
                <a:spcPts val="0"/>
              </a:spcBef>
              <a:spcAft>
                <a:spcPts val="0"/>
              </a:spcAft>
              <a:buSzPts val="2800"/>
              <a:buNone/>
              <a:defRPr>
                <a:latin typeface="Nunito"/>
                <a:ea typeface="Nunito"/>
                <a:cs typeface="Nunito"/>
                <a:sym typeface="Nunito"/>
              </a:defRPr>
            </a:lvl8pPr>
            <a:lvl9pPr lvl="8" rtl="0">
              <a:spcBef>
                <a:spcPts val="0"/>
              </a:spcBef>
              <a:spcAft>
                <a:spcPts val="0"/>
              </a:spcAft>
              <a:buSzPts val="2800"/>
              <a:buNone/>
              <a:defRPr>
                <a:latin typeface="Nunito"/>
                <a:ea typeface="Nunito"/>
                <a:cs typeface="Nunito"/>
                <a:sym typeface="Nunito"/>
              </a:defRPr>
            </a:lvl9pPr>
          </a:lstStyle>
          <a:p/>
        </p:txBody>
      </p:sp>
      <p:sp>
        <p:nvSpPr>
          <p:cNvPr id="577" name="Google Shape;577;p10"/>
          <p:cNvSpPr/>
          <p:nvPr/>
        </p:nvSpPr>
        <p:spPr>
          <a:xfrm rot="10800000">
            <a:off x="-9537" y="-7300"/>
            <a:ext cx="2222725" cy="1383500"/>
          </a:xfrm>
          <a:custGeom>
            <a:rect b="b" l="l" r="r" t="t"/>
            <a:pathLst>
              <a:path extrusionOk="0" h="55340" w="88909">
                <a:moveTo>
                  <a:pt x="88908" y="0"/>
                </a:moveTo>
                <a:cubicBezTo>
                  <a:pt x="88908" y="0"/>
                  <a:pt x="58168" y="5172"/>
                  <a:pt x="55339" y="24595"/>
                </a:cubicBezTo>
                <a:cubicBezTo>
                  <a:pt x="53680" y="35682"/>
                  <a:pt x="45717" y="37631"/>
                  <a:pt x="40161" y="37631"/>
                </a:cubicBezTo>
                <a:cubicBezTo>
                  <a:pt x="38791" y="37631"/>
                  <a:pt x="37568" y="37513"/>
                  <a:pt x="36621" y="37383"/>
                </a:cubicBezTo>
                <a:cubicBezTo>
                  <a:pt x="35777" y="37271"/>
                  <a:pt x="34940" y="37215"/>
                  <a:pt x="34112" y="37215"/>
                </a:cubicBezTo>
                <a:cubicBezTo>
                  <a:pt x="28107" y="37215"/>
                  <a:pt x="22606" y="40140"/>
                  <a:pt x="18826" y="45545"/>
                </a:cubicBezTo>
                <a:cubicBezTo>
                  <a:pt x="14530" y="51692"/>
                  <a:pt x="6151" y="54142"/>
                  <a:pt x="0" y="55339"/>
                </a:cubicBezTo>
                <a:lnTo>
                  <a:pt x="88908" y="55339"/>
                </a:lnTo>
                <a:lnTo>
                  <a:pt x="88908"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10"/>
          <p:cNvSpPr/>
          <p:nvPr/>
        </p:nvSpPr>
        <p:spPr>
          <a:xfrm>
            <a:off x="6086475" y="2862625"/>
            <a:ext cx="3057427" cy="2280792"/>
          </a:xfrm>
          <a:custGeom>
            <a:rect b="b" l="l" r="r" t="t"/>
            <a:pathLst>
              <a:path extrusionOk="0" h="78297" w="104958">
                <a:moveTo>
                  <a:pt x="104958" y="1"/>
                </a:moveTo>
                <a:cubicBezTo>
                  <a:pt x="104958" y="1"/>
                  <a:pt x="64314" y="12023"/>
                  <a:pt x="60558" y="37706"/>
                </a:cubicBezTo>
                <a:cubicBezTo>
                  <a:pt x="58414" y="52416"/>
                  <a:pt x="47851" y="54938"/>
                  <a:pt x="40487" y="54938"/>
                </a:cubicBezTo>
                <a:cubicBezTo>
                  <a:pt x="38699" y="54938"/>
                  <a:pt x="37100" y="54789"/>
                  <a:pt x="35855" y="54630"/>
                </a:cubicBezTo>
                <a:cubicBezTo>
                  <a:pt x="34728" y="54476"/>
                  <a:pt x="33609" y="54400"/>
                  <a:pt x="32504" y="54400"/>
                </a:cubicBezTo>
                <a:cubicBezTo>
                  <a:pt x="24597" y="54400"/>
                  <a:pt x="17364" y="58288"/>
                  <a:pt x="12349" y="65403"/>
                </a:cubicBezTo>
                <a:cubicBezTo>
                  <a:pt x="6638" y="73509"/>
                  <a:pt x="4623" y="75250"/>
                  <a:pt x="0" y="78297"/>
                </a:cubicBezTo>
                <a:lnTo>
                  <a:pt x="104958" y="78297"/>
                </a:lnTo>
                <a:lnTo>
                  <a:pt x="104958"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10"/>
          <p:cNvSpPr/>
          <p:nvPr/>
        </p:nvSpPr>
        <p:spPr>
          <a:xfrm>
            <a:off x="7479548" y="3890824"/>
            <a:ext cx="261014" cy="257301"/>
          </a:xfrm>
          <a:custGeom>
            <a:rect b="b" l="l" r="r" t="t"/>
            <a:pathLst>
              <a:path extrusionOk="0" h="3971" w="4028">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10"/>
          <p:cNvSpPr/>
          <p:nvPr/>
        </p:nvSpPr>
        <p:spPr>
          <a:xfrm>
            <a:off x="7609861" y="3605143"/>
            <a:ext cx="60199" cy="60130"/>
          </a:xfrm>
          <a:custGeom>
            <a:rect b="b" l="l" r="r" t="t"/>
            <a:pathLst>
              <a:path extrusionOk="0" h="928" w="929">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10"/>
          <p:cNvSpPr/>
          <p:nvPr/>
        </p:nvSpPr>
        <p:spPr>
          <a:xfrm>
            <a:off x="7768685" y="4539552"/>
            <a:ext cx="59875" cy="59871"/>
          </a:xfrm>
          <a:custGeom>
            <a:rect b="b" l="l" r="r" t="t"/>
            <a:pathLst>
              <a:path extrusionOk="0" h="924" w="924">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10"/>
          <p:cNvSpPr/>
          <p:nvPr/>
        </p:nvSpPr>
        <p:spPr>
          <a:xfrm>
            <a:off x="8008678" y="3939919"/>
            <a:ext cx="60134" cy="60130"/>
          </a:xfrm>
          <a:custGeom>
            <a:rect b="b" l="l" r="r" t="t"/>
            <a:pathLst>
              <a:path extrusionOk="0" h="928" w="928">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10"/>
          <p:cNvSpPr/>
          <p:nvPr/>
        </p:nvSpPr>
        <p:spPr>
          <a:xfrm>
            <a:off x="1083665" y="655934"/>
            <a:ext cx="207943" cy="207927"/>
          </a:xfrm>
          <a:custGeom>
            <a:rect b="b" l="l" r="r" t="t"/>
            <a:pathLst>
              <a:path extrusionOk="0" h="3209" w="3209">
                <a:moveTo>
                  <a:pt x="1524" y="1"/>
                </a:moveTo>
                <a:lnTo>
                  <a:pt x="1250" y="980"/>
                </a:lnTo>
                <a:lnTo>
                  <a:pt x="271" y="706"/>
                </a:lnTo>
                <a:lnTo>
                  <a:pt x="1" y="1685"/>
                </a:lnTo>
                <a:lnTo>
                  <a:pt x="980" y="1960"/>
                </a:lnTo>
                <a:lnTo>
                  <a:pt x="706" y="2939"/>
                </a:lnTo>
                <a:lnTo>
                  <a:pt x="1685" y="3209"/>
                </a:lnTo>
                <a:lnTo>
                  <a:pt x="1960" y="2230"/>
                </a:lnTo>
                <a:lnTo>
                  <a:pt x="2939" y="2504"/>
                </a:lnTo>
                <a:lnTo>
                  <a:pt x="3209" y="1524"/>
                </a:lnTo>
                <a:lnTo>
                  <a:pt x="2230" y="1250"/>
                </a:lnTo>
                <a:lnTo>
                  <a:pt x="2504" y="271"/>
                </a:lnTo>
                <a:lnTo>
                  <a:pt x="15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10"/>
          <p:cNvSpPr/>
          <p:nvPr/>
        </p:nvSpPr>
        <p:spPr>
          <a:xfrm>
            <a:off x="713333" y="779239"/>
            <a:ext cx="60134" cy="60130"/>
          </a:xfrm>
          <a:custGeom>
            <a:rect b="b" l="l" r="r" t="t"/>
            <a:pathLst>
              <a:path extrusionOk="0" h="928" w="928">
                <a:moveTo>
                  <a:pt x="436" y="0"/>
                </a:moveTo>
                <a:cubicBezTo>
                  <a:pt x="218" y="0"/>
                  <a:pt x="1" y="218"/>
                  <a:pt x="1" y="492"/>
                </a:cubicBezTo>
                <a:cubicBezTo>
                  <a:pt x="1" y="710"/>
                  <a:pt x="218" y="927"/>
                  <a:pt x="436" y="927"/>
                </a:cubicBezTo>
                <a:cubicBezTo>
                  <a:pt x="710" y="927"/>
                  <a:pt x="928" y="710"/>
                  <a:pt x="928" y="492"/>
                </a:cubicBezTo>
                <a:cubicBezTo>
                  <a:pt x="928" y="218"/>
                  <a:pt x="710"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10"/>
          <p:cNvSpPr/>
          <p:nvPr/>
        </p:nvSpPr>
        <p:spPr>
          <a:xfrm>
            <a:off x="1640751" y="539498"/>
            <a:ext cx="59875" cy="56436"/>
          </a:xfrm>
          <a:custGeom>
            <a:rect b="b" l="l" r="r" t="t"/>
            <a:pathLst>
              <a:path extrusionOk="0" h="871" w="924">
                <a:moveTo>
                  <a:pt x="436" y="0"/>
                </a:moveTo>
                <a:cubicBezTo>
                  <a:pt x="219" y="0"/>
                  <a:pt x="1" y="165"/>
                  <a:pt x="1" y="435"/>
                </a:cubicBezTo>
                <a:cubicBezTo>
                  <a:pt x="1" y="710"/>
                  <a:pt x="219" y="871"/>
                  <a:pt x="436" y="871"/>
                </a:cubicBezTo>
                <a:cubicBezTo>
                  <a:pt x="706" y="871"/>
                  <a:pt x="924" y="710"/>
                  <a:pt x="924" y="435"/>
                </a:cubicBezTo>
                <a:cubicBezTo>
                  <a:pt x="924" y="165"/>
                  <a:pt x="706"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86" name="Shape 586"/>
        <p:cNvGrpSpPr/>
        <p:nvPr/>
      </p:nvGrpSpPr>
      <p:grpSpPr>
        <a:xfrm>
          <a:off x="0" y="0"/>
          <a:ext cx="0" cy="0"/>
          <a:chOff x="0" y="0"/>
          <a:chExt cx="0" cy="0"/>
        </a:xfrm>
      </p:grpSpPr>
      <p:sp>
        <p:nvSpPr>
          <p:cNvPr id="587" name="Google Shape;587;p11"/>
          <p:cNvSpPr/>
          <p:nvPr/>
        </p:nvSpPr>
        <p:spPr>
          <a:xfrm flipH="1" rot="10800000">
            <a:off x="6520050" y="0"/>
            <a:ext cx="2623950" cy="1957425"/>
          </a:xfrm>
          <a:custGeom>
            <a:rect b="b" l="l" r="r" t="t"/>
            <a:pathLst>
              <a:path extrusionOk="0" h="78297" w="104958">
                <a:moveTo>
                  <a:pt x="104958" y="1"/>
                </a:moveTo>
                <a:cubicBezTo>
                  <a:pt x="104958" y="1"/>
                  <a:pt x="64314" y="12023"/>
                  <a:pt x="60558" y="37706"/>
                </a:cubicBezTo>
                <a:cubicBezTo>
                  <a:pt x="58414" y="52416"/>
                  <a:pt x="47851" y="54938"/>
                  <a:pt x="40487" y="54938"/>
                </a:cubicBezTo>
                <a:cubicBezTo>
                  <a:pt x="38699" y="54938"/>
                  <a:pt x="37100" y="54789"/>
                  <a:pt x="35855" y="54630"/>
                </a:cubicBezTo>
                <a:cubicBezTo>
                  <a:pt x="34728" y="54476"/>
                  <a:pt x="33609" y="54400"/>
                  <a:pt x="32504" y="54400"/>
                </a:cubicBezTo>
                <a:cubicBezTo>
                  <a:pt x="24597" y="54400"/>
                  <a:pt x="17364" y="58288"/>
                  <a:pt x="12349" y="65403"/>
                </a:cubicBezTo>
                <a:cubicBezTo>
                  <a:pt x="6638" y="73509"/>
                  <a:pt x="4623" y="75250"/>
                  <a:pt x="0" y="78297"/>
                </a:cubicBezTo>
                <a:lnTo>
                  <a:pt x="104958" y="78297"/>
                </a:lnTo>
                <a:lnTo>
                  <a:pt x="104958"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11"/>
          <p:cNvSpPr txBox="1"/>
          <p:nvPr>
            <p:ph hasCustomPrompt="1" type="title"/>
          </p:nvPr>
        </p:nvSpPr>
        <p:spPr>
          <a:xfrm>
            <a:off x="713225" y="1696675"/>
            <a:ext cx="7717800" cy="1151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2000"/>
              <a:buNone/>
              <a:defRPr sz="7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589" name="Google Shape;589;p11"/>
          <p:cNvSpPr txBox="1"/>
          <p:nvPr>
            <p:ph idx="1" type="body"/>
          </p:nvPr>
        </p:nvSpPr>
        <p:spPr>
          <a:xfrm>
            <a:off x="762000" y="2685500"/>
            <a:ext cx="7668900" cy="581700"/>
          </a:xfrm>
          <a:prstGeom prst="rect">
            <a:avLst/>
          </a:prstGeom>
        </p:spPr>
        <p:txBody>
          <a:bodyPr anchorCtr="0" anchor="t" bIns="91425" lIns="91425" spcFirstLastPara="1" rIns="91425" wrap="square" tIns="91425">
            <a:noAutofit/>
          </a:bodyPr>
          <a:lstStyle>
            <a:lvl1pPr indent="-342900" lvl="0" marL="457200" rtl="0" algn="ctr">
              <a:lnSpc>
                <a:spcPct val="100000"/>
              </a:lnSpc>
              <a:spcBef>
                <a:spcPts val="0"/>
              </a:spcBef>
              <a:spcAft>
                <a:spcPts val="0"/>
              </a:spcAft>
              <a:buSzPts val="1800"/>
              <a:buChar char="●"/>
              <a:defRPr/>
            </a:lvl1pPr>
            <a:lvl2pPr indent="-317500" lvl="1" marL="914400" rtl="0" algn="ctr">
              <a:spcBef>
                <a:spcPts val="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grpSp>
        <p:nvGrpSpPr>
          <p:cNvPr id="590" name="Google Shape;590;p11"/>
          <p:cNvGrpSpPr/>
          <p:nvPr/>
        </p:nvGrpSpPr>
        <p:grpSpPr>
          <a:xfrm>
            <a:off x="8012063" y="168438"/>
            <a:ext cx="837425" cy="742113"/>
            <a:chOff x="6215925" y="6858088"/>
            <a:chExt cx="837425" cy="742113"/>
          </a:xfrm>
        </p:grpSpPr>
        <p:sp>
          <p:nvSpPr>
            <p:cNvPr id="591" name="Google Shape;591;p11"/>
            <p:cNvSpPr/>
            <p:nvPr/>
          </p:nvSpPr>
          <p:spPr>
            <a:xfrm>
              <a:off x="6215925" y="7421400"/>
              <a:ext cx="201900" cy="178800"/>
            </a:xfrm>
            <a:custGeom>
              <a:rect b="b" l="l" r="r" t="t"/>
              <a:pathLst>
                <a:path extrusionOk="0" h="7152" w="8076">
                  <a:moveTo>
                    <a:pt x="7561" y="0"/>
                  </a:moveTo>
                  <a:lnTo>
                    <a:pt x="0" y="6637"/>
                  </a:lnTo>
                  <a:lnTo>
                    <a:pt x="515" y="7152"/>
                  </a:lnTo>
                  <a:lnTo>
                    <a:pt x="8076" y="507"/>
                  </a:lnTo>
                  <a:lnTo>
                    <a:pt x="7561" y="0"/>
                  </a:lnTo>
                  <a:close/>
                </a:path>
              </a:pathLst>
            </a:custGeom>
            <a:solidFill>
              <a:srgbClr val="F1F0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11"/>
            <p:cNvSpPr/>
            <p:nvPr/>
          </p:nvSpPr>
          <p:spPr>
            <a:xfrm>
              <a:off x="6401775" y="7430925"/>
              <a:ext cx="25575" cy="22900"/>
            </a:xfrm>
            <a:custGeom>
              <a:rect b="b" l="l" r="r" t="t"/>
              <a:pathLst>
                <a:path extrusionOk="0" h="916" w="1023">
                  <a:moveTo>
                    <a:pt x="508" y="0"/>
                  </a:moveTo>
                  <a:lnTo>
                    <a:pt x="1" y="507"/>
                  </a:lnTo>
                  <a:lnTo>
                    <a:pt x="508" y="915"/>
                  </a:lnTo>
                  <a:lnTo>
                    <a:pt x="1023" y="507"/>
                  </a:lnTo>
                  <a:lnTo>
                    <a:pt x="508" y="0"/>
                  </a:lnTo>
                  <a:close/>
                </a:path>
              </a:pathLst>
            </a:custGeom>
            <a:solidFill>
              <a:srgbClr val="C1C0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93" name="Google Shape;593;p11"/>
            <p:cNvGrpSpPr/>
            <p:nvPr/>
          </p:nvGrpSpPr>
          <p:grpSpPr>
            <a:xfrm>
              <a:off x="6361025" y="6858088"/>
              <a:ext cx="692325" cy="623250"/>
              <a:chOff x="6361025" y="6858088"/>
              <a:chExt cx="692325" cy="623250"/>
            </a:xfrm>
          </p:grpSpPr>
          <p:sp>
            <p:nvSpPr>
              <p:cNvPr id="594" name="Google Shape;594;p11"/>
              <p:cNvSpPr/>
              <p:nvPr/>
            </p:nvSpPr>
            <p:spPr>
              <a:xfrm>
                <a:off x="6361025" y="7011338"/>
                <a:ext cx="510875" cy="470000"/>
              </a:xfrm>
              <a:custGeom>
                <a:rect b="b" l="l" r="r" t="t"/>
                <a:pathLst>
                  <a:path extrusionOk="0" h="18800" w="20435">
                    <a:moveTo>
                      <a:pt x="15228" y="0"/>
                    </a:moveTo>
                    <a:lnTo>
                      <a:pt x="1946" y="11647"/>
                    </a:lnTo>
                    <a:lnTo>
                      <a:pt x="1129" y="15530"/>
                    </a:lnTo>
                    <a:lnTo>
                      <a:pt x="107" y="16445"/>
                    </a:lnTo>
                    <a:cubicBezTo>
                      <a:pt x="107" y="16445"/>
                      <a:pt x="1" y="17164"/>
                      <a:pt x="720" y="17982"/>
                    </a:cubicBezTo>
                    <a:cubicBezTo>
                      <a:pt x="1431" y="18799"/>
                      <a:pt x="2150" y="18799"/>
                      <a:pt x="2150" y="18799"/>
                    </a:cubicBezTo>
                    <a:lnTo>
                      <a:pt x="3172" y="17875"/>
                    </a:lnTo>
                    <a:lnTo>
                      <a:pt x="7152" y="17573"/>
                    </a:lnTo>
                    <a:lnTo>
                      <a:pt x="20434" y="5926"/>
                    </a:lnTo>
                    <a:lnTo>
                      <a:pt x="15228"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11"/>
              <p:cNvSpPr/>
              <p:nvPr/>
            </p:nvSpPr>
            <p:spPr>
              <a:xfrm>
                <a:off x="6795250" y="6896288"/>
                <a:ext cx="217225" cy="207025"/>
              </a:xfrm>
              <a:custGeom>
                <a:rect b="b" l="l" r="r" t="t"/>
                <a:pathLst>
                  <a:path extrusionOk="0" h="8281" w="8689">
                    <a:moveTo>
                      <a:pt x="6539" y="1"/>
                    </a:moveTo>
                    <a:lnTo>
                      <a:pt x="0" y="5828"/>
                    </a:lnTo>
                    <a:lnTo>
                      <a:pt x="2150" y="8280"/>
                    </a:lnTo>
                    <a:lnTo>
                      <a:pt x="8688" y="2453"/>
                    </a:lnTo>
                    <a:lnTo>
                      <a:pt x="6539" y="1"/>
                    </a:lnTo>
                    <a:close/>
                  </a:path>
                </a:pathLst>
              </a:custGeom>
              <a:solidFill>
                <a:srgbClr val="F1F0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11"/>
              <p:cNvSpPr/>
              <p:nvPr/>
            </p:nvSpPr>
            <p:spPr>
              <a:xfrm>
                <a:off x="6795250" y="7018888"/>
                <a:ext cx="79300" cy="84425"/>
              </a:xfrm>
              <a:custGeom>
                <a:rect b="b" l="l" r="r" t="t"/>
                <a:pathLst>
                  <a:path extrusionOk="0" h="3377" w="3172">
                    <a:moveTo>
                      <a:pt x="1022" y="1"/>
                    </a:moveTo>
                    <a:lnTo>
                      <a:pt x="0" y="924"/>
                    </a:lnTo>
                    <a:lnTo>
                      <a:pt x="2150" y="3376"/>
                    </a:lnTo>
                    <a:lnTo>
                      <a:pt x="3171" y="2453"/>
                    </a:lnTo>
                    <a:lnTo>
                      <a:pt x="1022" y="1"/>
                    </a:lnTo>
                    <a:close/>
                  </a:path>
                </a:pathLst>
              </a:custGeom>
              <a:solidFill>
                <a:srgbClr val="C2C2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11"/>
              <p:cNvSpPr/>
              <p:nvPr/>
            </p:nvSpPr>
            <p:spPr>
              <a:xfrm>
                <a:off x="6946050" y="6858088"/>
                <a:ext cx="107300" cy="114850"/>
              </a:xfrm>
              <a:custGeom>
                <a:rect b="b" l="l" r="r" t="t"/>
                <a:pathLst>
                  <a:path extrusionOk="0" h="4594" w="4292">
                    <a:moveTo>
                      <a:pt x="1120" y="0"/>
                    </a:moveTo>
                    <a:lnTo>
                      <a:pt x="0" y="1022"/>
                    </a:lnTo>
                    <a:lnTo>
                      <a:pt x="3163" y="4594"/>
                    </a:lnTo>
                    <a:lnTo>
                      <a:pt x="4291" y="3678"/>
                    </a:lnTo>
                    <a:lnTo>
                      <a:pt x="1120" y="0"/>
                    </a:lnTo>
                    <a:close/>
                  </a:path>
                </a:pathLst>
              </a:custGeom>
              <a:solidFill>
                <a:srgbClr val="FF78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11"/>
              <p:cNvSpPr/>
              <p:nvPr/>
            </p:nvSpPr>
            <p:spPr>
              <a:xfrm>
                <a:off x="6721275" y="6990888"/>
                <a:ext cx="176150" cy="189050"/>
              </a:xfrm>
              <a:custGeom>
                <a:rect b="b" l="l" r="r" t="t"/>
                <a:pathLst>
                  <a:path extrusionOk="0" h="7562" w="7046">
                    <a:moveTo>
                      <a:pt x="1733" y="1"/>
                    </a:moveTo>
                    <a:lnTo>
                      <a:pt x="0" y="1529"/>
                    </a:lnTo>
                    <a:lnTo>
                      <a:pt x="5313" y="7561"/>
                    </a:lnTo>
                    <a:lnTo>
                      <a:pt x="7046" y="6025"/>
                    </a:lnTo>
                    <a:lnTo>
                      <a:pt x="1733" y="1"/>
                    </a:lnTo>
                    <a:close/>
                  </a:path>
                </a:pathLst>
              </a:custGeom>
              <a:solidFill>
                <a:srgbClr val="FF78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11"/>
              <p:cNvSpPr/>
              <p:nvPr/>
            </p:nvSpPr>
            <p:spPr>
              <a:xfrm>
                <a:off x="6739050" y="7149263"/>
                <a:ext cx="69100" cy="74000"/>
              </a:xfrm>
              <a:custGeom>
                <a:rect b="b" l="l" r="r" t="t"/>
                <a:pathLst>
                  <a:path extrusionOk="0" h="2960" w="2764">
                    <a:moveTo>
                      <a:pt x="409" y="0"/>
                    </a:moveTo>
                    <a:lnTo>
                      <a:pt x="0" y="303"/>
                    </a:lnTo>
                    <a:lnTo>
                      <a:pt x="2354" y="2959"/>
                    </a:lnTo>
                    <a:lnTo>
                      <a:pt x="2763" y="2657"/>
                    </a:lnTo>
                    <a:lnTo>
                      <a:pt x="409" y="0"/>
                    </a:lnTo>
                    <a:close/>
                  </a:path>
                </a:pathLst>
              </a:custGeom>
              <a:solidFill>
                <a:srgbClr val="C2C2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11"/>
              <p:cNvSpPr/>
              <p:nvPr/>
            </p:nvSpPr>
            <p:spPr>
              <a:xfrm>
                <a:off x="6690625" y="7192588"/>
                <a:ext cx="66425" cy="74200"/>
              </a:xfrm>
              <a:custGeom>
                <a:rect b="b" l="l" r="r" t="t"/>
                <a:pathLst>
                  <a:path extrusionOk="0" h="2968" w="2657">
                    <a:moveTo>
                      <a:pt x="409" y="0"/>
                    </a:moveTo>
                    <a:lnTo>
                      <a:pt x="0" y="311"/>
                    </a:lnTo>
                    <a:lnTo>
                      <a:pt x="2346" y="2967"/>
                    </a:lnTo>
                    <a:lnTo>
                      <a:pt x="2657" y="2656"/>
                    </a:lnTo>
                    <a:lnTo>
                      <a:pt x="409" y="0"/>
                    </a:lnTo>
                    <a:close/>
                  </a:path>
                </a:pathLst>
              </a:custGeom>
              <a:solidFill>
                <a:srgbClr val="C2C2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11"/>
              <p:cNvSpPr/>
              <p:nvPr/>
            </p:nvSpPr>
            <p:spPr>
              <a:xfrm>
                <a:off x="6642000" y="7236113"/>
                <a:ext cx="66425" cy="73975"/>
              </a:xfrm>
              <a:custGeom>
                <a:rect b="b" l="l" r="r" t="t"/>
                <a:pathLst>
                  <a:path extrusionOk="0" h="2959" w="2657">
                    <a:moveTo>
                      <a:pt x="409" y="0"/>
                    </a:moveTo>
                    <a:lnTo>
                      <a:pt x="0" y="302"/>
                    </a:lnTo>
                    <a:lnTo>
                      <a:pt x="2248" y="2959"/>
                    </a:lnTo>
                    <a:lnTo>
                      <a:pt x="2656" y="2656"/>
                    </a:lnTo>
                    <a:lnTo>
                      <a:pt x="409" y="0"/>
                    </a:lnTo>
                    <a:close/>
                  </a:path>
                </a:pathLst>
              </a:custGeom>
              <a:solidFill>
                <a:srgbClr val="C2C2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11"/>
              <p:cNvSpPr/>
              <p:nvPr/>
            </p:nvSpPr>
            <p:spPr>
              <a:xfrm>
                <a:off x="6384125" y="7207913"/>
                <a:ext cx="268100" cy="252975"/>
              </a:xfrm>
              <a:custGeom>
                <a:rect b="b" l="l" r="r" t="t"/>
                <a:pathLst>
                  <a:path extrusionOk="0" h="10119" w="10724">
                    <a:moveTo>
                      <a:pt x="6539" y="0"/>
                    </a:moveTo>
                    <a:lnTo>
                      <a:pt x="2142" y="3882"/>
                    </a:lnTo>
                    <a:lnTo>
                      <a:pt x="1226" y="7765"/>
                    </a:lnTo>
                    <a:lnTo>
                      <a:pt x="0" y="8688"/>
                    </a:lnTo>
                    <a:cubicBezTo>
                      <a:pt x="0" y="8688"/>
                      <a:pt x="0" y="9195"/>
                      <a:pt x="409" y="9604"/>
                    </a:cubicBezTo>
                    <a:cubicBezTo>
                      <a:pt x="818" y="10119"/>
                      <a:pt x="1226" y="10119"/>
                      <a:pt x="1226" y="10119"/>
                    </a:cubicBezTo>
                    <a:lnTo>
                      <a:pt x="2346" y="8991"/>
                    </a:lnTo>
                    <a:lnTo>
                      <a:pt x="6228" y="8688"/>
                    </a:lnTo>
                    <a:lnTo>
                      <a:pt x="10724" y="4700"/>
                    </a:lnTo>
                    <a:lnTo>
                      <a:pt x="6539" y="0"/>
                    </a:ln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11"/>
              <p:cNvSpPr/>
              <p:nvPr/>
            </p:nvSpPr>
            <p:spPr>
              <a:xfrm>
                <a:off x="6384125" y="7312738"/>
                <a:ext cx="268100" cy="148150"/>
              </a:xfrm>
              <a:custGeom>
                <a:rect b="b" l="l" r="r" t="t"/>
                <a:pathLst>
                  <a:path extrusionOk="0" h="5926" w="10724">
                    <a:moveTo>
                      <a:pt x="10217" y="0"/>
                    </a:moveTo>
                    <a:lnTo>
                      <a:pt x="6228" y="3572"/>
                    </a:lnTo>
                    <a:lnTo>
                      <a:pt x="2346" y="3882"/>
                    </a:lnTo>
                    <a:lnTo>
                      <a:pt x="1226" y="5002"/>
                    </a:lnTo>
                    <a:cubicBezTo>
                      <a:pt x="1226" y="5002"/>
                      <a:pt x="818" y="5002"/>
                      <a:pt x="409" y="4495"/>
                    </a:cubicBezTo>
                    <a:cubicBezTo>
                      <a:pt x="303" y="4495"/>
                      <a:pt x="303" y="4389"/>
                      <a:pt x="205" y="4389"/>
                    </a:cubicBezTo>
                    <a:lnTo>
                      <a:pt x="0" y="4495"/>
                    </a:lnTo>
                    <a:cubicBezTo>
                      <a:pt x="0" y="4495"/>
                      <a:pt x="0" y="5002"/>
                      <a:pt x="409" y="5411"/>
                    </a:cubicBezTo>
                    <a:cubicBezTo>
                      <a:pt x="818" y="5926"/>
                      <a:pt x="1226" y="5926"/>
                      <a:pt x="1226" y="5926"/>
                    </a:cubicBezTo>
                    <a:lnTo>
                      <a:pt x="2346" y="4798"/>
                    </a:lnTo>
                    <a:lnTo>
                      <a:pt x="6228" y="4495"/>
                    </a:lnTo>
                    <a:lnTo>
                      <a:pt x="10724" y="507"/>
                    </a:lnTo>
                    <a:lnTo>
                      <a:pt x="10217" y="0"/>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604" name="Google Shape;604;p11"/>
          <p:cNvSpPr/>
          <p:nvPr/>
        </p:nvSpPr>
        <p:spPr>
          <a:xfrm>
            <a:off x="7422798" y="643424"/>
            <a:ext cx="261014" cy="257301"/>
          </a:xfrm>
          <a:custGeom>
            <a:rect b="b" l="l" r="r" t="t"/>
            <a:pathLst>
              <a:path extrusionOk="0" h="3971" w="4028">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11"/>
          <p:cNvSpPr/>
          <p:nvPr/>
        </p:nvSpPr>
        <p:spPr>
          <a:xfrm>
            <a:off x="7553111" y="357743"/>
            <a:ext cx="60199" cy="60130"/>
          </a:xfrm>
          <a:custGeom>
            <a:rect b="b" l="l" r="r" t="t"/>
            <a:pathLst>
              <a:path extrusionOk="0" h="928" w="929">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11"/>
          <p:cNvSpPr/>
          <p:nvPr/>
        </p:nvSpPr>
        <p:spPr>
          <a:xfrm>
            <a:off x="7711935" y="1292152"/>
            <a:ext cx="59875" cy="59871"/>
          </a:xfrm>
          <a:custGeom>
            <a:rect b="b" l="l" r="r" t="t"/>
            <a:pathLst>
              <a:path extrusionOk="0" h="924" w="924">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11"/>
          <p:cNvSpPr/>
          <p:nvPr/>
        </p:nvSpPr>
        <p:spPr>
          <a:xfrm>
            <a:off x="7951928" y="692519"/>
            <a:ext cx="60134" cy="60130"/>
          </a:xfrm>
          <a:custGeom>
            <a:rect b="b" l="l" r="r" t="t"/>
            <a:pathLst>
              <a:path extrusionOk="0" h="928" w="928">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11"/>
          <p:cNvSpPr/>
          <p:nvPr/>
        </p:nvSpPr>
        <p:spPr>
          <a:xfrm flipH="1">
            <a:off x="345790" y="875441"/>
            <a:ext cx="257321" cy="257560"/>
          </a:xfrm>
          <a:custGeom>
            <a:rect b="b" l="l" r="r" t="t"/>
            <a:pathLst>
              <a:path extrusionOk="0" h="3975" w="3971">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11"/>
          <p:cNvSpPr/>
          <p:nvPr/>
        </p:nvSpPr>
        <p:spPr>
          <a:xfrm flipH="1">
            <a:off x="1724281" y="85720"/>
            <a:ext cx="243518" cy="243435"/>
          </a:xfrm>
          <a:custGeom>
            <a:rect b="b" l="l" r="r" t="t"/>
            <a:pathLst>
              <a:path extrusionOk="0" h="3757" w="3758">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11"/>
          <p:cNvSpPr/>
          <p:nvPr/>
        </p:nvSpPr>
        <p:spPr>
          <a:xfrm flipH="1">
            <a:off x="176597" y="1298488"/>
            <a:ext cx="56441" cy="60195"/>
          </a:xfrm>
          <a:custGeom>
            <a:rect b="b" l="l" r="r" t="t"/>
            <a:pathLst>
              <a:path extrusionOk="0" h="929" w="871">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11"/>
          <p:cNvSpPr/>
          <p:nvPr/>
        </p:nvSpPr>
        <p:spPr>
          <a:xfrm flipH="1">
            <a:off x="638297" y="600451"/>
            <a:ext cx="56506" cy="60130"/>
          </a:xfrm>
          <a:custGeom>
            <a:rect b="b" l="l" r="r" t="t"/>
            <a:pathLst>
              <a:path extrusionOk="0" h="928" w="872">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11"/>
          <p:cNvSpPr/>
          <p:nvPr/>
        </p:nvSpPr>
        <p:spPr>
          <a:xfrm flipH="1">
            <a:off x="737053" y="184402"/>
            <a:ext cx="56441" cy="56501"/>
          </a:xfrm>
          <a:custGeom>
            <a:rect b="b" l="l" r="r" t="t"/>
            <a:pathLst>
              <a:path extrusionOk="0" h="872" w="871">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11"/>
          <p:cNvSpPr/>
          <p:nvPr/>
        </p:nvSpPr>
        <p:spPr>
          <a:xfrm flipH="1">
            <a:off x="2387120" y="293841"/>
            <a:ext cx="60199" cy="59871"/>
          </a:xfrm>
          <a:custGeom>
            <a:rect b="b" l="l" r="r" t="t"/>
            <a:pathLst>
              <a:path extrusionOk="0" h="924" w="929">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11"/>
          <p:cNvSpPr/>
          <p:nvPr/>
        </p:nvSpPr>
        <p:spPr>
          <a:xfrm>
            <a:off x="8650205" y="4645166"/>
            <a:ext cx="257321" cy="257560"/>
          </a:xfrm>
          <a:custGeom>
            <a:rect b="b" l="l" r="r" t="t"/>
            <a:pathLst>
              <a:path extrusionOk="0" h="3975" w="3971">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11"/>
          <p:cNvSpPr/>
          <p:nvPr/>
        </p:nvSpPr>
        <p:spPr>
          <a:xfrm>
            <a:off x="7285517" y="3855445"/>
            <a:ext cx="243518" cy="243435"/>
          </a:xfrm>
          <a:custGeom>
            <a:rect b="b" l="l" r="r" t="t"/>
            <a:pathLst>
              <a:path extrusionOk="0" h="3757" w="3758">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11"/>
          <p:cNvSpPr/>
          <p:nvPr/>
        </p:nvSpPr>
        <p:spPr>
          <a:xfrm>
            <a:off x="9020278" y="5068213"/>
            <a:ext cx="56441" cy="60195"/>
          </a:xfrm>
          <a:custGeom>
            <a:rect b="b" l="l" r="r" t="t"/>
            <a:pathLst>
              <a:path extrusionOk="0" h="929" w="871">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11"/>
          <p:cNvSpPr/>
          <p:nvPr/>
        </p:nvSpPr>
        <p:spPr>
          <a:xfrm>
            <a:off x="8558513" y="4370176"/>
            <a:ext cx="56506" cy="60130"/>
          </a:xfrm>
          <a:custGeom>
            <a:rect b="b" l="l" r="r" t="t"/>
            <a:pathLst>
              <a:path extrusionOk="0" h="928" w="872">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11"/>
          <p:cNvSpPr/>
          <p:nvPr/>
        </p:nvSpPr>
        <p:spPr>
          <a:xfrm>
            <a:off x="8459823" y="3954127"/>
            <a:ext cx="56441" cy="56501"/>
          </a:xfrm>
          <a:custGeom>
            <a:rect b="b" l="l" r="r" t="t"/>
            <a:pathLst>
              <a:path extrusionOk="0" h="872" w="871">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11"/>
          <p:cNvSpPr/>
          <p:nvPr/>
        </p:nvSpPr>
        <p:spPr>
          <a:xfrm>
            <a:off x="6805997" y="4063566"/>
            <a:ext cx="60199" cy="59871"/>
          </a:xfrm>
          <a:custGeom>
            <a:rect b="b" l="l" r="r" t="t"/>
            <a:pathLst>
              <a:path extrusionOk="0" h="924" w="929">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11"/>
          <p:cNvSpPr/>
          <p:nvPr/>
        </p:nvSpPr>
        <p:spPr>
          <a:xfrm flipH="1">
            <a:off x="0" y="3186075"/>
            <a:ext cx="2623950" cy="1957425"/>
          </a:xfrm>
          <a:custGeom>
            <a:rect b="b" l="l" r="r" t="t"/>
            <a:pathLst>
              <a:path extrusionOk="0" h="78297" w="104958">
                <a:moveTo>
                  <a:pt x="104958" y="1"/>
                </a:moveTo>
                <a:cubicBezTo>
                  <a:pt x="104958" y="1"/>
                  <a:pt x="64314" y="12023"/>
                  <a:pt x="60558" y="37706"/>
                </a:cubicBezTo>
                <a:cubicBezTo>
                  <a:pt x="58414" y="52416"/>
                  <a:pt x="47851" y="54938"/>
                  <a:pt x="40487" y="54938"/>
                </a:cubicBezTo>
                <a:cubicBezTo>
                  <a:pt x="38699" y="54938"/>
                  <a:pt x="37100" y="54789"/>
                  <a:pt x="35855" y="54630"/>
                </a:cubicBezTo>
                <a:cubicBezTo>
                  <a:pt x="34728" y="54476"/>
                  <a:pt x="33609" y="54400"/>
                  <a:pt x="32504" y="54400"/>
                </a:cubicBezTo>
                <a:cubicBezTo>
                  <a:pt x="24597" y="54400"/>
                  <a:pt x="17364" y="58288"/>
                  <a:pt x="12349" y="65403"/>
                </a:cubicBezTo>
                <a:cubicBezTo>
                  <a:pt x="6638" y="73509"/>
                  <a:pt x="4623" y="75250"/>
                  <a:pt x="0" y="78297"/>
                </a:cubicBezTo>
                <a:lnTo>
                  <a:pt x="104958" y="78297"/>
                </a:lnTo>
                <a:lnTo>
                  <a:pt x="104958"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11"/>
          <p:cNvSpPr/>
          <p:nvPr/>
        </p:nvSpPr>
        <p:spPr>
          <a:xfrm flipH="1">
            <a:off x="1090248" y="3471749"/>
            <a:ext cx="261014" cy="257301"/>
          </a:xfrm>
          <a:custGeom>
            <a:rect b="b" l="l" r="r" t="t"/>
            <a:pathLst>
              <a:path extrusionOk="0" h="3971" w="4028">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11"/>
          <p:cNvSpPr/>
          <p:nvPr/>
        </p:nvSpPr>
        <p:spPr>
          <a:xfrm flipH="1">
            <a:off x="1160751" y="3186068"/>
            <a:ext cx="60199" cy="60130"/>
          </a:xfrm>
          <a:custGeom>
            <a:rect b="b" l="l" r="r" t="t"/>
            <a:pathLst>
              <a:path extrusionOk="0" h="928" w="929">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11"/>
          <p:cNvSpPr/>
          <p:nvPr/>
        </p:nvSpPr>
        <p:spPr>
          <a:xfrm flipH="1">
            <a:off x="1002250" y="4120477"/>
            <a:ext cx="59875" cy="59871"/>
          </a:xfrm>
          <a:custGeom>
            <a:rect b="b" l="l" r="r" t="t"/>
            <a:pathLst>
              <a:path extrusionOk="0" h="924" w="924">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11"/>
          <p:cNvSpPr/>
          <p:nvPr/>
        </p:nvSpPr>
        <p:spPr>
          <a:xfrm flipH="1">
            <a:off x="761998" y="3520844"/>
            <a:ext cx="60134" cy="60130"/>
          </a:xfrm>
          <a:custGeom>
            <a:rect b="b" l="l" r="r" t="t"/>
            <a:pathLst>
              <a:path extrusionOk="0" h="928" w="928">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25" name="Google Shape;625;p11"/>
          <p:cNvGrpSpPr/>
          <p:nvPr/>
        </p:nvGrpSpPr>
        <p:grpSpPr>
          <a:xfrm>
            <a:off x="819000" y="4119838"/>
            <a:ext cx="985925" cy="744150"/>
            <a:chOff x="1666700" y="5967688"/>
            <a:chExt cx="985925" cy="744150"/>
          </a:xfrm>
        </p:grpSpPr>
        <p:sp>
          <p:nvSpPr>
            <p:cNvPr id="626" name="Google Shape;626;p11"/>
            <p:cNvSpPr/>
            <p:nvPr/>
          </p:nvSpPr>
          <p:spPr>
            <a:xfrm>
              <a:off x="1666700" y="5967688"/>
              <a:ext cx="985925" cy="744150"/>
            </a:xfrm>
            <a:custGeom>
              <a:rect b="b" l="l" r="r" t="t"/>
              <a:pathLst>
                <a:path extrusionOk="0" h="29766" w="39437">
                  <a:moveTo>
                    <a:pt x="31419" y="0"/>
                  </a:moveTo>
                  <a:cubicBezTo>
                    <a:pt x="30988" y="0"/>
                    <a:pt x="30551" y="105"/>
                    <a:pt x="30144" y="326"/>
                  </a:cubicBezTo>
                  <a:lnTo>
                    <a:pt x="1839" y="15340"/>
                  </a:lnTo>
                  <a:cubicBezTo>
                    <a:pt x="515" y="16060"/>
                    <a:pt x="0" y="17694"/>
                    <a:pt x="720" y="19018"/>
                  </a:cubicBezTo>
                  <a:lnTo>
                    <a:pt x="5624" y="28320"/>
                  </a:lnTo>
                  <a:cubicBezTo>
                    <a:pt x="6116" y="29236"/>
                    <a:pt x="7051" y="29765"/>
                    <a:pt x="8022" y="29765"/>
                  </a:cubicBezTo>
                  <a:cubicBezTo>
                    <a:pt x="8453" y="29765"/>
                    <a:pt x="8892" y="29661"/>
                    <a:pt x="9302" y="29440"/>
                  </a:cubicBezTo>
                  <a:lnTo>
                    <a:pt x="37598" y="14523"/>
                  </a:lnTo>
                  <a:cubicBezTo>
                    <a:pt x="38930" y="13812"/>
                    <a:pt x="39437" y="12177"/>
                    <a:pt x="38726" y="10845"/>
                  </a:cubicBezTo>
                  <a:lnTo>
                    <a:pt x="33822" y="1446"/>
                  </a:lnTo>
                  <a:cubicBezTo>
                    <a:pt x="33324" y="529"/>
                    <a:pt x="32387" y="0"/>
                    <a:pt x="31419" y="0"/>
                  </a:cubicBezTo>
                  <a:close/>
                </a:path>
              </a:pathLst>
            </a:custGeom>
            <a:solidFill>
              <a:srgbClr val="F1F0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11"/>
            <p:cNvSpPr/>
            <p:nvPr/>
          </p:nvSpPr>
          <p:spPr>
            <a:xfrm>
              <a:off x="1758650" y="6363863"/>
              <a:ext cx="130375" cy="130375"/>
            </a:xfrm>
            <a:custGeom>
              <a:rect b="b" l="l" r="r" t="t"/>
              <a:pathLst>
                <a:path extrusionOk="0" h="5215" w="5215">
                  <a:moveTo>
                    <a:pt x="2555" y="0"/>
                  </a:moveTo>
                  <a:cubicBezTo>
                    <a:pt x="1305" y="0"/>
                    <a:pt x="194" y="901"/>
                    <a:pt x="0" y="2256"/>
                  </a:cubicBezTo>
                  <a:lnTo>
                    <a:pt x="0" y="2354"/>
                  </a:lnTo>
                  <a:lnTo>
                    <a:pt x="0" y="2460"/>
                  </a:lnTo>
                  <a:lnTo>
                    <a:pt x="0" y="2558"/>
                  </a:lnTo>
                  <a:lnTo>
                    <a:pt x="0" y="2665"/>
                  </a:lnTo>
                  <a:lnTo>
                    <a:pt x="0" y="2763"/>
                  </a:lnTo>
                  <a:cubicBezTo>
                    <a:pt x="0" y="2967"/>
                    <a:pt x="0" y="3171"/>
                    <a:pt x="107" y="3376"/>
                  </a:cubicBezTo>
                  <a:cubicBezTo>
                    <a:pt x="107" y="3482"/>
                    <a:pt x="107" y="3580"/>
                    <a:pt x="205" y="3580"/>
                  </a:cubicBezTo>
                  <a:lnTo>
                    <a:pt x="205" y="3686"/>
                  </a:lnTo>
                  <a:cubicBezTo>
                    <a:pt x="205" y="3686"/>
                    <a:pt x="205" y="3784"/>
                    <a:pt x="311" y="3784"/>
                  </a:cubicBezTo>
                  <a:lnTo>
                    <a:pt x="311" y="3891"/>
                  </a:lnTo>
                  <a:cubicBezTo>
                    <a:pt x="311" y="3989"/>
                    <a:pt x="409" y="3989"/>
                    <a:pt x="409" y="4095"/>
                  </a:cubicBezTo>
                  <a:cubicBezTo>
                    <a:pt x="409" y="4193"/>
                    <a:pt x="515" y="4193"/>
                    <a:pt x="515" y="4299"/>
                  </a:cubicBezTo>
                  <a:lnTo>
                    <a:pt x="613" y="4299"/>
                  </a:lnTo>
                  <a:cubicBezTo>
                    <a:pt x="613" y="4397"/>
                    <a:pt x="613" y="4397"/>
                    <a:pt x="720" y="4397"/>
                  </a:cubicBezTo>
                  <a:lnTo>
                    <a:pt x="720" y="4504"/>
                  </a:lnTo>
                  <a:cubicBezTo>
                    <a:pt x="818" y="4504"/>
                    <a:pt x="818" y="4602"/>
                    <a:pt x="924" y="4602"/>
                  </a:cubicBezTo>
                  <a:lnTo>
                    <a:pt x="1128" y="4806"/>
                  </a:lnTo>
                  <a:cubicBezTo>
                    <a:pt x="1226" y="4806"/>
                    <a:pt x="1226" y="4912"/>
                    <a:pt x="1333" y="4912"/>
                  </a:cubicBezTo>
                  <a:cubicBezTo>
                    <a:pt x="1431" y="4912"/>
                    <a:pt x="1537" y="5010"/>
                    <a:pt x="1537" y="5010"/>
                  </a:cubicBezTo>
                  <a:cubicBezTo>
                    <a:pt x="1635" y="5010"/>
                    <a:pt x="1741" y="5117"/>
                    <a:pt x="1741" y="5117"/>
                  </a:cubicBezTo>
                  <a:lnTo>
                    <a:pt x="2044" y="5117"/>
                  </a:lnTo>
                  <a:lnTo>
                    <a:pt x="2044" y="5215"/>
                  </a:lnTo>
                  <a:lnTo>
                    <a:pt x="2354" y="5215"/>
                  </a:lnTo>
                  <a:cubicBezTo>
                    <a:pt x="2763" y="5215"/>
                    <a:pt x="3172" y="5215"/>
                    <a:pt x="3580" y="5010"/>
                  </a:cubicBezTo>
                  <a:cubicBezTo>
                    <a:pt x="3678" y="5010"/>
                    <a:pt x="3785" y="4912"/>
                    <a:pt x="3785" y="4912"/>
                  </a:cubicBezTo>
                  <a:cubicBezTo>
                    <a:pt x="3883" y="4912"/>
                    <a:pt x="3989" y="4806"/>
                    <a:pt x="3989" y="4806"/>
                  </a:cubicBezTo>
                  <a:cubicBezTo>
                    <a:pt x="4087" y="4708"/>
                    <a:pt x="4193" y="4708"/>
                    <a:pt x="4193" y="4602"/>
                  </a:cubicBezTo>
                  <a:cubicBezTo>
                    <a:pt x="4398" y="4504"/>
                    <a:pt x="4496" y="4397"/>
                    <a:pt x="4602" y="4299"/>
                  </a:cubicBezTo>
                  <a:cubicBezTo>
                    <a:pt x="4806" y="3989"/>
                    <a:pt x="5011" y="3580"/>
                    <a:pt x="5109" y="3171"/>
                  </a:cubicBezTo>
                  <a:lnTo>
                    <a:pt x="5109" y="3073"/>
                  </a:lnTo>
                  <a:lnTo>
                    <a:pt x="5109" y="2967"/>
                  </a:lnTo>
                  <a:lnTo>
                    <a:pt x="5109" y="2869"/>
                  </a:lnTo>
                  <a:cubicBezTo>
                    <a:pt x="5215" y="2763"/>
                    <a:pt x="5215" y="2763"/>
                    <a:pt x="5215" y="2665"/>
                  </a:cubicBezTo>
                  <a:lnTo>
                    <a:pt x="5215" y="2558"/>
                  </a:lnTo>
                  <a:cubicBezTo>
                    <a:pt x="5215" y="2460"/>
                    <a:pt x="5215" y="2460"/>
                    <a:pt x="5109" y="2354"/>
                  </a:cubicBezTo>
                  <a:lnTo>
                    <a:pt x="5109" y="2256"/>
                  </a:lnTo>
                  <a:lnTo>
                    <a:pt x="5109" y="2150"/>
                  </a:lnTo>
                  <a:lnTo>
                    <a:pt x="5109" y="2052"/>
                  </a:lnTo>
                  <a:cubicBezTo>
                    <a:pt x="5109" y="1945"/>
                    <a:pt x="5109" y="1945"/>
                    <a:pt x="5011" y="1847"/>
                  </a:cubicBezTo>
                  <a:lnTo>
                    <a:pt x="5011" y="1741"/>
                  </a:lnTo>
                  <a:lnTo>
                    <a:pt x="5011" y="1643"/>
                  </a:lnTo>
                  <a:lnTo>
                    <a:pt x="4904" y="1537"/>
                  </a:lnTo>
                  <a:lnTo>
                    <a:pt x="4904" y="1439"/>
                  </a:lnTo>
                  <a:lnTo>
                    <a:pt x="4806" y="1332"/>
                  </a:lnTo>
                  <a:cubicBezTo>
                    <a:pt x="4398" y="621"/>
                    <a:pt x="3678" y="106"/>
                    <a:pt x="2763" y="8"/>
                  </a:cubicBezTo>
                  <a:cubicBezTo>
                    <a:pt x="2693" y="3"/>
                    <a:pt x="2624" y="0"/>
                    <a:pt x="2555"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11"/>
            <p:cNvSpPr/>
            <p:nvPr/>
          </p:nvSpPr>
          <p:spPr>
            <a:xfrm>
              <a:off x="1735750" y="6361013"/>
              <a:ext cx="148175" cy="131150"/>
            </a:xfrm>
            <a:custGeom>
              <a:rect b="b" l="l" r="r" t="t"/>
              <a:pathLst>
                <a:path extrusionOk="0" h="5246" w="5927">
                  <a:moveTo>
                    <a:pt x="2940" y="1"/>
                  </a:moveTo>
                  <a:cubicBezTo>
                    <a:pt x="2527" y="1"/>
                    <a:pt x="2111" y="105"/>
                    <a:pt x="1734" y="327"/>
                  </a:cubicBezTo>
                  <a:cubicBezTo>
                    <a:pt x="410" y="940"/>
                    <a:pt x="1" y="2574"/>
                    <a:pt x="614" y="3800"/>
                  </a:cubicBezTo>
                  <a:cubicBezTo>
                    <a:pt x="1106" y="4717"/>
                    <a:pt x="1994" y="5246"/>
                    <a:pt x="2901" y="5246"/>
                  </a:cubicBezTo>
                  <a:cubicBezTo>
                    <a:pt x="3304" y="5246"/>
                    <a:pt x="3710" y="5141"/>
                    <a:pt x="4088" y="4920"/>
                  </a:cubicBezTo>
                  <a:cubicBezTo>
                    <a:pt x="5412" y="4307"/>
                    <a:pt x="5927" y="2672"/>
                    <a:pt x="5207" y="1446"/>
                  </a:cubicBezTo>
                  <a:cubicBezTo>
                    <a:pt x="4783" y="530"/>
                    <a:pt x="3869" y="1"/>
                    <a:pt x="2940" y="1"/>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11"/>
            <p:cNvSpPr/>
            <p:nvPr/>
          </p:nvSpPr>
          <p:spPr>
            <a:xfrm>
              <a:off x="1766400" y="6369163"/>
              <a:ext cx="117525" cy="122175"/>
            </a:xfrm>
            <a:custGeom>
              <a:rect b="b" l="l" r="r" t="t"/>
              <a:pathLst>
                <a:path extrusionOk="0" h="4887" w="4701">
                  <a:moveTo>
                    <a:pt x="2862" y="1"/>
                  </a:moveTo>
                  <a:lnTo>
                    <a:pt x="2862" y="1"/>
                  </a:lnTo>
                  <a:cubicBezTo>
                    <a:pt x="3164" y="205"/>
                    <a:pt x="3368" y="409"/>
                    <a:pt x="3573" y="818"/>
                  </a:cubicBezTo>
                  <a:cubicBezTo>
                    <a:pt x="4186" y="2044"/>
                    <a:pt x="3679" y="3572"/>
                    <a:pt x="2453" y="4292"/>
                  </a:cubicBezTo>
                  <a:cubicBezTo>
                    <a:pt x="2044" y="4496"/>
                    <a:pt x="1636" y="4598"/>
                    <a:pt x="1227" y="4598"/>
                  </a:cubicBezTo>
                  <a:cubicBezTo>
                    <a:pt x="818" y="4598"/>
                    <a:pt x="410" y="4496"/>
                    <a:pt x="1" y="4292"/>
                  </a:cubicBezTo>
                  <a:lnTo>
                    <a:pt x="1" y="4292"/>
                  </a:lnTo>
                  <a:cubicBezTo>
                    <a:pt x="499" y="4665"/>
                    <a:pt x="1109" y="4887"/>
                    <a:pt x="1718" y="4887"/>
                  </a:cubicBezTo>
                  <a:cubicBezTo>
                    <a:pt x="2109" y="4887"/>
                    <a:pt x="2501" y="4795"/>
                    <a:pt x="2862" y="4594"/>
                  </a:cubicBezTo>
                  <a:cubicBezTo>
                    <a:pt x="4186" y="3981"/>
                    <a:pt x="4701" y="2346"/>
                    <a:pt x="3981" y="1120"/>
                  </a:cubicBezTo>
                  <a:cubicBezTo>
                    <a:pt x="3777" y="614"/>
                    <a:pt x="3368" y="205"/>
                    <a:pt x="2862" y="1"/>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11"/>
            <p:cNvSpPr/>
            <p:nvPr/>
          </p:nvSpPr>
          <p:spPr>
            <a:xfrm>
              <a:off x="1751075" y="6397163"/>
              <a:ext cx="119975" cy="66425"/>
            </a:xfrm>
            <a:custGeom>
              <a:rect b="b" l="l" r="r" t="t"/>
              <a:pathLst>
                <a:path extrusionOk="0" h="2657" w="4799">
                  <a:moveTo>
                    <a:pt x="4594" y="0"/>
                  </a:moveTo>
                  <a:lnTo>
                    <a:pt x="1" y="2354"/>
                  </a:lnTo>
                  <a:cubicBezTo>
                    <a:pt x="1" y="2354"/>
                    <a:pt x="1" y="2452"/>
                    <a:pt x="99" y="2452"/>
                  </a:cubicBezTo>
                  <a:cubicBezTo>
                    <a:pt x="99" y="2559"/>
                    <a:pt x="99" y="2559"/>
                    <a:pt x="205" y="2657"/>
                  </a:cubicBezTo>
                  <a:lnTo>
                    <a:pt x="4799" y="311"/>
                  </a:lnTo>
                  <a:cubicBezTo>
                    <a:pt x="4701" y="205"/>
                    <a:pt x="4701" y="107"/>
                    <a:pt x="4701" y="107"/>
                  </a:cubicBezTo>
                  <a:cubicBezTo>
                    <a:pt x="4701" y="0"/>
                    <a:pt x="4594" y="0"/>
                    <a:pt x="4594"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11"/>
            <p:cNvSpPr/>
            <p:nvPr/>
          </p:nvSpPr>
          <p:spPr>
            <a:xfrm>
              <a:off x="1748425" y="6392063"/>
              <a:ext cx="120175" cy="69075"/>
            </a:xfrm>
            <a:custGeom>
              <a:rect b="b" l="l" r="r" t="t"/>
              <a:pathLst>
                <a:path extrusionOk="0" h="2763" w="4807">
                  <a:moveTo>
                    <a:pt x="4602" y="0"/>
                  </a:moveTo>
                  <a:lnTo>
                    <a:pt x="1" y="2452"/>
                  </a:lnTo>
                  <a:cubicBezTo>
                    <a:pt x="107" y="2452"/>
                    <a:pt x="107" y="2558"/>
                    <a:pt x="107" y="2558"/>
                  </a:cubicBezTo>
                  <a:cubicBezTo>
                    <a:pt x="107" y="2656"/>
                    <a:pt x="205" y="2656"/>
                    <a:pt x="205" y="2763"/>
                  </a:cubicBezTo>
                  <a:lnTo>
                    <a:pt x="4807" y="311"/>
                  </a:lnTo>
                  <a:cubicBezTo>
                    <a:pt x="4807" y="311"/>
                    <a:pt x="4807" y="204"/>
                    <a:pt x="4700" y="204"/>
                  </a:cubicBezTo>
                  <a:cubicBezTo>
                    <a:pt x="4700" y="106"/>
                    <a:pt x="4700" y="106"/>
                    <a:pt x="4602" y="0"/>
                  </a:cubicBez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11"/>
            <p:cNvSpPr/>
            <p:nvPr/>
          </p:nvSpPr>
          <p:spPr>
            <a:xfrm>
              <a:off x="1911900" y="6282113"/>
              <a:ext cx="130375" cy="130400"/>
            </a:xfrm>
            <a:custGeom>
              <a:rect b="b" l="l" r="r" t="t"/>
              <a:pathLst>
                <a:path extrusionOk="0" h="5216" w="5215">
                  <a:moveTo>
                    <a:pt x="2654" y="1"/>
                  </a:moveTo>
                  <a:cubicBezTo>
                    <a:pt x="1412" y="1"/>
                    <a:pt x="300" y="901"/>
                    <a:pt x="107" y="2257"/>
                  </a:cubicBezTo>
                  <a:lnTo>
                    <a:pt x="107" y="2150"/>
                  </a:lnTo>
                  <a:cubicBezTo>
                    <a:pt x="0" y="2257"/>
                    <a:pt x="0" y="2355"/>
                    <a:pt x="0" y="2355"/>
                  </a:cubicBezTo>
                  <a:lnTo>
                    <a:pt x="0" y="2461"/>
                  </a:lnTo>
                  <a:lnTo>
                    <a:pt x="0" y="2559"/>
                  </a:lnTo>
                  <a:lnTo>
                    <a:pt x="0" y="2665"/>
                  </a:lnTo>
                  <a:cubicBezTo>
                    <a:pt x="0" y="2968"/>
                    <a:pt x="107" y="3172"/>
                    <a:pt x="107" y="3376"/>
                  </a:cubicBezTo>
                  <a:cubicBezTo>
                    <a:pt x="205" y="3483"/>
                    <a:pt x="205" y="3581"/>
                    <a:pt x="205" y="3581"/>
                  </a:cubicBezTo>
                  <a:lnTo>
                    <a:pt x="205" y="3687"/>
                  </a:lnTo>
                  <a:cubicBezTo>
                    <a:pt x="311" y="3687"/>
                    <a:pt x="311" y="3785"/>
                    <a:pt x="311" y="3785"/>
                  </a:cubicBezTo>
                  <a:lnTo>
                    <a:pt x="311" y="3891"/>
                  </a:lnTo>
                  <a:lnTo>
                    <a:pt x="515" y="4096"/>
                  </a:lnTo>
                  <a:cubicBezTo>
                    <a:pt x="515" y="4194"/>
                    <a:pt x="515" y="4194"/>
                    <a:pt x="613" y="4300"/>
                  </a:cubicBezTo>
                  <a:lnTo>
                    <a:pt x="720" y="4398"/>
                  </a:lnTo>
                  <a:cubicBezTo>
                    <a:pt x="818" y="4398"/>
                    <a:pt x="818" y="4504"/>
                    <a:pt x="818" y="4504"/>
                  </a:cubicBezTo>
                  <a:cubicBezTo>
                    <a:pt x="818" y="4504"/>
                    <a:pt x="924" y="4602"/>
                    <a:pt x="1022" y="4602"/>
                  </a:cubicBezTo>
                  <a:cubicBezTo>
                    <a:pt x="1022" y="4709"/>
                    <a:pt x="1128" y="4709"/>
                    <a:pt x="1128" y="4807"/>
                  </a:cubicBezTo>
                  <a:lnTo>
                    <a:pt x="1226" y="4807"/>
                  </a:lnTo>
                  <a:lnTo>
                    <a:pt x="1333" y="4913"/>
                  </a:lnTo>
                  <a:lnTo>
                    <a:pt x="1431" y="4913"/>
                  </a:lnTo>
                  <a:cubicBezTo>
                    <a:pt x="1431" y="4913"/>
                    <a:pt x="1537" y="5011"/>
                    <a:pt x="1635" y="5011"/>
                  </a:cubicBezTo>
                  <a:cubicBezTo>
                    <a:pt x="1741" y="5011"/>
                    <a:pt x="1741" y="5117"/>
                    <a:pt x="1839" y="5117"/>
                  </a:cubicBezTo>
                  <a:lnTo>
                    <a:pt x="2044" y="5117"/>
                  </a:lnTo>
                  <a:cubicBezTo>
                    <a:pt x="2150" y="5117"/>
                    <a:pt x="2150" y="5215"/>
                    <a:pt x="2150" y="5215"/>
                  </a:cubicBezTo>
                  <a:lnTo>
                    <a:pt x="2354" y="5215"/>
                  </a:lnTo>
                  <a:cubicBezTo>
                    <a:pt x="2861" y="5215"/>
                    <a:pt x="3270" y="5215"/>
                    <a:pt x="3678" y="5011"/>
                  </a:cubicBezTo>
                  <a:cubicBezTo>
                    <a:pt x="3678" y="5011"/>
                    <a:pt x="3785" y="4913"/>
                    <a:pt x="3883" y="4913"/>
                  </a:cubicBezTo>
                  <a:cubicBezTo>
                    <a:pt x="3989" y="4913"/>
                    <a:pt x="3989" y="4807"/>
                    <a:pt x="4087" y="4807"/>
                  </a:cubicBezTo>
                  <a:lnTo>
                    <a:pt x="4291" y="4602"/>
                  </a:lnTo>
                  <a:lnTo>
                    <a:pt x="4602" y="4300"/>
                  </a:lnTo>
                  <a:cubicBezTo>
                    <a:pt x="4904" y="3989"/>
                    <a:pt x="5109" y="3581"/>
                    <a:pt x="5215" y="3172"/>
                  </a:cubicBezTo>
                  <a:lnTo>
                    <a:pt x="5215" y="3074"/>
                  </a:lnTo>
                  <a:lnTo>
                    <a:pt x="5215" y="2968"/>
                  </a:lnTo>
                  <a:lnTo>
                    <a:pt x="5215" y="2870"/>
                  </a:lnTo>
                  <a:lnTo>
                    <a:pt x="5215" y="2665"/>
                  </a:lnTo>
                  <a:lnTo>
                    <a:pt x="5215" y="2559"/>
                  </a:lnTo>
                  <a:lnTo>
                    <a:pt x="5215" y="2355"/>
                  </a:lnTo>
                  <a:lnTo>
                    <a:pt x="5215" y="2257"/>
                  </a:lnTo>
                  <a:lnTo>
                    <a:pt x="5215" y="2150"/>
                  </a:lnTo>
                  <a:lnTo>
                    <a:pt x="5215" y="2052"/>
                  </a:lnTo>
                  <a:cubicBezTo>
                    <a:pt x="5109" y="1946"/>
                    <a:pt x="5109" y="1946"/>
                    <a:pt x="5109" y="1848"/>
                  </a:cubicBezTo>
                  <a:lnTo>
                    <a:pt x="5109" y="1742"/>
                  </a:lnTo>
                  <a:lnTo>
                    <a:pt x="5011" y="1644"/>
                  </a:lnTo>
                  <a:lnTo>
                    <a:pt x="5011" y="1537"/>
                  </a:lnTo>
                  <a:cubicBezTo>
                    <a:pt x="5011" y="1537"/>
                    <a:pt x="5011" y="1439"/>
                    <a:pt x="4904" y="1439"/>
                  </a:cubicBezTo>
                  <a:lnTo>
                    <a:pt x="4904" y="1333"/>
                  </a:lnTo>
                  <a:cubicBezTo>
                    <a:pt x="4496" y="622"/>
                    <a:pt x="3785" y="107"/>
                    <a:pt x="2861" y="9"/>
                  </a:cubicBezTo>
                  <a:cubicBezTo>
                    <a:pt x="2792" y="3"/>
                    <a:pt x="2723" y="1"/>
                    <a:pt x="2654" y="1"/>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11"/>
            <p:cNvSpPr/>
            <p:nvPr/>
          </p:nvSpPr>
          <p:spPr>
            <a:xfrm>
              <a:off x="1889000" y="6279288"/>
              <a:ext cx="148175" cy="129975"/>
            </a:xfrm>
            <a:custGeom>
              <a:rect b="b" l="l" r="r" t="t"/>
              <a:pathLst>
                <a:path extrusionOk="0" h="5199" w="5927">
                  <a:moveTo>
                    <a:pt x="3025" y="1"/>
                  </a:moveTo>
                  <a:cubicBezTo>
                    <a:pt x="2623" y="1"/>
                    <a:pt x="2217" y="105"/>
                    <a:pt x="1840" y="326"/>
                  </a:cubicBezTo>
                  <a:cubicBezTo>
                    <a:pt x="508" y="939"/>
                    <a:pt x="1" y="2574"/>
                    <a:pt x="712" y="3800"/>
                  </a:cubicBezTo>
                  <a:cubicBezTo>
                    <a:pt x="1138" y="4721"/>
                    <a:pt x="2058" y="5199"/>
                    <a:pt x="2991" y="5199"/>
                  </a:cubicBezTo>
                  <a:cubicBezTo>
                    <a:pt x="3400" y="5199"/>
                    <a:pt x="3812" y="5107"/>
                    <a:pt x="4186" y="4920"/>
                  </a:cubicBezTo>
                  <a:cubicBezTo>
                    <a:pt x="5518" y="4209"/>
                    <a:pt x="5927" y="2672"/>
                    <a:pt x="5314" y="1446"/>
                  </a:cubicBezTo>
                  <a:cubicBezTo>
                    <a:pt x="4816" y="529"/>
                    <a:pt x="3930" y="1"/>
                    <a:pt x="3025" y="1"/>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11"/>
            <p:cNvSpPr/>
            <p:nvPr/>
          </p:nvSpPr>
          <p:spPr>
            <a:xfrm>
              <a:off x="1922125" y="6287438"/>
              <a:ext cx="115050" cy="122175"/>
            </a:xfrm>
            <a:custGeom>
              <a:rect b="b" l="l" r="r" t="t"/>
              <a:pathLst>
                <a:path extrusionOk="0" h="4887" w="4602">
                  <a:moveTo>
                    <a:pt x="2861" y="0"/>
                  </a:moveTo>
                  <a:lnTo>
                    <a:pt x="2861" y="0"/>
                  </a:lnTo>
                  <a:cubicBezTo>
                    <a:pt x="3065" y="205"/>
                    <a:pt x="3376" y="409"/>
                    <a:pt x="3474" y="711"/>
                  </a:cubicBezTo>
                  <a:cubicBezTo>
                    <a:pt x="4193" y="2044"/>
                    <a:pt x="3678" y="3572"/>
                    <a:pt x="2354" y="4291"/>
                  </a:cubicBezTo>
                  <a:cubicBezTo>
                    <a:pt x="1994" y="4496"/>
                    <a:pt x="1586" y="4598"/>
                    <a:pt x="1177" y="4598"/>
                  </a:cubicBezTo>
                  <a:cubicBezTo>
                    <a:pt x="768" y="4598"/>
                    <a:pt x="360" y="4496"/>
                    <a:pt x="0" y="4291"/>
                  </a:cubicBezTo>
                  <a:lnTo>
                    <a:pt x="0" y="4291"/>
                  </a:lnTo>
                  <a:cubicBezTo>
                    <a:pt x="498" y="4665"/>
                    <a:pt x="1111" y="4886"/>
                    <a:pt x="1721" y="4886"/>
                  </a:cubicBezTo>
                  <a:cubicBezTo>
                    <a:pt x="2112" y="4886"/>
                    <a:pt x="2503" y="4795"/>
                    <a:pt x="2861" y="4594"/>
                  </a:cubicBezTo>
                  <a:cubicBezTo>
                    <a:pt x="4193" y="3883"/>
                    <a:pt x="4602" y="2346"/>
                    <a:pt x="3989" y="1120"/>
                  </a:cubicBezTo>
                  <a:cubicBezTo>
                    <a:pt x="3678" y="613"/>
                    <a:pt x="3269" y="205"/>
                    <a:pt x="2861"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11"/>
            <p:cNvSpPr/>
            <p:nvPr/>
          </p:nvSpPr>
          <p:spPr>
            <a:xfrm>
              <a:off x="1906800" y="6315438"/>
              <a:ext cx="117500" cy="66425"/>
            </a:xfrm>
            <a:custGeom>
              <a:rect b="b" l="l" r="r" t="t"/>
              <a:pathLst>
                <a:path extrusionOk="0" h="2657" w="4700">
                  <a:moveTo>
                    <a:pt x="4602" y="0"/>
                  </a:moveTo>
                  <a:lnTo>
                    <a:pt x="0" y="2354"/>
                  </a:lnTo>
                  <a:lnTo>
                    <a:pt x="0" y="2452"/>
                  </a:lnTo>
                  <a:cubicBezTo>
                    <a:pt x="106" y="2558"/>
                    <a:pt x="106" y="2558"/>
                    <a:pt x="106" y="2656"/>
                  </a:cubicBezTo>
                  <a:lnTo>
                    <a:pt x="4700" y="311"/>
                  </a:lnTo>
                  <a:cubicBezTo>
                    <a:pt x="4700" y="204"/>
                    <a:pt x="4700" y="106"/>
                    <a:pt x="4602"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11"/>
            <p:cNvSpPr/>
            <p:nvPr/>
          </p:nvSpPr>
          <p:spPr>
            <a:xfrm>
              <a:off x="1904325" y="6310313"/>
              <a:ext cx="119975" cy="69100"/>
            </a:xfrm>
            <a:custGeom>
              <a:rect b="b" l="l" r="r" t="t"/>
              <a:pathLst>
                <a:path extrusionOk="0" h="2764" w="4799">
                  <a:moveTo>
                    <a:pt x="4594" y="1"/>
                  </a:moveTo>
                  <a:lnTo>
                    <a:pt x="1" y="2453"/>
                  </a:lnTo>
                  <a:cubicBezTo>
                    <a:pt x="1" y="2453"/>
                    <a:pt x="1" y="2559"/>
                    <a:pt x="99" y="2559"/>
                  </a:cubicBezTo>
                  <a:cubicBezTo>
                    <a:pt x="99" y="2657"/>
                    <a:pt x="99" y="2657"/>
                    <a:pt x="205" y="2763"/>
                  </a:cubicBezTo>
                  <a:lnTo>
                    <a:pt x="4799" y="311"/>
                  </a:lnTo>
                  <a:cubicBezTo>
                    <a:pt x="4701" y="311"/>
                    <a:pt x="4701" y="205"/>
                    <a:pt x="4701" y="205"/>
                  </a:cubicBezTo>
                  <a:cubicBezTo>
                    <a:pt x="4701" y="107"/>
                    <a:pt x="4594" y="107"/>
                    <a:pt x="4594" y="1"/>
                  </a:cubicBez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11"/>
            <p:cNvSpPr/>
            <p:nvPr/>
          </p:nvSpPr>
          <p:spPr>
            <a:xfrm>
              <a:off x="2067800" y="6200388"/>
              <a:ext cx="130200" cy="130400"/>
            </a:xfrm>
            <a:custGeom>
              <a:rect b="b" l="l" r="r" t="t"/>
              <a:pathLst>
                <a:path extrusionOk="0" h="5216" w="5208">
                  <a:moveTo>
                    <a:pt x="2638" y="0"/>
                  </a:moveTo>
                  <a:cubicBezTo>
                    <a:pt x="1305" y="0"/>
                    <a:pt x="194" y="895"/>
                    <a:pt x="1" y="2150"/>
                  </a:cubicBezTo>
                  <a:lnTo>
                    <a:pt x="1" y="2354"/>
                  </a:lnTo>
                  <a:lnTo>
                    <a:pt x="1" y="2461"/>
                  </a:lnTo>
                  <a:lnTo>
                    <a:pt x="1" y="2559"/>
                  </a:lnTo>
                  <a:lnTo>
                    <a:pt x="1" y="2665"/>
                  </a:lnTo>
                  <a:cubicBezTo>
                    <a:pt x="1" y="2967"/>
                    <a:pt x="1" y="3172"/>
                    <a:pt x="99" y="3376"/>
                  </a:cubicBezTo>
                  <a:cubicBezTo>
                    <a:pt x="99" y="3482"/>
                    <a:pt x="205" y="3580"/>
                    <a:pt x="205" y="3580"/>
                  </a:cubicBezTo>
                  <a:lnTo>
                    <a:pt x="205" y="3687"/>
                  </a:lnTo>
                  <a:lnTo>
                    <a:pt x="303" y="3785"/>
                  </a:lnTo>
                  <a:lnTo>
                    <a:pt x="303" y="3891"/>
                  </a:lnTo>
                  <a:cubicBezTo>
                    <a:pt x="303" y="3989"/>
                    <a:pt x="409" y="3989"/>
                    <a:pt x="409" y="4095"/>
                  </a:cubicBezTo>
                  <a:lnTo>
                    <a:pt x="614" y="4300"/>
                  </a:lnTo>
                  <a:lnTo>
                    <a:pt x="712" y="4398"/>
                  </a:lnTo>
                  <a:cubicBezTo>
                    <a:pt x="712" y="4398"/>
                    <a:pt x="712" y="4504"/>
                    <a:pt x="818" y="4504"/>
                  </a:cubicBezTo>
                  <a:lnTo>
                    <a:pt x="916" y="4602"/>
                  </a:lnTo>
                  <a:lnTo>
                    <a:pt x="1120" y="4806"/>
                  </a:lnTo>
                  <a:cubicBezTo>
                    <a:pt x="1227" y="4806"/>
                    <a:pt x="1227" y="4806"/>
                    <a:pt x="1325" y="4913"/>
                  </a:cubicBezTo>
                  <a:cubicBezTo>
                    <a:pt x="1431" y="4913"/>
                    <a:pt x="1529" y="5011"/>
                    <a:pt x="1529" y="5011"/>
                  </a:cubicBezTo>
                  <a:lnTo>
                    <a:pt x="1635" y="5011"/>
                  </a:lnTo>
                  <a:cubicBezTo>
                    <a:pt x="1635" y="5011"/>
                    <a:pt x="1733" y="5117"/>
                    <a:pt x="1840" y="5117"/>
                  </a:cubicBezTo>
                  <a:lnTo>
                    <a:pt x="2044" y="5117"/>
                  </a:lnTo>
                  <a:cubicBezTo>
                    <a:pt x="2044" y="5117"/>
                    <a:pt x="2044" y="5215"/>
                    <a:pt x="2142" y="5215"/>
                  </a:cubicBezTo>
                  <a:lnTo>
                    <a:pt x="2346" y="5215"/>
                  </a:lnTo>
                  <a:cubicBezTo>
                    <a:pt x="2755" y="5215"/>
                    <a:pt x="3270" y="5215"/>
                    <a:pt x="3572" y="5011"/>
                  </a:cubicBezTo>
                  <a:cubicBezTo>
                    <a:pt x="3679" y="5011"/>
                    <a:pt x="3777" y="4913"/>
                    <a:pt x="3883" y="4913"/>
                  </a:cubicBezTo>
                  <a:cubicBezTo>
                    <a:pt x="3883" y="4913"/>
                    <a:pt x="3981" y="4806"/>
                    <a:pt x="4087" y="4806"/>
                  </a:cubicBezTo>
                  <a:cubicBezTo>
                    <a:pt x="4087" y="4708"/>
                    <a:pt x="4185" y="4708"/>
                    <a:pt x="4292" y="4602"/>
                  </a:cubicBezTo>
                  <a:lnTo>
                    <a:pt x="4594" y="4300"/>
                  </a:lnTo>
                  <a:cubicBezTo>
                    <a:pt x="4798" y="3989"/>
                    <a:pt x="5003" y="3580"/>
                    <a:pt x="5109" y="3172"/>
                  </a:cubicBezTo>
                  <a:lnTo>
                    <a:pt x="5109" y="3074"/>
                  </a:lnTo>
                  <a:cubicBezTo>
                    <a:pt x="5109" y="2967"/>
                    <a:pt x="5207" y="2967"/>
                    <a:pt x="5207" y="2967"/>
                  </a:cubicBezTo>
                  <a:lnTo>
                    <a:pt x="5207" y="2869"/>
                  </a:lnTo>
                  <a:lnTo>
                    <a:pt x="5207" y="2665"/>
                  </a:lnTo>
                  <a:lnTo>
                    <a:pt x="5207" y="2559"/>
                  </a:lnTo>
                  <a:lnTo>
                    <a:pt x="5207" y="2354"/>
                  </a:lnTo>
                  <a:lnTo>
                    <a:pt x="5207" y="2256"/>
                  </a:lnTo>
                  <a:lnTo>
                    <a:pt x="5109" y="2150"/>
                  </a:lnTo>
                  <a:lnTo>
                    <a:pt x="5109" y="2052"/>
                  </a:lnTo>
                  <a:lnTo>
                    <a:pt x="5109" y="1848"/>
                  </a:lnTo>
                  <a:lnTo>
                    <a:pt x="5003" y="1741"/>
                  </a:lnTo>
                  <a:lnTo>
                    <a:pt x="5003" y="1643"/>
                  </a:lnTo>
                  <a:lnTo>
                    <a:pt x="5003" y="1537"/>
                  </a:lnTo>
                  <a:cubicBezTo>
                    <a:pt x="4905" y="1537"/>
                    <a:pt x="4905" y="1439"/>
                    <a:pt x="4905" y="1439"/>
                  </a:cubicBezTo>
                  <a:cubicBezTo>
                    <a:pt x="4905" y="1439"/>
                    <a:pt x="4905" y="1333"/>
                    <a:pt x="4798" y="1333"/>
                  </a:cubicBezTo>
                  <a:cubicBezTo>
                    <a:pt x="4390" y="622"/>
                    <a:pt x="3679" y="107"/>
                    <a:pt x="2861" y="9"/>
                  </a:cubicBezTo>
                  <a:cubicBezTo>
                    <a:pt x="2786" y="3"/>
                    <a:pt x="2712" y="0"/>
                    <a:pt x="2638"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11"/>
            <p:cNvSpPr/>
            <p:nvPr/>
          </p:nvSpPr>
          <p:spPr>
            <a:xfrm>
              <a:off x="2044725" y="6197563"/>
              <a:ext cx="148150" cy="129975"/>
            </a:xfrm>
            <a:custGeom>
              <a:rect b="b" l="l" r="r" t="t"/>
              <a:pathLst>
                <a:path extrusionOk="0" h="5199" w="5926">
                  <a:moveTo>
                    <a:pt x="2993" y="0"/>
                  </a:moveTo>
                  <a:cubicBezTo>
                    <a:pt x="2576" y="0"/>
                    <a:pt x="2148" y="105"/>
                    <a:pt x="1741" y="326"/>
                  </a:cubicBezTo>
                  <a:cubicBezTo>
                    <a:pt x="515" y="939"/>
                    <a:pt x="0" y="2574"/>
                    <a:pt x="613" y="3800"/>
                  </a:cubicBezTo>
                  <a:cubicBezTo>
                    <a:pt x="1113" y="4720"/>
                    <a:pt x="2004" y="5198"/>
                    <a:pt x="2948" y="5198"/>
                  </a:cubicBezTo>
                  <a:cubicBezTo>
                    <a:pt x="3363" y="5198"/>
                    <a:pt x="3787" y="5106"/>
                    <a:pt x="4193" y="4919"/>
                  </a:cubicBezTo>
                  <a:cubicBezTo>
                    <a:pt x="5419" y="4208"/>
                    <a:pt x="5926" y="2672"/>
                    <a:pt x="5313" y="1446"/>
                  </a:cubicBezTo>
                  <a:cubicBezTo>
                    <a:pt x="4821" y="529"/>
                    <a:pt x="3933" y="0"/>
                    <a:pt x="2993" y="0"/>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11"/>
            <p:cNvSpPr/>
            <p:nvPr/>
          </p:nvSpPr>
          <p:spPr>
            <a:xfrm>
              <a:off x="2078025" y="6205713"/>
              <a:ext cx="114850" cy="122175"/>
            </a:xfrm>
            <a:custGeom>
              <a:rect b="b" l="l" r="r" t="t"/>
              <a:pathLst>
                <a:path extrusionOk="0" h="4887" w="4594">
                  <a:moveTo>
                    <a:pt x="2755" y="0"/>
                  </a:moveTo>
                  <a:lnTo>
                    <a:pt x="2755" y="0"/>
                  </a:lnTo>
                  <a:cubicBezTo>
                    <a:pt x="3065" y="204"/>
                    <a:pt x="3270" y="409"/>
                    <a:pt x="3474" y="711"/>
                  </a:cubicBezTo>
                  <a:cubicBezTo>
                    <a:pt x="4087" y="2043"/>
                    <a:pt x="3572" y="3572"/>
                    <a:pt x="2346" y="4291"/>
                  </a:cubicBezTo>
                  <a:cubicBezTo>
                    <a:pt x="1937" y="4495"/>
                    <a:pt x="1529" y="4598"/>
                    <a:pt x="1133" y="4598"/>
                  </a:cubicBezTo>
                  <a:cubicBezTo>
                    <a:pt x="738" y="4598"/>
                    <a:pt x="356" y="4495"/>
                    <a:pt x="0" y="4291"/>
                  </a:cubicBezTo>
                  <a:lnTo>
                    <a:pt x="0" y="4291"/>
                  </a:lnTo>
                  <a:cubicBezTo>
                    <a:pt x="433" y="4664"/>
                    <a:pt x="1021" y="4886"/>
                    <a:pt x="1645" y="4886"/>
                  </a:cubicBezTo>
                  <a:cubicBezTo>
                    <a:pt x="2046" y="4886"/>
                    <a:pt x="2462" y="4795"/>
                    <a:pt x="2861" y="4593"/>
                  </a:cubicBezTo>
                  <a:cubicBezTo>
                    <a:pt x="4087" y="3882"/>
                    <a:pt x="4594" y="2346"/>
                    <a:pt x="3981" y="1120"/>
                  </a:cubicBezTo>
                  <a:cubicBezTo>
                    <a:pt x="3678" y="613"/>
                    <a:pt x="3270" y="204"/>
                    <a:pt x="2755"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11"/>
            <p:cNvSpPr/>
            <p:nvPr/>
          </p:nvSpPr>
          <p:spPr>
            <a:xfrm>
              <a:off x="2060050" y="6233688"/>
              <a:ext cx="120175" cy="66450"/>
            </a:xfrm>
            <a:custGeom>
              <a:rect b="b" l="l" r="r" t="t"/>
              <a:pathLst>
                <a:path extrusionOk="0" h="2658" w="4807">
                  <a:moveTo>
                    <a:pt x="4602" y="1"/>
                  </a:moveTo>
                  <a:lnTo>
                    <a:pt x="0" y="2355"/>
                  </a:lnTo>
                  <a:cubicBezTo>
                    <a:pt x="106" y="2355"/>
                    <a:pt x="106" y="2453"/>
                    <a:pt x="106" y="2453"/>
                  </a:cubicBezTo>
                  <a:cubicBezTo>
                    <a:pt x="106" y="2559"/>
                    <a:pt x="204" y="2559"/>
                    <a:pt x="204" y="2657"/>
                  </a:cubicBezTo>
                  <a:lnTo>
                    <a:pt x="4806" y="311"/>
                  </a:lnTo>
                  <a:cubicBezTo>
                    <a:pt x="4806" y="205"/>
                    <a:pt x="4700" y="107"/>
                    <a:pt x="4700" y="1"/>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11"/>
            <p:cNvSpPr/>
            <p:nvPr/>
          </p:nvSpPr>
          <p:spPr>
            <a:xfrm>
              <a:off x="2060050" y="6228588"/>
              <a:ext cx="117500" cy="69100"/>
            </a:xfrm>
            <a:custGeom>
              <a:rect b="b" l="l" r="r" t="t"/>
              <a:pathLst>
                <a:path extrusionOk="0" h="2764" w="4700">
                  <a:moveTo>
                    <a:pt x="4602" y="0"/>
                  </a:moveTo>
                  <a:lnTo>
                    <a:pt x="0" y="2452"/>
                  </a:lnTo>
                  <a:lnTo>
                    <a:pt x="0" y="2559"/>
                  </a:lnTo>
                  <a:cubicBezTo>
                    <a:pt x="106" y="2657"/>
                    <a:pt x="106" y="2657"/>
                    <a:pt x="106" y="2763"/>
                  </a:cubicBezTo>
                  <a:lnTo>
                    <a:pt x="4700" y="311"/>
                  </a:lnTo>
                  <a:lnTo>
                    <a:pt x="4700" y="205"/>
                  </a:lnTo>
                  <a:cubicBezTo>
                    <a:pt x="4602" y="107"/>
                    <a:pt x="4602" y="107"/>
                    <a:pt x="4602" y="0"/>
                  </a:cubicBez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11"/>
            <p:cNvSpPr/>
            <p:nvPr/>
          </p:nvSpPr>
          <p:spPr>
            <a:xfrm>
              <a:off x="2221050" y="6118663"/>
              <a:ext cx="130200" cy="130375"/>
            </a:xfrm>
            <a:custGeom>
              <a:rect b="b" l="l" r="r" t="t"/>
              <a:pathLst>
                <a:path extrusionOk="0" h="5215" w="5208">
                  <a:moveTo>
                    <a:pt x="2653" y="0"/>
                  </a:moveTo>
                  <a:cubicBezTo>
                    <a:pt x="1403" y="0"/>
                    <a:pt x="292" y="895"/>
                    <a:pt x="99" y="2150"/>
                  </a:cubicBezTo>
                  <a:lnTo>
                    <a:pt x="99" y="2354"/>
                  </a:lnTo>
                  <a:lnTo>
                    <a:pt x="99" y="2460"/>
                  </a:lnTo>
                  <a:lnTo>
                    <a:pt x="1" y="2460"/>
                  </a:lnTo>
                  <a:lnTo>
                    <a:pt x="1" y="2558"/>
                  </a:lnTo>
                  <a:lnTo>
                    <a:pt x="1" y="2665"/>
                  </a:lnTo>
                  <a:cubicBezTo>
                    <a:pt x="99" y="2967"/>
                    <a:pt x="99" y="3171"/>
                    <a:pt x="205" y="3376"/>
                  </a:cubicBezTo>
                  <a:lnTo>
                    <a:pt x="205" y="3580"/>
                  </a:lnTo>
                  <a:lnTo>
                    <a:pt x="303" y="3686"/>
                  </a:lnTo>
                  <a:lnTo>
                    <a:pt x="303" y="3784"/>
                  </a:lnTo>
                  <a:lnTo>
                    <a:pt x="409" y="3891"/>
                  </a:lnTo>
                  <a:cubicBezTo>
                    <a:pt x="409" y="3989"/>
                    <a:pt x="409" y="3989"/>
                    <a:pt x="507" y="4095"/>
                  </a:cubicBezTo>
                  <a:lnTo>
                    <a:pt x="614" y="4193"/>
                  </a:lnTo>
                  <a:cubicBezTo>
                    <a:pt x="614" y="4299"/>
                    <a:pt x="614" y="4299"/>
                    <a:pt x="712" y="4299"/>
                  </a:cubicBezTo>
                  <a:cubicBezTo>
                    <a:pt x="712" y="4299"/>
                    <a:pt x="712" y="4397"/>
                    <a:pt x="818" y="4397"/>
                  </a:cubicBezTo>
                  <a:lnTo>
                    <a:pt x="818" y="4504"/>
                  </a:lnTo>
                  <a:cubicBezTo>
                    <a:pt x="916" y="4504"/>
                    <a:pt x="916" y="4602"/>
                    <a:pt x="1022" y="4602"/>
                  </a:cubicBezTo>
                  <a:cubicBezTo>
                    <a:pt x="1022" y="4708"/>
                    <a:pt x="1120" y="4708"/>
                    <a:pt x="1227" y="4708"/>
                  </a:cubicBezTo>
                  <a:lnTo>
                    <a:pt x="1227" y="4806"/>
                  </a:lnTo>
                  <a:cubicBezTo>
                    <a:pt x="1325" y="4806"/>
                    <a:pt x="1325" y="4806"/>
                    <a:pt x="1325" y="4912"/>
                  </a:cubicBezTo>
                  <a:lnTo>
                    <a:pt x="1431" y="4912"/>
                  </a:lnTo>
                  <a:cubicBezTo>
                    <a:pt x="1529" y="4912"/>
                    <a:pt x="1529" y="5010"/>
                    <a:pt x="1635" y="5010"/>
                  </a:cubicBezTo>
                  <a:cubicBezTo>
                    <a:pt x="1733" y="5010"/>
                    <a:pt x="1840" y="5117"/>
                    <a:pt x="1840" y="5117"/>
                  </a:cubicBezTo>
                  <a:lnTo>
                    <a:pt x="2142" y="5117"/>
                  </a:lnTo>
                  <a:lnTo>
                    <a:pt x="2142" y="5215"/>
                  </a:lnTo>
                  <a:lnTo>
                    <a:pt x="2453" y="5215"/>
                  </a:lnTo>
                  <a:cubicBezTo>
                    <a:pt x="2861" y="5215"/>
                    <a:pt x="3270" y="5215"/>
                    <a:pt x="3679" y="5010"/>
                  </a:cubicBezTo>
                  <a:cubicBezTo>
                    <a:pt x="3777" y="5010"/>
                    <a:pt x="3777" y="4912"/>
                    <a:pt x="3883" y="4912"/>
                  </a:cubicBezTo>
                  <a:cubicBezTo>
                    <a:pt x="3981" y="4806"/>
                    <a:pt x="4087" y="4806"/>
                    <a:pt x="4087" y="4806"/>
                  </a:cubicBezTo>
                  <a:cubicBezTo>
                    <a:pt x="4186" y="4708"/>
                    <a:pt x="4292" y="4708"/>
                    <a:pt x="4292" y="4602"/>
                  </a:cubicBezTo>
                  <a:cubicBezTo>
                    <a:pt x="4390" y="4504"/>
                    <a:pt x="4594" y="4397"/>
                    <a:pt x="4700" y="4299"/>
                  </a:cubicBezTo>
                  <a:cubicBezTo>
                    <a:pt x="4905" y="3989"/>
                    <a:pt x="5109" y="3580"/>
                    <a:pt x="5207" y="3171"/>
                  </a:cubicBezTo>
                  <a:lnTo>
                    <a:pt x="5207" y="3073"/>
                  </a:lnTo>
                  <a:lnTo>
                    <a:pt x="5207" y="2967"/>
                  </a:lnTo>
                  <a:lnTo>
                    <a:pt x="5207" y="2869"/>
                  </a:lnTo>
                  <a:lnTo>
                    <a:pt x="5207" y="2665"/>
                  </a:lnTo>
                  <a:lnTo>
                    <a:pt x="5207" y="2558"/>
                  </a:lnTo>
                  <a:lnTo>
                    <a:pt x="5207" y="2354"/>
                  </a:lnTo>
                  <a:lnTo>
                    <a:pt x="5207" y="2256"/>
                  </a:lnTo>
                  <a:lnTo>
                    <a:pt x="5207" y="2150"/>
                  </a:lnTo>
                  <a:lnTo>
                    <a:pt x="5207" y="2052"/>
                  </a:lnTo>
                  <a:cubicBezTo>
                    <a:pt x="5207" y="1945"/>
                    <a:pt x="5109" y="1945"/>
                    <a:pt x="5109" y="1847"/>
                  </a:cubicBezTo>
                  <a:lnTo>
                    <a:pt x="5109" y="1741"/>
                  </a:lnTo>
                  <a:lnTo>
                    <a:pt x="5109" y="1643"/>
                  </a:lnTo>
                  <a:cubicBezTo>
                    <a:pt x="5003" y="1643"/>
                    <a:pt x="5003" y="1537"/>
                    <a:pt x="5003" y="1537"/>
                  </a:cubicBezTo>
                  <a:lnTo>
                    <a:pt x="5003" y="1439"/>
                  </a:lnTo>
                  <a:cubicBezTo>
                    <a:pt x="4905" y="1439"/>
                    <a:pt x="4905" y="1332"/>
                    <a:pt x="4905" y="1332"/>
                  </a:cubicBezTo>
                  <a:cubicBezTo>
                    <a:pt x="4496" y="621"/>
                    <a:pt x="3777" y="106"/>
                    <a:pt x="2861" y="8"/>
                  </a:cubicBezTo>
                  <a:cubicBezTo>
                    <a:pt x="2792" y="3"/>
                    <a:pt x="2722" y="0"/>
                    <a:pt x="2653"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11"/>
            <p:cNvSpPr/>
            <p:nvPr/>
          </p:nvSpPr>
          <p:spPr>
            <a:xfrm>
              <a:off x="2197975" y="6115813"/>
              <a:ext cx="150825" cy="129975"/>
            </a:xfrm>
            <a:custGeom>
              <a:rect b="b" l="l" r="r" t="t"/>
              <a:pathLst>
                <a:path extrusionOk="0" h="5199" w="6033">
                  <a:moveTo>
                    <a:pt x="3045" y="1"/>
                  </a:moveTo>
                  <a:cubicBezTo>
                    <a:pt x="2632" y="1"/>
                    <a:pt x="2216" y="105"/>
                    <a:pt x="1839" y="327"/>
                  </a:cubicBezTo>
                  <a:cubicBezTo>
                    <a:pt x="515" y="940"/>
                    <a:pt x="0" y="2574"/>
                    <a:pt x="719" y="3800"/>
                  </a:cubicBezTo>
                  <a:cubicBezTo>
                    <a:pt x="1146" y="4721"/>
                    <a:pt x="2065" y="5199"/>
                    <a:pt x="2998" y="5199"/>
                  </a:cubicBezTo>
                  <a:cubicBezTo>
                    <a:pt x="3408" y="5199"/>
                    <a:pt x="3819" y="5107"/>
                    <a:pt x="4193" y="4920"/>
                  </a:cubicBezTo>
                  <a:cubicBezTo>
                    <a:pt x="5517" y="4209"/>
                    <a:pt x="6032" y="2672"/>
                    <a:pt x="5313" y="1446"/>
                  </a:cubicBezTo>
                  <a:cubicBezTo>
                    <a:pt x="4888" y="530"/>
                    <a:pt x="3974" y="1"/>
                    <a:pt x="3045" y="1"/>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11"/>
            <p:cNvSpPr/>
            <p:nvPr/>
          </p:nvSpPr>
          <p:spPr>
            <a:xfrm>
              <a:off x="2231275" y="6123963"/>
              <a:ext cx="117525" cy="122175"/>
            </a:xfrm>
            <a:custGeom>
              <a:rect b="b" l="l" r="r" t="t"/>
              <a:pathLst>
                <a:path extrusionOk="0" h="4887" w="4701">
                  <a:moveTo>
                    <a:pt x="2861" y="1"/>
                  </a:moveTo>
                  <a:lnTo>
                    <a:pt x="2861" y="1"/>
                  </a:lnTo>
                  <a:cubicBezTo>
                    <a:pt x="3163" y="205"/>
                    <a:pt x="3368" y="409"/>
                    <a:pt x="3474" y="712"/>
                  </a:cubicBezTo>
                  <a:cubicBezTo>
                    <a:pt x="4185" y="2044"/>
                    <a:pt x="3678" y="3572"/>
                    <a:pt x="2452" y="4292"/>
                  </a:cubicBezTo>
                  <a:cubicBezTo>
                    <a:pt x="2044" y="4496"/>
                    <a:pt x="1609" y="4598"/>
                    <a:pt x="1187" y="4598"/>
                  </a:cubicBezTo>
                  <a:cubicBezTo>
                    <a:pt x="765" y="4598"/>
                    <a:pt x="356" y="4496"/>
                    <a:pt x="0" y="4292"/>
                  </a:cubicBezTo>
                  <a:lnTo>
                    <a:pt x="0" y="4292"/>
                  </a:lnTo>
                  <a:cubicBezTo>
                    <a:pt x="498" y="4665"/>
                    <a:pt x="1108" y="4887"/>
                    <a:pt x="1718" y="4887"/>
                  </a:cubicBezTo>
                  <a:cubicBezTo>
                    <a:pt x="2109" y="4887"/>
                    <a:pt x="2500" y="4795"/>
                    <a:pt x="2861" y="4594"/>
                  </a:cubicBezTo>
                  <a:cubicBezTo>
                    <a:pt x="4185" y="3883"/>
                    <a:pt x="4700" y="2346"/>
                    <a:pt x="3981" y="1120"/>
                  </a:cubicBezTo>
                  <a:cubicBezTo>
                    <a:pt x="3777" y="614"/>
                    <a:pt x="3368" y="205"/>
                    <a:pt x="2861" y="1"/>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11"/>
            <p:cNvSpPr/>
            <p:nvPr/>
          </p:nvSpPr>
          <p:spPr>
            <a:xfrm>
              <a:off x="2215950" y="6151963"/>
              <a:ext cx="117525" cy="66425"/>
            </a:xfrm>
            <a:custGeom>
              <a:rect b="b" l="l" r="r" t="t"/>
              <a:pathLst>
                <a:path extrusionOk="0" h="2657" w="4701">
                  <a:moveTo>
                    <a:pt x="4594" y="0"/>
                  </a:moveTo>
                  <a:lnTo>
                    <a:pt x="0" y="2354"/>
                  </a:lnTo>
                  <a:lnTo>
                    <a:pt x="0" y="2452"/>
                  </a:lnTo>
                  <a:lnTo>
                    <a:pt x="205" y="2657"/>
                  </a:lnTo>
                  <a:lnTo>
                    <a:pt x="4700" y="311"/>
                  </a:lnTo>
                  <a:lnTo>
                    <a:pt x="4700" y="0"/>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11"/>
            <p:cNvSpPr/>
            <p:nvPr/>
          </p:nvSpPr>
          <p:spPr>
            <a:xfrm>
              <a:off x="2213300" y="6146863"/>
              <a:ext cx="120175" cy="69075"/>
            </a:xfrm>
            <a:custGeom>
              <a:rect b="b" l="l" r="r" t="t"/>
              <a:pathLst>
                <a:path extrusionOk="0" h="2763" w="4807">
                  <a:moveTo>
                    <a:pt x="4602" y="0"/>
                  </a:moveTo>
                  <a:lnTo>
                    <a:pt x="0" y="2452"/>
                  </a:lnTo>
                  <a:lnTo>
                    <a:pt x="106" y="2558"/>
                  </a:lnTo>
                  <a:cubicBezTo>
                    <a:pt x="106" y="2656"/>
                    <a:pt x="106" y="2656"/>
                    <a:pt x="204" y="2763"/>
                  </a:cubicBezTo>
                  <a:lnTo>
                    <a:pt x="4806" y="311"/>
                  </a:lnTo>
                  <a:lnTo>
                    <a:pt x="4700" y="204"/>
                  </a:lnTo>
                  <a:cubicBezTo>
                    <a:pt x="4700" y="106"/>
                    <a:pt x="4700" y="106"/>
                    <a:pt x="4602" y="0"/>
                  </a:cubicBez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11"/>
            <p:cNvSpPr/>
            <p:nvPr/>
          </p:nvSpPr>
          <p:spPr>
            <a:xfrm>
              <a:off x="2376750" y="6036913"/>
              <a:ext cx="130400" cy="130400"/>
            </a:xfrm>
            <a:custGeom>
              <a:rect b="b" l="l" r="r" t="t"/>
              <a:pathLst>
                <a:path extrusionOk="0" h="5216" w="5216">
                  <a:moveTo>
                    <a:pt x="2654" y="1"/>
                  </a:moveTo>
                  <a:cubicBezTo>
                    <a:pt x="1411" y="1"/>
                    <a:pt x="295" y="896"/>
                    <a:pt x="1" y="2150"/>
                  </a:cubicBezTo>
                  <a:lnTo>
                    <a:pt x="1" y="2355"/>
                  </a:lnTo>
                  <a:lnTo>
                    <a:pt x="1" y="2461"/>
                  </a:lnTo>
                  <a:lnTo>
                    <a:pt x="1" y="2559"/>
                  </a:lnTo>
                  <a:lnTo>
                    <a:pt x="1" y="2665"/>
                  </a:lnTo>
                  <a:cubicBezTo>
                    <a:pt x="1" y="2968"/>
                    <a:pt x="107" y="3172"/>
                    <a:pt x="107" y="3376"/>
                  </a:cubicBezTo>
                  <a:cubicBezTo>
                    <a:pt x="205" y="3483"/>
                    <a:pt x="205" y="3581"/>
                    <a:pt x="205" y="3581"/>
                  </a:cubicBezTo>
                  <a:lnTo>
                    <a:pt x="205" y="3687"/>
                  </a:lnTo>
                  <a:cubicBezTo>
                    <a:pt x="311" y="3687"/>
                    <a:pt x="311" y="3785"/>
                    <a:pt x="311" y="3785"/>
                  </a:cubicBezTo>
                  <a:lnTo>
                    <a:pt x="311" y="3891"/>
                  </a:lnTo>
                  <a:cubicBezTo>
                    <a:pt x="410" y="3891"/>
                    <a:pt x="410" y="3989"/>
                    <a:pt x="410" y="4096"/>
                  </a:cubicBezTo>
                  <a:lnTo>
                    <a:pt x="516" y="4096"/>
                  </a:lnTo>
                  <a:cubicBezTo>
                    <a:pt x="516" y="4096"/>
                    <a:pt x="516" y="4194"/>
                    <a:pt x="614" y="4194"/>
                  </a:cubicBezTo>
                  <a:lnTo>
                    <a:pt x="614" y="4300"/>
                  </a:lnTo>
                  <a:cubicBezTo>
                    <a:pt x="720" y="4300"/>
                    <a:pt x="720" y="4398"/>
                    <a:pt x="720" y="4398"/>
                  </a:cubicBezTo>
                  <a:lnTo>
                    <a:pt x="818" y="4504"/>
                  </a:lnTo>
                  <a:lnTo>
                    <a:pt x="924" y="4602"/>
                  </a:lnTo>
                  <a:cubicBezTo>
                    <a:pt x="1023" y="4709"/>
                    <a:pt x="1129" y="4709"/>
                    <a:pt x="1129" y="4709"/>
                  </a:cubicBezTo>
                  <a:cubicBezTo>
                    <a:pt x="1129" y="4807"/>
                    <a:pt x="1227" y="4807"/>
                    <a:pt x="1227" y="4807"/>
                  </a:cubicBezTo>
                  <a:cubicBezTo>
                    <a:pt x="1227" y="4807"/>
                    <a:pt x="1333" y="4807"/>
                    <a:pt x="1333" y="4913"/>
                  </a:cubicBezTo>
                  <a:lnTo>
                    <a:pt x="1431" y="4913"/>
                  </a:lnTo>
                  <a:cubicBezTo>
                    <a:pt x="1431" y="4913"/>
                    <a:pt x="1537" y="5011"/>
                    <a:pt x="1636" y="5011"/>
                  </a:cubicBezTo>
                  <a:cubicBezTo>
                    <a:pt x="1636" y="5011"/>
                    <a:pt x="1742" y="5117"/>
                    <a:pt x="1840" y="5117"/>
                  </a:cubicBezTo>
                  <a:lnTo>
                    <a:pt x="2150" y="5117"/>
                  </a:lnTo>
                  <a:cubicBezTo>
                    <a:pt x="2249" y="5215"/>
                    <a:pt x="2249" y="5215"/>
                    <a:pt x="2355" y="5215"/>
                  </a:cubicBezTo>
                  <a:cubicBezTo>
                    <a:pt x="2862" y="5215"/>
                    <a:pt x="3270" y="5215"/>
                    <a:pt x="3679" y="5011"/>
                  </a:cubicBezTo>
                  <a:cubicBezTo>
                    <a:pt x="3679" y="5011"/>
                    <a:pt x="3785" y="4913"/>
                    <a:pt x="3883" y="4913"/>
                  </a:cubicBezTo>
                  <a:cubicBezTo>
                    <a:pt x="3883" y="4807"/>
                    <a:pt x="3989" y="4807"/>
                    <a:pt x="4088" y="4807"/>
                  </a:cubicBezTo>
                  <a:lnTo>
                    <a:pt x="4292" y="4602"/>
                  </a:lnTo>
                  <a:lnTo>
                    <a:pt x="4602" y="4300"/>
                  </a:lnTo>
                  <a:cubicBezTo>
                    <a:pt x="4905" y="3989"/>
                    <a:pt x="5011" y="3581"/>
                    <a:pt x="5109" y="3172"/>
                  </a:cubicBezTo>
                  <a:lnTo>
                    <a:pt x="5215" y="3074"/>
                  </a:lnTo>
                  <a:lnTo>
                    <a:pt x="5215" y="2968"/>
                  </a:lnTo>
                  <a:lnTo>
                    <a:pt x="5215" y="2870"/>
                  </a:lnTo>
                  <a:lnTo>
                    <a:pt x="5215" y="2665"/>
                  </a:lnTo>
                  <a:lnTo>
                    <a:pt x="5215" y="2559"/>
                  </a:lnTo>
                  <a:lnTo>
                    <a:pt x="5215" y="2355"/>
                  </a:lnTo>
                  <a:lnTo>
                    <a:pt x="5215" y="2257"/>
                  </a:lnTo>
                  <a:lnTo>
                    <a:pt x="5215" y="2150"/>
                  </a:lnTo>
                  <a:lnTo>
                    <a:pt x="5109" y="2052"/>
                  </a:lnTo>
                  <a:lnTo>
                    <a:pt x="5109" y="1848"/>
                  </a:lnTo>
                  <a:lnTo>
                    <a:pt x="5109" y="1742"/>
                  </a:lnTo>
                  <a:cubicBezTo>
                    <a:pt x="5011" y="1742"/>
                    <a:pt x="5011" y="1644"/>
                    <a:pt x="5011" y="1644"/>
                  </a:cubicBezTo>
                  <a:lnTo>
                    <a:pt x="5011" y="1537"/>
                  </a:lnTo>
                  <a:lnTo>
                    <a:pt x="4905" y="1439"/>
                  </a:lnTo>
                  <a:lnTo>
                    <a:pt x="4905" y="1333"/>
                  </a:lnTo>
                  <a:cubicBezTo>
                    <a:pt x="4496" y="622"/>
                    <a:pt x="3679" y="107"/>
                    <a:pt x="2862" y="9"/>
                  </a:cubicBezTo>
                  <a:cubicBezTo>
                    <a:pt x="2792" y="3"/>
                    <a:pt x="2723" y="1"/>
                    <a:pt x="2654" y="1"/>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11"/>
            <p:cNvSpPr/>
            <p:nvPr/>
          </p:nvSpPr>
          <p:spPr>
            <a:xfrm>
              <a:off x="2353875" y="6034013"/>
              <a:ext cx="148175" cy="130050"/>
            </a:xfrm>
            <a:custGeom>
              <a:rect b="b" l="l" r="r" t="t"/>
              <a:pathLst>
                <a:path extrusionOk="0" h="5202" w="5927">
                  <a:moveTo>
                    <a:pt x="3007" y="1"/>
                  </a:moveTo>
                  <a:cubicBezTo>
                    <a:pt x="2584" y="1"/>
                    <a:pt x="2149" y="105"/>
                    <a:pt x="1733" y="329"/>
                  </a:cubicBezTo>
                  <a:cubicBezTo>
                    <a:pt x="507" y="942"/>
                    <a:pt x="0" y="2577"/>
                    <a:pt x="712" y="3803"/>
                  </a:cubicBezTo>
                  <a:cubicBezTo>
                    <a:pt x="1138" y="4723"/>
                    <a:pt x="2010" y="5202"/>
                    <a:pt x="2947" y="5202"/>
                  </a:cubicBezTo>
                  <a:cubicBezTo>
                    <a:pt x="3358" y="5202"/>
                    <a:pt x="3782" y="5110"/>
                    <a:pt x="4185" y="4923"/>
                  </a:cubicBezTo>
                  <a:cubicBezTo>
                    <a:pt x="5411" y="4212"/>
                    <a:pt x="5926" y="2675"/>
                    <a:pt x="5313" y="1351"/>
                  </a:cubicBezTo>
                  <a:cubicBezTo>
                    <a:pt x="4818" y="508"/>
                    <a:pt x="3940" y="1"/>
                    <a:pt x="3007" y="1"/>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11"/>
            <p:cNvSpPr/>
            <p:nvPr/>
          </p:nvSpPr>
          <p:spPr>
            <a:xfrm>
              <a:off x="2386975" y="6042238"/>
              <a:ext cx="115075" cy="122175"/>
            </a:xfrm>
            <a:custGeom>
              <a:rect b="b" l="l" r="r" t="t"/>
              <a:pathLst>
                <a:path extrusionOk="0" h="4887" w="4603">
                  <a:moveTo>
                    <a:pt x="2861" y="0"/>
                  </a:moveTo>
                  <a:cubicBezTo>
                    <a:pt x="3066" y="205"/>
                    <a:pt x="3270" y="409"/>
                    <a:pt x="3474" y="711"/>
                  </a:cubicBezTo>
                  <a:cubicBezTo>
                    <a:pt x="4193" y="2044"/>
                    <a:pt x="3679" y="3572"/>
                    <a:pt x="2354" y="4291"/>
                  </a:cubicBezTo>
                  <a:cubicBezTo>
                    <a:pt x="2021" y="4481"/>
                    <a:pt x="1646" y="4559"/>
                    <a:pt x="1268" y="4559"/>
                  </a:cubicBezTo>
                  <a:cubicBezTo>
                    <a:pt x="829" y="4559"/>
                    <a:pt x="387" y="4454"/>
                    <a:pt x="1" y="4291"/>
                  </a:cubicBezTo>
                  <a:lnTo>
                    <a:pt x="1" y="4291"/>
                  </a:lnTo>
                  <a:cubicBezTo>
                    <a:pt x="498" y="4665"/>
                    <a:pt x="1111" y="4886"/>
                    <a:pt x="1721" y="4886"/>
                  </a:cubicBezTo>
                  <a:cubicBezTo>
                    <a:pt x="2113" y="4886"/>
                    <a:pt x="2503" y="4795"/>
                    <a:pt x="2861" y="4594"/>
                  </a:cubicBezTo>
                  <a:cubicBezTo>
                    <a:pt x="4087" y="3883"/>
                    <a:pt x="4602" y="2346"/>
                    <a:pt x="3989" y="1022"/>
                  </a:cubicBezTo>
                  <a:cubicBezTo>
                    <a:pt x="3679" y="613"/>
                    <a:pt x="3270" y="205"/>
                    <a:pt x="2861"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11"/>
            <p:cNvSpPr/>
            <p:nvPr/>
          </p:nvSpPr>
          <p:spPr>
            <a:xfrm>
              <a:off x="2371650" y="6070238"/>
              <a:ext cx="117525" cy="66425"/>
            </a:xfrm>
            <a:custGeom>
              <a:rect b="b" l="l" r="r" t="t"/>
              <a:pathLst>
                <a:path extrusionOk="0" h="2657" w="4701">
                  <a:moveTo>
                    <a:pt x="4602" y="0"/>
                  </a:moveTo>
                  <a:lnTo>
                    <a:pt x="1" y="2354"/>
                  </a:lnTo>
                  <a:lnTo>
                    <a:pt x="1" y="2452"/>
                  </a:lnTo>
                  <a:cubicBezTo>
                    <a:pt x="1" y="2558"/>
                    <a:pt x="107" y="2558"/>
                    <a:pt x="107" y="2656"/>
                  </a:cubicBezTo>
                  <a:lnTo>
                    <a:pt x="4700" y="311"/>
                  </a:lnTo>
                  <a:cubicBezTo>
                    <a:pt x="4700" y="204"/>
                    <a:pt x="4700" y="106"/>
                    <a:pt x="4602"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11"/>
            <p:cNvSpPr/>
            <p:nvPr/>
          </p:nvSpPr>
          <p:spPr>
            <a:xfrm>
              <a:off x="2369200" y="6065113"/>
              <a:ext cx="117525" cy="69100"/>
            </a:xfrm>
            <a:custGeom>
              <a:rect b="b" l="l" r="r" t="t"/>
              <a:pathLst>
                <a:path extrusionOk="0" h="2764" w="4701">
                  <a:moveTo>
                    <a:pt x="4594" y="1"/>
                  </a:moveTo>
                  <a:lnTo>
                    <a:pt x="0" y="2453"/>
                  </a:lnTo>
                  <a:cubicBezTo>
                    <a:pt x="0" y="2453"/>
                    <a:pt x="0" y="2559"/>
                    <a:pt x="99" y="2559"/>
                  </a:cubicBezTo>
                  <a:lnTo>
                    <a:pt x="99" y="2763"/>
                  </a:lnTo>
                  <a:lnTo>
                    <a:pt x="4700" y="311"/>
                  </a:lnTo>
                  <a:lnTo>
                    <a:pt x="4700" y="107"/>
                  </a:lnTo>
                  <a:cubicBezTo>
                    <a:pt x="4700" y="107"/>
                    <a:pt x="4594" y="107"/>
                    <a:pt x="4594" y="1"/>
                  </a:cubicBez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11"/>
            <p:cNvSpPr/>
            <p:nvPr/>
          </p:nvSpPr>
          <p:spPr>
            <a:xfrm>
              <a:off x="1832825" y="6506888"/>
              <a:ext cx="130175" cy="130400"/>
            </a:xfrm>
            <a:custGeom>
              <a:rect b="b" l="l" r="r" t="t"/>
              <a:pathLst>
                <a:path extrusionOk="0" h="5216" w="5207">
                  <a:moveTo>
                    <a:pt x="2652" y="0"/>
                  </a:moveTo>
                  <a:cubicBezTo>
                    <a:pt x="1403" y="0"/>
                    <a:pt x="292" y="896"/>
                    <a:pt x="98" y="2150"/>
                  </a:cubicBezTo>
                  <a:lnTo>
                    <a:pt x="0" y="2150"/>
                  </a:lnTo>
                  <a:lnTo>
                    <a:pt x="0" y="2355"/>
                  </a:lnTo>
                  <a:lnTo>
                    <a:pt x="0" y="2461"/>
                  </a:lnTo>
                  <a:lnTo>
                    <a:pt x="0" y="2559"/>
                  </a:lnTo>
                  <a:lnTo>
                    <a:pt x="0" y="2665"/>
                  </a:lnTo>
                  <a:cubicBezTo>
                    <a:pt x="0" y="2968"/>
                    <a:pt x="98" y="3172"/>
                    <a:pt x="98" y="3376"/>
                  </a:cubicBezTo>
                  <a:cubicBezTo>
                    <a:pt x="205" y="3482"/>
                    <a:pt x="205" y="3581"/>
                    <a:pt x="205" y="3581"/>
                  </a:cubicBezTo>
                  <a:lnTo>
                    <a:pt x="205" y="3687"/>
                  </a:lnTo>
                  <a:cubicBezTo>
                    <a:pt x="303" y="3687"/>
                    <a:pt x="303" y="3785"/>
                    <a:pt x="303" y="3785"/>
                  </a:cubicBezTo>
                  <a:lnTo>
                    <a:pt x="303" y="3891"/>
                  </a:lnTo>
                  <a:lnTo>
                    <a:pt x="507" y="4095"/>
                  </a:lnTo>
                  <a:cubicBezTo>
                    <a:pt x="507" y="4095"/>
                    <a:pt x="507" y="4194"/>
                    <a:pt x="613" y="4300"/>
                  </a:cubicBezTo>
                  <a:cubicBezTo>
                    <a:pt x="711" y="4300"/>
                    <a:pt x="711" y="4398"/>
                    <a:pt x="711" y="4398"/>
                  </a:cubicBezTo>
                  <a:cubicBezTo>
                    <a:pt x="818" y="4398"/>
                    <a:pt x="818" y="4504"/>
                    <a:pt x="818" y="4504"/>
                  </a:cubicBezTo>
                  <a:lnTo>
                    <a:pt x="916" y="4602"/>
                  </a:lnTo>
                  <a:lnTo>
                    <a:pt x="1022" y="4602"/>
                  </a:lnTo>
                  <a:cubicBezTo>
                    <a:pt x="1022" y="4708"/>
                    <a:pt x="1120" y="4708"/>
                    <a:pt x="1120" y="4807"/>
                  </a:cubicBezTo>
                  <a:lnTo>
                    <a:pt x="1226" y="4807"/>
                  </a:lnTo>
                  <a:cubicBezTo>
                    <a:pt x="1226" y="4807"/>
                    <a:pt x="1324" y="4807"/>
                    <a:pt x="1324" y="4913"/>
                  </a:cubicBezTo>
                  <a:lnTo>
                    <a:pt x="1431" y="4913"/>
                  </a:lnTo>
                  <a:cubicBezTo>
                    <a:pt x="1431" y="4913"/>
                    <a:pt x="1529" y="5011"/>
                    <a:pt x="1635" y="5011"/>
                  </a:cubicBezTo>
                  <a:cubicBezTo>
                    <a:pt x="1733" y="5011"/>
                    <a:pt x="1733" y="5117"/>
                    <a:pt x="1839" y="5117"/>
                  </a:cubicBezTo>
                  <a:lnTo>
                    <a:pt x="2044" y="5117"/>
                  </a:lnTo>
                  <a:cubicBezTo>
                    <a:pt x="2044" y="5117"/>
                    <a:pt x="2142" y="5117"/>
                    <a:pt x="2142" y="5215"/>
                  </a:cubicBezTo>
                  <a:lnTo>
                    <a:pt x="2346" y="5215"/>
                  </a:lnTo>
                  <a:cubicBezTo>
                    <a:pt x="2861" y="5215"/>
                    <a:pt x="3270" y="5215"/>
                    <a:pt x="3678" y="5011"/>
                  </a:cubicBezTo>
                  <a:cubicBezTo>
                    <a:pt x="3678" y="5011"/>
                    <a:pt x="3776" y="4913"/>
                    <a:pt x="3883" y="4913"/>
                  </a:cubicBezTo>
                  <a:cubicBezTo>
                    <a:pt x="3981" y="4807"/>
                    <a:pt x="3981" y="4807"/>
                    <a:pt x="4087" y="4807"/>
                  </a:cubicBezTo>
                  <a:lnTo>
                    <a:pt x="4291" y="4602"/>
                  </a:lnTo>
                  <a:lnTo>
                    <a:pt x="4594" y="4300"/>
                  </a:lnTo>
                  <a:cubicBezTo>
                    <a:pt x="4904" y="3989"/>
                    <a:pt x="5109" y="3581"/>
                    <a:pt x="5109" y="3172"/>
                  </a:cubicBezTo>
                  <a:lnTo>
                    <a:pt x="5207" y="3172"/>
                  </a:lnTo>
                  <a:lnTo>
                    <a:pt x="5207" y="3074"/>
                  </a:lnTo>
                  <a:lnTo>
                    <a:pt x="5207" y="2968"/>
                  </a:lnTo>
                  <a:lnTo>
                    <a:pt x="5207" y="2869"/>
                  </a:lnTo>
                  <a:lnTo>
                    <a:pt x="5207" y="2665"/>
                  </a:lnTo>
                  <a:lnTo>
                    <a:pt x="5207" y="2559"/>
                  </a:lnTo>
                  <a:lnTo>
                    <a:pt x="5207" y="2355"/>
                  </a:lnTo>
                  <a:lnTo>
                    <a:pt x="5207" y="2256"/>
                  </a:lnTo>
                  <a:lnTo>
                    <a:pt x="5207" y="2150"/>
                  </a:lnTo>
                  <a:lnTo>
                    <a:pt x="5207" y="2052"/>
                  </a:lnTo>
                  <a:cubicBezTo>
                    <a:pt x="5109" y="1946"/>
                    <a:pt x="5109" y="1946"/>
                    <a:pt x="5109" y="1848"/>
                  </a:cubicBezTo>
                  <a:lnTo>
                    <a:pt x="5109" y="1742"/>
                  </a:lnTo>
                  <a:lnTo>
                    <a:pt x="5002" y="1643"/>
                  </a:lnTo>
                  <a:lnTo>
                    <a:pt x="5002" y="1537"/>
                  </a:lnTo>
                  <a:lnTo>
                    <a:pt x="4904" y="1439"/>
                  </a:lnTo>
                  <a:lnTo>
                    <a:pt x="4904" y="1333"/>
                  </a:lnTo>
                  <a:cubicBezTo>
                    <a:pt x="4496" y="622"/>
                    <a:pt x="3776" y="107"/>
                    <a:pt x="2861" y="9"/>
                  </a:cubicBezTo>
                  <a:cubicBezTo>
                    <a:pt x="2791" y="3"/>
                    <a:pt x="2722" y="0"/>
                    <a:pt x="2652"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11"/>
            <p:cNvSpPr/>
            <p:nvPr/>
          </p:nvSpPr>
          <p:spPr>
            <a:xfrm>
              <a:off x="1809725" y="6504063"/>
              <a:ext cx="148175" cy="129975"/>
            </a:xfrm>
            <a:custGeom>
              <a:rect b="b" l="l" r="r" t="t"/>
              <a:pathLst>
                <a:path extrusionOk="0" h="5199" w="5927">
                  <a:moveTo>
                    <a:pt x="2994" y="0"/>
                  </a:moveTo>
                  <a:cubicBezTo>
                    <a:pt x="2577" y="0"/>
                    <a:pt x="2149" y="105"/>
                    <a:pt x="1742" y="326"/>
                  </a:cubicBezTo>
                  <a:cubicBezTo>
                    <a:pt x="516" y="939"/>
                    <a:pt x="1" y="2574"/>
                    <a:pt x="720" y="3800"/>
                  </a:cubicBezTo>
                  <a:cubicBezTo>
                    <a:pt x="1146" y="4720"/>
                    <a:pt x="2066" y="5198"/>
                    <a:pt x="2999" y="5198"/>
                  </a:cubicBezTo>
                  <a:cubicBezTo>
                    <a:pt x="3408" y="5198"/>
                    <a:pt x="3820" y="5106"/>
                    <a:pt x="4194" y="4920"/>
                  </a:cubicBezTo>
                  <a:cubicBezTo>
                    <a:pt x="5518" y="4208"/>
                    <a:pt x="5926" y="2672"/>
                    <a:pt x="5313" y="1446"/>
                  </a:cubicBezTo>
                  <a:cubicBezTo>
                    <a:pt x="4821" y="529"/>
                    <a:pt x="3933" y="0"/>
                    <a:pt x="2994" y="0"/>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11"/>
            <p:cNvSpPr/>
            <p:nvPr/>
          </p:nvSpPr>
          <p:spPr>
            <a:xfrm>
              <a:off x="1843025" y="6512213"/>
              <a:ext cx="114875" cy="122175"/>
            </a:xfrm>
            <a:custGeom>
              <a:rect b="b" l="l" r="r" t="t"/>
              <a:pathLst>
                <a:path extrusionOk="0" h="4887" w="4595">
                  <a:moveTo>
                    <a:pt x="2862" y="0"/>
                  </a:moveTo>
                  <a:lnTo>
                    <a:pt x="2862" y="0"/>
                  </a:lnTo>
                  <a:cubicBezTo>
                    <a:pt x="3066" y="204"/>
                    <a:pt x="3270" y="409"/>
                    <a:pt x="3475" y="711"/>
                  </a:cubicBezTo>
                  <a:cubicBezTo>
                    <a:pt x="4186" y="2043"/>
                    <a:pt x="3679" y="3572"/>
                    <a:pt x="2347" y="4291"/>
                  </a:cubicBezTo>
                  <a:cubicBezTo>
                    <a:pt x="1991" y="4495"/>
                    <a:pt x="1582" y="4598"/>
                    <a:pt x="1174" y="4598"/>
                  </a:cubicBezTo>
                  <a:cubicBezTo>
                    <a:pt x="765" y="4598"/>
                    <a:pt x="356" y="4495"/>
                    <a:pt x="1" y="4291"/>
                  </a:cubicBezTo>
                  <a:lnTo>
                    <a:pt x="1" y="4291"/>
                  </a:lnTo>
                  <a:cubicBezTo>
                    <a:pt x="499" y="4664"/>
                    <a:pt x="1109" y="4886"/>
                    <a:pt x="1718" y="4886"/>
                  </a:cubicBezTo>
                  <a:cubicBezTo>
                    <a:pt x="2109" y="4886"/>
                    <a:pt x="2501" y="4795"/>
                    <a:pt x="2862" y="4594"/>
                  </a:cubicBezTo>
                  <a:cubicBezTo>
                    <a:pt x="4186" y="3882"/>
                    <a:pt x="4594" y="2346"/>
                    <a:pt x="3981" y="1120"/>
                  </a:cubicBezTo>
                  <a:cubicBezTo>
                    <a:pt x="3679" y="613"/>
                    <a:pt x="3270" y="204"/>
                    <a:pt x="2862"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11"/>
            <p:cNvSpPr/>
            <p:nvPr/>
          </p:nvSpPr>
          <p:spPr>
            <a:xfrm>
              <a:off x="1827700" y="6540188"/>
              <a:ext cx="117525" cy="66450"/>
            </a:xfrm>
            <a:custGeom>
              <a:rect b="b" l="l" r="r" t="t"/>
              <a:pathLst>
                <a:path extrusionOk="0" h="2658" w="4701">
                  <a:moveTo>
                    <a:pt x="4594" y="1"/>
                  </a:moveTo>
                  <a:lnTo>
                    <a:pt x="1" y="2355"/>
                  </a:lnTo>
                  <a:lnTo>
                    <a:pt x="1" y="2453"/>
                  </a:lnTo>
                  <a:cubicBezTo>
                    <a:pt x="99" y="2559"/>
                    <a:pt x="99" y="2559"/>
                    <a:pt x="99" y="2657"/>
                  </a:cubicBezTo>
                  <a:lnTo>
                    <a:pt x="4701" y="311"/>
                  </a:lnTo>
                  <a:cubicBezTo>
                    <a:pt x="4701" y="205"/>
                    <a:pt x="4701" y="107"/>
                    <a:pt x="4594" y="1"/>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11"/>
            <p:cNvSpPr/>
            <p:nvPr/>
          </p:nvSpPr>
          <p:spPr>
            <a:xfrm>
              <a:off x="1825050" y="6535088"/>
              <a:ext cx="120175" cy="69100"/>
            </a:xfrm>
            <a:custGeom>
              <a:rect b="b" l="l" r="r" t="t"/>
              <a:pathLst>
                <a:path extrusionOk="0" h="2764" w="4807">
                  <a:moveTo>
                    <a:pt x="4602" y="1"/>
                  </a:moveTo>
                  <a:lnTo>
                    <a:pt x="1" y="2453"/>
                  </a:lnTo>
                  <a:cubicBezTo>
                    <a:pt x="1" y="2453"/>
                    <a:pt x="1" y="2559"/>
                    <a:pt x="107" y="2559"/>
                  </a:cubicBezTo>
                  <a:lnTo>
                    <a:pt x="107" y="2763"/>
                  </a:lnTo>
                  <a:lnTo>
                    <a:pt x="4807" y="311"/>
                  </a:lnTo>
                  <a:cubicBezTo>
                    <a:pt x="4700" y="311"/>
                    <a:pt x="4700" y="205"/>
                    <a:pt x="4700" y="205"/>
                  </a:cubicBezTo>
                  <a:cubicBezTo>
                    <a:pt x="4700" y="107"/>
                    <a:pt x="4602" y="107"/>
                    <a:pt x="4602" y="1"/>
                  </a:cubicBez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11"/>
            <p:cNvSpPr/>
            <p:nvPr/>
          </p:nvSpPr>
          <p:spPr>
            <a:xfrm>
              <a:off x="1988525" y="6425163"/>
              <a:ext cx="130400" cy="130375"/>
            </a:xfrm>
            <a:custGeom>
              <a:rect b="b" l="l" r="r" t="t"/>
              <a:pathLst>
                <a:path extrusionOk="0" h="5215" w="5216">
                  <a:moveTo>
                    <a:pt x="2638" y="0"/>
                  </a:moveTo>
                  <a:cubicBezTo>
                    <a:pt x="1305" y="0"/>
                    <a:pt x="194" y="895"/>
                    <a:pt x="0" y="2150"/>
                  </a:cubicBezTo>
                  <a:lnTo>
                    <a:pt x="0" y="2354"/>
                  </a:lnTo>
                  <a:lnTo>
                    <a:pt x="0" y="2460"/>
                  </a:lnTo>
                  <a:lnTo>
                    <a:pt x="0" y="2558"/>
                  </a:lnTo>
                  <a:lnTo>
                    <a:pt x="0" y="2665"/>
                  </a:lnTo>
                  <a:cubicBezTo>
                    <a:pt x="0" y="2967"/>
                    <a:pt x="0" y="3171"/>
                    <a:pt x="107" y="3376"/>
                  </a:cubicBezTo>
                  <a:cubicBezTo>
                    <a:pt x="107" y="3482"/>
                    <a:pt x="107" y="3580"/>
                    <a:pt x="205" y="3580"/>
                  </a:cubicBezTo>
                  <a:lnTo>
                    <a:pt x="205" y="3686"/>
                  </a:lnTo>
                  <a:cubicBezTo>
                    <a:pt x="205" y="3686"/>
                    <a:pt x="205" y="3785"/>
                    <a:pt x="311" y="3785"/>
                  </a:cubicBezTo>
                  <a:lnTo>
                    <a:pt x="311" y="3891"/>
                  </a:lnTo>
                  <a:cubicBezTo>
                    <a:pt x="311" y="3989"/>
                    <a:pt x="409" y="3989"/>
                    <a:pt x="409" y="4095"/>
                  </a:cubicBezTo>
                  <a:cubicBezTo>
                    <a:pt x="515" y="4095"/>
                    <a:pt x="515" y="4193"/>
                    <a:pt x="515" y="4193"/>
                  </a:cubicBezTo>
                  <a:lnTo>
                    <a:pt x="613" y="4299"/>
                  </a:lnTo>
                  <a:lnTo>
                    <a:pt x="720" y="4398"/>
                  </a:lnTo>
                  <a:lnTo>
                    <a:pt x="720" y="4504"/>
                  </a:lnTo>
                  <a:cubicBezTo>
                    <a:pt x="818" y="4504"/>
                    <a:pt x="818" y="4602"/>
                    <a:pt x="924" y="4602"/>
                  </a:cubicBezTo>
                  <a:cubicBezTo>
                    <a:pt x="1022" y="4708"/>
                    <a:pt x="1022" y="4708"/>
                    <a:pt x="1128" y="4708"/>
                  </a:cubicBezTo>
                  <a:lnTo>
                    <a:pt x="1128" y="4806"/>
                  </a:lnTo>
                  <a:cubicBezTo>
                    <a:pt x="1226" y="4806"/>
                    <a:pt x="1226" y="4806"/>
                    <a:pt x="1333" y="4912"/>
                  </a:cubicBezTo>
                  <a:cubicBezTo>
                    <a:pt x="1431" y="4912"/>
                    <a:pt x="1537" y="5011"/>
                    <a:pt x="1537" y="5011"/>
                  </a:cubicBezTo>
                  <a:cubicBezTo>
                    <a:pt x="1635" y="5011"/>
                    <a:pt x="1741" y="5117"/>
                    <a:pt x="1839" y="5117"/>
                  </a:cubicBezTo>
                  <a:lnTo>
                    <a:pt x="2150" y="5117"/>
                  </a:lnTo>
                  <a:cubicBezTo>
                    <a:pt x="2150" y="5215"/>
                    <a:pt x="2248" y="5215"/>
                    <a:pt x="2354" y="5215"/>
                  </a:cubicBezTo>
                  <a:cubicBezTo>
                    <a:pt x="2763" y="5215"/>
                    <a:pt x="3172" y="5215"/>
                    <a:pt x="3580" y="5011"/>
                  </a:cubicBezTo>
                  <a:cubicBezTo>
                    <a:pt x="3678" y="5011"/>
                    <a:pt x="3785" y="4912"/>
                    <a:pt x="3785" y="4912"/>
                  </a:cubicBezTo>
                  <a:cubicBezTo>
                    <a:pt x="3883" y="4806"/>
                    <a:pt x="3989" y="4806"/>
                    <a:pt x="4087" y="4806"/>
                  </a:cubicBezTo>
                  <a:cubicBezTo>
                    <a:pt x="4087" y="4708"/>
                    <a:pt x="4193" y="4708"/>
                    <a:pt x="4193" y="4602"/>
                  </a:cubicBezTo>
                  <a:cubicBezTo>
                    <a:pt x="4398" y="4504"/>
                    <a:pt x="4496" y="4398"/>
                    <a:pt x="4602" y="4299"/>
                  </a:cubicBezTo>
                  <a:cubicBezTo>
                    <a:pt x="4806" y="3989"/>
                    <a:pt x="5011" y="3580"/>
                    <a:pt x="5109" y="3171"/>
                  </a:cubicBezTo>
                  <a:lnTo>
                    <a:pt x="5109" y="3073"/>
                  </a:lnTo>
                  <a:lnTo>
                    <a:pt x="5109" y="2967"/>
                  </a:lnTo>
                  <a:lnTo>
                    <a:pt x="5215" y="2967"/>
                  </a:lnTo>
                  <a:lnTo>
                    <a:pt x="5215" y="2869"/>
                  </a:lnTo>
                  <a:lnTo>
                    <a:pt x="5215" y="2665"/>
                  </a:lnTo>
                  <a:lnTo>
                    <a:pt x="5215" y="2558"/>
                  </a:lnTo>
                  <a:lnTo>
                    <a:pt x="5215" y="2354"/>
                  </a:lnTo>
                  <a:lnTo>
                    <a:pt x="5215" y="2256"/>
                  </a:lnTo>
                  <a:cubicBezTo>
                    <a:pt x="5109" y="2256"/>
                    <a:pt x="5109" y="2150"/>
                    <a:pt x="5109" y="2150"/>
                  </a:cubicBezTo>
                  <a:lnTo>
                    <a:pt x="5109" y="2052"/>
                  </a:lnTo>
                  <a:lnTo>
                    <a:pt x="5109" y="1847"/>
                  </a:lnTo>
                  <a:lnTo>
                    <a:pt x="5011" y="1741"/>
                  </a:lnTo>
                  <a:lnTo>
                    <a:pt x="5011" y="1643"/>
                  </a:lnTo>
                  <a:cubicBezTo>
                    <a:pt x="5011" y="1643"/>
                    <a:pt x="5011" y="1537"/>
                    <a:pt x="4904" y="1537"/>
                  </a:cubicBezTo>
                  <a:lnTo>
                    <a:pt x="4904" y="1439"/>
                  </a:lnTo>
                  <a:cubicBezTo>
                    <a:pt x="4904" y="1439"/>
                    <a:pt x="4904" y="1332"/>
                    <a:pt x="4806" y="1332"/>
                  </a:cubicBezTo>
                  <a:cubicBezTo>
                    <a:pt x="4398" y="621"/>
                    <a:pt x="3678" y="106"/>
                    <a:pt x="2861" y="8"/>
                  </a:cubicBezTo>
                  <a:cubicBezTo>
                    <a:pt x="2786" y="3"/>
                    <a:pt x="2712" y="0"/>
                    <a:pt x="2638"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11"/>
            <p:cNvSpPr/>
            <p:nvPr/>
          </p:nvSpPr>
          <p:spPr>
            <a:xfrm>
              <a:off x="1965625" y="6422313"/>
              <a:ext cx="148175" cy="129975"/>
            </a:xfrm>
            <a:custGeom>
              <a:rect b="b" l="l" r="r" t="t"/>
              <a:pathLst>
                <a:path extrusionOk="0" h="5199" w="5927">
                  <a:moveTo>
                    <a:pt x="2987" y="1"/>
                  </a:moveTo>
                  <a:cubicBezTo>
                    <a:pt x="2572" y="1"/>
                    <a:pt x="2144" y="105"/>
                    <a:pt x="1734" y="327"/>
                  </a:cubicBezTo>
                  <a:cubicBezTo>
                    <a:pt x="508" y="940"/>
                    <a:pt x="1" y="2574"/>
                    <a:pt x="614" y="3800"/>
                  </a:cubicBezTo>
                  <a:cubicBezTo>
                    <a:pt x="1108" y="4721"/>
                    <a:pt x="2002" y="5199"/>
                    <a:pt x="2945" y="5199"/>
                  </a:cubicBezTo>
                  <a:cubicBezTo>
                    <a:pt x="3359" y="5199"/>
                    <a:pt x="3782" y="5107"/>
                    <a:pt x="4186" y="4920"/>
                  </a:cubicBezTo>
                  <a:cubicBezTo>
                    <a:pt x="5412" y="4209"/>
                    <a:pt x="5927" y="2672"/>
                    <a:pt x="5207" y="1446"/>
                  </a:cubicBezTo>
                  <a:cubicBezTo>
                    <a:pt x="4783" y="530"/>
                    <a:pt x="3920" y="1"/>
                    <a:pt x="2987" y="1"/>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11"/>
            <p:cNvSpPr/>
            <p:nvPr/>
          </p:nvSpPr>
          <p:spPr>
            <a:xfrm>
              <a:off x="1998750" y="6430463"/>
              <a:ext cx="115050" cy="122175"/>
            </a:xfrm>
            <a:custGeom>
              <a:rect b="b" l="l" r="r" t="t"/>
              <a:pathLst>
                <a:path extrusionOk="0" h="4887" w="4602">
                  <a:moveTo>
                    <a:pt x="2763" y="1"/>
                  </a:moveTo>
                  <a:lnTo>
                    <a:pt x="2763" y="1"/>
                  </a:lnTo>
                  <a:cubicBezTo>
                    <a:pt x="3065" y="205"/>
                    <a:pt x="3269" y="409"/>
                    <a:pt x="3474" y="712"/>
                  </a:cubicBezTo>
                  <a:cubicBezTo>
                    <a:pt x="4087" y="2044"/>
                    <a:pt x="3580" y="3573"/>
                    <a:pt x="2354" y="4292"/>
                  </a:cubicBezTo>
                  <a:cubicBezTo>
                    <a:pt x="1945" y="4496"/>
                    <a:pt x="1537" y="4598"/>
                    <a:pt x="1140" y="4598"/>
                  </a:cubicBezTo>
                  <a:cubicBezTo>
                    <a:pt x="744" y="4598"/>
                    <a:pt x="360" y="4496"/>
                    <a:pt x="0" y="4292"/>
                  </a:cubicBezTo>
                  <a:lnTo>
                    <a:pt x="0" y="4292"/>
                  </a:lnTo>
                  <a:cubicBezTo>
                    <a:pt x="438" y="4665"/>
                    <a:pt x="1025" y="4887"/>
                    <a:pt x="1647" y="4887"/>
                  </a:cubicBezTo>
                  <a:cubicBezTo>
                    <a:pt x="2047" y="4887"/>
                    <a:pt x="2461" y="4795"/>
                    <a:pt x="2861" y="4594"/>
                  </a:cubicBezTo>
                  <a:cubicBezTo>
                    <a:pt x="4087" y="3883"/>
                    <a:pt x="4602" y="2346"/>
                    <a:pt x="3882" y="1120"/>
                  </a:cubicBezTo>
                  <a:cubicBezTo>
                    <a:pt x="3678" y="614"/>
                    <a:pt x="3269" y="205"/>
                    <a:pt x="2763" y="1"/>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11"/>
            <p:cNvSpPr/>
            <p:nvPr/>
          </p:nvSpPr>
          <p:spPr>
            <a:xfrm>
              <a:off x="1980950" y="6458463"/>
              <a:ext cx="119975" cy="66425"/>
            </a:xfrm>
            <a:custGeom>
              <a:rect b="b" l="l" r="r" t="t"/>
              <a:pathLst>
                <a:path extrusionOk="0" h="2657" w="4799">
                  <a:moveTo>
                    <a:pt x="4594" y="0"/>
                  </a:moveTo>
                  <a:lnTo>
                    <a:pt x="1" y="2354"/>
                  </a:lnTo>
                  <a:lnTo>
                    <a:pt x="99" y="2453"/>
                  </a:lnTo>
                  <a:cubicBezTo>
                    <a:pt x="99" y="2559"/>
                    <a:pt x="205" y="2559"/>
                    <a:pt x="205" y="2657"/>
                  </a:cubicBezTo>
                  <a:lnTo>
                    <a:pt x="4799" y="311"/>
                  </a:lnTo>
                  <a:cubicBezTo>
                    <a:pt x="4799" y="205"/>
                    <a:pt x="4701" y="107"/>
                    <a:pt x="4701"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11"/>
            <p:cNvSpPr/>
            <p:nvPr/>
          </p:nvSpPr>
          <p:spPr>
            <a:xfrm>
              <a:off x="1980950" y="6453363"/>
              <a:ext cx="117525" cy="69075"/>
            </a:xfrm>
            <a:custGeom>
              <a:rect b="b" l="l" r="r" t="t"/>
              <a:pathLst>
                <a:path extrusionOk="0" h="2763" w="4701">
                  <a:moveTo>
                    <a:pt x="4594" y="0"/>
                  </a:moveTo>
                  <a:lnTo>
                    <a:pt x="1" y="2452"/>
                  </a:lnTo>
                  <a:lnTo>
                    <a:pt x="1" y="2558"/>
                  </a:lnTo>
                  <a:cubicBezTo>
                    <a:pt x="99" y="2657"/>
                    <a:pt x="99" y="2657"/>
                    <a:pt x="99" y="2763"/>
                  </a:cubicBezTo>
                  <a:lnTo>
                    <a:pt x="4701" y="311"/>
                  </a:lnTo>
                  <a:cubicBezTo>
                    <a:pt x="4701" y="311"/>
                    <a:pt x="4701" y="204"/>
                    <a:pt x="4594" y="204"/>
                  </a:cubicBezTo>
                  <a:lnTo>
                    <a:pt x="4594" y="0"/>
                  </a:ln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11"/>
            <p:cNvSpPr/>
            <p:nvPr/>
          </p:nvSpPr>
          <p:spPr>
            <a:xfrm>
              <a:off x="2141775" y="6343413"/>
              <a:ext cx="130400" cy="130400"/>
            </a:xfrm>
            <a:custGeom>
              <a:rect b="b" l="l" r="r" t="t"/>
              <a:pathLst>
                <a:path extrusionOk="0" h="5216" w="5216">
                  <a:moveTo>
                    <a:pt x="2654" y="1"/>
                  </a:moveTo>
                  <a:cubicBezTo>
                    <a:pt x="1411" y="1"/>
                    <a:pt x="300" y="896"/>
                    <a:pt x="107" y="2150"/>
                  </a:cubicBezTo>
                  <a:lnTo>
                    <a:pt x="107" y="2355"/>
                  </a:lnTo>
                  <a:cubicBezTo>
                    <a:pt x="0" y="2355"/>
                    <a:pt x="0" y="2461"/>
                    <a:pt x="0" y="2461"/>
                  </a:cubicBezTo>
                  <a:lnTo>
                    <a:pt x="0" y="2559"/>
                  </a:lnTo>
                  <a:lnTo>
                    <a:pt x="0" y="2665"/>
                  </a:lnTo>
                  <a:cubicBezTo>
                    <a:pt x="107" y="2968"/>
                    <a:pt x="107" y="3172"/>
                    <a:pt x="205" y="3376"/>
                  </a:cubicBezTo>
                  <a:lnTo>
                    <a:pt x="205" y="3581"/>
                  </a:lnTo>
                  <a:lnTo>
                    <a:pt x="311" y="3687"/>
                  </a:lnTo>
                  <a:lnTo>
                    <a:pt x="311" y="3785"/>
                  </a:lnTo>
                  <a:lnTo>
                    <a:pt x="409" y="3891"/>
                  </a:lnTo>
                  <a:cubicBezTo>
                    <a:pt x="409" y="3891"/>
                    <a:pt x="409" y="3989"/>
                    <a:pt x="515" y="4096"/>
                  </a:cubicBezTo>
                  <a:lnTo>
                    <a:pt x="613" y="4194"/>
                  </a:lnTo>
                  <a:cubicBezTo>
                    <a:pt x="613" y="4300"/>
                    <a:pt x="613" y="4300"/>
                    <a:pt x="720" y="4300"/>
                  </a:cubicBezTo>
                  <a:cubicBezTo>
                    <a:pt x="720" y="4300"/>
                    <a:pt x="720" y="4398"/>
                    <a:pt x="818" y="4398"/>
                  </a:cubicBezTo>
                  <a:lnTo>
                    <a:pt x="818" y="4504"/>
                  </a:lnTo>
                  <a:cubicBezTo>
                    <a:pt x="924" y="4504"/>
                    <a:pt x="924" y="4602"/>
                    <a:pt x="1022" y="4602"/>
                  </a:cubicBezTo>
                  <a:cubicBezTo>
                    <a:pt x="1022" y="4709"/>
                    <a:pt x="1128" y="4709"/>
                    <a:pt x="1128" y="4709"/>
                  </a:cubicBezTo>
                  <a:lnTo>
                    <a:pt x="1226" y="4807"/>
                  </a:lnTo>
                  <a:cubicBezTo>
                    <a:pt x="1226" y="4807"/>
                    <a:pt x="1333" y="4807"/>
                    <a:pt x="1333" y="4913"/>
                  </a:cubicBezTo>
                  <a:lnTo>
                    <a:pt x="1431" y="4913"/>
                  </a:lnTo>
                  <a:cubicBezTo>
                    <a:pt x="1537" y="4913"/>
                    <a:pt x="1537" y="5011"/>
                    <a:pt x="1635" y="5011"/>
                  </a:cubicBezTo>
                  <a:cubicBezTo>
                    <a:pt x="1741" y="5011"/>
                    <a:pt x="1741" y="5011"/>
                    <a:pt x="1839" y="5117"/>
                  </a:cubicBezTo>
                  <a:lnTo>
                    <a:pt x="2150" y="5117"/>
                  </a:lnTo>
                  <a:cubicBezTo>
                    <a:pt x="2248" y="5215"/>
                    <a:pt x="2354" y="5215"/>
                    <a:pt x="2354" y="5215"/>
                  </a:cubicBezTo>
                  <a:cubicBezTo>
                    <a:pt x="2861" y="5215"/>
                    <a:pt x="3270" y="5117"/>
                    <a:pt x="3678" y="5011"/>
                  </a:cubicBezTo>
                  <a:cubicBezTo>
                    <a:pt x="3785" y="5011"/>
                    <a:pt x="3785" y="4913"/>
                    <a:pt x="3883" y="4913"/>
                  </a:cubicBezTo>
                  <a:cubicBezTo>
                    <a:pt x="3989" y="4807"/>
                    <a:pt x="3989" y="4807"/>
                    <a:pt x="4087" y="4807"/>
                  </a:cubicBezTo>
                  <a:lnTo>
                    <a:pt x="4291" y="4602"/>
                  </a:lnTo>
                  <a:cubicBezTo>
                    <a:pt x="4398" y="4504"/>
                    <a:pt x="4602" y="4398"/>
                    <a:pt x="4700" y="4300"/>
                  </a:cubicBezTo>
                  <a:cubicBezTo>
                    <a:pt x="4904" y="3989"/>
                    <a:pt x="5109" y="3581"/>
                    <a:pt x="5215" y="3172"/>
                  </a:cubicBezTo>
                  <a:lnTo>
                    <a:pt x="5215" y="3074"/>
                  </a:lnTo>
                  <a:lnTo>
                    <a:pt x="5215" y="2968"/>
                  </a:lnTo>
                  <a:lnTo>
                    <a:pt x="5215" y="2870"/>
                  </a:lnTo>
                  <a:lnTo>
                    <a:pt x="5215" y="2665"/>
                  </a:lnTo>
                  <a:lnTo>
                    <a:pt x="5215" y="2559"/>
                  </a:lnTo>
                  <a:lnTo>
                    <a:pt x="5215" y="2355"/>
                  </a:lnTo>
                  <a:lnTo>
                    <a:pt x="5215" y="2257"/>
                  </a:lnTo>
                  <a:lnTo>
                    <a:pt x="5215" y="2150"/>
                  </a:lnTo>
                  <a:lnTo>
                    <a:pt x="5215" y="2052"/>
                  </a:lnTo>
                  <a:cubicBezTo>
                    <a:pt x="5215" y="1946"/>
                    <a:pt x="5109" y="1946"/>
                    <a:pt x="5109" y="1848"/>
                  </a:cubicBezTo>
                  <a:lnTo>
                    <a:pt x="5109" y="1742"/>
                  </a:lnTo>
                  <a:cubicBezTo>
                    <a:pt x="5109" y="1742"/>
                    <a:pt x="5109" y="1644"/>
                    <a:pt x="5011" y="1644"/>
                  </a:cubicBezTo>
                  <a:lnTo>
                    <a:pt x="5011" y="1537"/>
                  </a:lnTo>
                  <a:lnTo>
                    <a:pt x="5011" y="1439"/>
                  </a:lnTo>
                  <a:cubicBezTo>
                    <a:pt x="4904" y="1439"/>
                    <a:pt x="4904" y="1333"/>
                    <a:pt x="4904" y="1333"/>
                  </a:cubicBezTo>
                  <a:cubicBezTo>
                    <a:pt x="4496" y="622"/>
                    <a:pt x="3785" y="107"/>
                    <a:pt x="2861" y="9"/>
                  </a:cubicBezTo>
                  <a:cubicBezTo>
                    <a:pt x="2792" y="3"/>
                    <a:pt x="2723" y="1"/>
                    <a:pt x="2654" y="1"/>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11"/>
            <p:cNvSpPr/>
            <p:nvPr/>
          </p:nvSpPr>
          <p:spPr>
            <a:xfrm>
              <a:off x="2118900" y="6340513"/>
              <a:ext cx="150600" cy="130050"/>
            </a:xfrm>
            <a:custGeom>
              <a:rect b="b" l="l" r="r" t="t"/>
              <a:pathLst>
                <a:path extrusionOk="0" h="5202" w="6024">
                  <a:moveTo>
                    <a:pt x="3063" y="1"/>
                  </a:moveTo>
                  <a:cubicBezTo>
                    <a:pt x="2644" y="1"/>
                    <a:pt x="2222" y="105"/>
                    <a:pt x="1839" y="329"/>
                  </a:cubicBezTo>
                  <a:cubicBezTo>
                    <a:pt x="507" y="942"/>
                    <a:pt x="0" y="2577"/>
                    <a:pt x="711" y="3803"/>
                  </a:cubicBezTo>
                  <a:cubicBezTo>
                    <a:pt x="1137" y="4724"/>
                    <a:pt x="2057" y="5202"/>
                    <a:pt x="2990" y="5202"/>
                  </a:cubicBezTo>
                  <a:cubicBezTo>
                    <a:pt x="3399" y="5202"/>
                    <a:pt x="3811" y="5110"/>
                    <a:pt x="4185" y="4923"/>
                  </a:cubicBezTo>
                  <a:cubicBezTo>
                    <a:pt x="5517" y="4212"/>
                    <a:pt x="6024" y="2675"/>
                    <a:pt x="5313" y="1351"/>
                  </a:cubicBezTo>
                  <a:cubicBezTo>
                    <a:pt x="4891" y="508"/>
                    <a:pt x="3986" y="1"/>
                    <a:pt x="3063" y="1"/>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11"/>
            <p:cNvSpPr/>
            <p:nvPr/>
          </p:nvSpPr>
          <p:spPr>
            <a:xfrm>
              <a:off x="2152000" y="6348738"/>
              <a:ext cx="117500" cy="122175"/>
            </a:xfrm>
            <a:custGeom>
              <a:rect b="b" l="l" r="r" t="t"/>
              <a:pathLst>
                <a:path extrusionOk="0" h="4887" w="4700">
                  <a:moveTo>
                    <a:pt x="2861" y="0"/>
                  </a:moveTo>
                  <a:lnTo>
                    <a:pt x="2861" y="0"/>
                  </a:lnTo>
                  <a:cubicBezTo>
                    <a:pt x="3171" y="205"/>
                    <a:pt x="3376" y="409"/>
                    <a:pt x="3474" y="711"/>
                  </a:cubicBezTo>
                  <a:cubicBezTo>
                    <a:pt x="4193" y="2044"/>
                    <a:pt x="3678" y="3572"/>
                    <a:pt x="2452" y="4291"/>
                  </a:cubicBezTo>
                  <a:cubicBezTo>
                    <a:pt x="2074" y="4481"/>
                    <a:pt x="1674" y="4560"/>
                    <a:pt x="1282" y="4560"/>
                  </a:cubicBezTo>
                  <a:cubicBezTo>
                    <a:pt x="829" y="4560"/>
                    <a:pt x="386" y="4454"/>
                    <a:pt x="0" y="4291"/>
                  </a:cubicBezTo>
                  <a:lnTo>
                    <a:pt x="0" y="4291"/>
                  </a:lnTo>
                  <a:cubicBezTo>
                    <a:pt x="498" y="4665"/>
                    <a:pt x="1111" y="4887"/>
                    <a:pt x="1721" y="4887"/>
                  </a:cubicBezTo>
                  <a:cubicBezTo>
                    <a:pt x="2113" y="4887"/>
                    <a:pt x="2503" y="4795"/>
                    <a:pt x="2861" y="4594"/>
                  </a:cubicBezTo>
                  <a:cubicBezTo>
                    <a:pt x="4193" y="3883"/>
                    <a:pt x="4700" y="2346"/>
                    <a:pt x="3989" y="1022"/>
                  </a:cubicBezTo>
                  <a:cubicBezTo>
                    <a:pt x="3784" y="613"/>
                    <a:pt x="3376" y="205"/>
                    <a:pt x="2861"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11"/>
            <p:cNvSpPr/>
            <p:nvPr/>
          </p:nvSpPr>
          <p:spPr>
            <a:xfrm>
              <a:off x="2136675" y="6376738"/>
              <a:ext cx="117500" cy="66425"/>
            </a:xfrm>
            <a:custGeom>
              <a:rect b="b" l="l" r="r" t="t"/>
              <a:pathLst>
                <a:path extrusionOk="0" h="2657" w="4700">
                  <a:moveTo>
                    <a:pt x="4602" y="0"/>
                  </a:moveTo>
                  <a:lnTo>
                    <a:pt x="0" y="2354"/>
                  </a:lnTo>
                  <a:lnTo>
                    <a:pt x="0" y="2452"/>
                  </a:lnTo>
                  <a:lnTo>
                    <a:pt x="204" y="2656"/>
                  </a:lnTo>
                  <a:lnTo>
                    <a:pt x="4700" y="311"/>
                  </a:lnTo>
                  <a:lnTo>
                    <a:pt x="4700" y="0"/>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11"/>
            <p:cNvSpPr/>
            <p:nvPr/>
          </p:nvSpPr>
          <p:spPr>
            <a:xfrm>
              <a:off x="2134225" y="6371613"/>
              <a:ext cx="119950" cy="66450"/>
            </a:xfrm>
            <a:custGeom>
              <a:rect b="b" l="l" r="r" t="t"/>
              <a:pathLst>
                <a:path extrusionOk="0" h="2658" w="4798">
                  <a:moveTo>
                    <a:pt x="4593" y="1"/>
                  </a:moveTo>
                  <a:lnTo>
                    <a:pt x="0" y="2453"/>
                  </a:lnTo>
                  <a:lnTo>
                    <a:pt x="98" y="2559"/>
                  </a:lnTo>
                  <a:cubicBezTo>
                    <a:pt x="98" y="2657"/>
                    <a:pt x="98" y="2657"/>
                    <a:pt x="204" y="2657"/>
                  </a:cubicBezTo>
                  <a:lnTo>
                    <a:pt x="4798" y="311"/>
                  </a:lnTo>
                  <a:cubicBezTo>
                    <a:pt x="4798" y="205"/>
                    <a:pt x="4700" y="205"/>
                    <a:pt x="4700" y="107"/>
                  </a:cubicBezTo>
                  <a:lnTo>
                    <a:pt x="4593" y="1"/>
                  </a:ln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11"/>
            <p:cNvSpPr/>
            <p:nvPr/>
          </p:nvSpPr>
          <p:spPr>
            <a:xfrm>
              <a:off x="2297675" y="6261688"/>
              <a:ext cx="130200" cy="130400"/>
            </a:xfrm>
            <a:custGeom>
              <a:rect b="b" l="l" r="r" t="t"/>
              <a:pathLst>
                <a:path extrusionOk="0" h="5216" w="5208">
                  <a:moveTo>
                    <a:pt x="2638" y="0"/>
                  </a:moveTo>
                  <a:cubicBezTo>
                    <a:pt x="1305" y="0"/>
                    <a:pt x="194" y="895"/>
                    <a:pt x="1" y="2150"/>
                  </a:cubicBezTo>
                  <a:lnTo>
                    <a:pt x="1" y="2354"/>
                  </a:lnTo>
                  <a:lnTo>
                    <a:pt x="1" y="2461"/>
                  </a:lnTo>
                  <a:lnTo>
                    <a:pt x="1" y="2559"/>
                  </a:lnTo>
                  <a:lnTo>
                    <a:pt x="1" y="2665"/>
                  </a:lnTo>
                  <a:cubicBezTo>
                    <a:pt x="1" y="2967"/>
                    <a:pt x="1" y="3172"/>
                    <a:pt x="99" y="3376"/>
                  </a:cubicBezTo>
                  <a:cubicBezTo>
                    <a:pt x="99" y="3482"/>
                    <a:pt x="205" y="3580"/>
                    <a:pt x="205" y="3580"/>
                  </a:cubicBezTo>
                  <a:lnTo>
                    <a:pt x="205" y="3687"/>
                  </a:lnTo>
                  <a:lnTo>
                    <a:pt x="303" y="3785"/>
                  </a:lnTo>
                  <a:lnTo>
                    <a:pt x="303" y="3891"/>
                  </a:lnTo>
                  <a:cubicBezTo>
                    <a:pt x="409" y="3891"/>
                    <a:pt x="409" y="3989"/>
                    <a:pt x="409" y="4095"/>
                  </a:cubicBezTo>
                  <a:lnTo>
                    <a:pt x="507" y="4095"/>
                  </a:lnTo>
                  <a:cubicBezTo>
                    <a:pt x="507" y="4095"/>
                    <a:pt x="507" y="4193"/>
                    <a:pt x="614" y="4193"/>
                  </a:cubicBezTo>
                  <a:lnTo>
                    <a:pt x="614" y="4300"/>
                  </a:lnTo>
                  <a:lnTo>
                    <a:pt x="712" y="4398"/>
                  </a:lnTo>
                  <a:cubicBezTo>
                    <a:pt x="712" y="4398"/>
                    <a:pt x="818" y="4398"/>
                    <a:pt x="818" y="4504"/>
                  </a:cubicBezTo>
                  <a:lnTo>
                    <a:pt x="916" y="4602"/>
                  </a:lnTo>
                  <a:cubicBezTo>
                    <a:pt x="1022" y="4708"/>
                    <a:pt x="1022" y="4708"/>
                    <a:pt x="1121" y="4708"/>
                  </a:cubicBezTo>
                  <a:cubicBezTo>
                    <a:pt x="1121" y="4806"/>
                    <a:pt x="1121" y="4806"/>
                    <a:pt x="1227" y="4806"/>
                  </a:cubicBezTo>
                  <a:cubicBezTo>
                    <a:pt x="1227" y="4806"/>
                    <a:pt x="1325" y="4806"/>
                    <a:pt x="1325" y="4913"/>
                  </a:cubicBezTo>
                  <a:lnTo>
                    <a:pt x="1431" y="4913"/>
                  </a:lnTo>
                  <a:cubicBezTo>
                    <a:pt x="1431" y="4913"/>
                    <a:pt x="1529" y="5011"/>
                    <a:pt x="1635" y="5011"/>
                  </a:cubicBezTo>
                  <a:cubicBezTo>
                    <a:pt x="1635" y="5011"/>
                    <a:pt x="1734" y="5011"/>
                    <a:pt x="1840" y="5117"/>
                  </a:cubicBezTo>
                  <a:lnTo>
                    <a:pt x="2142" y="5117"/>
                  </a:lnTo>
                  <a:cubicBezTo>
                    <a:pt x="2248" y="5215"/>
                    <a:pt x="2248" y="5215"/>
                    <a:pt x="2347" y="5215"/>
                  </a:cubicBezTo>
                  <a:cubicBezTo>
                    <a:pt x="2755" y="5215"/>
                    <a:pt x="3270" y="5117"/>
                    <a:pt x="3573" y="5011"/>
                  </a:cubicBezTo>
                  <a:cubicBezTo>
                    <a:pt x="3679" y="5011"/>
                    <a:pt x="3777" y="4913"/>
                    <a:pt x="3883" y="4913"/>
                  </a:cubicBezTo>
                  <a:cubicBezTo>
                    <a:pt x="3883" y="4806"/>
                    <a:pt x="3981" y="4806"/>
                    <a:pt x="4087" y="4806"/>
                  </a:cubicBezTo>
                  <a:cubicBezTo>
                    <a:pt x="4087" y="4708"/>
                    <a:pt x="4186" y="4708"/>
                    <a:pt x="4292" y="4602"/>
                  </a:cubicBezTo>
                  <a:lnTo>
                    <a:pt x="4594" y="4300"/>
                  </a:lnTo>
                  <a:cubicBezTo>
                    <a:pt x="4905" y="3989"/>
                    <a:pt x="5003" y="3580"/>
                    <a:pt x="5109" y="3172"/>
                  </a:cubicBezTo>
                  <a:cubicBezTo>
                    <a:pt x="5109" y="3074"/>
                    <a:pt x="5207" y="3074"/>
                    <a:pt x="5207" y="2967"/>
                  </a:cubicBezTo>
                  <a:lnTo>
                    <a:pt x="5207" y="2869"/>
                  </a:lnTo>
                  <a:lnTo>
                    <a:pt x="5207" y="2665"/>
                  </a:lnTo>
                  <a:lnTo>
                    <a:pt x="5207" y="2559"/>
                  </a:lnTo>
                  <a:lnTo>
                    <a:pt x="5207" y="2354"/>
                  </a:lnTo>
                  <a:lnTo>
                    <a:pt x="5207" y="2256"/>
                  </a:lnTo>
                  <a:lnTo>
                    <a:pt x="5207" y="2150"/>
                  </a:lnTo>
                  <a:lnTo>
                    <a:pt x="5109" y="2052"/>
                  </a:lnTo>
                  <a:lnTo>
                    <a:pt x="5109" y="1848"/>
                  </a:lnTo>
                  <a:lnTo>
                    <a:pt x="5109" y="1741"/>
                  </a:lnTo>
                  <a:cubicBezTo>
                    <a:pt x="5003" y="1741"/>
                    <a:pt x="5003" y="1643"/>
                    <a:pt x="5003" y="1643"/>
                  </a:cubicBezTo>
                  <a:lnTo>
                    <a:pt x="5003" y="1537"/>
                  </a:lnTo>
                  <a:lnTo>
                    <a:pt x="4905" y="1439"/>
                  </a:lnTo>
                  <a:lnTo>
                    <a:pt x="4905" y="1333"/>
                  </a:lnTo>
                  <a:cubicBezTo>
                    <a:pt x="4496" y="622"/>
                    <a:pt x="3679" y="107"/>
                    <a:pt x="2861" y="9"/>
                  </a:cubicBezTo>
                  <a:cubicBezTo>
                    <a:pt x="2786" y="3"/>
                    <a:pt x="2712" y="0"/>
                    <a:pt x="2638"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11"/>
            <p:cNvSpPr/>
            <p:nvPr/>
          </p:nvSpPr>
          <p:spPr>
            <a:xfrm>
              <a:off x="2274600" y="6258788"/>
              <a:ext cx="148150" cy="129600"/>
            </a:xfrm>
            <a:custGeom>
              <a:rect b="b" l="l" r="r" t="t"/>
              <a:pathLst>
                <a:path extrusionOk="0" h="5184" w="5926">
                  <a:moveTo>
                    <a:pt x="3011" y="0"/>
                  </a:moveTo>
                  <a:cubicBezTo>
                    <a:pt x="2588" y="0"/>
                    <a:pt x="2154" y="105"/>
                    <a:pt x="1741" y="329"/>
                  </a:cubicBezTo>
                  <a:cubicBezTo>
                    <a:pt x="515" y="942"/>
                    <a:pt x="0" y="2577"/>
                    <a:pt x="719" y="3803"/>
                  </a:cubicBezTo>
                  <a:cubicBezTo>
                    <a:pt x="1155" y="4675"/>
                    <a:pt x="2055" y="5183"/>
                    <a:pt x="3017" y="5183"/>
                  </a:cubicBezTo>
                  <a:cubicBezTo>
                    <a:pt x="3408" y="5183"/>
                    <a:pt x="3809" y="5099"/>
                    <a:pt x="4193" y="4922"/>
                  </a:cubicBezTo>
                  <a:cubicBezTo>
                    <a:pt x="5419" y="4211"/>
                    <a:pt x="5926" y="2675"/>
                    <a:pt x="5313" y="1351"/>
                  </a:cubicBezTo>
                  <a:cubicBezTo>
                    <a:pt x="4824" y="507"/>
                    <a:pt x="3944" y="0"/>
                    <a:pt x="3011" y="0"/>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11"/>
            <p:cNvSpPr/>
            <p:nvPr/>
          </p:nvSpPr>
          <p:spPr>
            <a:xfrm>
              <a:off x="2307900" y="6267013"/>
              <a:ext cx="114850" cy="122175"/>
            </a:xfrm>
            <a:custGeom>
              <a:rect b="b" l="l" r="r" t="t"/>
              <a:pathLst>
                <a:path extrusionOk="0" h="4887" w="4594">
                  <a:moveTo>
                    <a:pt x="2861" y="0"/>
                  </a:moveTo>
                  <a:lnTo>
                    <a:pt x="2861" y="0"/>
                  </a:lnTo>
                  <a:cubicBezTo>
                    <a:pt x="3065" y="204"/>
                    <a:pt x="3270" y="409"/>
                    <a:pt x="3474" y="711"/>
                  </a:cubicBezTo>
                  <a:cubicBezTo>
                    <a:pt x="4087" y="2043"/>
                    <a:pt x="3678" y="3572"/>
                    <a:pt x="2346" y="4291"/>
                  </a:cubicBezTo>
                  <a:cubicBezTo>
                    <a:pt x="2017" y="4480"/>
                    <a:pt x="1642" y="4559"/>
                    <a:pt x="1263" y="4559"/>
                  </a:cubicBezTo>
                  <a:cubicBezTo>
                    <a:pt x="825" y="4559"/>
                    <a:pt x="382" y="4453"/>
                    <a:pt x="0" y="4291"/>
                  </a:cubicBezTo>
                  <a:lnTo>
                    <a:pt x="0" y="4291"/>
                  </a:lnTo>
                  <a:cubicBezTo>
                    <a:pt x="433" y="4664"/>
                    <a:pt x="1058" y="4886"/>
                    <a:pt x="1688" y="4886"/>
                  </a:cubicBezTo>
                  <a:cubicBezTo>
                    <a:pt x="2093" y="4886"/>
                    <a:pt x="2500" y="4795"/>
                    <a:pt x="2861" y="4593"/>
                  </a:cubicBezTo>
                  <a:cubicBezTo>
                    <a:pt x="4087" y="3882"/>
                    <a:pt x="4594" y="2346"/>
                    <a:pt x="3981" y="1022"/>
                  </a:cubicBezTo>
                  <a:cubicBezTo>
                    <a:pt x="3678" y="613"/>
                    <a:pt x="3270" y="204"/>
                    <a:pt x="2861"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11"/>
            <p:cNvSpPr/>
            <p:nvPr/>
          </p:nvSpPr>
          <p:spPr>
            <a:xfrm>
              <a:off x="2292575" y="6292538"/>
              <a:ext cx="117525" cy="68900"/>
            </a:xfrm>
            <a:custGeom>
              <a:rect b="b" l="l" r="r" t="t"/>
              <a:pathLst>
                <a:path extrusionOk="0" h="2756" w="4701">
                  <a:moveTo>
                    <a:pt x="4594" y="1"/>
                  </a:moveTo>
                  <a:lnTo>
                    <a:pt x="0" y="2453"/>
                  </a:lnTo>
                  <a:lnTo>
                    <a:pt x="0" y="2551"/>
                  </a:lnTo>
                  <a:cubicBezTo>
                    <a:pt x="0" y="2657"/>
                    <a:pt x="98" y="2657"/>
                    <a:pt x="98" y="2755"/>
                  </a:cubicBezTo>
                  <a:lnTo>
                    <a:pt x="4700" y="303"/>
                  </a:lnTo>
                  <a:cubicBezTo>
                    <a:pt x="4700" y="303"/>
                    <a:pt x="4594" y="205"/>
                    <a:pt x="4594" y="99"/>
                  </a:cubicBezTo>
                  <a:lnTo>
                    <a:pt x="4594" y="1"/>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11"/>
            <p:cNvSpPr/>
            <p:nvPr/>
          </p:nvSpPr>
          <p:spPr>
            <a:xfrm>
              <a:off x="2289925" y="6289888"/>
              <a:ext cx="117500" cy="66425"/>
            </a:xfrm>
            <a:custGeom>
              <a:rect b="b" l="l" r="r" t="t"/>
              <a:pathLst>
                <a:path extrusionOk="0" h="2657" w="4700">
                  <a:moveTo>
                    <a:pt x="4602" y="0"/>
                  </a:moveTo>
                  <a:lnTo>
                    <a:pt x="0" y="2452"/>
                  </a:lnTo>
                  <a:cubicBezTo>
                    <a:pt x="0" y="2452"/>
                    <a:pt x="0" y="2559"/>
                    <a:pt x="106" y="2559"/>
                  </a:cubicBezTo>
                  <a:lnTo>
                    <a:pt x="106" y="2657"/>
                  </a:lnTo>
                  <a:lnTo>
                    <a:pt x="4700" y="311"/>
                  </a:lnTo>
                  <a:lnTo>
                    <a:pt x="4700" y="107"/>
                  </a:lnTo>
                  <a:cubicBezTo>
                    <a:pt x="4602" y="107"/>
                    <a:pt x="4602" y="0"/>
                    <a:pt x="4602" y="0"/>
                  </a:cubicBez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11"/>
            <p:cNvSpPr/>
            <p:nvPr/>
          </p:nvSpPr>
          <p:spPr>
            <a:xfrm>
              <a:off x="2453375" y="6179963"/>
              <a:ext cx="130400" cy="130375"/>
            </a:xfrm>
            <a:custGeom>
              <a:rect b="b" l="l" r="r" t="t"/>
              <a:pathLst>
                <a:path extrusionOk="0" h="5215" w="5216">
                  <a:moveTo>
                    <a:pt x="2638" y="0"/>
                  </a:moveTo>
                  <a:cubicBezTo>
                    <a:pt x="1305" y="0"/>
                    <a:pt x="194" y="895"/>
                    <a:pt x="1" y="2150"/>
                  </a:cubicBezTo>
                  <a:lnTo>
                    <a:pt x="1" y="2354"/>
                  </a:lnTo>
                  <a:lnTo>
                    <a:pt x="1" y="2460"/>
                  </a:lnTo>
                  <a:lnTo>
                    <a:pt x="1" y="2558"/>
                  </a:lnTo>
                  <a:lnTo>
                    <a:pt x="1" y="2665"/>
                  </a:lnTo>
                  <a:cubicBezTo>
                    <a:pt x="1" y="2967"/>
                    <a:pt x="1" y="3171"/>
                    <a:pt x="107" y="3376"/>
                  </a:cubicBezTo>
                  <a:cubicBezTo>
                    <a:pt x="107" y="3482"/>
                    <a:pt x="107" y="3482"/>
                    <a:pt x="205" y="3580"/>
                  </a:cubicBezTo>
                  <a:lnTo>
                    <a:pt x="205" y="3686"/>
                  </a:lnTo>
                  <a:cubicBezTo>
                    <a:pt x="205" y="3686"/>
                    <a:pt x="205" y="3784"/>
                    <a:pt x="311" y="3784"/>
                  </a:cubicBezTo>
                  <a:lnTo>
                    <a:pt x="311" y="3891"/>
                  </a:lnTo>
                  <a:cubicBezTo>
                    <a:pt x="311" y="3891"/>
                    <a:pt x="410" y="3989"/>
                    <a:pt x="410" y="4095"/>
                  </a:cubicBezTo>
                  <a:lnTo>
                    <a:pt x="516" y="4193"/>
                  </a:lnTo>
                  <a:cubicBezTo>
                    <a:pt x="516" y="4299"/>
                    <a:pt x="614" y="4299"/>
                    <a:pt x="614" y="4299"/>
                  </a:cubicBezTo>
                  <a:cubicBezTo>
                    <a:pt x="614" y="4299"/>
                    <a:pt x="614" y="4397"/>
                    <a:pt x="720" y="4397"/>
                  </a:cubicBezTo>
                  <a:lnTo>
                    <a:pt x="720" y="4504"/>
                  </a:lnTo>
                  <a:cubicBezTo>
                    <a:pt x="818" y="4504"/>
                    <a:pt x="818" y="4602"/>
                    <a:pt x="924" y="4602"/>
                  </a:cubicBezTo>
                  <a:cubicBezTo>
                    <a:pt x="1023" y="4708"/>
                    <a:pt x="1023" y="4708"/>
                    <a:pt x="1129" y="4708"/>
                  </a:cubicBezTo>
                  <a:lnTo>
                    <a:pt x="1129" y="4806"/>
                  </a:lnTo>
                  <a:cubicBezTo>
                    <a:pt x="1227" y="4806"/>
                    <a:pt x="1227" y="4806"/>
                    <a:pt x="1333" y="4912"/>
                  </a:cubicBezTo>
                  <a:cubicBezTo>
                    <a:pt x="1431" y="4912"/>
                    <a:pt x="1537" y="5010"/>
                    <a:pt x="1537" y="5010"/>
                  </a:cubicBezTo>
                  <a:cubicBezTo>
                    <a:pt x="1636" y="5010"/>
                    <a:pt x="1742" y="5010"/>
                    <a:pt x="1742" y="5117"/>
                  </a:cubicBezTo>
                  <a:lnTo>
                    <a:pt x="2044" y="5117"/>
                  </a:lnTo>
                  <a:cubicBezTo>
                    <a:pt x="2150" y="5215"/>
                    <a:pt x="2249" y="5215"/>
                    <a:pt x="2355" y="5215"/>
                  </a:cubicBezTo>
                  <a:cubicBezTo>
                    <a:pt x="2763" y="5215"/>
                    <a:pt x="3172" y="5117"/>
                    <a:pt x="3581" y="5010"/>
                  </a:cubicBezTo>
                  <a:cubicBezTo>
                    <a:pt x="3679" y="4912"/>
                    <a:pt x="3785" y="4912"/>
                    <a:pt x="3785" y="4912"/>
                  </a:cubicBezTo>
                  <a:cubicBezTo>
                    <a:pt x="3883" y="4806"/>
                    <a:pt x="3989" y="4806"/>
                    <a:pt x="3989" y="4708"/>
                  </a:cubicBezTo>
                  <a:cubicBezTo>
                    <a:pt x="4088" y="4708"/>
                    <a:pt x="4194" y="4708"/>
                    <a:pt x="4194" y="4602"/>
                  </a:cubicBezTo>
                  <a:cubicBezTo>
                    <a:pt x="4398" y="4504"/>
                    <a:pt x="4496" y="4397"/>
                    <a:pt x="4602" y="4299"/>
                  </a:cubicBezTo>
                  <a:cubicBezTo>
                    <a:pt x="4807" y="3989"/>
                    <a:pt x="5011" y="3580"/>
                    <a:pt x="5109" y="3171"/>
                  </a:cubicBezTo>
                  <a:lnTo>
                    <a:pt x="5109" y="2967"/>
                  </a:lnTo>
                  <a:lnTo>
                    <a:pt x="5109" y="2869"/>
                  </a:lnTo>
                  <a:cubicBezTo>
                    <a:pt x="5215" y="2763"/>
                    <a:pt x="5215" y="2763"/>
                    <a:pt x="5215" y="2665"/>
                  </a:cubicBezTo>
                  <a:lnTo>
                    <a:pt x="5215" y="2558"/>
                  </a:lnTo>
                  <a:cubicBezTo>
                    <a:pt x="5215" y="2460"/>
                    <a:pt x="5215" y="2460"/>
                    <a:pt x="5109" y="2354"/>
                  </a:cubicBezTo>
                  <a:lnTo>
                    <a:pt x="5109" y="2256"/>
                  </a:lnTo>
                  <a:lnTo>
                    <a:pt x="5109" y="2150"/>
                  </a:lnTo>
                  <a:lnTo>
                    <a:pt x="5109" y="2052"/>
                  </a:lnTo>
                  <a:cubicBezTo>
                    <a:pt x="5109" y="1945"/>
                    <a:pt x="5109" y="1945"/>
                    <a:pt x="5011" y="1847"/>
                  </a:cubicBezTo>
                  <a:lnTo>
                    <a:pt x="5011" y="1741"/>
                  </a:lnTo>
                  <a:lnTo>
                    <a:pt x="5011" y="1643"/>
                  </a:lnTo>
                  <a:cubicBezTo>
                    <a:pt x="5011" y="1537"/>
                    <a:pt x="4905" y="1537"/>
                    <a:pt x="4905" y="1537"/>
                  </a:cubicBezTo>
                  <a:lnTo>
                    <a:pt x="4905" y="1439"/>
                  </a:lnTo>
                  <a:cubicBezTo>
                    <a:pt x="4905" y="1332"/>
                    <a:pt x="4807" y="1332"/>
                    <a:pt x="4807" y="1332"/>
                  </a:cubicBezTo>
                  <a:cubicBezTo>
                    <a:pt x="4398" y="621"/>
                    <a:pt x="3679" y="106"/>
                    <a:pt x="2862" y="8"/>
                  </a:cubicBezTo>
                  <a:cubicBezTo>
                    <a:pt x="2787" y="3"/>
                    <a:pt x="2712" y="0"/>
                    <a:pt x="2638"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11"/>
            <p:cNvSpPr/>
            <p:nvPr/>
          </p:nvSpPr>
          <p:spPr>
            <a:xfrm>
              <a:off x="2430500" y="6177038"/>
              <a:ext cx="148175" cy="129600"/>
            </a:xfrm>
            <a:custGeom>
              <a:rect b="b" l="l" r="r" t="t"/>
              <a:pathLst>
                <a:path extrusionOk="0" h="5184" w="5927">
                  <a:moveTo>
                    <a:pt x="2957" y="1"/>
                  </a:moveTo>
                  <a:cubicBezTo>
                    <a:pt x="2538" y="1"/>
                    <a:pt x="2116" y="105"/>
                    <a:pt x="1733" y="330"/>
                  </a:cubicBezTo>
                  <a:cubicBezTo>
                    <a:pt x="409" y="943"/>
                    <a:pt x="0" y="2577"/>
                    <a:pt x="613" y="3803"/>
                  </a:cubicBezTo>
                  <a:cubicBezTo>
                    <a:pt x="1119" y="4676"/>
                    <a:pt x="2043" y="5184"/>
                    <a:pt x="3011" y="5184"/>
                  </a:cubicBezTo>
                  <a:cubicBezTo>
                    <a:pt x="3403" y="5184"/>
                    <a:pt x="3803" y="5100"/>
                    <a:pt x="4185" y="4923"/>
                  </a:cubicBezTo>
                  <a:cubicBezTo>
                    <a:pt x="5411" y="4212"/>
                    <a:pt x="5926" y="2675"/>
                    <a:pt x="5207" y="1351"/>
                  </a:cubicBezTo>
                  <a:cubicBezTo>
                    <a:pt x="4785" y="508"/>
                    <a:pt x="3880" y="1"/>
                    <a:pt x="2957" y="1"/>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11"/>
            <p:cNvSpPr/>
            <p:nvPr/>
          </p:nvSpPr>
          <p:spPr>
            <a:xfrm>
              <a:off x="2461150" y="6182613"/>
              <a:ext cx="117525" cy="124825"/>
            </a:xfrm>
            <a:custGeom>
              <a:rect b="b" l="l" r="r" t="t"/>
              <a:pathLst>
                <a:path extrusionOk="0" h="4993" w="4701">
                  <a:moveTo>
                    <a:pt x="2861" y="0"/>
                  </a:moveTo>
                  <a:lnTo>
                    <a:pt x="2861" y="0"/>
                  </a:lnTo>
                  <a:cubicBezTo>
                    <a:pt x="3164" y="311"/>
                    <a:pt x="3368" y="515"/>
                    <a:pt x="3572" y="818"/>
                  </a:cubicBezTo>
                  <a:cubicBezTo>
                    <a:pt x="4185" y="2150"/>
                    <a:pt x="3678" y="3678"/>
                    <a:pt x="2452" y="4398"/>
                  </a:cubicBezTo>
                  <a:cubicBezTo>
                    <a:pt x="2074" y="4587"/>
                    <a:pt x="1695" y="4666"/>
                    <a:pt x="1317" y="4666"/>
                  </a:cubicBezTo>
                  <a:cubicBezTo>
                    <a:pt x="878" y="4666"/>
                    <a:pt x="439" y="4560"/>
                    <a:pt x="0" y="4398"/>
                  </a:cubicBezTo>
                  <a:lnTo>
                    <a:pt x="0" y="4398"/>
                  </a:lnTo>
                  <a:cubicBezTo>
                    <a:pt x="498" y="4771"/>
                    <a:pt x="1108" y="4993"/>
                    <a:pt x="1740" y="4993"/>
                  </a:cubicBezTo>
                  <a:cubicBezTo>
                    <a:pt x="2145" y="4993"/>
                    <a:pt x="2560" y="4901"/>
                    <a:pt x="2959" y="4700"/>
                  </a:cubicBezTo>
                  <a:cubicBezTo>
                    <a:pt x="4185" y="3989"/>
                    <a:pt x="4700" y="2452"/>
                    <a:pt x="3981" y="1128"/>
                  </a:cubicBezTo>
                  <a:cubicBezTo>
                    <a:pt x="3777" y="720"/>
                    <a:pt x="3368" y="311"/>
                    <a:pt x="2861"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11"/>
            <p:cNvSpPr/>
            <p:nvPr/>
          </p:nvSpPr>
          <p:spPr>
            <a:xfrm>
              <a:off x="2445825" y="6210813"/>
              <a:ext cx="119975" cy="68875"/>
            </a:xfrm>
            <a:custGeom>
              <a:rect b="b" l="l" r="r" t="t"/>
              <a:pathLst>
                <a:path extrusionOk="0" h="2755" w="4799">
                  <a:moveTo>
                    <a:pt x="4594" y="0"/>
                  </a:moveTo>
                  <a:lnTo>
                    <a:pt x="0" y="2452"/>
                  </a:lnTo>
                  <a:cubicBezTo>
                    <a:pt x="0" y="2452"/>
                    <a:pt x="0" y="2550"/>
                    <a:pt x="99" y="2550"/>
                  </a:cubicBezTo>
                  <a:cubicBezTo>
                    <a:pt x="99" y="2657"/>
                    <a:pt x="99" y="2657"/>
                    <a:pt x="205" y="2755"/>
                  </a:cubicBezTo>
                  <a:lnTo>
                    <a:pt x="4798" y="303"/>
                  </a:lnTo>
                  <a:cubicBezTo>
                    <a:pt x="4700" y="303"/>
                    <a:pt x="4700" y="205"/>
                    <a:pt x="4700" y="98"/>
                  </a:cubicBezTo>
                  <a:cubicBezTo>
                    <a:pt x="4700" y="98"/>
                    <a:pt x="4594" y="98"/>
                    <a:pt x="4594"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11"/>
            <p:cNvSpPr/>
            <p:nvPr/>
          </p:nvSpPr>
          <p:spPr>
            <a:xfrm>
              <a:off x="2443175" y="6208163"/>
              <a:ext cx="120175" cy="66425"/>
            </a:xfrm>
            <a:custGeom>
              <a:rect b="b" l="l" r="r" t="t"/>
              <a:pathLst>
                <a:path extrusionOk="0" h="2657" w="4807">
                  <a:moveTo>
                    <a:pt x="4602" y="0"/>
                  </a:moveTo>
                  <a:lnTo>
                    <a:pt x="0" y="2354"/>
                  </a:lnTo>
                  <a:cubicBezTo>
                    <a:pt x="106" y="2452"/>
                    <a:pt x="106" y="2452"/>
                    <a:pt x="106" y="2558"/>
                  </a:cubicBezTo>
                  <a:lnTo>
                    <a:pt x="205" y="2656"/>
                  </a:lnTo>
                  <a:lnTo>
                    <a:pt x="4806" y="311"/>
                  </a:lnTo>
                  <a:cubicBezTo>
                    <a:pt x="4806" y="204"/>
                    <a:pt x="4806" y="204"/>
                    <a:pt x="4700" y="106"/>
                  </a:cubicBezTo>
                  <a:cubicBezTo>
                    <a:pt x="4700" y="106"/>
                    <a:pt x="4700" y="0"/>
                    <a:pt x="4602" y="0"/>
                  </a:cubicBez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lt2"/>
        </a:solidFill>
      </p:bgPr>
    </p:bg>
    <p:spTree>
      <p:nvGrpSpPr>
        <p:cNvPr id="677" name="Shape 677"/>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
    <p:spTree>
      <p:nvGrpSpPr>
        <p:cNvPr id="678" name="Shape 678"/>
        <p:cNvGrpSpPr/>
        <p:nvPr/>
      </p:nvGrpSpPr>
      <p:grpSpPr>
        <a:xfrm>
          <a:off x="0" y="0"/>
          <a:ext cx="0" cy="0"/>
          <a:chOff x="0" y="0"/>
          <a:chExt cx="0" cy="0"/>
        </a:xfrm>
      </p:grpSpPr>
      <p:sp>
        <p:nvSpPr>
          <p:cNvPr id="679" name="Google Shape;679;p13"/>
          <p:cNvSpPr/>
          <p:nvPr/>
        </p:nvSpPr>
        <p:spPr>
          <a:xfrm>
            <a:off x="7915700" y="3334300"/>
            <a:ext cx="1228300" cy="1809200"/>
          </a:xfrm>
          <a:custGeom>
            <a:rect b="b" l="l" r="r" t="t"/>
            <a:pathLst>
              <a:path extrusionOk="0" h="72368" w="49132">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13"/>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81" name="Google Shape;681;p13"/>
          <p:cNvSpPr/>
          <p:nvPr/>
        </p:nvSpPr>
        <p:spPr>
          <a:xfrm rot="10800000">
            <a:off x="-9537" y="-7300"/>
            <a:ext cx="2222725" cy="1383500"/>
          </a:xfrm>
          <a:custGeom>
            <a:rect b="b" l="l" r="r" t="t"/>
            <a:pathLst>
              <a:path extrusionOk="0" h="55340" w="88909">
                <a:moveTo>
                  <a:pt x="88908" y="0"/>
                </a:moveTo>
                <a:cubicBezTo>
                  <a:pt x="88908" y="0"/>
                  <a:pt x="58168" y="5172"/>
                  <a:pt x="55339" y="24595"/>
                </a:cubicBezTo>
                <a:cubicBezTo>
                  <a:pt x="53680" y="35682"/>
                  <a:pt x="45717" y="37631"/>
                  <a:pt x="40161" y="37631"/>
                </a:cubicBezTo>
                <a:cubicBezTo>
                  <a:pt x="38791" y="37631"/>
                  <a:pt x="37568" y="37513"/>
                  <a:pt x="36621" y="37383"/>
                </a:cubicBezTo>
                <a:cubicBezTo>
                  <a:pt x="35777" y="37271"/>
                  <a:pt x="34940" y="37215"/>
                  <a:pt x="34112" y="37215"/>
                </a:cubicBezTo>
                <a:cubicBezTo>
                  <a:pt x="28107" y="37215"/>
                  <a:pt x="22606" y="40140"/>
                  <a:pt x="18826" y="45545"/>
                </a:cubicBezTo>
                <a:cubicBezTo>
                  <a:pt x="14530" y="51692"/>
                  <a:pt x="6151" y="54142"/>
                  <a:pt x="0" y="55339"/>
                </a:cubicBezTo>
                <a:lnTo>
                  <a:pt x="88908" y="55339"/>
                </a:lnTo>
                <a:lnTo>
                  <a:pt x="88908"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13"/>
          <p:cNvSpPr/>
          <p:nvPr/>
        </p:nvSpPr>
        <p:spPr>
          <a:xfrm>
            <a:off x="7823198" y="472987"/>
            <a:ext cx="261014" cy="257301"/>
          </a:xfrm>
          <a:custGeom>
            <a:rect b="b" l="l" r="r" t="t"/>
            <a:pathLst>
              <a:path extrusionOk="0" h="3971" w="4028">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13"/>
          <p:cNvSpPr/>
          <p:nvPr/>
        </p:nvSpPr>
        <p:spPr>
          <a:xfrm>
            <a:off x="7953511" y="187306"/>
            <a:ext cx="60199" cy="60130"/>
          </a:xfrm>
          <a:custGeom>
            <a:rect b="b" l="l" r="r" t="t"/>
            <a:pathLst>
              <a:path extrusionOk="0" h="928" w="929">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13"/>
          <p:cNvSpPr/>
          <p:nvPr/>
        </p:nvSpPr>
        <p:spPr>
          <a:xfrm>
            <a:off x="8112335" y="1121714"/>
            <a:ext cx="59875" cy="59871"/>
          </a:xfrm>
          <a:custGeom>
            <a:rect b="b" l="l" r="r" t="t"/>
            <a:pathLst>
              <a:path extrusionOk="0" h="924" w="924">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13"/>
          <p:cNvSpPr/>
          <p:nvPr/>
        </p:nvSpPr>
        <p:spPr>
          <a:xfrm>
            <a:off x="8352328" y="522082"/>
            <a:ext cx="60134" cy="60130"/>
          </a:xfrm>
          <a:custGeom>
            <a:rect b="b" l="l" r="r" t="t"/>
            <a:pathLst>
              <a:path extrusionOk="0" h="928" w="928">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86" name="Google Shape;686;p13"/>
          <p:cNvGrpSpPr/>
          <p:nvPr/>
        </p:nvGrpSpPr>
        <p:grpSpPr>
          <a:xfrm>
            <a:off x="188950" y="4381475"/>
            <a:ext cx="480225" cy="615300"/>
            <a:chOff x="912850" y="4743425"/>
            <a:chExt cx="480225" cy="615300"/>
          </a:xfrm>
        </p:grpSpPr>
        <p:sp>
          <p:nvSpPr>
            <p:cNvPr id="687" name="Google Shape;687;p13"/>
            <p:cNvSpPr/>
            <p:nvPr/>
          </p:nvSpPr>
          <p:spPr>
            <a:xfrm>
              <a:off x="912850" y="4825175"/>
              <a:ext cx="480225" cy="533550"/>
            </a:xfrm>
            <a:custGeom>
              <a:rect b="b" l="l" r="r" t="t"/>
              <a:pathLst>
                <a:path extrusionOk="0" h="21342" w="19209">
                  <a:moveTo>
                    <a:pt x="5927" y="0"/>
                  </a:moveTo>
                  <a:lnTo>
                    <a:pt x="5722" y="1022"/>
                  </a:lnTo>
                  <a:cubicBezTo>
                    <a:pt x="4194" y="1120"/>
                    <a:pt x="2968" y="2044"/>
                    <a:pt x="2763" y="3270"/>
                  </a:cubicBezTo>
                  <a:lnTo>
                    <a:pt x="311" y="15832"/>
                  </a:lnTo>
                  <a:cubicBezTo>
                    <a:pt x="1" y="17467"/>
                    <a:pt x="1227" y="19101"/>
                    <a:pt x="3172" y="19412"/>
                  </a:cubicBezTo>
                  <a:lnTo>
                    <a:pt x="12572" y="21251"/>
                  </a:lnTo>
                  <a:cubicBezTo>
                    <a:pt x="12846" y="21312"/>
                    <a:pt x="13120" y="21341"/>
                    <a:pt x="13390" y="21341"/>
                  </a:cubicBezTo>
                  <a:cubicBezTo>
                    <a:pt x="14925" y="21341"/>
                    <a:pt x="16295" y="20394"/>
                    <a:pt x="16552" y="19003"/>
                  </a:cubicBezTo>
                  <a:lnTo>
                    <a:pt x="19004" y="6539"/>
                  </a:lnTo>
                  <a:cubicBezTo>
                    <a:pt x="19208" y="5207"/>
                    <a:pt x="18497" y="3883"/>
                    <a:pt x="17165" y="3270"/>
                  </a:cubicBezTo>
                  <a:lnTo>
                    <a:pt x="17369" y="2248"/>
                  </a:lnTo>
                  <a:lnTo>
                    <a:pt x="5927" y="0"/>
                  </a:ln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13"/>
            <p:cNvSpPr/>
            <p:nvPr/>
          </p:nvSpPr>
          <p:spPr>
            <a:xfrm>
              <a:off x="1055900" y="4825175"/>
              <a:ext cx="291200" cy="71525"/>
            </a:xfrm>
            <a:custGeom>
              <a:rect b="b" l="l" r="r" t="t"/>
              <a:pathLst>
                <a:path extrusionOk="0" h="2861" w="11648">
                  <a:moveTo>
                    <a:pt x="205" y="0"/>
                  </a:moveTo>
                  <a:lnTo>
                    <a:pt x="0" y="613"/>
                  </a:lnTo>
                  <a:lnTo>
                    <a:pt x="11549" y="2861"/>
                  </a:lnTo>
                  <a:lnTo>
                    <a:pt x="11647" y="2248"/>
                  </a:lnTo>
                  <a:lnTo>
                    <a:pt x="205" y="0"/>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13"/>
            <p:cNvSpPr/>
            <p:nvPr/>
          </p:nvSpPr>
          <p:spPr>
            <a:xfrm>
              <a:off x="1038125" y="4743425"/>
              <a:ext cx="344725" cy="143075"/>
            </a:xfrm>
            <a:custGeom>
              <a:rect b="b" l="l" r="r" t="t"/>
              <a:pathLst>
                <a:path extrusionOk="0" h="5723" w="13789">
                  <a:moveTo>
                    <a:pt x="613" y="1"/>
                  </a:moveTo>
                  <a:lnTo>
                    <a:pt x="0" y="3066"/>
                  </a:lnTo>
                  <a:lnTo>
                    <a:pt x="13176" y="5722"/>
                  </a:lnTo>
                  <a:lnTo>
                    <a:pt x="13789" y="2657"/>
                  </a:lnTo>
                  <a:lnTo>
                    <a:pt x="613"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13"/>
            <p:cNvSpPr/>
            <p:nvPr/>
          </p:nvSpPr>
          <p:spPr>
            <a:xfrm>
              <a:off x="1050775" y="4745900"/>
              <a:ext cx="28225" cy="79300"/>
            </a:xfrm>
            <a:custGeom>
              <a:rect b="b" l="l" r="r" t="t"/>
              <a:pathLst>
                <a:path extrusionOk="0" h="3172" w="1129">
                  <a:moveTo>
                    <a:pt x="614" y="0"/>
                  </a:moveTo>
                  <a:lnTo>
                    <a:pt x="1" y="3065"/>
                  </a:lnTo>
                  <a:lnTo>
                    <a:pt x="516" y="3171"/>
                  </a:lnTo>
                  <a:lnTo>
                    <a:pt x="1129" y="106"/>
                  </a:lnTo>
                  <a:lnTo>
                    <a:pt x="614" y="0"/>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13"/>
            <p:cNvSpPr/>
            <p:nvPr/>
          </p:nvSpPr>
          <p:spPr>
            <a:xfrm>
              <a:off x="1078975" y="4751000"/>
              <a:ext cx="30675" cy="81750"/>
            </a:xfrm>
            <a:custGeom>
              <a:rect b="b" l="l" r="r" t="t"/>
              <a:pathLst>
                <a:path extrusionOk="0" h="3270" w="1227">
                  <a:moveTo>
                    <a:pt x="614" y="0"/>
                  </a:moveTo>
                  <a:lnTo>
                    <a:pt x="1" y="3172"/>
                  </a:lnTo>
                  <a:lnTo>
                    <a:pt x="614" y="3270"/>
                  </a:lnTo>
                  <a:lnTo>
                    <a:pt x="1227" y="107"/>
                  </a:lnTo>
                  <a:lnTo>
                    <a:pt x="614" y="0"/>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13"/>
            <p:cNvSpPr/>
            <p:nvPr/>
          </p:nvSpPr>
          <p:spPr>
            <a:xfrm>
              <a:off x="1109625" y="4756100"/>
              <a:ext cx="28025" cy="81775"/>
            </a:xfrm>
            <a:custGeom>
              <a:rect b="b" l="l" r="r" t="t"/>
              <a:pathLst>
                <a:path extrusionOk="0" h="3271" w="1121">
                  <a:moveTo>
                    <a:pt x="614" y="1"/>
                  </a:moveTo>
                  <a:lnTo>
                    <a:pt x="1" y="3172"/>
                  </a:lnTo>
                  <a:lnTo>
                    <a:pt x="508" y="3270"/>
                  </a:lnTo>
                  <a:lnTo>
                    <a:pt x="1121" y="107"/>
                  </a:lnTo>
                  <a:lnTo>
                    <a:pt x="614" y="1"/>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13"/>
            <p:cNvSpPr/>
            <p:nvPr/>
          </p:nvSpPr>
          <p:spPr>
            <a:xfrm>
              <a:off x="1137625" y="4763875"/>
              <a:ext cx="30675" cy="79100"/>
            </a:xfrm>
            <a:custGeom>
              <a:rect b="b" l="l" r="r" t="t"/>
              <a:pathLst>
                <a:path extrusionOk="0" h="3164" w="1227">
                  <a:moveTo>
                    <a:pt x="614" y="0"/>
                  </a:moveTo>
                  <a:lnTo>
                    <a:pt x="1" y="3065"/>
                  </a:lnTo>
                  <a:lnTo>
                    <a:pt x="516" y="3163"/>
                  </a:lnTo>
                  <a:lnTo>
                    <a:pt x="1227" y="98"/>
                  </a:lnTo>
                  <a:lnTo>
                    <a:pt x="614" y="0"/>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13"/>
            <p:cNvSpPr/>
            <p:nvPr/>
          </p:nvSpPr>
          <p:spPr>
            <a:xfrm>
              <a:off x="1165825" y="4768975"/>
              <a:ext cx="30675" cy="79100"/>
            </a:xfrm>
            <a:custGeom>
              <a:rect b="b" l="l" r="r" t="t"/>
              <a:pathLst>
                <a:path extrusionOk="0" h="3164" w="1227">
                  <a:moveTo>
                    <a:pt x="712" y="1"/>
                  </a:moveTo>
                  <a:lnTo>
                    <a:pt x="1" y="3066"/>
                  </a:lnTo>
                  <a:lnTo>
                    <a:pt x="614" y="3164"/>
                  </a:lnTo>
                  <a:lnTo>
                    <a:pt x="1227" y="99"/>
                  </a:lnTo>
                  <a:lnTo>
                    <a:pt x="712" y="1"/>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13"/>
            <p:cNvSpPr/>
            <p:nvPr/>
          </p:nvSpPr>
          <p:spPr>
            <a:xfrm>
              <a:off x="1196475" y="4774075"/>
              <a:ext cx="28025" cy="81775"/>
            </a:xfrm>
            <a:custGeom>
              <a:rect b="b" l="l" r="r" t="t"/>
              <a:pathLst>
                <a:path extrusionOk="0" h="3271" w="1121">
                  <a:moveTo>
                    <a:pt x="614" y="1"/>
                  </a:moveTo>
                  <a:lnTo>
                    <a:pt x="1" y="3164"/>
                  </a:lnTo>
                  <a:lnTo>
                    <a:pt x="507" y="3270"/>
                  </a:lnTo>
                  <a:lnTo>
                    <a:pt x="1120" y="99"/>
                  </a:lnTo>
                  <a:lnTo>
                    <a:pt x="614" y="1"/>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13"/>
            <p:cNvSpPr/>
            <p:nvPr/>
          </p:nvSpPr>
          <p:spPr>
            <a:xfrm>
              <a:off x="1224475" y="4779200"/>
              <a:ext cx="30675" cy="81750"/>
            </a:xfrm>
            <a:custGeom>
              <a:rect b="b" l="l" r="r" t="t"/>
              <a:pathLst>
                <a:path extrusionOk="0" h="3270" w="1227">
                  <a:moveTo>
                    <a:pt x="613" y="0"/>
                  </a:moveTo>
                  <a:lnTo>
                    <a:pt x="0" y="3163"/>
                  </a:lnTo>
                  <a:lnTo>
                    <a:pt x="613" y="3270"/>
                  </a:lnTo>
                  <a:lnTo>
                    <a:pt x="1226" y="98"/>
                  </a:lnTo>
                  <a:lnTo>
                    <a:pt x="613" y="0"/>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13"/>
            <p:cNvSpPr/>
            <p:nvPr/>
          </p:nvSpPr>
          <p:spPr>
            <a:xfrm>
              <a:off x="1255125" y="4786750"/>
              <a:ext cx="28225" cy="79300"/>
            </a:xfrm>
            <a:custGeom>
              <a:rect b="b" l="l" r="r" t="t"/>
              <a:pathLst>
                <a:path extrusionOk="0" h="3172" w="1129">
                  <a:moveTo>
                    <a:pt x="613" y="1"/>
                  </a:moveTo>
                  <a:lnTo>
                    <a:pt x="0" y="3066"/>
                  </a:lnTo>
                  <a:lnTo>
                    <a:pt x="515" y="3172"/>
                  </a:lnTo>
                  <a:lnTo>
                    <a:pt x="1128" y="107"/>
                  </a:lnTo>
                  <a:lnTo>
                    <a:pt x="613" y="1"/>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13"/>
            <p:cNvSpPr/>
            <p:nvPr/>
          </p:nvSpPr>
          <p:spPr>
            <a:xfrm>
              <a:off x="1283325" y="4791875"/>
              <a:ext cx="30675" cy="81750"/>
            </a:xfrm>
            <a:custGeom>
              <a:rect b="b" l="l" r="r" t="t"/>
              <a:pathLst>
                <a:path extrusionOk="0" h="3270" w="1227">
                  <a:moveTo>
                    <a:pt x="613" y="0"/>
                  </a:moveTo>
                  <a:lnTo>
                    <a:pt x="0" y="3171"/>
                  </a:lnTo>
                  <a:lnTo>
                    <a:pt x="613" y="3269"/>
                  </a:lnTo>
                  <a:lnTo>
                    <a:pt x="1226" y="106"/>
                  </a:lnTo>
                  <a:lnTo>
                    <a:pt x="613" y="0"/>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13"/>
            <p:cNvSpPr/>
            <p:nvPr/>
          </p:nvSpPr>
          <p:spPr>
            <a:xfrm>
              <a:off x="1313975" y="4796975"/>
              <a:ext cx="28000" cy="81750"/>
            </a:xfrm>
            <a:custGeom>
              <a:rect b="b" l="l" r="r" t="t"/>
              <a:pathLst>
                <a:path extrusionOk="0" h="3270" w="1120">
                  <a:moveTo>
                    <a:pt x="613" y="0"/>
                  </a:moveTo>
                  <a:lnTo>
                    <a:pt x="0" y="3172"/>
                  </a:lnTo>
                  <a:lnTo>
                    <a:pt x="507" y="3270"/>
                  </a:lnTo>
                  <a:lnTo>
                    <a:pt x="1120" y="107"/>
                  </a:lnTo>
                  <a:lnTo>
                    <a:pt x="613" y="0"/>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13"/>
            <p:cNvSpPr/>
            <p:nvPr/>
          </p:nvSpPr>
          <p:spPr>
            <a:xfrm>
              <a:off x="1341950" y="4804725"/>
              <a:ext cx="30675" cy="79125"/>
            </a:xfrm>
            <a:custGeom>
              <a:rect b="b" l="l" r="r" t="t"/>
              <a:pathLst>
                <a:path extrusionOk="0" h="3165" w="1227">
                  <a:moveTo>
                    <a:pt x="614" y="1"/>
                  </a:moveTo>
                  <a:lnTo>
                    <a:pt x="1" y="3066"/>
                  </a:lnTo>
                  <a:lnTo>
                    <a:pt x="516" y="3164"/>
                  </a:lnTo>
                  <a:lnTo>
                    <a:pt x="1227" y="99"/>
                  </a:lnTo>
                  <a:lnTo>
                    <a:pt x="614" y="1"/>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13"/>
            <p:cNvSpPr/>
            <p:nvPr/>
          </p:nvSpPr>
          <p:spPr>
            <a:xfrm>
              <a:off x="935950" y="4963100"/>
              <a:ext cx="441800" cy="260550"/>
            </a:xfrm>
            <a:custGeom>
              <a:rect b="b" l="l" r="r" t="t"/>
              <a:pathLst>
                <a:path extrusionOk="0" h="10422" w="17672">
                  <a:moveTo>
                    <a:pt x="1431" y="0"/>
                  </a:moveTo>
                  <a:lnTo>
                    <a:pt x="0" y="7250"/>
                  </a:lnTo>
                  <a:lnTo>
                    <a:pt x="16241" y="10421"/>
                  </a:lnTo>
                  <a:lnTo>
                    <a:pt x="17671" y="3163"/>
                  </a:lnTo>
                  <a:lnTo>
                    <a:pt x="143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13"/>
            <p:cNvSpPr/>
            <p:nvPr/>
          </p:nvSpPr>
          <p:spPr>
            <a:xfrm>
              <a:off x="912850" y="5169875"/>
              <a:ext cx="424025" cy="188850"/>
            </a:xfrm>
            <a:custGeom>
              <a:rect b="b" l="l" r="r" t="t"/>
              <a:pathLst>
                <a:path extrusionOk="0" h="7554" w="16961">
                  <a:moveTo>
                    <a:pt x="16961" y="3172"/>
                  </a:moveTo>
                  <a:lnTo>
                    <a:pt x="16946" y="3244"/>
                  </a:lnTo>
                  <a:lnTo>
                    <a:pt x="16946" y="3244"/>
                  </a:lnTo>
                  <a:cubicBezTo>
                    <a:pt x="16951" y="3220"/>
                    <a:pt x="16956" y="3196"/>
                    <a:pt x="16961" y="3172"/>
                  </a:cubicBezTo>
                  <a:close/>
                  <a:moveTo>
                    <a:pt x="720" y="1"/>
                  </a:moveTo>
                  <a:lnTo>
                    <a:pt x="311" y="2044"/>
                  </a:lnTo>
                  <a:cubicBezTo>
                    <a:pt x="1" y="3679"/>
                    <a:pt x="1227" y="5313"/>
                    <a:pt x="3172" y="5624"/>
                  </a:cubicBezTo>
                  <a:lnTo>
                    <a:pt x="12572" y="7463"/>
                  </a:lnTo>
                  <a:cubicBezTo>
                    <a:pt x="12846" y="7524"/>
                    <a:pt x="13120" y="7553"/>
                    <a:pt x="13390" y="7553"/>
                  </a:cubicBezTo>
                  <a:cubicBezTo>
                    <a:pt x="14925" y="7553"/>
                    <a:pt x="16295" y="6606"/>
                    <a:pt x="16552" y="5215"/>
                  </a:cubicBezTo>
                  <a:lnTo>
                    <a:pt x="16946" y="3244"/>
                  </a:lnTo>
                  <a:lnTo>
                    <a:pt x="16946" y="3244"/>
                  </a:lnTo>
                  <a:cubicBezTo>
                    <a:pt x="16656" y="4596"/>
                    <a:pt x="15307" y="5510"/>
                    <a:pt x="13798" y="5510"/>
                  </a:cubicBezTo>
                  <a:cubicBezTo>
                    <a:pt x="13529" y="5510"/>
                    <a:pt x="13255" y="5481"/>
                    <a:pt x="12980" y="5420"/>
                  </a:cubicBezTo>
                  <a:lnTo>
                    <a:pt x="3475" y="3581"/>
                  </a:lnTo>
                  <a:cubicBezTo>
                    <a:pt x="1636" y="3270"/>
                    <a:pt x="410" y="1635"/>
                    <a:pt x="720" y="1"/>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13"/>
            <p:cNvSpPr/>
            <p:nvPr/>
          </p:nvSpPr>
          <p:spPr>
            <a:xfrm>
              <a:off x="963950" y="4963100"/>
              <a:ext cx="413800" cy="112400"/>
            </a:xfrm>
            <a:custGeom>
              <a:rect b="b" l="l" r="r" t="t"/>
              <a:pathLst>
                <a:path extrusionOk="0" h="4496" w="16552">
                  <a:moveTo>
                    <a:pt x="311" y="0"/>
                  </a:moveTo>
                  <a:lnTo>
                    <a:pt x="0" y="1324"/>
                  </a:lnTo>
                  <a:lnTo>
                    <a:pt x="16249" y="4496"/>
                  </a:lnTo>
                  <a:lnTo>
                    <a:pt x="16551" y="3163"/>
                  </a:lnTo>
                  <a:lnTo>
                    <a:pt x="311" y="0"/>
                  </a:lnTo>
                  <a:close/>
                </a:path>
              </a:pathLst>
            </a:custGeom>
            <a:solidFill>
              <a:srgbClr val="FF78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13"/>
            <p:cNvSpPr/>
            <p:nvPr/>
          </p:nvSpPr>
          <p:spPr>
            <a:xfrm>
              <a:off x="984375" y="5034625"/>
              <a:ext cx="94625" cy="94425"/>
            </a:xfrm>
            <a:custGeom>
              <a:rect b="b" l="l" r="r" t="t"/>
              <a:pathLst>
                <a:path extrusionOk="0" h="3777" w="3785">
                  <a:moveTo>
                    <a:pt x="1537" y="0"/>
                  </a:moveTo>
                  <a:lnTo>
                    <a:pt x="1333" y="1022"/>
                  </a:lnTo>
                  <a:lnTo>
                    <a:pt x="311" y="817"/>
                  </a:lnTo>
                  <a:lnTo>
                    <a:pt x="1" y="2248"/>
                  </a:lnTo>
                  <a:lnTo>
                    <a:pt x="1022" y="2452"/>
                  </a:lnTo>
                  <a:lnTo>
                    <a:pt x="818" y="3474"/>
                  </a:lnTo>
                  <a:lnTo>
                    <a:pt x="2248" y="3776"/>
                  </a:lnTo>
                  <a:lnTo>
                    <a:pt x="2453" y="2754"/>
                  </a:lnTo>
                  <a:lnTo>
                    <a:pt x="3474" y="2959"/>
                  </a:lnTo>
                  <a:lnTo>
                    <a:pt x="3785" y="1528"/>
                  </a:lnTo>
                  <a:lnTo>
                    <a:pt x="2763" y="1324"/>
                  </a:lnTo>
                  <a:lnTo>
                    <a:pt x="2967" y="302"/>
                  </a:lnTo>
                  <a:lnTo>
                    <a:pt x="1537" y="0"/>
                  </a:lnTo>
                  <a:close/>
                </a:path>
              </a:pathLst>
            </a:custGeom>
            <a:solidFill>
              <a:srgbClr val="FF78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13"/>
            <p:cNvSpPr/>
            <p:nvPr/>
          </p:nvSpPr>
          <p:spPr>
            <a:xfrm>
              <a:off x="1178500" y="5075475"/>
              <a:ext cx="145700" cy="43350"/>
            </a:xfrm>
            <a:custGeom>
              <a:rect b="b" l="l" r="r" t="t"/>
              <a:pathLst>
                <a:path extrusionOk="0" h="1734" w="5828">
                  <a:moveTo>
                    <a:pt x="205" y="1"/>
                  </a:moveTo>
                  <a:lnTo>
                    <a:pt x="0" y="614"/>
                  </a:lnTo>
                  <a:lnTo>
                    <a:pt x="5722" y="1733"/>
                  </a:lnTo>
                  <a:lnTo>
                    <a:pt x="5828" y="1120"/>
                  </a:lnTo>
                  <a:lnTo>
                    <a:pt x="205" y="1"/>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13"/>
            <p:cNvSpPr/>
            <p:nvPr/>
          </p:nvSpPr>
          <p:spPr>
            <a:xfrm>
              <a:off x="1170925" y="5113700"/>
              <a:ext cx="145525" cy="43550"/>
            </a:xfrm>
            <a:custGeom>
              <a:rect b="b" l="l" r="r" t="t"/>
              <a:pathLst>
                <a:path extrusionOk="0" h="1742" w="5821">
                  <a:moveTo>
                    <a:pt x="205" y="0"/>
                  </a:moveTo>
                  <a:lnTo>
                    <a:pt x="1" y="719"/>
                  </a:lnTo>
                  <a:lnTo>
                    <a:pt x="5722" y="1741"/>
                  </a:lnTo>
                  <a:lnTo>
                    <a:pt x="5820" y="1128"/>
                  </a:lnTo>
                  <a:lnTo>
                    <a:pt x="205" y="0"/>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07" name="Google Shape;707;p13"/>
          <p:cNvSpPr txBox="1"/>
          <p:nvPr>
            <p:ph idx="1" type="subTitle"/>
          </p:nvPr>
        </p:nvSpPr>
        <p:spPr>
          <a:xfrm>
            <a:off x="724560" y="3642656"/>
            <a:ext cx="2094000" cy="390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300"/>
              <a:buNone/>
              <a:defRPr>
                <a:latin typeface="Nunito ExtraBold"/>
                <a:ea typeface="Nunito ExtraBold"/>
                <a:cs typeface="Nunito ExtraBold"/>
                <a:sym typeface="Nunito ExtraBold"/>
              </a:defRPr>
            </a:lvl1pPr>
            <a:lvl2pPr lvl="1" rtl="0">
              <a:spcBef>
                <a:spcPts val="0"/>
              </a:spcBef>
              <a:spcAft>
                <a:spcPts val="0"/>
              </a:spcAft>
              <a:buSzPts val="1300"/>
              <a:buNone/>
              <a:defRPr sz="1300"/>
            </a:lvl2pPr>
            <a:lvl3pPr lvl="2" rtl="0">
              <a:spcBef>
                <a:spcPts val="1600"/>
              </a:spcBef>
              <a:spcAft>
                <a:spcPts val="0"/>
              </a:spcAft>
              <a:buSzPts val="1300"/>
              <a:buNone/>
              <a:defRPr sz="1300"/>
            </a:lvl3pPr>
            <a:lvl4pPr lvl="3" rtl="0">
              <a:spcBef>
                <a:spcPts val="1600"/>
              </a:spcBef>
              <a:spcAft>
                <a:spcPts val="0"/>
              </a:spcAft>
              <a:buSzPts val="1300"/>
              <a:buNone/>
              <a:defRPr sz="1300"/>
            </a:lvl4pPr>
            <a:lvl5pPr lvl="4" rtl="0">
              <a:spcBef>
                <a:spcPts val="1600"/>
              </a:spcBef>
              <a:spcAft>
                <a:spcPts val="0"/>
              </a:spcAft>
              <a:buSzPts val="1300"/>
              <a:buNone/>
              <a:defRPr sz="1300"/>
            </a:lvl5pPr>
            <a:lvl6pPr lvl="5" rtl="0">
              <a:spcBef>
                <a:spcPts val="1600"/>
              </a:spcBef>
              <a:spcAft>
                <a:spcPts val="0"/>
              </a:spcAft>
              <a:buSzPts val="1300"/>
              <a:buNone/>
              <a:defRPr sz="1300"/>
            </a:lvl6pPr>
            <a:lvl7pPr lvl="6" rtl="0">
              <a:spcBef>
                <a:spcPts val="1600"/>
              </a:spcBef>
              <a:spcAft>
                <a:spcPts val="0"/>
              </a:spcAft>
              <a:buSzPts val="1300"/>
              <a:buNone/>
              <a:defRPr sz="1300"/>
            </a:lvl7pPr>
            <a:lvl8pPr lvl="7" rtl="0">
              <a:spcBef>
                <a:spcPts val="1600"/>
              </a:spcBef>
              <a:spcAft>
                <a:spcPts val="0"/>
              </a:spcAft>
              <a:buSzPts val="1300"/>
              <a:buNone/>
              <a:defRPr sz="1300"/>
            </a:lvl8pPr>
            <a:lvl9pPr lvl="8" rtl="0">
              <a:spcBef>
                <a:spcPts val="1600"/>
              </a:spcBef>
              <a:spcAft>
                <a:spcPts val="1600"/>
              </a:spcAft>
              <a:buSzPts val="1300"/>
              <a:buNone/>
              <a:defRPr sz="1300"/>
            </a:lvl9pPr>
          </a:lstStyle>
          <a:p/>
        </p:txBody>
      </p:sp>
      <p:sp>
        <p:nvSpPr>
          <p:cNvPr id="708" name="Google Shape;708;p13"/>
          <p:cNvSpPr txBox="1"/>
          <p:nvPr>
            <p:ph idx="2" type="subTitle"/>
          </p:nvPr>
        </p:nvSpPr>
        <p:spPr>
          <a:xfrm>
            <a:off x="724560" y="4027495"/>
            <a:ext cx="2194500" cy="603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300"/>
              <a:buNone/>
              <a:defRPr sz="1400"/>
            </a:lvl1pPr>
            <a:lvl2pPr lvl="1" rtl="0">
              <a:spcBef>
                <a:spcPts val="0"/>
              </a:spcBef>
              <a:spcAft>
                <a:spcPts val="0"/>
              </a:spcAft>
              <a:buSzPts val="1300"/>
              <a:buNone/>
              <a:defRPr sz="1300"/>
            </a:lvl2pPr>
            <a:lvl3pPr lvl="2" rtl="0">
              <a:spcBef>
                <a:spcPts val="1600"/>
              </a:spcBef>
              <a:spcAft>
                <a:spcPts val="0"/>
              </a:spcAft>
              <a:buSzPts val="1300"/>
              <a:buNone/>
              <a:defRPr sz="1300"/>
            </a:lvl3pPr>
            <a:lvl4pPr lvl="3" rtl="0">
              <a:spcBef>
                <a:spcPts val="1600"/>
              </a:spcBef>
              <a:spcAft>
                <a:spcPts val="0"/>
              </a:spcAft>
              <a:buSzPts val="1300"/>
              <a:buNone/>
              <a:defRPr sz="1300"/>
            </a:lvl4pPr>
            <a:lvl5pPr lvl="4" rtl="0">
              <a:spcBef>
                <a:spcPts val="1600"/>
              </a:spcBef>
              <a:spcAft>
                <a:spcPts val="0"/>
              </a:spcAft>
              <a:buSzPts val="1300"/>
              <a:buNone/>
              <a:defRPr sz="1300"/>
            </a:lvl5pPr>
            <a:lvl6pPr lvl="5" rtl="0">
              <a:spcBef>
                <a:spcPts val="1600"/>
              </a:spcBef>
              <a:spcAft>
                <a:spcPts val="0"/>
              </a:spcAft>
              <a:buSzPts val="1300"/>
              <a:buNone/>
              <a:defRPr sz="1300"/>
            </a:lvl6pPr>
            <a:lvl7pPr lvl="6" rtl="0">
              <a:spcBef>
                <a:spcPts val="1600"/>
              </a:spcBef>
              <a:spcAft>
                <a:spcPts val="0"/>
              </a:spcAft>
              <a:buSzPts val="1300"/>
              <a:buNone/>
              <a:defRPr sz="1300"/>
            </a:lvl7pPr>
            <a:lvl8pPr lvl="7" rtl="0">
              <a:spcBef>
                <a:spcPts val="1600"/>
              </a:spcBef>
              <a:spcAft>
                <a:spcPts val="0"/>
              </a:spcAft>
              <a:buSzPts val="1300"/>
              <a:buNone/>
              <a:defRPr sz="1300"/>
            </a:lvl8pPr>
            <a:lvl9pPr lvl="8" rtl="0">
              <a:spcBef>
                <a:spcPts val="1600"/>
              </a:spcBef>
              <a:spcAft>
                <a:spcPts val="1600"/>
              </a:spcAft>
              <a:buSzPts val="1300"/>
              <a:buNone/>
              <a:defRPr sz="1300"/>
            </a:lvl9pPr>
          </a:lstStyle>
          <a:p/>
        </p:txBody>
      </p:sp>
      <p:sp>
        <p:nvSpPr>
          <p:cNvPr id="709" name="Google Shape;709;p13"/>
          <p:cNvSpPr txBox="1"/>
          <p:nvPr>
            <p:ph idx="3" type="subTitle"/>
          </p:nvPr>
        </p:nvSpPr>
        <p:spPr>
          <a:xfrm>
            <a:off x="3527025" y="3642656"/>
            <a:ext cx="2094000" cy="390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300"/>
              <a:buNone/>
              <a:defRPr>
                <a:latin typeface="Nunito ExtraBold"/>
                <a:ea typeface="Nunito ExtraBold"/>
                <a:cs typeface="Nunito ExtraBold"/>
                <a:sym typeface="Nunito ExtraBold"/>
              </a:defRPr>
            </a:lvl1pPr>
            <a:lvl2pPr lvl="1" rtl="0" algn="ctr">
              <a:spcBef>
                <a:spcPts val="1600"/>
              </a:spcBef>
              <a:spcAft>
                <a:spcPts val="0"/>
              </a:spcAft>
              <a:buSzPts val="1300"/>
              <a:buNone/>
              <a:defRPr sz="1300"/>
            </a:lvl2pPr>
            <a:lvl3pPr lvl="2" rtl="0" algn="ctr">
              <a:spcBef>
                <a:spcPts val="1600"/>
              </a:spcBef>
              <a:spcAft>
                <a:spcPts val="0"/>
              </a:spcAft>
              <a:buSzPts val="1300"/>
              <a:buNone/>
              <a:defRPr sz="1300"/>
            </a:lvl3pPr>
            <a:lvl4pPr lvl="3" rtl="0" algn="ctr">
              <a:spcBef>
                <a:spcPts val="1600"/>
              </a:spcBef>
              <a:spcAft>
                <a:spcPts val="0"/>
              </a:spcAft>
              <a:buSzPts val="1300"/>
              <a:buNone/>
              <a:defRPr sz="1300"/>
            </a:lvl4pPr>
            <a:lvl5pPr lvl="4" rtl="0" algn="ctr">
              <a:spcBef>
                <a:spcPts val="1600"/>
              </a:spcBef>
              <a:spcAft>
                <a:spcPts val="0"/>
              </a:spcAft>
              <a:buSzPts val="1300"/>
              <a:buNone/>
              <a:defRPr sz="1300"/>
            </a:lvl5pPr>
            <a:lvl6pPr lvl="5" rtl="0" algn="ctr">
              <a:spcBef>
                <a:spcPts val="1600"/>
              </a:spcBef>
              <a:spcAft>
                <a:spcPts val="0"/>
              </a:spcAft>
              <a:buSzPts val="1300"/>
              <a:buNone/>
              <a:defRPr sz="1300"/>
            </a:lvl6pPr>
            <a:lvl7pPr lvl="6" rtl="0" algn="ctr">
              <a:spcBef>
                <a:spcPts val="1600"/>
              </a:spcBef>
              <a:spcAft>
                <a:spcPts val="0"/>
              </a:spcAft>
              <a:buSzPts val="1300"/>
              <a:buNone/>
              <a:defRPr sz="1300"/>
            </a:lvl7pPr>
            <a:lvl8pPr lvl="7" rtl="0" algn="ctr">
              <a:spcBef>
                <a:spcPts val="1600"/>
              </a:spcBef>
              <a:spcAft>
                <a:spcPts val="0"/>
              </a:spcAft>
              <a:buSzPts val="1300"/>
              <a:buNone/>
              <a:defRPr sz="1300"/>
            </a:lvl8pPr>
            <a:lvl9pPr lvl="8" rtl="0" algn="ctr">
              <a:spcBef>
                <a:spcPts val="1600"/>
              </a:spcBef>
              <a:spcAft>
                <a:spcPts val="1600"/>
              </a:spcAft>
              <a:buSzPts val="1300"/>
              <a:buNone/>
              <a:defRPr sz="1300"/>
            </a:lvl9pPr>
          </a:lstStyle>
          <a:p/>
        </p:txBody>
      </p:sp>
      <p:sp>
        <p:nvSpPr>
          <p:cNvPr id="710" name="Google Shape;710;p13"/>
          <p:cNvSpPr txBox="1"/>
          <p:nvPr>
            <p:ph idx="4" type="subTitle"/>
          </p:nvPr>
        </p:nvSpPr>
        <p:spPr>
          <a:xfrm>
            <a:off x="3527025" y="4027495"/>
            <a:ext cx="2194500" cy="603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300"/>
              <a:buNone/>
              <a:defRPr sz="1400"/>
            </a:lvl1pPr>
            <a:lvl2pPr lvl="1" rtl="0">
              <a:spcBef>
                <a:spcPts val="0"/>
              </a:spcBef>
              <a:spcAft>
                <a:spcPts val="0"/>
              </a:spcAft>
              <a:buSzPts val="1300"/>
              <a:buNone/>
              <a:defRPr sz="1300"/>
            </a:lvl2pPr>
            <a:lvl3pPr lvl="2" rtl="0">
              <a:spcBef>
                <a:spcPts val="1600"/>
              </a:spcBef>
              <a:spcAft>
                <a:spcPts val="0"/>
              </a:spcAft>
              <a:buSzPts val="1300"/>
              <a:buNone/>
              <a:defRPr sz="1300"/>
            </a:lvl3pPr>
            <a:lvl4pPr lvl="3" rtl="0">
              <a:spcBef>
                <a:spcPts val="1600"/>
              </a:spcBef>
              <a:spcAft>
                <a:spcPts val="0"/>
              </a:spcAft>
              <a:buSzPts val="1300"/>
              <a:buNone/>
              <a:defRPr sz="1300"/>
            </a:lvl4pPr>
            <a:lvl5pPr lvl="4" rtl="0">
              <a:spcBef>
                <a:spcPts val="1600"/>
              </a:spcBef>
              <a:spcAft>
                <a:spcPts val="0"/>
              </a:spcAft>
              <a:buSzPts val="1300"/>
              <a:buNone/>
              <a:defRPr sz="1300"/>
            </a:lvl5pPr>
            <a:lvl6pPr lvl="5" rtl="0">
              <a:spcBef>
                <a:spcPts val="1600"/>
              </a:spcBef>
              <a:spcAft>
                <a:spcPts val="0"/>
              </a:spcAft>
              <a:buSzPts val="1300"/>
              <a:buNone/>
              <a:defRPr sz="1300"/>
            </a:lvl6pPr>
            <a:lvl7pPr lvl="6" rtl="0">
              <a:spcBef>
                <a:spcPts val="1600"/>
              </a:spcBef>
              <a:spcAft>
                <a:spcPts val="0"/>
              </a:spcAft>
              <a:buSzPts val="1300"/>
              <a:buNone/>
              <a:defRPr sz="1300"/>
            </a:lvl7pPr>
            <a:lvl8pPr lvl="7" rtl="0">
              <a:spcBef>
                <a:spcPts val="1600"/>
              </a:spcBef>
              <a:spcAft>
                <a:spcPts val="0"/>
              </a:spcAft>
              <a:buSzPts val="1300"/>
              <a:buNone/>
              <a:defRPr sz="1300"/>
            </a:lvl8pPr>
            <a:lvl9pPr lvl="8" rtl="0">
              <a:spcBef>
                <a:spcPts val="1600"/>
              </a:spcBef>
              <a:spcAft>
                <a:spcPts val="1600"/>
              </a:spcAft>
              <a:buSzPts val="1300"/>
              <a:buNone/>
              <a:defRPr sz="1300"/>
            </a:lvl9pPr>
          </a:lstStyle>
          <a:p/>
        </p:txBody>
      </p:sp>
      <p:sp>
        <p:nvSpPr>
          <p:cNvPr id="711" name="Google Shape;711;p13"/>
          <p:cNvSpPr txBox="1"/>
          <p:nvPr>
            <p:ph idx="5" type="subTitle"/>
          </p:nvPr>
        </p:nvSpPr>
        <p:spPr>
          <a:xfrm>
            <a:off x="6338794" y="3642656"/>
            <a:ext cx="2094000" cy="390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300"/>
              <a:buNone/>
              <a:defRPr>
                <a:latin typeface="Nunito ExtraBold"/>
                <a:ea typeface="Nunito ExtraBold"/>
                <a:cs typeface="Nunito ExtraBold"/>
                <a:sym typeface="Nunito ExtraBold"/>
              </a:defRPr>
            </a:lvl1pPr>
            <a:lvl2pPr lvl="1" rtl="0" algn="ctr">
              <a:spcBef>
                <a:spcPts val="1600"/>
              </a:spcBef>
              <a:spcAft>
                <a:spcPts val="0"/>
              </a:spcAft>
              <a:buSzPts val="1300"/>
              <a:buNone/>
              <a:defRPr sz="1300"/>
            </a:lvl2pPr>
            <a:lvl3pPr lvl="2" rtl="0" algn="ctr">
              <a:spcBef>
                <a:spcPts val="1600"/>
              </a:spcBef>
              <a:spcAft>
                <a:spcPts val="0"/>
              </a:spcAft>
              <a:buSzPts val="1300"/>
              <a:buNone/>
              <a:defRPr sz="1300"/>
            </a:lvl3pPr>
            <a:lvl4pPr lvl="3" rtl="0" algn="ctr">
              <a:spcBef>
                <a:spcPts val="1600"/>
              </a:spcBef>
              <a:spcAft>
                <a:spcPts val="0"/>
              </a:spcAft>
              <a:buSzPts val="1300"/>
              <a:buNone/>
              <a:defRPr sz="1300"/>
            </a:lvl4pPr>
            <a:lvl5pPr lvl="4" rtl="0" algn="ctr">
              <a:spcBef>
                <a:spcPts val="1600"/>
              </a:spcBef>
              <a:spcAft>
                <a:spcPts val="0"/>
              </a:spcAft>
              <a:buSzPts val="1300"/>
              <a:buNone/>
              <a:defRPr sz="1300"/>
            </a:lvl5pPr>
            <a:lvl6pPr lvl="5" rtl="0" algn="ctr">
              <a:spcBef>
                <a:spcPts val="1600"/>
              </a:spcBef>
              <a:spcAft>
                <a:spcPts val="0"/>
              </a:spcAft>
              <a:buSzPts val="1300"/>
              <a:buNone/>
              <a:defRPr sz="1300"/>
            </a:lvl6pPr>
            <a:lvl7pPr lvl="6" rtl="0" algn="ctr">
              <a:spcBef>
                <a:spcPts val="1600"/>
              </a:spcBef>
              <a:spcAft>
                <a:spcPts val="0"/>
              </a:spcAft>
              <a:buSzPts val="1300"/>
              <a:buNone/>
              <a:defRPr sz="1300"/>
            </a:lvl7pPr>
            <a:lvl8pPr lvl="7" rtl="0" algn="ctr">
              <a:spcBef>
                <a:spcPts val="1600"/>
              </a:spcBef>
              <a:spcAft>
                <a:spcPts val="0"/>
              </a:spcAft>
              <a:buSzPts val="1300"/>
              <a:buNone/>
              <a:defRPr sz="1300"/>
            </a:lvl8pPr>
            <a:lvl9pPr lvl="8" rtl="0" algn="ctr">
              <a:spcBef>
                <a:spcPts val="1600"/>
              </a:spcBef>
              <a:spcAft>
                <a:spcPts val="1600"/>
              </a:spcAft>
              <a:buSzPts val="1300"/>
              <a:buNone/>
              <a:defRPr sz="1300"/>
            </a:lvl9pPr>
          </a:lstStyle>
          <a:p/>
        </p:txBody>
      </p:sp>
      <p:sp>
        <p:nvSpPr>
          <p:cNvPr id="712" name="Google Shape;712;p13"/>
          <p:cNvSpPr txBox="1"/>
          <p:nvPr>
            <p:ph idx="6" type="subTitle"/>
          </p:nvPr>
        </p:nvSpPr>
        <p:spPr>
          <a:xfrm>
            <a:off x="6338794" y="4027495"/>
            <a:ext cx="2194500" cy="603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300"/>
              <a:buNone/>
              <a:defRPr sz="1400"/>
            </a:lvl1pPr>
            <a:lvl2pPr lvl="1" rtl="0">
              <a:spcBef>
                <a:spcPts val="0"/>
              </a:spcBef>
              <a:spcAft>
                <a:spcPts val="0"/>
              </a:spcAft>
              <a:buSzPts val="1300"/>
              <a:buNone/>
              <a:defRPr sz="1300"/>
            </a:lvl2pPr>
            <a:lvl3pPr lvl="2" rtl="0">
              <a:spcBef>
                <a:spcPts val="1600"/>
              </a:spcBef>
              <a:spcAft>
                <a:spcPts val="0"/>
              </a:spcAft>
              <a:buSzPts val="1300"/>
              <a:buNone/>
              <a:defRPr sz="1300"/>
            </a:lvl3pPr>
            <a:lvl4pPr lvl="3" rtl="0">
              <a:spcBef>
                <a:spcPts val="1600"/>
              </a:spcBef>
              <a:spcAft>
                <a:spcPts val="0"/>
              </a:spcAft>
              <a:buSzPts val="1300"/>
              <a:buNone/>
              <a:defRPr sz="1300"/>
            </a:lvl4pPr>
            <a:lvl5pPr lvl="4" rtl="0">
              <a:spcBef>
                <a:spcPts val="1600"/>
              </a:spcBef>
              <a:spcAft>
                <a:spcPts val="0"/>
              </a:spcAft>
              <a:buSzPts val="1300"/>
              <a:buNone/>
              <a:defRPr sz="1300"/>
            </a:lvl5pPr>
            <a:lvl6pPr lvl="5" rtl="0">
              <a:spcBef>
                <a:spcPts val="1600"/>
              </a:spcBef>
              <a:spcAft>
                <a:spcPts val="0"/>
              </a:spcAft>
              <a:buSzPts val="1300"/>
              <a:buNone/>
              <a:defRPr sz="1300"/>
            </a:lvl6pPr>
            <a:lvl7pPr lvl="6" rtl="0">
              <a:spcBef>
                <a:spcPts val="1600"/>
              </a:spcBef>
              <a:spcAft>
                <a:spcPts val="0"/>
              </a:spcAft>
              <a:buSzPts val="1300"/>
              <a:buNone/>
              <a:defRPr sz="1300"/>
            </a:lvl7pPr>
            <a:lvl8pPr lvl="7" rtl="0">
              <a:spcBef>
                <a:spcPts val="1600"/>
              </a:spcBef>
              <a:spcAft>
                <a:spcPts val="0"/>
              </a:spcAft>
              <a:buSzPts val="1300"/>
              <a:buNone/>
              <a:defRPr sz="1300"/>
            </a:lvl8pPr>
            <a:lvl9pPr lvl="8" rtl="0">
              <a:spcBef>
                <a:spcPts val="1600"/>
              </a:spcBef>
              <a:spcAft>
                <a:spcPts val="1600"/>
              </a:spcAft>
              <a:buSzPts val="1300"/>
              <a:buNone/>
              <a:defRPr sz="1300"/>
            </a:lvl9pPr>
          </a:lstStyle>
          <a:p/>
        </p:txBody>
      </p:sp>
      <p:sp>
        <p:nvSpPr>
          <p:cNvPr id="713" name="Google Shape;713;p13"/>
          <p:cNvSpPr txBox="1"/>
          <p:nvPr>
            <p:ph idx="7" type="subTitle"/>
          </p:nvPr>
        </p:nvSpPr>
        <p:spPr>
          <a:xfrm>
            <a:off x="724560" y="1892580"/>
            <a:ext cx="2094000" cy="390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300"/>
              <a:buNone/>
              <a:defRPr>
                <a:latin typeface="Nunito ExtraBold"/>
                <a:ea typeface="Nunito ExtraBold"/>
                <a:cs typeface="Nunito ExtraBold"/>
                <a:sym typeface="Nunito ExtraBold"/>
              </a:defRPr>
            </a:lvl1pPr>
            <a:lvl2pPr lvl="1" rtl="0">
              <a:spcBef>
                <a:spcPts val="1600"/>
              </a:spcBef>
              <a:spcAft>
                <a:spcPts val="0"/>
              </a:spcAft>
              <a:buSzPts val="1300"/>
              <a:buNone/>
              <a:defRPr sz="1300"/>
            </a:lvl2pPr>
            <a:lvl3pPr lvl="2" rtl="0">
              <a:spcBef>
                <a:spcPts val="1600"/>
              </a:spcBef>
              <a:spcAft>
                <a:spcPts val="0"/>
              </a:spcAft>
              <a:buSzPts val="1300"/>
              <a:buNone/>
              <a:defRPr sz="1300"/>
            </a:lvl3pPr>
            <a:lvl4pPr lvl="3" rtl="0">
              <a:spcBef>
                <a:spcPts val="1600"/>
              </a:spcBef>
              <a:spcAft>
                <a:spcPts val="0"/>
              </a:spcAft>
              <a:buSzPts val="1300"/>
              <a:buNone/>
              <a:defRPr sz="1300"/>
            </a:lvl4pPr>
            <a:lvl5pPr lvl="4" rtl="0">
              <a:spcBef>
                <a:spcPts val="1600"/>
              </a:spcBef>
              <a:spcAft>
                <a:spcPts val="0"/>
              </a:spcAft>
              <a:buSzPts val="1300"/>
              <a:buNone/>
              <a:defRPr sz="1300"/>
            </a:lvl5pPr>
            <a:lvl6pPr lvl="5" rtl="0">
              <a:spcBef>
                <a:spcPts val="1600"/>
              </a:spcBef>
              <a:spcAft>
                <a:spcPts val="0"/>
              </a:spcAft>
              <a:buSzPts val="1300"/>
              <a:buNone/>
              <a:defRPr sz="1300"/>
            </a:lvl6pPr>
            <a:lvl7pPr lvl="6" rtl="0">
              <a:spcBef>
                <a:spcPts val="1600"/>
              </a:spcBef>
              <a:spcAft>
                <a:spcPts val="0"/>
              </a:spcAft>
              <a:buSzPts val="1300"/>
              <a:buNone/>
              <a:defRPr sz="1300"/>
            </a:lvl7pPr>
            <a:lvl8pPr lvl="7" rtl="0">
              <a:spcBef>
                <a:spcPts val="1600"/>
              </a:spcBef>
              <a:spcAft>
                <a:spcPts val="0"/>
              </a:spcAft>
              <a:buSzPts val="1300"/>
              <a:buNone/>
              <a:defRPr sz="1300"/>
            </a:lvl8pPr>
            <a:lvl9pPr lvl="8" rtl="0">
              <a:spcBef>
                <a:spcPts val="1600"/>
              </a:spcBef>
              <a:spcAft>
                <a:spcPts val="1600"/>
              </a:spcAft>
              <a:buSzPts val="1300"/>
              <a:buNone/>
              <a:defRPr sz="1300"/>
            </a:lvl9pPr>
          </a:lstStyle>
          <a:p/>
        </p:txBody>
      </p:sp>
      <p:sp>
        <p:nvSpPr>
          <p:cNvPr id="714" name="Google Shape;714;p13"/>
          <p:cNvSpPr txBox="1"/>
          <p:nvPr>
            <p:ph idx="8" type="subTitle"/>
          </p:nvPr>
        </p:nvSpPr>
        <p:spPr>
          <a:xfrm>
            <a:off x="724560" y="2277419"/>
            <a:ext cx="2194500" cy="603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300"/>
              <a:buNone/>
              <a:defRPr sz="1400"/>
            </a:lvl1pPr>
            <a:lvl2pPr lvl="1" rtl="0">
              <a:spcBef>
                <a:spcPts val="0"/>
              </a:spcBef>
              <a:spcAft>
                <a:spcPts val="0"/>
              </a:spcAft>
              <a:buSzPts val="1300"/>
              <a:buNone/>
              <a:defRPr sz="1300"/>
            </a:lvl2pPr>
            <a:lvl3pPr lvl="2" rtl="0">
              <a:spcBef>
                <a:spcPts val="1600"/>
              </a:spcBef>
              <a:spcAft>
                <a:spcPts val="0"/>
              </a:spcAft>
              <a:buSzPts val="1300"/>
              <a:buNone/>
              <a:defRPr sz="1300"/>
            </a:lvl3pPr>
            <a:lvl4pPr lvl="3" rtl="0">
              <a:spcBef>
                <a:spcPts val="1600"/>
              </a:spcBef>
              <a:spcAft>
                <a:spcPts val="0"/>
              </a:spcAft>
              <a:buSzPts val="1300"/>
              <a:buNone/>
              <a:defRPr sz="1300"/>
            </a:lvl4pPr>
            <a:lvl5pPr lvl="4" rtl="0">
              <a:spcBef>
                <a:spcPts val="1600"/>
              </a:spcBef>
              <a:spcAft>
                <a:spcPts val="0"/>
              </a:spcAft>
              <a:buSzPts val="1300"/>
              <a:buNone/>
              <a:defRPr sz="1300"/>
            </a:lvl5pPr>
            <a:lvl6pPr lvl="5" rtl="0">
              <a:spcBef>
                <a:spcPts val="1600"/>
              </a:spcBef>
              <a:spcAft>
                <a:spcPts val="0"/>
              </a:spcAft>
              <a:buSzPts val="1300"/>
              <a:buNone/>
              <a:defRPr sz="1300"/>
            </a:lvl6pPr>
            <a:lvl7pPr lvl="6" rtl="0">
              <a:spcBef>
                <a:spcPts val="1600"/>
              </a:spcBef>
              <a:spcAft>
                <a:spcPts val="0"/>
              </a:spcAft>
              <a:buSzPts val="1300"/>
              <a:buNone/>
              <a:defRPr sz="1300"/>
            </a:lvl7pPr>
            <a:lvl8pPr lvl="7" rtl="0">
              <a:spcBef>
                <a:spcPts val="1600"/>
              </a:spcBef>
              <a:spcAft>
                <a:spcPts val="0"/>
              </a:spcAft>
              <a:buSzPts val="1300"/>
              <a:buNone/>
              <a:defRPr sz="1300"/>
            </a:lvl8pPr>
            <a:lvl9pPr lvl="8" rtl="0">
              <a:spcBef>
                <a:spcPts val="1600"/>
              </a:spcBef>
              <a:spcAft>
                <a:spcPts val="1600"/>
              </a:spcAft>
              <a:buSzPts val="1300"/>
              <a:buNone/>
              <a:defRPr sz="1300"/>
            </a:lvl9pPr>
          </a:lstStyle>
          <a:p/>
        </p:txBody>
      </p:sp>
      <p:sp>
        <p:nvSpPr>
          <p:cNvPr id="715" name="Google Shape;715;p13"/>
          <p:cNvSpPr txBox="1"/>
          <p:nvPr>
            <p:ph idx="9" type="subTitle"/>
          </p:nvPr>
        </p:nvSpPr>
        <p:spPr>
          <a:xfrm>
            <a:off x="3527025" y="1892580"/>
            <a:ext cx="2094000" cy="390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300"/>
              <a:buNone/>
              <a:defRPr>
                <a:latin typeface="Nunito ExtraBold"/>
                <a:ea typeface="Nunito ExtraBold"/>
                <a:cs typeface="Nunito ExtraBold"/>
                <a:sym typeface="Nunito ExtraBold"/>
              </a:defRPr>
            </a:lvl1pPr>
            <a:lvl2pPr lvl="1" rtl="0" algn="ctr">
              <a:spcBef>
                <a:spcPts val="1600"/>
              </a:spcBef>
              <a:spcAft>
                <a:spcPts val="0"/>
              </a:spcAft>
              <a:buSzPts val="1300"/>
              <a:buNone/>
              <a:defRPr sz="1300"/>
            </a:lvl2pPr>
            <a:lvl3pPr lvl="2" rtl="0" algn="ctr">
              <a:spcBef>
                <a:spcPts val="1600"/>
              </a:spcBef>
              <a:spcAft>
                <a:spcPts val="0"/>
              </a:spcAft>
              <a:buSzPts val="1300"/>
              <a:buNone/>
              <a:defRPr sz="1300"/>
            </a:lvl3pPr>
            <a:lvl4pPr lvl="3" rtl="0" algn="ctr">
              <a:spcBef>
                <a:spcPts val="1600"/>
              </a:spcBef>
              <a:spcAft>
                <a:spcPts val="0"/>
              </a:spcAft>
              <a:buSzPts val="1300"/>
              <a:buNone/>
              <a:defRPr sz="1300"/>
            </a:lvl4pPr>
            <a:lvl5pPr lvl="4" rtl="0" algn="ctr">
              <a:spcBef>
                <a:spcPts val="1600"/>
              </a:spcBef>
              <a:spcAft>
                <a:spcPts val="0"/>
              </a:spcAft>
              <a:buSzPts val="1300"/>
              <a:buNone/>
              <a:defRPr sz="1300"/>
            </a:lvl5pPr>
            <a:lvl6pPr lvl="5" rtl="0" algn="ctr">
              <a:spcBef>
                <a:spcPts val="1600"/>
              </a:spcBef>
              <a:spcAft>
                <a:spcPts val="0"/>
              </a:spcAft>
              <a:buSzPts val="1300"/>
              <a:buNone/>
              <a:defRPr sz="1300"/>
            </a:lvl6pPr>
            <a:lvl7pPr lvl="6" rtl="0" algn="ctr">
              <a:spcBef>
                <a:spcPts val="1600"/>
              </a:spcBef>
              <a:spcAft>
                <a:spcPts val="0"/>
              </a:spcAft>
              <a:buSzPts val="1300"/>
              <a:buNone/>
              <a:defRPr sz="1300"/>
            </a:lvl7pPr>
            <a:lvl8pPr lvl="7" rtl="0" algn="ctr">
              <a:spcBef>
                <a:spcPts val="1600"/>
              </a:spcBef>
              <a:spcAft>
                <a:spcPts val="0"/>
              </a:spcAft>
              <a:buSzPts val="1300"/>
              <a:buNone/>
              <a:defRPr sz="1300"/>
            </a:lvl8pPr>
            <a:lvl9pPr lvl="8" rtl="0" algn="ctr">
              <a:spcBef>
                <a:spcPts val="1600"/>
              </a:spcBef>
              <a:spcAft>
                <a:spcPts val="1600"/>
              </a:spcAft>
              <a:buSzPts val="1300"/>
              <a:buNone/>
              <a:defRPr sz="1300"/>
            </a:lvl9pPr>
          </a:lstStyle>
          <a:p/>
        </p:txBody>
      </p:sp>
      <p:sp>
        <p:nvSpPr>
          <p:cNvPr id="716" name="Google Shape;716;p13"/>
          <p:cNvSpPr txBox="1"/>
          <p:nvPr>
            <p:ph idx="13" type="subTitle"/>
          </p:nvPr>
        </p:nvSpPr>
        <p:spPr>
          <a:xfrm>
            <a:off x="3527025" y="2277419"/>
            <a:ext cx="2194500" cy="603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300"/>
              <a:buNone/>
              <a:defRPr sz="1400"/>
            </a:lvl1pPr>
            <a:lvl2pPr lvl="1" rtl="0">
              <a:spcBef>
                <a:spcPts val="0"/>
              </a:spcBef>
              <a:spcAft>
                <a:spcPts val="0"/>
              </a:spcAft>
              <a:buSzPts val="1300"/>
              <a:buNone/>
              <a:defRPr sz="1300"/>
            </a:lvl2pPr>
            <a:lvl3pPr lvl="2" rtl="0">
              <a:spcBef>
                <a:spcPts val="1600"/>
              </a:spcBef>
              <a:spcAft>
                <a:spcPts val="0"/>
              </a:spcAft>
              <a:buSzPts val="1300"/>
              <a:buNone/>
              <a:defRPr sz="1300"/>
            </a:lvl3pPr>
            <a:lvl4pPr lvl="3" rtl="0">
              <a:spcBef>
                <a:spcPts val="1600"/>
              </a:spcBef>
              <a:spcAft>
                <a:spcPts val="0"/>
              </a:spcAft>
              <a:buSzPts val="1300"/>
              <a:buNone/>
              <a:defRPr sz="1300"/>
            </a:lvl4pPr>
            <a:lvl5pPr lvl="4" rtl="0">
              <a:spcBef>
                <a:spcPts val="1600"/>
              </a:spcBef>
              <a:spcAft>
                <a:spcPts val="0"/>
              </a:spcAft>
              <a:buSzPts val="1300"/>
              <a:buNone/>
              <a:defRPr sz="1300"/>
            </a:lvl5pPr>
            <a:lvl6pPr lvl="5" rtl="0">
              <a:spcBef>
                <a:spcPts val="1600"/>
              </a:spcBef>
              <a:spcAft>
                <a:spcPts val="0"/>
              </a:spcAft>
              <a:buSzPts val="1300"/>
              <a:buNone/>
              <a:defRPr sz="1300"/>
            </a:lvl6pPr>
            <a:lvl7pPr lvl="6" rtl="0">
              <a:spcBef>
                <a:spcPts val="1600"/>
              </a:spcBef>
              <a:spcAft>
                <a:spcPts val="0"/>
              </a:spcAft>
              <a:buSzPts val="1300"/>
              <a:buNone/>
              <a:defRPr sz="1300"/>
            </a:lvl7pPr>
            <a:lvl8pPr lvl="7" rtl="0">
              <a:spcBef>
                <a:spcPts val="1600"/>
              </a:spcBef>
              <a:spcAft>
                <a:spcPts val="0"/>
              </a:spcAft>
              <a:buSzPts val="1300"/>
              <a:buNone/>
              <a:defRPr sz="1300"/>
            </a:lvl8pPr>
            <a:lvl9pPr lvl="8" rtl="0">
              <a:spcBef>
                <a:spcPts val="1600"/>
              </a:spcBef>
              <a:spcAft>
                <a:spcPts val="1600"/>
              </a:spcAft>
              <a:buSzPts val="1300"/>
              <a:buNone/>
              <a:defRPr sz="1300"/>
            </a:lvl9pPr>
          </a:lstStyle>
          <a:p/>
        </p:txBody>
      </p:sp>
      <p:sp>
        <p:nvSpPr>
          <p:cNvPr id="717" name="Google Shape;717;p13"/>
          <p:cNvSpPr txBox="1"/>
          <p:nvPr>
            <p:ph idx="14" type="subTitle"/>
          </p:nvPr>
        </p:nvSpPr>
        <p:spPr>
          <a:xfrm>
            <a:off x="6338794" y="1892575"/>
            <a:ext cx="2094000" cy="390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300"/>
              <a:buNone/>
              <a:defRPr>
                <a:latin typeface="Nunito ExtraBold"/>
                <a:ea typeface="Nunito ExtraBold"/>
                <a:cs typeface="Nunito ExtraBold"/>
                <a:sym typeface="Nunito ExtraBold"/>
              </a:defRPr>
            </a:lvl1pPr>
            <a:lvl2pPr lvl="1" rtl="0" algn="ctr">
              <a:spcBef>
                <a:spcPts val="0"/>
              </a:spcBef>
              <a:spcAft>
                <a:spcPts val="0"/>
              </a:spcAft>
              <a:buSzPts val="1300"/>
              <a:buNone/>
              <a:defRPr sz="1300"/>
            </a:lvl2pPr>
            <a:lvl3pPr lvl="2" rtl="0" algn="ctr">
              <a:spcBef>
                <a:spcPts val="1600"/>
              </a:spcBef>
              <a:spcAft>
                <a:spcPts val="0"/>
              </a:spcAft>
              <a:buSzPts val="1300"/>
              <a:buNone/>
              <a:defRPr sz="1300"/>
            </a:lvl3pPr>
            <a:lvl4pPr lvl="3" rtl="0" algn="ctr">
              <a:spcBef>
                <a:spcPts val="1600"/>
              </a:spcBef>
              <a:spcAft>
                <a:spcPts val="0"/>
              </a:spcAft>
              <a:buSzPts val="1300"/>
              <a:buNone/>
              <a:defRPr sz="1300"/>
            </a:lvl4pPr>
            <a:lvl5pPr lvl="4" rtl="0" algn="ctr">
              <a:spcBef>
                <a:spcPts val="1600"/>
              </a:spcBef>
              <a:spcAft>
                <a:spcPts val="0"/>
              </a:spcAft>
              <a:buSzPts val="1300"/>
              <a:buNone/>
              <a:defRPr sz="1300"/>
            </a:lvl5pPr>
            <a:lvl6pPr lvl="5" rtl="0" algn="ctr">
              <a:spcBef>
                <a:spcPts val="1600"/>
              </a:spcBef>
              <a:spcAft>
                <a:spcPts val="0"/>
              </a:spcAft>
              <a:buSzPts val="1300"/>
              <a:buNone/>
              <a:defRPr sz="1300"/>
            </a:lvl6pPr>
            <a:lvl7pPr lvl="6" rtl="0" algn="ctr">
              <a:spcBef>
                <a:spcPts val="1600"/>
              </a:spcBef>
              <a:spcAft>
                <a:spcPts val="0"/>
              </a:spcAft>
              <a:buSzPts val="1300"/>
              <a:buNone/>
              <a:defRPr sz="1300"/>
            </a:lvl7pPr>
            <a:lvl8pPr lvl="7" rtl="0" algn="ctr">
              <a:spcBef>
                <a:spcPts val="1600"/>
              </a:spcBef>
              <a:spcAft>
                <a:spcPts val="0"/>
              </a:spcAft>
              <a:buSzPts val="1300"/>
              <a:buNone/>
              <a:defRPr sz="1300"/>
            </a:lvl8pPr>
            <a:lvl9pPr lvl="8" rtl="0" algn="ctr">
              <a:spcBef>
                <a:spcPts val="1600"/>
              </a:spcBef>
              <a:spcAft>
                <a:spcPts val="1600"/>
              </a:spcAft>
              <a:buSzPts val="1300"/>
              <a:buNone/>
              <a:defRPr sz="1300"/>
            </a:lvl9pPr>
          </a:lstStyle>
          <a:p/>
        </p:txBody>
      </p:sp>
      <p:sp>
        <p:nvSpPr>
          <p:cNvPr id="718" name="Google Shape;718;p13"/>
          <p:cNvSpPr txBox="1"/>
          <p:nvPr>
            <p:ph idx="15" type="subTitle"/>
          </p:nvPr>
        </p:nvSpPr>
        <p:spPr>
          <a:xfrm>
            <a:off x="6338794" y="2277419"/>
            <a:ext cx="2194500" cy="603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300"/>
              <a:buNone/>
              <a:defRPr sz="1400"/>
            </a:lvl1pPr>
            <a:lvl2pPr lvl="1" rtl="0">
              <a:spcBef>
                <a:spcPts val="0"/>
              </a:spcBef>
              <a:spcAft>
                <a:spcPts val="0"/>
              </a:spcAft>
              <a:buSzPts val="1300"/>
              <a:buNone/>
              <a:defRPr sz="1300"/>
            </a:lvl2pPr>
            <a:lvl3pPr lvl="2" rtl="0">
              <a:spcBef>
                <a:spcPts val="1600"/>
              </a:spcBef>
              <a:spcAft>
                <a:spcPts val="0"/>
              </a:spcAft>
              <a:buSzPts val="1300"/>
              <a:buNone/>
              <a:defRPr sz="1300"/>
            </a:lvl3pPr>
            <a:lvl4pPr lvl="3" rtl="0">
              <a:spcBef>
                <a:spcPts val="1600"/>
              </a:spcBef>
              <a:spcAft>
                <a:spcPts val="0"/>
              </a:spcAft>
              <a:buSzPts val="1300"/>
              <a:buNone/>
              <a:defRPr sz="1300"/>
            </a:lvl4pPr>
            <a:lvl5pPr lvl="4" rtl="0">
              <a:spcBef>
                <a:spcPts val="1600"/>
              </a:spcBef>
              <a:spcAft>
                <a:spcPts val="0"/>
              </a:spcAft>
              <a:buSzPts val="1300"/>
              <a:buNone/>
              <a:defRPr sz="1300"/>
            </a:lvl5pPr>
            <a:lvl6pPr lvl="5" rtl="0">
              <a:spcBef>
                <a:spcPts val="1600"/>
              </a:spcBef>
              <a:spcAft>
                <a:spcPts val="0"/>
              </a:spcAft>
              <a:buSzPts val="1300"/>
              <a:buNone/>
              <a:defRPr sz="1300"/>
            </a:lvl6pPr>
            <a:lvl7pPr lvl="6" rtl="0">
              <a:spcBef>
                <a:spcPts val="1600"/>
              </a:spcBef>
              <a:spcAft>
                <a:spcPts val="0"/>
              </a:spcAft>
              <a:buSzPts val="1300"/>
              <a:buNone/>
              <a:defRPr sz="1300"/>
            </a:lvl7pPr>
            <a:lvl8pPr lvl="7" rtl="0">
              <a:spcBef>
                <a:spcPts val="1600"/>
              </a:spcBef>
              <a:spcAft>
                <a:spcPts val="0"/>
              </a:spcAft>
              <a:buSzPts val="1300"/>
              <a:buNone/>
              <a:defRPr sz="1300"/>
            </a:lvl8pPr>
            <a:lvl9pPr lvl="8" rtl="0">
              <a:spcBef>
                <a:spcPts val="1600"/>
              </a:spcBef>
              <a:spcAft>
                <a:spcPts val="1600"/>
              </a:spcAft>
              <a:buSzPts val="1300"/>
              <a:buNone/>
              <a:defRPr sz="1300"/>
            </a:lvl9pPr>
          </a:lstStyle>
          <a:p/>
        </p:txBody>
      </p:sp>
      <p:sp>
        <p:nvSpPr>
          <p:cNvPr id="719" name="Google Shape;719;p13"/>
          <p:cNvSpPr txBox="1"/>
          <p:nvPr>
            <p:ph hasCustomPrompt="1" idx="16" type="title"/>
          </p:nvPr>
        </p:nvSpPr>
        <p:spPr>
          <a:xfrm>
            <a:off x="1484760" y="1406875"/>
            <a:ext cx="573600" cy="4461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b="1" sz="3000"/>
            </a:lvl1pPr>
            <a:lvl2pPr lvl="1" rtl="0" algn="ctr">
              <a:spcBef>
                <a:spcPts val="0"/>
              </a:spcBef>
              <a:spcAft>
                <a:spcPts val="0"/>
              </a:spcAft>
              <a:buSzPts val="3000"/>
              <a:buFont typeface="Neucha"/>
              <a:buNone/>
              <a:defRPr b="1" sz="3000">
                <a:latin typeface="Neucha"/>
                <a:ea typeface="Neucha"/>
                <a:cs typeface="Neucha"/>
                <a:sym typeface="Neucha"/>
              </a:defRPr>
            </a:lvl2pPr>
            <a:lvl3pPr lvl="2" rtl="0" algn="ctr">
              <a:spcBef>
                <a:spcPts val="0"/>
              </a:spcBef>
              <a:spcAft>
                <a:spcPts val="0"/>
              </a:spcAft>
              <a:buSzPts val="3000"/>
              <a:buFont typeface="Neucha"/>
              <a:buNone/>
              <a:defRPr b="1" sz="3000">
                <a:latin typeface="Neucha"/>
                <a:ea typeface="Neucha"/>
                <a:cs typeface="Neucha"/>
                <a:sym typeface="Neucha"/>
              </a:defRPr>
            </a:lvl3pPr>
            <a:lvl4pPr lvl="3" rtl="0" algn="ctr">
              <a:spcBef>
                <a:spcPts val="0"/>
              </a:spcBef>
              <a:spcAft>
                <a:spcPts val="0"/>
              </a:spcAft>
              <a:buSzPts val="3000"/>
              <a:buFont typeface="Neucha"/>
              <a:buNone/>
              <a:defRPr b="1" sz="3000">
                <a:latin typeface="Neucha"/>
                <a:ea typeface="Neucha"/>
                <a:cs typeface="Neucha"/>
                <a:sym typeface="Neucha"/>
              </a:defRPr>
            </a:lvl4pPr>
            <a:lvl5pPr lvl="4" rtl="0" algn="ctr">
              <a:spcBef>
                <a:spcPts val="0"/>
              </a:spcBef>
              <a:spcAft>
                <a:spcPts val="0"/>
              </a:spcAft>
              <a:buSzPts val="3000"/>
              <a:buFont typeface="Neucha"/>
              <a:buNone/>
              <a:defRPr b="1" sz="3000">
                <a:latin typeface="Neucha"/>
                <a:ea typeface="Neucha"/>
                <a:cs typeface="Neucha"/>
                <a:sym typeface="Neucha"/>
              </a:defRPr>
            </a:lvl5pPr>
            <a:lvl6pPr lvl="5" rtl="0" algn="ctr">
              <a:spcBef>
                <a:spcPts val="0"/>
              </a:spcBef>
              <a:spcAft>
                <a:spcPts val="0"/>
              </a:spcAft>
              <a:buSzPts val="3000"/>
              <a:buFont typeface="Neucha"/>
              <a:buNone/>
              <a:defRPr b="1" sz="3000">
                <a:latin typeface="Neucha"/>
                <a:ea typeface="Neucha"/>
                <a:cs typeface="Neucha"/>
                <a:sym typeface="Neucha"/>
              </a:defRPr>
            </a:lvl6pPr>
            <a:lvl7pPr lvl="6" rtl="0" algn="ctr">
              <a:spcBef>
                <a:spcPts val="0"/>
              </a:spcBef>
              <a:spcAft>
                <a:spcPts val="0"/>
              </a:spcAft>
              <a:buSzPts val="3000"/>
              <a:buFont typeface="Neucha"/>
              <a:buNone/>
              <a:defRPr b="1" sz="3000">
                <a:latin typeface="Neucha"/>
                <a:ea typeface="Neucha"/>
                <a:cs typeface="Neucha"/>
                <a:sym typeface="Neucha"/>
              </a:defRPr>
            </a:lvl7pPr>
            <a:lvl8pPr lvl="7" rtl="0" algn="ctr">
              <a:spcBef>
                <a:spcPts val="0"/>
              </a:spcBef>
              <a:spcAft>
                <a:spcPts val="0"/>
              </a:spcAft>
              <a:buSzPts val="3000"/>
              <a:buFont typeface="Neucha"/>
              <a:buNone/>
              <a:defRPr b="1" sz="3000">
                <a:latin typeface="Neucha"/>
                <a:ea typeface="Neucha"/>
                <a:cs typeface="Neucha"/>
                <a:sym typeface="Neucha"/>
              </a:defRPr>
            </a:lvl8pPr>
            <a:lvl9pPr lvl="8" rtl="0" algn="ctr">
              <a:spcBef>
                <a:spcPts val="0"/>
              </a:spcBef>
              <a:spcAft>
                <a:spcPts val="0"/>
              </a:spcAft>
              <a:buSzPts val="3000"/>
              <a:buFont typeface="Neucha"/>
              <a:buNone/>
              <a:defRPr b="1" sz="3000">
                <a:latin typeface="Neucha"/>
                <a:ea typeface="Neucha"/>
                <a:cs typeface="Neucha"/>
                <a:sym typeface="Neucha"/>
              </a:defRPr>
            </a:lvl9pPr>
          </a:lstStyle>
          <a:p>
            <a:r>
              <a:t>xx%</a:t>
            </a:r>
          </a:p>
        </p:txBody>
      </p:sp>
      <p:sp>
        <p:nvSpPr>
          <p:cNvPr id="720" name="Google Shape;720;p13"/>
          <p:cNvSpPr txBox="1"/>
          <p:nvPr>
            <p:ph hasCustomPrompt="1" idx="17" type="title"/>
          </p:nvPr>
        </p:nvSpPr>
        <p:spPr>
          <a:xfrm>
            <a:off x="4286025" y="1406875"/>
            <a:ext cx="576000" cy="4461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b="1" sz="3000"/>
            </a:lvl1pPr>
            <a:lvl2pPr lvl="1" rtl="0" algn="ctr">
              <a:spcBef>
                <a:spcPts val="0"/>
              </a:spcBef>
              <a:spcAft>
                <a:spcPts val="0"/>
              </a:spcAft>
              <a:buSzPts val="3000"/>
              <a:buFont typeface="Neucha"/>
              <a:buNone/>
              <a:defRPr b="1" sz="3000">
                <a:latin typeface="Neucha"/>
                <a:ea typeface="Neucha"/>
                <a:cs typeface="Neucha"/>
                <a:sym typeface="Neucha"/>
              </a:defRPr>
            </a:lvl2pPr>
            <a:lvl3pPr lvl="2" rtl="0" algn="ctr">
              <a:spcBef>
                <a:spcPts val="0"/>
              </a:spcBef>
              <a:spcAft>
                <a:spcPts val="0"/>
              </a:spcAft>
              <a:buSzPts val="3000"/>
              <a:buFont typeface="Neucha"/>
              <a:buNone/>
              <a:defRPr b="1" sz="3000">
                <a:latin typeface="Neucha"/>
                <a:ea typeface="Neucha"/>
                <a:cs typeface="Neucha"/>
                <a:sym typeface="Neucha"/>
              </a:defRPr>
            </a:lvl3pPr>
            <a:lvl4pPr lvl="3" rtl="0" algn="ctr">
              <a:spcBef>
                <a:spcPts val="0"/>
              </a:spcBef>
              <a:spcAft>
                <a:spcPts val="0"/>
              </a:spcAft>
              <a:buSzPts val="3000"/>
              <a:buFont typeface="Neucha"/>
              <a:buNone/>
              <a:defRPr b="1" sz="3000">
                <a:latin typeface="Neucha"/>
                <a:ea typeface="Neucha"/>
                <a:cs typeface="Neucha"/>
                <a:sym typeface="Neucha"/>
              </a:defRPr>
            </a:lvl4pPr>
            <a:lvl5pPr lvl="4" rtl="0" algn="ctr">
              <a:spcBef>
                <a:spcPts val="0"/>
              </a:spcBef>
              <a:spcAft>
                <a:spcPts val="0"/>
              </a:spcAft>
              <a:buSzPts val="3000"/>
              <a:buFont typeface="Neucha"/>
              <a:buNone/>
              <a:defRPr b="1" sz="3000">
                <a:latin typeface="Neucha"/>
                <a:ea typeface="Neucha"/>
                <a:cs typeface="Neucha"/>
                <a:sym typeface="Neucha"/>
              </a:defRPr>
            </a:lvl5pPr>
            <a:lvl6pPr lvl="5" rtl="0" algn="ctr">
              <a:spcBef>
                <a:spcPts val="0"/>
              </a:spcBef>
              <a:spcAft>
                <a:spcPts val="0"/>
              </a:spcAft>
              <a:buSzPts val="3000"/>
              <a:buFont typeface="Neucha"/>
              <a:buNone/>
              <a:defRPr b="1" sz="3000">
                <a:latin typeface="Neucha"/>
                <a:ea typeface="Neucha"/>
                <a:cs typeface="Neucha"/>
                <a:sym typeface="Neucha"/>
              </a:defRPr>
            </a:lvl6pPr>
            <a:lvl7pPr lvl="6" rtl="0" algn="ctr">
              <a:spcBef>
                <a:spcPts val="0"/>
              </a:spcBef>
              <a:spcAft>
                <a:spcPts val="0"/>
              </a:spcAft>
              <a:buSzPts val="3000"/>
              <a:buFont typeface="Neucha"/>
              <a:buNone/>
              <a:defRPr b="1" sz="3000">
                <a:latin typeface="Neucha"/>
                <a:ea typeface="Neucha"/>
                <a:cs typeface="Neucha"/>
                <a:sym typeface="Neucha"/>
              </a:defRPr>
            </a:lvl7pPr>
            <a:lvl8pPr lvl="7" rtl="0" algn="ctr">
              <a:spcBef>
                <a:spcPts val="0"/>
              </a:spcBef>
              <a:spcAft>
                <a:spcPts val="0"/>
              </a:spcAft>
              <a:buSzPts val="3000"/>
              <a:buFont typeface="Neucha"/>
              <a:buNone/>
              <a:defRPr b="1" sz="3000">
                <a:latin typeface="Neucha"/>
                <a:ea typeface="Neucha"/>
                <a:cs typeface="Neucha"/>
                <a:sym typeface="Neucha"/>
              </a:defRPr>
            </a:lvl8pPr>
            <a:lvl9pPr lvl="8" rtl="0" algn="ctr">
              <a:spcBef>
                <a:spcPts val="0"/>
              </a:spcBef>
              <a:spcAft>
                <a:spcPts val="0"/>
              </a:spcAft>
              <a:buSzPts val="3000"/>
              <a:buFont typeface="Neucha"/>
              <a:buNone/>
              <a:defRPr b="1" sz="3000">
                <a:latin typeface="Neucha"/>
                <a:ea typeface="Neucha"/>
                <a:cs typeface="Neucha"/>
                <a:sym typeface="Neucha"/>
              </a:defRPr>
            </a:lvl9pPr>
          </a:lstStyle>
          <a:p>
            <a:r>
              <a:t>xx%</a:t>
            </a:r>
          </a:p>
        </p:txBody>
      </p:sp>
      <p:sp>
        <p:nvSpPr>
          <p:cNvPr id="721" name="Google Shape;721;p13"/>
          <p:cNvSpPr txBox="1"/>
          <p:nvPr>
            <p:ph hasCustomPrompt="1" idx="18" type="title"/>
          </p:nvPr>
        </p:nvSpPr>
        <p:spPr>
          <a:xfrm>
            <a:off x="7097794" y="1406875"/>
            <a:ext cx="576000" cy="4461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b="1" sz="3000"/>
            </a:lvl1pPr>
            <a:lvl2pPr lvl="1" rtl="0" algn="ctr">
              <a:spcBef>
                <a:spcPts val="0"/>
              </a:spcBef>
              <a:spcAft>
                <a:spcPts val="0"/>
              </a:spcAft>
              <a:buSzPts val="3000"/>
              <a:buFont typeface="Neucha"/>
              <a:buNone/>
              <a:defRPr b="1" sz="3000">
                <a:latin typeface="Neucha"/>
                <a:ea typeface="Neucha"/>
                <a:cs typeface="Neucha"/>
                <a:sym typeface="Neucha"/>
              </a:defRPr>
            </a:lvl2pPr>
            <a:lvl3pPr lvl="2" rtl="0" algn="ctr">
              <a:spcBef>
                <a:spcPts val="0"/>
              </a:spcBef>
              <a:spcAft>
                <a:spcPts val="0"/>
              </a:spcAft>
              <a:buSzPts val="3000"/>
              <a:buFont typeface="Neucha"/>
              <a:buNone/>
              <a:defRPr b="1" sz="3000">
                <a:latin typeface="Neucha"/>
                <a:ea typeface="Neucha"/>
                <a:cs typeface="Neucha"/>
                <a:sym typeface="Neucha"/>
              </a:defRPr>
            </a:lvl3pPr>
            <a:lvl4pPr lvl="3" rtl="0" algn="ctr">
              <a:spcBef>
                <a:spcPts val="0"/>
              </a:spcBef>
              <a:spcAft>
                <a:spcPts val="0"/>
              </a:spcAft>
              <a:buSzPts val="3000"/>
              <a:buFont typeface="Neucha"/>
              <a:buNone/>
              <a:defRPr b="1" sz="3000">
                <a:latin typeface="Neucha"/>
                <a:ea typeface="Neucha"/>
                <a:cs typeface="Neucha"/>
                <a:sym typeface="Neucha"/>
              </a:defRPr>
            </a:lvl4pPr>
            <a:lvl5pPr lvl="4" rtl="0" algn="ctr">
              <a:spcBef>
                <a:spcPts val="0"/>
              </a:spcBef>
              <a:spcAft>
                <a:spcPts val="0"/>
              </a:spcAft>
              <a:buSzPts val="3000"/>
              <a:buFont typeface="Neucha"/>
              <a:buNone/>
              <a:defRPr b="1" sz="3000">
                <a:latin typeface="Neucha"/>
                <a:ea typeface="Neucha"/>
                <a:cs typeface="Neucha"/>
                <a:sym typeface="Neucha"/>
              </a:defRPr>
            </a:lvl5pPr>
            <a:lvl6pPr lvl="5" rtl="0" algn="ctr">
              <a:spcBef>
                <a:spcPts val="0"/>
              </a:spcBef>
              <a:spcAft>
                <a:spcPts val="0"/>
              </a:spcAft>
              <a:buSzPts val="3000"/>
              <a:buFont typeface="Neucha"/>
              <a:buNone/>
              <a:defRPr b="1" sz="3000">
                <a:latin typeface="Neucha"/>
                <a:ea typeface="Neucha"/>
                <a:cs typeface="Neucha"/>
                <a:sym typeface="Neucha"/>
              </a:defRPr>
            </a:lvl6pPr>
            <a:lvl7pPr lvl="6" rtl="0" algn="ctr">
              <a:spcBef>
                <a:spcPts val="0"/>
              </a:spcBef>
              <a:spcAft>
                <a:spcPts val="0"/>
              </a:spcAft>
              <a:buSzPts val="3000"/>
              <a:buFont typeface="Neucha"/>
              <a:buNone/>
              <a:defRPr b="1" sz="3000">
                <a:latin typeface="Neucha"/>
                <a:ea typeface="Neucha"/>
                <a:cs typeface="Neucha"/>
                <a:sym typeface="Neucha"/>
              </a:defRPr>
            </a:lvl7pPr>
            <a:lvl8pPr lvl="7" rtl="0" algn="ctr">
              <a:spcBef>
                <a:spcPts val="0"/>
              </a:spcBef>
              <a:spcAft>
                <a:spcPts val="0"/>
              </a:spcAft>
              <a:buSzPts val="3000"/>
              <a:buFont typeface="Neucha"/>
              <a:buNone/>
              <a:defRPr b="1" sz="3000">
                <a:latin typeface="Neucha"/>
                <a:ea typeface="Neucha"/>
                <a:cs typeface="Neucha"/>
                <a:sym typeface="Neucha"/>
              </a:defRPr>
            </a:lvl8pPr>
            <a:lvl9pPr lvl="8" rtl="0" algn="ctr">
              <a:spcBef>
                <a:spcPts val="0"/>
              </a:spcBef>
              <a:spcAft>
                <a:spcPts val="0"/>
              </a:spcAft>
              <a:buSzPts val="3000"/>
              <a:buFont typeface="Neucha"/>
              <a:buNone/>
              <a:defRPr b="1" sz="3000">
                <a:latin typeface="Neucha"/>
                <a:ea typeface="Neucha"/>
                <a:cs typeface="Neucha"/>
                <a:sym typeface="Neucha"/>
              </a:defRPr>
            </a:lvl9pPr>
          </a:lstStyle>
          <a:p>
            <a:r>
              <a:t>xx%</a:t>
            </a:r>
          </a:p>
        </p:txBody>
      </p:sp>
      <p:sp>
        <p:nvSpPr>
          <p:cNvPr id="722" name="Google Shape;722;p13"/>
          <p:cNvSpPr txBox="1"/>
          <p:nvPr>
            <p:ph hasCustomPrompt="1" idx="19" type="title"/>
          </p:nvPr>
        </p:nvSpPr>
        <p:spPr>
          <a:xfrm>
            <a:off x="1483560" y="3163491"/>
            <a:ext cx="576000" cy="4461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b="1" sz="3000"/>
            </a:lvl1pPr>
            <a:lvl2pPr lvl="1" rtl="0" algn="ctr">
              <a:spcBef>
                <a:spcPts val="0"/>
              </a:spcBef>
              <a:spcAft>
                <a:spcPts val="0"/>
              </a:spcAft>
              <a:buSzPts val="3000"/>
              <a:buFont typeface="Neucha"/>
              <a:buNone/>
              <a:defRPr b="1" sz="3000">
                <a:latin typeface="Neucha"/>
                <a:ea typeface="Neucha"/>
                <a:cs typeface="Neucha"/>
                <a:sym typeface="Neucha"/>
              </a:defRPr>
            </a:lvl2pPr>
            <a:lvl3pPr lvl="2" rtl="0" algn="ctr">
              <a:spcBef>
                <a:spcPts val="0"/>
              </a:spcBef>
              <a:spcAft>
                <a:spcPts val="0"/>
              </a:spcAft>
              <a:buSzPts val="3000"/>
              <a:buFont typeface="Neucha"/>
              <a:buNone/>
              <a:defRPr b="1" sz="3000">
                <a:latin typeface="Neucha"/>
                <a:ea typeface="Neucha"/>
                <a:cs typeface="Neucha"/>
                <a:sym typeface="Neucha"/>
              </a:defRPr>
            </a:lvl3pPr>
            <a:lvl4pPr lvl="3" rtl="0" algn="ctr">
              <a:spcBef>
                <a:spcPts val="0"/>
              </a:spcBef>
              <a:spcAft>
                <a:spcPts val="0"/>
              </a:spcAft>
              <a:buSzPts val="3000"/>
              <a:buFont typeface="Neucha"/>
              <a:buNone/>
              <a:defRPr b="1" sz="3000">
                <a:latin typeface="Neucha"/>
                <a:ea typeface="Neucha"/>
                <a:cs typeface="Neucha"/>
                <a:sym typeface="Neucha"/>
              </a:defRPr>
            </a:lvl4pPr>
            <a:lvl5pPr lvl="4" rtl="0" algn="ctr">
              <a:spcBef>
                <a:spcPts val="0"/>
              </a:spcBef>
              <a:spcAft>
                <a:spcPts val="0"/>
              </a:spcAft>
              <a:buSzPts val="3000"/>
              <a:buFont typeface="Neucha"/>
              <a:buNone/>
              <a:defRPr b="1" sz="3000">
                <a:latin typeface="Neucha"/>
                <a:ea typeface="Neucha"/>
                <a:cs typeface="Neucha"/>
                <a:sym typeface="Neucha"/>
              </a:defRPr>
            </a:lvl5pPr>
            <a:lvl6pPr lvl="5" rtl="0" algn="ctr">
              <a:spcBef>
                <a:spcPts val="0"/>
              </a:spcBef>
              <a:spcAft>
                <a:spcPts val="0"/>
              </a:spcAft>
              <a:buSzPts val="3000"/>
              <a:buFont typeface="Neucha"/>
              <a:buNone/>
              <a:defRPr b="1" sz="3000">
                <a:latin typeface="Neucha"/>
                <a:ea typeface="Neucha"/>
                <a:cs typeface="Neucha"/>
                <a:sym typeface="Neucha"/>
              </a:defRPr>
            </a:lvl6pPr>
            <a:lvl7pPr lvl="6" rtl="0" algn="ctr">
              <a:spcBef>
                <a:spcPts val="0"/>
              </a:spcBef>
              <a:spcAft>
                <a:spcPts val="0"/>
              </a:spcAft>
              <a:buSzPts val="3000"/>
              <a:buFont typeface="Neucha"/>
              <a:buNone/>
              <a:defRPr b="1" sz="3000">
                <a:latin typeface="Neucha"/>
                <a:ea typeface="Neucha"/>
                <a:cs typeface="Neucha"/>
                <a:sym typeface="Neucha"/>
              </a:defRPr>
            </a:lvl7pPr>
            <a:lvl8pPr lvl="7" rtl="0" algn="ctr">
              <a:spcBef>
                <a:spcPts val="0"/>
              </a:spcBef>
              <a:spcAft>
                <a:spcPts val="0"/>
              </a:spcAft>
              <a:buSzPts val="3000"/>
              <a:buFont typeface="Neucha"/>
              <a:buNone/>
              <a:defRPr b="1" sz="3000">
                <a:latin typeface="Neucha"/>
                <a:ea typeface="Neucha"/>
                <a:cs typeface="Neucha"/>
                <a:sym typeface="Neucha"/>
              </a:defRPr>
            </a:lvl8pPr>
            <a:lvl9pPr lvl="8" rtl="0" algn="ctr">
              <a:spcBef>
                <a:spcPts val="0"/>
              </a:spcBef>
              <a:spcAft>
                <a:spcPts val="0"/>
              </a:spcAft>
              <a:buSzPts val="3000"/>
              <a:buFont typeface="Neucha"/>
              <a:buNone/>
              <a:defRPr b="1" sz="3000">
                <a:latin typeface="Neucha"/>
                <a:ea typeface="Neucha"/>
                <a:cs typeface="Neucha"/>
                <a:sym typeface="Neucha"/>
              </a:defRPr>
            </a:lvl9pPr>
          </a:lstStyle>
          <a:p>
            <a:r>
              <a:t>xx%</a:t>
            </a:r>
          </a:p>
        </p:txBody>
      </p:sp>
      <p:sp>
        <p:nvSpPr>
          <p:cNvPr id="723" name="Google Shape;723;p13"/>
          <p:cNvSpPr txBox="1"/>
          <p:nvPr>
            <p:ph hasCustomPrompt="1" idx="20" type="title"/>
          </p:nvPr>
        </p:nvSpPr>
        <p:spPr>
          <a:xfrm>
            <a:off x="4286025" y="3163491"/>
            <a:ext cx="576000" cy="4461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b="1" sz="3000"/>
            </a:lvl1pPr>
            <a:lvl2pPr lvl="1" rtl="0" algn="ctr">
              <a:spcBef>
                <a:spcPts val="0"/>
              </a:spcBef>
              <a:spcAft>
                <a:spcPts val="0"/>
              </a:spcAft>
              <a:buSzPts val="3000"/>
              <a:buFont typeface="Neucha"/>
              <a:buNone/>
              <a:defRPr b="1" sz="3000">
                <a:latin typeface="Neucha"/>
                <a:ea typeface="Neucha"/>
                <a:cs typeface="Neucha"/>
                <a:sym typeface="Neucha"/>
              </a:defRPr>
            </a:lvl2pPr>
            <a:lvl3pPr lvl="2" rtl="0" algn="ctr">
              <a:spcBef>
                <a:spcPts val="0"/>
              </a:spcBef>
              <a:spcAft>
                <a:spcPts val="0"/>
              </a:spcAft>
              <a:buSzPts val="3000"/>
              <a:buFont typeface="Neucha"/>
              <a:buNone/>
              <a:defRPr b="1" sz="3000">
                <a:latin typeface="Neucha"/>
                <a:ea typeface="Neucha"/>
                <a:cs typeface="Neucha"/>
                <a:sym typeface="Neucha"/>
              </a:defRPr>
            </a:lvl3pPr>
            <a:lvl4pPr lvl="3" rtl="0" algn="ctr">
              <a:spcBef>
                <a:spcPts val="0"/>
              </a:spcBef>
              <a:spcAft>
                <a:spcPts val="0"/>
              </a:spcAft>
              <a:buSzPts val="3000"/>
              <a:buFont typeface="Neucha"/>
              <a:buNone/>
              <a:defRPr b="1" sz="3000">
                <a:latin typeface="Neucha"/>
                <a:ea typeface="Neucha"/>
                <a:cs typeface="Neucha"/>
                <a:sym typeface="Neucha"/>
              </a:defRPr>
            </a:lvl4pPr>
            <a:lvl5pPr lvl="4" rtl="0" algn="ctr">
              <a:spcBef>
                <a:spcPts val="0"/>
              </a:spcBef>
              <a:spcAft>
                <a:spcPts val="0"/>
              </a:spcAft>
              <a:buSzPts val="3000"/>
              <a:buFont typeface="Neucha"/>
              <a:buNone/>
              <a:defRPr b="1" sz="3000">
                <a:latin typeface="Neucha"/>
                <a:ea typeface="Neucha"/>
                <a:cs typeface="Neucha"/>
                <a:sym typeface="Neucha"/>
              </a:defRPr>
            </a:lvl5pPr>
            <a:lvl6pPr lvl="5" rtl="0" algn="ctr">
              <a:spcBef>
                <a:spcPts val="0"/>
              </a:spcBef>
              <a:spcAft>
                <a:spcPts val="0"/>
              </a:spcAft>
              <a:buSzPts val="3000"/>
              <a:buFont typeface="Neucha"/>
              <a:buNone/>
              <a:defRPr b="1" sz="3000">
                <a:latin typeface="Neucha"/>
                <a:ea typeface="Neucha"/>
                <a:cs typeface="Neucha"/>
                <a:sym typeface="Neucha"/>
              </a:defRPr>
            </a:lvl6pPr>
            <a:lvl7pPr lvl="6" rtl="0" algn="ctr">
              <a:spcBef>
                <a:spcPts val="0"/>
              </a:spcBef>
              <a:spcAft>
                <a:spcPts val="0"/>
              </a:spcAft>
              <a:buSzPts val="3000"/>
              <a:buFont typeface="Neucha"/>
              <a:buNone/>
              <a:defRPr b="1" sz="3000">
                <a:latin typeface="Neucha"/>
                <a:ea typeface="Neucha"/>
                <a:cs typeface="Neucha"/>
                <a:sym typeface="Neucha"/>
              </a:defRPr>
            </a:lvl7pPr>
            <a:lvl8pPr lvl="7" rtl="0" algn="ctr">
              <a:spcBef>
                <a:spcPts val="0"/>
              </a:spcBef>
              <a:spcAft>
                <a:spcPts val="0"/>
              </a:spcAft>
              <a:buSzPts val="3000"/>
              <a:buFont typeface="Neucha"/>
              <a:buNone/>
              <a:defRPr b="1" sz="3000">
                <a:latin typeface="Neucha"/>
                <a:ea typeface="Neucha"/>
                <a:cs typeface="Neucha"/>
                <a:sym typeface="Neucha"/>
              </a:defRPr>
            </a:lvl8pPr>
            <a:lvl9pPr lvl="8" rtl="0" algn="ctr">
              <a:spcBef>
                <a:spcPts val="0"/>
              </a:spcBef>
              <a:spcAft>
                <a:spcPts val="0"/>
              </a:spcAft>
              <a:buSzPts val="3000"/>
              <a:buFont typeface="Neucha"/>
              <a:buNone/>
              <a:defRPr b="1" sz="3000">
                <a:latin typeface="Neucha"/>
                <a:ea typeface="Neucha"/>
                <a:cs typeface="Neucha"/>
                <a:sym typeface="Neucha"/>
              </a:defRPr>
            </a:lvl9pPr>
          </a:lstStyle>
          <a:p>
            <a:r>
              <a:t>xx%</a:t>
            </a:r>
          </a:p>
        </p:txBody>
      </p:sp>
      <p:sp>
        <p:nvSpPr>
          <p:cNvPr id="724" name="Google Shape;724;p13"/>
          <p:cNvSpPr txBox="1"/>
          <p:nvPr>
            <p:ph hasCustomPrompt="1" idx="21" type="title"/>
          </p:nvPr>
        </p:nvSpPr>
        <p:spPr>
          <a:xfrm>
            <a:off x="7097794" y="3163491"/>
            <a:ext cx="576000" cy="4461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b="1" sz="3000"/>
            </a:lvl1pPr>
            <a:lvl2pPr lvl="1" rtl="0" algn="ctr">
              <a:spcBef>
                <a:spcPts val="0"/>
              </a:spcBef>
              <a:spcAft>
                <a:spcPts val="0"/>
              </a:spcAft>
              <a:buSzPts val="3000"/>
              <a:buFont typeface="Neucha"/>
              <a:buNone/>
              <a:defRPr b="1" sz="3000">
                <a:latin typeface="Neucha"/>
                <a:ea typeface="Neucha"/>
                <a:cs typeface="Neucha"/>
                <a:sym typeface="Neucha"/>
              </a:defRPr>
            </a:lvl2pPr>
            <a:lvl3pPr lvl="2" rtl="0" algn="ctr">
              <a:spcBef>
                <a:spcPts val="0"/>
              </a:spcBef>
              <a:spcAft>
                <a:spcPts val="0"/>
              </a:spcAft>
              <a:buSzPts val="3000"/>
              <a:buFont typeface="Neucha"/>
              <a:buNone/>
              <a:defRPr b="1" sz="3000">
                <a:latin typeface="Neucha"/>
                <a:ea typeface="Neucha"/>
                <a:cs typeface="Neucha"/>
                <a:sym typeface="Neucha"/>
              </a:defRPr>
            </a:lvl3pPr>
            <a:lvl4pPr lvl="3" rtl="0" algn="ctr">
              <a:spcBef>
                <a:spcPts val="0"/>
              </a:spcBef>
              <a:spcAft>
                <a:spcPts val="0"/>
              </a:spcAft>
              <a:buSzPts val="3000"/>
              <a:buFont typeface="Neucha"/>
              <a:buNone/>
              <a:defRPr b="1" sz="3000">
                <a:latin typeface="Neucha"/>
                <a:ea typeface="Neucha"/>
                <a:cs typeface="Neucha"/>
                <a:sym typeface="Neucha"/>
              </a:defRPr>
            </a:lvl4pPr>
            <a:lvl5pPr lvl="4" rtl="0" algn="ctr">
              <a:spcBef>
                <a:spcPts val="0"/>
              </a:spcBef>
              <a:spcAft>
                <a:spcPts val="0"/>
              </a:spcAft>
              <a:buSzPts val="3000"/>
              <a:buFont typeface="Neucha"/>
              <a:buNone/>
              <a:defRPr b="1" sz="3000">
                <a:latin typeface="Neucha"/>
                <a:ea typeface="Neucha"/>
                <a:cs typeface="Neucha"/>
                <a:sym typeface="Neucha"/>
              </a:defRPr>
            </a:lvl5pPr>
            <a:lvl6pPr lvl="5" rtl="0" algn="ctr">
              <a:spcBef>
                <a:spcPts val="0"/>
              </a:spcBef>
              <a:spcAft>
                <a:spcPts val="0"/>
              </a:spcAft>
              <a:buSzPts val="3000"/>
              <a:buFont typeface="Neucha"/>
              <a:buNone/>
              <a:defRPr b="1" sz="3000">
                <a:latin typeface="Neucha"/>
                <a:ea typeface="Neucha"/>
                <a:cs typeface="Neucha"/>
                <a:sym typeface="Neucha"/>
              </a:defRPr>
            </a:lvl6pPr>
            <a:lvl7pPr lvl="6" rtl="0" algn="ctr">
              <a:spcBef>
                <a:spcPts val="0"/>
              </a:spcBef>
              <a:spcAft>
                <a:spcPts val="0"/>
              </a:spcAft>
              <a:buSzPts val="3000"/>
              <a:buFont typeface="Neucha"/>
              <a:buNone/>
              <a:defRPr b="1" sz="3000">
                <a:latin typeface="Neucha"/>
                <a:ea typeface="Neucha"/>
                <a:cs typeface="Neucha"/>
                <a:sym typeface="Neucha"/>
              </a:defRPr>
            </a:lvl7pPr>
            <a:lvl8pPr lvl="7" rtl="0" algn="ctr">
              <a:spcBef>
                <a:spcPts val="0"/>
              </a:spcBef>
              <a:spcAft>
                <a:spcPts val="0"/>
              </a:spcAft>
              <a:buSzPts val="3000"/>
              <a:buFont typeface="Neucha"/>
              <a:buNone/>
              <a:defRPr b="1" sz="3000">
                <a:latin typeface="Neucha"/>
                <a:ea typeface="Neucha"/>
                <a:cs typeface="Neucha"/>
                <a:sym typeface="Neucha"/>
              </a:defRPr>
            </a:lvl8pPr>
            <a:lvl9pPr lvl="8" rtl="0" algn="ctr">
              <a:spcBef>
                <a:spcPts val="0"/>
              </a:spcBef>
              <a:spcAft>
                <a:spcPts val="0"/>
              </a:spcAft>
              <a:buSzPts val="3000"/>
              <a:buFont typeface="Neucha"/>
              <a:buNone/>
              <a:defRPr b="1" sz="3000">
                <a:latin typeface="Neucha"/>
                <a:ea typeface="Neucha"/>
                <a:cs typeface="Neucha"/>
                <a:sym typeface="Neucha"/>
              </a:defRPr>
            </a:lvl9pPr>
          </a:lstStyle>
          <a:p>
            <a:r>
              <a:t>xx%</a:t>
            </a:r>
          </a:p>
        </p:txBody>
      </p:sp>
      <p:sp>
        <p:nvSpPr>
          <p:cNvPr id="725" name="Google Shape;725;p13"/>
          <p:cNvSpPr/>
          <p:nvPr/>
        </p:nvSpPr>
        <p:spPr>
          <a:xfrm>
            <a:off x="2483740" y="171622"/>
            <a:ext cx="207943" cy="207927"/>
          </a:xfrm>
          <a:custGeom>
            <a:rect b="b" l="l" r="r" t="t"/>
            <a:pathLst>
              <a:path extrusionOk="0" h="3209" w="3209">
                <a:moveTo>
                  <a:pt x="1524" y="1"/>
                </a:moveTo>
                <a:lnTo>
                  <a:pt x="1250" y="980"/>
                </a:lnTo>
                <a:lnTo>
                  <a:pt x="271" y="706"/>
                </a:lnTo>
                <a:lnTo>
                  <a:pt x="1" y="1685"/>
                </a:lnTo>
                <a:lnTo>
                  <a:pt x="980" y="1960"/>
                </a:lnTo>
                <a:lnTo>
                  <a:pt x="706" y="2939"/>
                </a:lnTo>
                <a:lnTo>
                  <a:pt x="1685" y="3209"/>
                </a:lnTo>
                <a:lnTo>
                  <a:pt x="1960" y="2230"/>
                </a:lnTo>
                <a:lnTo>
                  <a:pt x="2939" y="2504"/>
                </a:lnTo>
                <a:lnTo>
                  <a:pt x="3209" y="1524"/>
                </a:lnTo>
                <a:lnTo>
                  <a:pt x="2230" y="1250"/>
                </a:lnTo>
                <a:lnTo>
                  <a:pt x="2504" y="271"/>
                </a:lnTo>
                <a:lnTo>
                  <a:pt x="15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13"/>
          <p:cNvSpPr/>
          <p:nvPr/>
        </p:nvSpPr>
        <p:spPr>
          <a:xfrm>
            <a:off x="2113408" y="294927"/>
            <a:ext cx="60134" cy="60130"/>
          </a:xfrm>
          <a:custGeom>
            <a:rect b="b" l="l" r="r" t="t"/>
            <a:pathLst>
              <a:path extrusionOk="0" h="928" w="928">
                <a:moveTo>
                  <a:pt x="436" y="0"/>
                </a:moveTo>
                <a:cubicBezTo>
                  <a:pt x="218" y="0"/>
                  <a:pt x="1" y="218"/>
                  <a:pt x="1" y="492"/>
                </a:cubicBezTo>
                <a:cubicBezTo>
                  <a:pt x="1" y="710"/>
                  <a:pt x="218" y="927"/>
                  <a:pt x="436" y="927"/>
                </a:cubicBezTo>
                <a:cubicBezTo>
                  <a:pt x="710" y="927"/>
                  <a:pt x="928" y="710"/>
                  <a:pt x="928" y="492"/>
                </a:cubicBezTo>
                <a:cubicBezTo>
                  <a:pt x="928" y="218"/>
                  <a:pt x="710"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13"/>
          <p:cNvSpPr/>
          <p:nvPr/>
        </p:nvSpPr>
        <p:spPr>
          <a:xfrm>
            <a:off x="3040826" y="55185"/>
            <a:ext cx="59875" cy="56436"/>
          </a:xfrm>
          <a:custGeom>
            <a:rect b="b" l="l" r="r" t="t"/>
            <a:pathLst>
              <a:path extrusionOk="0" h="871" w="924">
                <a:moveTo>
                  <a:pt x="436" y="0"/>
                </a:moveTo>
                <a:cubicBezTo>
                  <a:pt x="219" y="0"/>
                  <a:pt x="1" y="165"/>
                  <a:pt x="1" y="435"/>
                </a:cubicBezTo>
                <a:cubicBezTo>
                  <a:pt x="1" y="710"/>
                  <a:pt x="219" y="871"/>
                  <a:pt x="436" y="871"/>
                </a:cubicBezTo>
                <a:cubicBezTo>
                  <a:pt x="706" y="871"/>
                  <a:pt x="924" y="710"/>
                  <a:pt x="924" y="435"/>
                </a:cubicBezTo>
                <a:cubicBezTo>
                  <a:pt x="924" y="165"/>
                  <a:pt x="706"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28" name="Google Shape;728;p13"/>
          <p:cNvGrpSpPr/>
          <p:nvPr/>
        </p:nvGrpSpPr>
        <p:grpSpPr>
          <a:xfrm>
            <a:off x="8430775" y="49513"/>
            <a:ext cx="674325" cy="1173675"/>
            <a:chOff x="4266275" y="6869625"/>
            <a:chExt cx="674325" cy="1173675"/>
          </a:xfrm>
        </p:grpSpPr>
        <p:sp>
          <p:nvSpPr>
            <p:cNvPr id="729" name="Google Shape;729;p13"/>
            <p:cNvSpPr/>
            <p:nvPr/>
          </p:nvSpPr>
          <p:spPr>
            <a:xfrm>
              <a:off x="4754025" y="7408475"/>
              <a:ext cx="186575" cy="194125"/>
            </a:xfrm>
            <a:custGeom>
              <a:rect b="b" l="l" r="r" t="t"/>
              <a:pathLst>
                <a:path extrusionOk="0" h="7765" w="7463">
                  <a:moveTo>
                    <a:pt x="2044" y="0"/>
                  </a:moveTo>
                  <a:lnTo>
                    <a:pt x="0" y="1945"/>
                  </a:lnTo>
                  <a:lnTo>
                    <a:pt x="5419" y="7765"/>
                  </a:lnTo>
                  <a:lnTo>
                    <a:pt x="7463" y="5828"/>
                  </a:lnTo>
                  <a:lnTo>
                    <a:pt x="2044"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13"/>
            <p:cNvSpPr/>
            <p:nvPr/>
          </p:nvSpPr>
          <p:spPr>
            <a:xfrm>
              <a:off x="4759125" y="7416225"/>
              <a:ext cx="58875" cy="53575"/>
            </a:xfrm>
            <a:custGeom>
              <a:rect b="b" l="l" r="r" t="t"/>
              <a:pathLst>
                <a:path extrusionOk="0" h="2143" w="2355">
                  <a:moveTo>
                    <a:pt x="2044" y="1"/>
                  </a:moveTo>
                  <a:lnTo>
                    <a:pt x="1" y="1840"/>
                  </a:lnTo>
                  <a:lnTo>
                    <a:pt x="311" y="2142"/>
                  </a:lnTo>
                  <a:lnTo>
                    <a:pt x="2354" y="205"/>
                  </a:lnTo>
                  <a:lnTo>
                    <a:pt x="2044" y="1"/>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13"/>
            <p:cNvSpPr/>
            <p:nvPr/>
          </p:nvSpPr>
          <p:spPr>
            <a:xfrm>
              <a:off x="4774450" y="7428900"/>
              <a:ext cx="56225" cy="56225"/>
            </a:xfrm>
            <a:custGeom>
              <a:rect b="b" l="l" r="r" t="t"/>
              <a:pathLst>
                <a:path extrusionOk="0" h="2249" w="2249">
                  <a:moveTo>
                    <a:pt x="2044" y="0"/>
                  </a:moveTo>
                  <a:lnTo>
                    <a:pt x="1" y="1946"/>
                  </a:lnTo>
                  <a:lnTo>
                    <a:pt x="205" y="2248"/>
                  </a:lnTo>
                  <a:lnTo>
                    <a:pt x="2248" y="311"/>
                  </a:lnTo>
                  <a:lnTo>
                    <a:pt x="2044" y="0"/>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13"/>
            <p:cNvSpPr/>
            <p:nvPr/>
          </p:nvSpPr>
          <p:spPr>
            <a:xfrm>
              <a:off x="4787325" y="7444225"/>
              <a:ext cx="56225" cy="53750"/>
            </a:xfrm>
            <a:custGeom>
              <a:rect b="b" l="l" r="r" t="t"/>
              <a:pathLst>
                <a:path extrusionOk="0" h="2150" w="2249">
                  <a:moveTo>
                    <a:pt x="2044" y="0"/>
                  </a:moveTo>
                  <a:lnTo>
                    <a:pt x="0" y="1839"/>
                  </a:lnTo>
                  <a:lnTo>
                    <a:pt x="205" y="2150"/>
                  </a:lnTo>
                  <a:lnTo>
                    <a:pt x="2248" y="311"/>
                  </a:lnTo>
                  <a:lnTo>
                    <a:pt x="2044" y="0"/>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13"/>
            <p:cNvSpPr/>
            <p:nvPr/>
          </p:nvSpPr>
          <p:spPr>
            <a:xfrm>
              <a:off x="4800000" y="7457100"/>
              <a:ext cx="58875" cy="56200"/>
            </a:xfrm>
            <a:custGeom>
              <a:rect b="b" l="l" r="r" t="t"/>
              <a:pathLst>
                <a:path extrusionOk="0" h="2248" w="2355">
                  <a:moveTo>
                    <a:pt x="2044" y="0"/>
                  </a:moveTo>
                  <a:lnTo>
                    <a:pt x="0" y="1937"/>
                  </a:lnTo>
                  <a:lnTo>
                    <a:pt x="311" y="2248"/>
                  </a:lnTo>
                  <a:lnTo>
                    <a:pt x="2354" y="303"/>
                  </a:lnTo>
                  <a:lnTo>
                    <a:pt x="2044" y="0"/>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13"/>
            <p:cNvSpPr/>
            <p:nvPr/>
          </p:nvSpPr>
          <p:spPr>
            <a:xfrm>
              <a:off x="4812875" y="7472425"/>
              <a:ext cx="58650" cy="53550"/>
            </a:xfrm>
            <a:custGeom>
              <a:rect b="b" l="l" r="r" t="t"/>
              <a:pathLst>
                <a:path extrusionOk="0" h="2142" w="2346">
                  <a:moveTo>
                    <a:pt x="2043" y="0"/>
                  </a:moveTo>
                  <a:lnTo>
                    <a:pt x="0" y="1937"/>
                  </a:lnTo>
                  <a:lnTo>
                    <a:pt x="303" y="2142"/>
                  </a:lnTo>
                  <a:lnTo>
                    <a:pt x="2346" y="303"/>
                  </a:lnTo>
                  <a:lnTo>
                    <a:pt x="2043" y="0"/>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13"/>
            <p:cNvSpPr/>
            <p:nvPr/>
          </p:nvSpPr>
          <p:spPr>
            <a:xfrm>
              <a:off x="4825525" y="7487750"/>
              <a:ext cx="58875" cy="53550"/>
            </a:xfrm>
            <a:custGeom>
              <a:rect b="b" l="l" r="r" t="t"/>
              <a:pathLst>
                <a:path extrusionOk="0" h="2142" w="2355">
                  <a:moveTo>
                    <a:pt x="2044" y="0"/>
                  </a:moveTo>
                  <a:lnTo>
                    <a:pt x="1" y="1839"/>
                  </a:lnTo>
                  <a:lnTo>
                    <a:pt x="311" y="2142"/>
                  </a:lnTo>
                  <a:lnTo>
                    <a:pt x="2355" y="205"/>
                  </a:lnTo>
                  <a:lnTo>
                    <a:pt x="2044" y="0"/>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13"/>
            <p:cNvSpPr/>
            <p:nvPr/>
          </p:nvSpPr>
          <p:spPr>
            <a:xfrm>
              <a:off x="4840850" y="7500425"/>
              <a:ext cx="56225" cy="56200"/>
            </a:xfrm>
            <a:custGeom>
              <a:rect b="b" l="l" r="r" t="t"/>
              <a:pathLst>
                <a:path extrusionOk="0" h="2248" w="2249">
                  <a:moveTo>
                    <a:pt x="2044" y="0"/>
                  </a:moveTo>
                  <a:lnTo>
                    <a:pt x="1" y="1945"/>
                  </a:lnTo>
                  <a:lnTo>
                    <a:pt x="205" y="2248"/>
                  </a:lnTo>
                  <a:lnTo>
                    <a:pt x="2249" y="311"/>
                  </a:lnTo>
                  <a:lnTo>
                    <a:pt x="2044" y="0"/>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13"/>
            <p:cNvSpPr/>
            <p:nvPr/>
          </p:nvSpPr>
          <p:spPr>
            <a:xfrm>
              <a:off x="4853725" y="7515750"/>
              <a:ext cx="56225" cy="53750"/>
            </a:xfrm>
            <a:custGeom>
              <a:rect b="b" l="l" r="r" t="t"/>
              <a:pathLst>
                <a:path extrusionOk="0" h="2150" w="2249">
                  <a:moveTo>
                    <a:pt x="2044" y="0"/>
                  </a:moveTo>
                  <a:lnTo>
                    <a:pt x="1" y="1839"/>
                  </a:lnTo>
                  <a:lnTo>
                    <a:pt x="205" y="2150"/>
                  </a:lnTo>
                  <a:lnTo>
                    <a:pt x="2249" y="204"/>
                  </a:lnTo>
                  <a:lnTo>
                    <a:pt x="2044" y="0"/>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13"/>
            <p:cNvSpPr/>
            <p:nvPr/>
          </p:nvSpPr>
          <p:spPr>
            <a:xfrm>
              <a:off x="4866400" y="7528625"/>
              <a:ext cx="58875" cy="56200"/>
            </a:xfrm>
            <a:custGeom>
              <a:rect b="b" l="l" r="r" t="t"/>
              <a:pathLst>
                <a:path extrusionOk="0" h="2248" w="2355">
                  <a:moveTo>
                    <a:pt x="2044" y="0"/>
                  </a:moveTo>
                  <a:lnTo>
                    <a:pt x="1" y="1937"/>
                  </a:lnTo>
                  <a:lnTo>
                    <a:pt x="311" y="2248"/>
                  </a:lnTo>
                  <a:lnTo>
                    <a:pt x="2355" y="302"/>
                  </a:lnTo>
                  <a:lnTo>
                    <a:pt x="2044" y="0"/>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13"/>
            <p:cNvSpPr/>
            <p:nvPr/>
          </p:nvSpPr>
          <p:spPr>
            <a:xfrm>
              <a:off x="4879275" y="7543950"/>
              <a:ext cx="58675" cy="53550"/>
            </a:xfrm>
            <a:custGeom>
              <a:rect b="b" l="l" r="r" t="t"/>
              <a:pathLst>
                <a:path extrusionOk="0" h="2142" w="2347">
                  <a:moveTo>
                    <a:pt x="2044" y="0"/>
                  </a:moveTo>
                  <a:lnTo>
                    <a:pt x="0" y="1937"/>
                  </a:lnTo>
                  <a:lnTo>
                    <a:pt x="303" y="2141"/>
                  </a:lnTo>
                  <a:lnTo>
                    <a:pt x="2346" y="302"/>
                  </a:lnTo>
                  <a:lnTo>
                    <a:pt x="2044" y="0"/>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13"/>
            <p:cNvSpPr/>
            <p:nvPr/>
          </p:nvSpPr>
          <p:spPr>
            <a:xfrm>
              <a:off x="4266275" y="7482625"/>
              <a:ext cx="597700" cy="560675"/>
            </a:xfrm>
            <a:custGeom>
              <a:rect b="b" l="l" r="r" t="t"/>
              <a:pathLst>
                <a:path extrusionOk="0" h="22427" w="23908">
                  <a:moveTo>
                    <a:pt x="19616" y="1"/>
                  </a:moveTo>
                  <a:lnTo>
                    <a:pt x="1324" y="16855"/>
                  </a:lnTo>
                  <a:cubicBezTo>
                    <a:pt x="98" y="18081"/>
                    <a:pt x="0" y="20124"/>
                    <a:pt x="1226" y="21456"/>
                  </a:cubicBezTo>
                  <a:cubicBezTo>
                    <a:pt x="1809" y="22094"/>
                    <a:pt x="2641" y="22426"/>
                    <a:pt x="3492" y="22426"/>
                  </a:cubicBezTo>
                  <a:cubicBezTo>
                    <a:pt x="4279" y="22426"/>
                    <a:pt x="5082" y="22143"/>
                    <a:pt x="5722" y="21554"/>
                  </a:cubicBezTo>
                  <a:lnTo>
                    <a:pt x="23907" y="4701"/>
                  </a:lnTo>
                  <a:lnTo>
                    <a:pt x="1961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13"/>
            <p:cNvSpPr/>
            <p:nvPr/>
          </p:nvSpPr>
          <p:spPr>
            <a:xfrm>
              <a:off x="4294275" y="7615450"/>
              <a:ext cx="429125" cy="403000"/>
            </a:xfrm>
            <a:custGeom>
              <a:rect b="b" l="l" r="r" t="t"/>
              <a:pathLst>
                <a:path extrusionOk="0" h="16120" w="17165">
                  <a:moveTo>
                    <a:pt x="14001" y="1"/>
                  </a:moveTo>
                  <a:lnTo>
                    <a:pt x="1022" y="12056"/>
                  </a:lnTo>
                  <a:cubicBezTo>
                    <a:pt x="0" y="12972"/>
                    <a:pt x="0" y="14402"/>
                    <a:pt x="817" y="15326"/>
                  </a:cubicBezTo>
                  <a:cubicBezTo>
                    <a:pt x="1305" y="15865"/>
                    <a:pt x="1934" y="16120"/>
                    <a:pt x="2569" y="16120"/>
                  </a:cubicBezTo>
                  <a:cubicBezTo>
                    <a:pt x="3137" y="16120"/>
                    <a:pt x="3711" y="15916"/>
                    <a:pt x="4193" y="15530"/>
                  </a:cubicBezTo>
                  <a:lnTo>
                    <a:pt x="17164" y="3368"/>
                  </a:lnTo>
                  <a:lnTo>
                    <a:pt x="14001" y="1"/>
                  </a:lnTo>
                  <a:close/>
                </a:path>
              </a:pathLst>
            </a:custGeom>
            <a:solidFill>
              <a:srgbClr val="FF78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13"/>
            <p:cNvSpPr/>
            <p:nvPr/>
          </p:nvSpPr>
          <p:spPr>
            <a:xfrm>
              <a:off x="4736250" y="7454450"/>
              <a:ext cx="155725" cy="166150"/>
            </a:xfrm>
            <a:custGeom>
              <a:rect b="b" l="l" r="r" t="t"/>
              <a:pathLst>
                <a:path extrusionOk="0" h="6646" w="6229">
                  <a:moveTo>
                    <a:pt x="817" y="0"/>
                  </a:moveTo>
                  <a:lnTo>
                    <a:pt x="0" y="817"/>
                  </a:lnTo>
                  <a:lnTo>
                    <a:pt x="5313" y="6645"/>
                  </a:lnTo>
                  <a:lnTo>
                    <a:pt x="6228" y="5828"/>
                  </a:lnTo>
                  <a:lnTo>
                    <a:pt x="817" y="0"/>
                  </a:lnTo>
                  <a:close/>
                </a:path>
              </a:pathLst>
            </a:custGeom>
            <a:solidFill>
              <a:srgbClr val="E8E8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13"/>
            <p:cNvSpPr/>
            <p:nvPr/>
          </p:nvSpPr>
          <p:spPr>
            <a:xfrm>
              <a:off x="4294275" y="7881100"/>
              <a:ext cx="143050" cy="137350"/>
            </a:xfrm>
            <a:custGeom>
              <a:rect b="b" l="l" r="r" t="t"/>
              <a:pathLst>
                <a:path extrusionOk="0" h="5494" w="5722">
                  <a:moveTo>
                    <a:pt x="2558" y="0"/>
                  </a:moveTo>
                  <a:cubicBezTo>
                    <a:pt x="2532" y="24"/>
                    <a:pt x="2506" y="48"/>
                    <a:pt x="2480" y="73"/>
                  </a:cubicBezTo>
                  <a:lnTo>
                    <a:pt x="2480" y="73"/>
                  </a:lnTo>
                  <a:lnTo>
                    <a:pt x="2558" y="0"/>
                  </a:lnTo>
                  <a:close/>
                  <a:moveTo>
                    <a:pt x="5721" y="3368"/>
                  </a:moveTo>
                  <a:lnTo>
                    <a:pt x="5716" y="3373"/>
                  </a:lnTo>
                  <a:lnTo>
                    <a:pt x="5716" y="3373"/>
                  </a:lnTo>
                  <a:cubicBezTo>
                    <a:pt x="5718" y="3371"/>
                    <a:pt x="5720" y="3369"/>
                    <a:pt x="5721" y="3368"/>
                  </a:cubicBezTo>
                  <a:close/>
                  <a:moveTo>
                    <a:pt x="2480" y="73"/>
                  </a:moveTo>
                  <a:lnTo>
                    <a:pt x="1022" y="1430"/>
                  </a:lnTo>
                  <a:cubicBezTo>
                    <a:pt x="0" y="2346"/>
                    <a:pt x="0" y="3776"/>
                    <a:pt x="817" y="4700"/>
                  </a:cubicBezTo>
                  <a:cubicBezTo>
                    <a:pt x="1305" y="5239"/>
                    <a:pt x="1934" y="5494"/>
                    <a:pt x="2569" y="5494"/>
                  </a:cubicBezTo>
                  <a:cubicBezTo>
                    <a:pt x="3137" y="5494"/>
                    <a:pt x="3711" y="5290"/>
                    <a:pt x="4193" y="4904"/>
                  </a:cubicBezTo>
                  <a:lnTo>
                    <a:pt x="5716" y="3373"/>
                  </a:lnTo>
                  <a:lnTo>
                    <a:pt x="5716" y="3373"/>
                  </a:lnTo>
                  <a:cubicBezTo>
                    <a:pt x="5284" y="3806"/>
                    <a:pt x="4739" y="4010"/>
                    <a:pt x="4187" y="4010"/>
                  </a:cubicBezTo>
                  <a:cubicBezTo>
                    <a:pt x="3568" y="4010"/>
                    <a:pt x="2939" y="3752"/>
                    <a:pt x="2452" y="3269"/>
                  </a:cubicBezTo>
                  <a:cubicBezTo>
                    <a:pt x="1563" y="2373"/>
                    <a:pt x="1630" y="905"/>
                    <a:pt x="2480" y="73"/>
                  </a:cubicBezTo>
                  <a:close/>
                </a:path>
              </a:pathLst>
            </a:custGeom>
            <a:solidFill>
              <a:srgbClr val="F56E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13"/>
            <p:cNvSpPr/>
            <p:nvPr/>
          </p:nvSpPr>
          <p:spPr>
            <a:xfrm>
              <a:off x="4577875" y="7543950"/>
              <a:ext cx="125075" cy="112400"/>
            </a:xfrm>
            <a:custGeom>
              <a:rect b="b" l="l" r="r" t="t"/>
              <a:pathLst>
                <a:path extrusionOk="0" h="4496" w="5003">
                  <a:moveTo>
                    <a:pt x="4496" y="0"/>
                  </a:moveTo>
                  <a:lnTo>
                    <a:pt x="1" y="4185"/>
                  </a:lnTo>
                  <a:cubicBezTo>
                    <a:pt x="205" y="4291"/>
                    <a:pt x="507" y="4389"/>
                    <a:pt x="916" y="4495"/>
                  </a:cubicBezTo>
                  <a:lnTo>
                    <a:pt x="2657" y="2861"/>
                  </a:lnTo>
                  <a:lnTo>
                    <a:pt x="3573" y="3776"/>
                  </a:lnTo>
                  <a:cubicBezTo>
                    <a:pt x="4594" y="2959"/>
                    <a:pt x="5003" y="1635"/>
                    <a:pt x="4594" y="302"/>
                  </a:cubicBezTo>
                  <a:lnTo>
                    <a:pt x="4496" y="0"/>
                  </a:lnTo>
                  <a:close/>
                </a:path>
              </a:pathLst>
            </a:custGeom>
            <a:solidFill>
              <a:srgbClr val="E3E6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13"/>
            <p:cNvSpPr/>
            <p:nvPr/>
          </p:nvSpPr>
          <p:spPr>
            <a:xfrm>
              <a:off x="4600775" y="7615450"/>
              <a:ext cx="66425" cy="43350"/>
            </a:xfrm>
            <a:custGeom>
              <a:rect b="b" l="l" r="r" t="t"/>
              <a:pathLst>
                <a:path extrusionOk="0" h="1734" w="2657">
                  <a:moveTo>
                    <a:pt x="1741" y="1"/>
                  </a:moveTo>
                  <a:lnTo>
                    <a:pt x="0" y="1635"/>
                  </a:lnTo>
                  <a:cubicBezTo>
                    <a:pt x="204" y="1733"/>
                    <a:pt x="409" y="1733"/>
                    <a:pt x="613" y="1733"/>
                  </a:cubicBezTo>
                  <a:cubicBezTo>
                    <a:pt x="924" y="1733"/>
                    <a:pt x="1332" y="1635"/>
                    <a:pt x="1635" y="1529"/>
                  </a:cubicBezTo>
                  <a:cubicBezTo>
                    <a:pt x="2044" y="1431"/>
                    <a:pt x="2354" y="1227"/>
                    <a:pt x="2657" y="916"/>
                  </a:cubicBezTo>
                  <a:lnTo>
                    <a:pt x="174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13"/>
            <p:cNvSpPr/>
            <p:nvPr/>
          </p:nvSpPr>
          <p:spPr>
            <a:xfrm>
              <a:off x="4268725" y="6869625"/>
              <a:ext cx="209475" cy="130200"/>
            </a:xfrm>
            <a:custGeom>
              <a:rect b="b" l="l" r="r" t="t"/>
              <a:pathLst>
                <a:path extrusionOk="0" h="5208" w="8379">
                  <a:moveTo>
                    <a:pt x="7463" y="1"/>
                  </a:moveTo>
                  <a:lnTo>
                    <a:pt x="0" y="2551"/>
                  </a:lnTo>
                  <a:lnTo>
                    <a:pt x="924" y="5207"/>
                  </a:lnTo>
                  <a:lnTo>
                    <a:pt x="8378" y="2551"/>
                  </a:lnTo>
                  <a:lnTo>
                    <a:pt x="7463"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13"/>
            <p:cNvSpPr/>
            <p:nvPr/>
          </p:nvSpPr>
          <p:spPr>
            <a:xfrm>
              <a:off x="4276475" y="6928275"/>
              <a:ext cx="30675" cy="69100"/>
            </a:xfrm>
            <a:custGeom>
              <a:rect b="b" l="l" r="r" t="t"/>
              <a:pathLst>
                <a:path extrusionOk="0" h="2764" w="1227">
                  <a:moveTo>
                    <a:pt x="303" y="1"/>
                  </a:moveTo>
                  <a:lnTo>
                    <a:pt x="1" y="107"/>
                  </a:lnTo>
                  <a:lnTo>
                    <a:pt x="916" y="2763"/>
                  </a:lnTo>
                  <a:lnTo>
                    <a:pt x="1227" y="2657"/>
                  </a:lnTo>
                  <a:lnTo>
                    <a:pt x="303" y="1"/>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13"/>
            <p:cNvSpPr/>
            <p:nvPr/>
          </p:nvSpPr>
          <p:spPr>
            <a:xfrm>
              <a:off x="4294275" y="6920725"/>
              <a:ext cx="30675" cy="68875"/>
            </a:xfrm>
            <a:custGeom>
              <a:rect b="b" l="l" r="r" t="t"/>
              <a:pathLst>
                <a:path extrusionOk="0" h="2755" w="1227">
                  <a:moveTo>
                    <a:pt x="311" y="0"/>
                  </a:moveTo>
                  <a:lnTo>
                    <a:pt x="0" y="205"/>
                  </a:lnTo>
                  <a:lnTo>
                    <a:pt x="924" y="2755"/>
                  </a:lnTo>
                  <a:lnTo>
                    <a:pt x="1226" y="2657"/>
                  </a:lnTo>
                  <a:lnTo>
                    <a:pt x="311" y="0"/>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13"/>
            <p:cNvSpPr/>
            <p:nvPr/>
          </p:nvSpPr>
          <p:spPr>
            <a:xfrm>
              <a:off x="4312250" y="6915600"/>
              <a:ext cx="30675" cy="68900"/>
            </a:xfrm>
            <a:custGeom>
              <a:rect b="b" l="l" r="r" t="t"/>
              <a:pathLst>
                <a:path extrusionOk="0" h="2756" w="1227">
                  <a:moveTo>
                    <a:pt x="303" y="1"/>
                  </a:moveTo>
                  <a:lnTo>
                    <a:pt x="0" y="99"/>
                  </a:lnTo>
                  <a:lnTo>
                    <a:pt x="916" y="2755"/>
                  </a:lnTo>
                  <a:lnTo>
                    <a:pt x="1226" y="2657"/>
                  </a:lnTo>
                  <a:lnTo>
                    <a:pt x="303" y="1"/>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13"/>
            <p:cNvSpPr/>
            <p:nvPr/>
          </p:nvSpPr>
          <p:spPr>
            <a:xfrm>
              <a:off x="4330025" y="6907850"/>
              <a:ext cx="33325" cy="69075"/>
            </a:xfrm>
            <a:custGeom>
              <a:rect b="b" l="l" r="r" t="t"/>
              <a:pathLst>
                <a:path extrusionOk="0" h="2763" w="1333">
                  <a:moveTo>
                    <a:pt x="409" y="0"/>
                  </a:moveTo>
                  <a:lnTo>
                    <a:pt x="0" y="205"/>
                  </a:lnTo>
                  <a:lnTo>
                    <a:pt x="924" y="2763"/>
                  </a:lnTo>
                  <a:lnTo>
                    <a:pt x="1333" y="2657"/>
                  </a:lnTo>
                  <a:lnTo>
                    <a:pt x="409" y="0"/>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13"/>
            <p:cNvSpPr/>
            <p:nvPr/>
          </p:nvSpPr>
          <p:spPr>
            <a:xfrm>
              <a:off x="4348000" y="6902725"/>
              <a:ext cx="33125" cy="69100"/>
            </a:xfrm>
            <a:custGeom>
              <a:rect b="b" l="l" r="r" t="t"/>
              <a:pathLst>
                <a:path extrusionOk="0" h="2764" w="1325">
                  <a:moveTo>
                    <a:pt x="409" y="1"/>
                  </a:moveTo>
                  <a:lnTo>
                    <a:pt x="1" y="107"/>
                  </a:lnTo>
                  <a:lnTo>
                    <a:pt x="916" y="2764"/>
                  </a:lnTo>
                  <a:lnTo>
                    <a:pt x="1325" y="2657"/>
                  </a:lnTo>
                  <a:lnTo>
                    <a:pt x="409" y="1"/>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13"/>
            <p:cNvSpPr/>
            <p:nvPr/>
          </p:nvSpPr>
          <p:spPr>
            <a:xfrm>
              <a:off x="4368450" y="6895175"/>
              <a:ext cx="30675" cy="68875"/>
            </a:xfrm>
            <a:custGeom>
              <a:rect b="b" l="l" r="r" t="t"/>
              <a:pathLst>
                <a:path extrusionOk="0" h="2755" w="1227">
                  <a:moveTo>
                    <a:pt x="302" y="1"/>
                  </a:moveTo>
                  <a:lnTo>
                    <a:pt x="0" y="205"/>
                  </a:lnTo>
                  <a:lnTo>
                    <a:pt x="915" y="2755"/>
                  </a:lnTo>
                  <a:lnTo>
                    <a:pt x="1226" y="2657"/>
                  </a:lnTo>
                  <a:lnTo>
                    <a:pt x="302" y="1"/>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13"/>
            <p:cNvSpPr/>
            <p:nvPr/>
          </p:nvSpPr>
          <p:spPr>
            <a:xfrm>
              <a:off x="4386225" y="6890075"/>
              <a:ext cx="30675" cy="68875"/>
            </a:xfrm>
            <a:custGeom>
              <a:rect b="b" l="l" r="r" t="t"/>
              <a:pathLst>
                <a:path extrusionOk="0" h="2755" w="1227">
                  <a:moveTo>
                    <a:pt x="311" y="0"/>
                  </a:moveTo>
                  <a:lnTo>
                    <a:pt x="0" y="98"/>
                  </a:lnTo>
                  <a:lnTo>
                    <a:pt x="924" y="2755"/>
                  </a:lnTo>
                  <a:lnTo>
                    <a:pt x="1226" y="2657"/>
                  </a:lnTo>
                  <a:lnTo>
                    <a:pt x="311" y="0"/>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13"/>
            <p:cNvSpPr/>
            <p:nvPr/>
          </p:nvSpPr>
          <p:spPr>
            <a:xfrm>
              <a:off x="4404200" y="6882300"/>
              <a:ext cx="33125" cy="69100"/>
            </a:xfrm>
            <a:custGeom>
              <a:rect b="b" l="l" r="r" t="t"/>
              <a:pathLst>
                <a:path extrusionOk="0" h="2764" w="1325">
                  <a:moveTo>
                    <a:pt x="409" y="1"/>
                  </a:moveTo>
                  <a:lnTo>
                    <a:pt x="0" y="205"/>
                  </a:lnTo>
                  <a:lnTo>
                    <a:pt x="916" y="2763"/>
                  </a:lnTo>
                  <a:lnTo>
                    <a:pt x="1324" y="2657"/>
                  </a:lnTo>
                  <a:lnTo>
                    <a:pt x="409" y="1"/>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13"/>
            <p:cNvSpPr/>
            <p:nvPr/>
          </p:nvSpPr>
          <p:spPr>
            <a:xfrm>
              <a:off x="4421975" y="6877200"/>
              <a:ext cx="33325" cy="69075"/>
            </a:xfrm>
            <a:custGeom>
              <a:rect b="b" l="l" r="r" t="t"/>
              <a:pathLst>
                <a:path extrusionOk="0" h="2763" w="1333">
                  <a:moveTo>
                    <a:pt x="409" y="0"/>
                  </a:moveTo>
                  <a:lnTo>
                    <a:pt x="0" y="107"/>
                  </a:lnTo>
                  <a:lnTo>
                    <a:pt x="924" y="2763"/>
                  </a:lnTo>
                  <a:lnTo>
                    <a:pt x="1333" y="2657"/>
                  </a:lnTo>
                  <a:lnTo>
                    <a:pt x="409" y="0"/>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13"/>
            <p:cNvSpPr/>
            <p:nvPr/>
          </p:nvSpPr>
          <p:spPr>
            <a:xfrm>
              <a:off x="4439950" y="6869625"/>
              <a:ext cx="33125" cy="68900"/>
            </a:xfrm>
            <a:custGeom>
              <a:rect b="b" l="l" r="r" t="t"/>
              <a:pathLst>
                <a:path extrusionOk="0" h="2756" w="1325">
                  <a:moveTo>
                    <a:pt x="409" y="1"/>
                  </a:moveTo>
                  <a:lnTo>
                    <a:pt x="1" y="99"/>
                  </a:lnTo>
                  <a:lnTo>
                    <a:pt x="1022" y="2755"/>
                  </a:lnTo>
                  <a:lnTo>
                    <a:pt x="1325" y="2657"/>
                  </a:lnTo>
                  <a:lnTo>
                    <a:pt x="409" y="1"/>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13"/>
            <p:cNvSpPr/>
            <p:nvPr/>
          </p:nvSpPr>
          <p:spPr>
            <a:xfrm>
              <a:off x="4314700" y="6956475"/>
              <a:ext cx="367825" cy="694425"/>
            </a:xfrm>
            <a:custGeom>
              <a:rect b="b" l="l" r="r" t="t"/>
              <a:pathLst>
                <a:path extrusionOk="0" h="27777" w="14713">
                  <a:moveTo>
                    <a:pt x="6032" y="1"/>
                  </a:moveTo>
                  <a:lnTo>
                    <a:pt x="0" y="2142"/>
                  </a:lnTo>
                  <a:lnTo>
                    <a:pt x="8076" y="25640"/>
                  </a:lnTo>
                  <a:cubicBezTo>
                    <a:pt x="8559" y="26929"/>
                    <a:pt x="9805" y="27776"/>
                    <a:pt x="11111" y="27776"/>
                  </a:cubicBezTo>
                  <a:cubicBezTo>
                    <a:pt x="11462" y="27776"/>
                    <a:pt x="11817" y="27715"/>
                    <a:pt x="12162" y="27586"/>
                  </a:cubicBezTo>
                  <a:cubicBezTo>
                    <a:pt x="13895" y="26973"/>
                    <a:pt x="14713" y="25134"/>
                    <a:pt x="14206" y="23499"/>
                  </a:cubicBezTo>
                  <a:lnTo>
                    <a:pt x="603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13"/>
            <p:cNvSpPr/>
            <p:nvPr/>
          </p:nvSpPr>
          <p:spPr>
            <a:xfrm>
              <a:off x="4391325" y="7125050"/>
              <a:ext cx="265650" cy="498700"/>
            </a:xfrm>
            <a:custGeom>
              <a:rect b="b" l="l" r="r" t="t"/>
              <a:pathLst>
                <a:path extrusionOk="0" h="19948" w="10626">
                  <a:moveTo>
                    <a:pt x="4398" y="1"/>
                  </a:moveTo>
                  <a:lnTo>
                    <a:pt x="0" y="1529"/>
                  </a:lnTo>
                  <a:lnTo>
                    <a:pt x="5828" y="18391"/>
                  </a:lnTo>
                  <a:cubicBezTo>
                    <a:pt x="6151" y="19361"/>
                    <a:pt x="7048" y="19947"/>
                    <a:pt x="8016" y="19947"/>
                  </a:cubicBezTo>
                  <a:cubicBezTo>
                    <a:pt x="8271" y="19947"/>
                    <a:pt x="8531" y="19906"/>
                    <a:pt x="8787" y="19821"/>
                  </a:cubicBezTo>
                  <a:cubicBezTo>
                    <a:pt x="10013" y="19412"/>
                    <a:pt x="10626" y="18080"/>
                    <a:pt x="10217" y="16854"/>
                  </a:cubicBezTo>
                  <a:lnTo>
                    <a:pt x="439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13"/>
            <p:cNvSpPr/>
            <p:nvPr/>
          </p:nvSpPr>
          <p:spPr>
            <a:xfrm>
              <a:off x="4289150" y="6933375"/>
              <a:ext cx="196800" cy="91975"/>
            </a:xfrm>
            <a:custGeom>
              <a:rect b="b" l="l" r="r" t="t"/>
              <a:pathLst>
                <a:path extrusionOk="0" h="3679" w="7872">
                  <a:moveTo>
                    <a:pt x="7561" y="1"/>
                  </a:moveTo>
                  <a:lnTo>
                    <a:pt x="1" y="2559"/>
                  </a:lnTo>
                  <a:lnTo>
                    <a:pt x="409" y="3679"/>
                  </a:lnTo>
                  <a:lnTo>
                    <a:pt x="7872" y="1023"/>
                  </a:lnTo>
                  <a:lnTo>
                    <a:pt x="7561" y="1"/>
                  </a:lnTo>
                  <a:close/>
                </a:path>
              </a:pathLst>
            </a:custGeom>
            <a:solidFill>
              <a:srgbClr val="E8E8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13"/>
            <p:cNvSpPr/>
            <p:nvPr/>
          </p:nvSpPr>
          <p:spPr>
            <a:xfrm>
              <a:off x="4519025" y="7495300"/>
              <a:ext cx="137950" cy="128450"/>
            </a:xfrm>
            <a:custGeom>
              <a:rect b="b" l="l" r="r" t="t"/>
              <a:pathLst>
                <a:path extrusionOk="0" h="5138" w="5518">
                  <a:moveTo>
                    <a:pt x="1" y="1537"/>
                  </a:moveTo>
                  <a:cubicBezTo>
                    <a:pt x="9" y="1562"/>
                    <a:pt x="18" y="1587"/>
                    <a:pt x="27" y="1611"/>
                  </a:cubicBezTo>
                  <a:lnTo>
                    <a:pt x="27" y="1611"/>
                  </a:lnTo>
                  <a:lnTo>
                    <a:pt x="1" y="1537"/>
                  </a:lnTo>
                  <a:close/>
                  <a:moveTo>
                    <a:pt x="4398" y="1"/>
                  </a:moveTo>
                  <a:cubicBezTo>
                    <a:pt x="4807" y="1227"/>
                    <a:pt x="4194" y="2559"/>
                    <a:pt x="2968" y="2968"/>
                  </a:cubicBezTo>
                  <a:cubicBezTo>
                    <a:pt x="2712" y="3053"/>
                    <a:pt x="2451" y="3094"/>
                    <a:pt x="2196" y="3094"/>
                  </a:cubicBezTo>
                  <a:cubicBezTo>
                    <a:pt x="1251" y="3094"/>
                    <a:pt x="370" y="2537"/>
                    <a:pt x="27" y="1611"/>
                  </a:cubicBezTo>
                  <a:lnTo>
                    <a:pt x="27" y="1611"/>
                  </a:lnTo>
                  <a:lnTo>
                    <a:pt x="720" y="3581"/>
                  </a:lnTo>
                  <a:cubicBezTo>
                    <a:pt x="1043" y="4551"/>
                    <a:pt x="1940" y="5137"/>
                    <a:pt x="2908" y="5137"/>
                  </a:cubicBezTo>
                  <a:cubicBezTo>
                    <a:pt x="3163" y="5137"/>
                    <a:pt x="3423" y="5096"/>
                    <a:pt x="3679" y="5011"/>
                  </a:cubicBezTo>
                  <a:cubicBezTo>
                    <a:pt x="4905" y="4602"/>
                    <a:pt x="5518" y="3270"/>
                    <a:pt x="5109" y="2044"/>
                  </a:cubicBezTo>
                  <a:lnTo>
                    <a:pt x="4398" y="1"/>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1">
  <p:cSld name="CUSTOM_5">
    <p:spTree>
      <p:nvGrpSpPr>
        <p:cNvPr id="761" name="Shape 761"/>
        <p:cNvGrpSpPr/>
        <p:nvPr/>
      </p:nvGrpSpPr>
      <p:grpSpPr>
        <a:xfrm>
          <a:off x="0" y="0"/>
          <a:ext cx="0" cy="0"/>
          <a:chOff x="0" y="0"/>
          <a:chExt cx="0" cy="0"/>
        </a:xfrm>
      </p:grpSpPr>
      <p:sp>
        <p:nvSpPr>
          <p:cNvPr id="762" name="Google Shape;762;p14"/>
          <p:cNvSpPr/>
          <p:nvPr/>
        </p:nvSpPr>
        <p:spPr>
          <a:xfrm>
            <a:off x="7915700" y="3334300"/>
            <a:ext cx="1228300" cy="1809200"/>
          </a:xfrm>
          <a:custGeom>
            <a:rect b="b" l="l" r="r" t="t"/>
            <a:pathLst>
              <a:path extrusionOk="0" h="72368" w="49132">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14"/>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64" name="Google Shape;764;p14"/>
          <p:cNvSpPr/>
          <p:nvPr/>
        </p:nvSpPr>
        <p:spPr>
          <a:xfrm rot="10800000">
            <a:off x="-9537" y="-7300"/>
            <a:ext cx="2222725" cy="1383500"/>
          </a:xfrm>
          <a:custGeom>
            <a:rect b="b" l="l" r="r" t="t"/>
            <a:pathLst>
              <a:path extrusionOk="0" h="55340" w="88909">
                <a:moveTo>
                  <a:pt x="88908" y="0"/>
                </a:moveTo>
                <a:cubicBezTo>
                  <a:pt x="88908" y="0"/>
                  <a:pt x="58168" y="5172"/>
                  <a:pt x="55339" y="24595"/>
                </a:cubicBezTo>
                <a:cubicBezTo>
                  <a:pt x="53680" y="35682"/>
                  <a:pt x="45717" y="37631"/>
                  <a:pt x="40161" y="37631"/>
                </a:cubicBezTo>
                <a:cubicBezTo>
                  <a:pt x="38791" y="37631"/>
                  <a:pt x="37568" y="37513"/>
                  <a:pt x="36621" y="37383"/>
                </a:cubicBezTo>
                <a:cubicBezTo>
                  <a:pt x="35777" y="37271"/>
                  <a:pt x="34940" y="37215"/>
                  <a:pt x="34112" y="37215"/>
                </a:cubicBezTo>
                <a:cubicBezTo>
                  <a:pt x="28107" y="37215"/>
                  <a:pt x="22606" y="40140"/>
                  <a:pt x="18826" y="45545"/>
                </a:cubicBezTo>
                <a:cubicBezTo>
                  <a:pt x="14530" y="51692"/>
                  <a:pt x="6151" y="54142"/>
                  <a:pt x="0" y="55339"/>
                </a:cubicBezTo>
                <a:lnTo>
                  <a:pt x="88908" y="55339"/>
                </a:lnTo>
                <a:lnTo>
                  <a:pt x="88908"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14"/>
          <p:cNvSpPr/>
          <p:nvPr/>
        </p:nvSpPr>
        <p:spPr>
          <a:xfrm>
            <a:off x="7823198" y="472987"/>
            <a:ext cx="261014" cy="257301"/>
          </a:xfrm>
          <a:custGeom>
            <a:rect b="b" l="l" r="r" t="t"/>
            <a:pathLst>
              <a:path extrusionOk="0" h="3971" w="4028">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14"/>
          <p:cNvSpPr/>
          <p:nvPr/>
        </p:nvSpPr>
        <p:spPr>
          <a:xfrm>
            <a:off x="7953511" y="187306"/>
            <a:ext cx="60199" cy="60130"/>
          </a:xfrm>
          <a:custGeom>
            <a:rect b="b" l="l" r="r" t="t"/>
            <a:pathLst>
              <a:path extrusionOk="0" h="928" w="929">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14"/>
          <p:cNvSpPr/>
          <p:nvPr/>
        </p:nvSpPr>
        <p:spPr>
          <a:xfrm>
            <a:off x="8112335" y="1121714"/>
            <a:ext cx="59875" cy="59871"/>
          </a:xfrm>
          <a:custGeom>
            <a:rect b="b" l="l" r="r" t="t"/>
            <a:pathLst>
              <a:path extrusionOk="0" h="924" w="924">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14"/>
          <p:cNvSpPr/>
          <p:nvPr/>
        </p:nvSpPr>
        <p:spPr>
          <a:xfrm>
            <a:off x="8352328" y="522082"/>
            <a:ext cx="60134" cy="60130"/>
          </a:xfrm>
          <a:custGeom>
            <a:rect b="b" l="l" r="r" t="t"/>
            <a:pathLst>
              <a:path extrusionOk="0" h="928" w="928">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69" name="Google Shape;769;p14"/>
          <p:cNvGrpSpPr/>
          <p:nvPr/>
        </p:nvGrpSpPr>
        <p:grpSpPr>
          <a:xfrm>
            <a:off x="188950" y="4381475"/>
            <a:ext cx="480225" cy="615300"/>
            <a:chOff x="912850" y="4743425"/>
            <a:chExt cx="480225" cy="615300"/>
          </a:xfrm>
        </p:grpSpPr>
        <p:sp>
          <p:nvSpPr>
            <p:cNvPr id="770" name="Google Shape;770;p14"/>
            <p:cNvSpPr/>
            <p:nvPr/>
          </p:nvSpPr>
          <p:spPr>
            <a:xfrm>
              <a:off x="912850" y="4825175"/>
              <a:ext cx="480225" cy="533550"/>
            </a:xfrm>
            <a:custGeom>
              <a:rect b="b" l="l" r="r" t="t"/>
              <a:pathLst>
                <a:path extrusionOk="0" h="21342" w="19209">
                  <a:moveTo>
                    <a:pt x="5927" y="0"/>
                  </a:moveTo>
                  <a:lnTo>
                    <a:pt x="5722" y="1022"/>
                  </a:lnTo>
                  <a:cubicBezTo>
                    <a:pt x="4194" y="1120"/>
                    <a:pt x="2968" y="2044"/>
                    <a:pt x="2763" y="3270"/>
                  </a:cubicBezTo>
                  <a:lnTo>
                    <a:pt x="311" y="15832"/>
                  </a:lnTo>
                  <a:cubicBezTo>
                    <a:pt x="1" y="17467"/>
                    <a:pt x="1227" y="19101"/>
                    <a:pt x="3172" y="19412"/>
                  </a:cubicBezTo>
                  <a:lnTo>
                    <a:pt x="12572" y="21251"/>
                  </a:lnTo>
                  <a:cubicBezTo>
                    <a:pt x="12846" y="21312"/>
                    <a:pt x="13120" y="21341"/>
                    <a:pt x="13390" y="21341"/>
                  </a:cubicBezTo>
                  <a:cubicBezTo>
                    <a:pt x="14925" y="21341"/>
                    <a:pt x="16295" y="20394"/>
                    <a:pt x="16552" y="19003"/>
                  </a:cubicBezTo>
                  <a:lnTo>
                    <a:pt x="19004" y="6539"/>
                  </a:lnTo>
                  <a:cubicBezTo>
                    <a:pt x="19208" y="5207"/>
                    <a:pt x="18497" y="3883"/>
                    <a:pt x="17165" y="3270"/>
                  </a:cubicBezTo>
                  <a:lnTo>
                    <a:pt x="17369" y="2248"/>
                  </a:lnTo>
                  <a:lnTo>
                    <a:pt x="5927" y="0"/>
                  </a:ln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14"/>
            <p:cNvSpPr/>
            <p:nvPr/>
          </p:nvSpPr>
          <p:spPr>
            <a:xfrm>
              <a:off x="1055900" y="4825175"/>
              <a:ext cx="291200" cy="71525"/>
            </a:xfrm>
            <a:custGeom>
              <a:rect b="b" l="l" r="r" t="t"/>
              <a:pathLst>
                <a:path extrusionOk="0" h="2861" w="11648">
                  <a:moveTo>
                    <a:pt x="205" y="0"/>
                  </a:moveTo>
                  <a:lnTo>
                    <a:pt x="0" y="613"/>
                  </a:lnTo>
                  <a:lnTo>
                    <a:pt x="11549" y="2861"/>
                  </a:lnTo>
                  <a:lnTo>
                    <a:pt x="11647" y="2248"/>
                  </a:lnTo>
                  <a:lnTo>
                    <a:pt x="205" y="0"/>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14"/>
            <p:cNvSpPr/>
            <p:nvPr/>
          </p:nvSpPr>
          <p:spPr>
            <a:xfrm>
              <a:off x="1038125" y="4743425"/>
              <a:ext cx="344725" cy="143075"/>
            </a:xfrm>
            <a:custGeom>
              <a:rect b="b" l="l" r="r" t="t"/>
              <a:pathLst>
                <a:path extrusionOk="0" h="5723" w="13789">
                  <a:moveTo>
                    <a:pt x="613" y="1"/>
                  </a:moveTo>
                  <a:lnTo>
                    <a:pt x="0" y="3066"/>
                  </a:lnTo>
                  <a:lnTo>
                    <a:pt x="13176" y="5722"/>
                  </a:lnTo>
                  <a:lnTo>
                    <a:pt x="13789" y="2657"/>
                  </a:lnTo>
                  <a:lnTo>
                    <a:pt x="613"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14"/>
            <p:cNvSpPr/>
            <p:nvPr/>
          </p:nvSpPr>
          <p:spPr>
            <a:xfrm>
              <a:off x="1050775" y="4745900"/>
              <a:ext cx="28225" cy="79300"/>
            </a:xfrm>
            <a:custGeom>
              <a:rect b="b" l="l" r="r" t="t"/>
              <a:pathLst>
                <a:path extrusionOk="0" h="3172" w="1129">
                  <a:moveTo>
                    <a:pt x="614" y="0"/>
                  </a:moveTo>
                  <a:lnTo>
                    <a:pt x="1" y="3065"/>
                  </a:lnTo>
                  <a:lnTo>
                    <a:pt x="516" y="3171"/>
                  </a:lnTo>
                  <a:lnTo>
                    <a:pt x="1129" y="106"/>
                  </a:lnTo>
                  <a:lnTo>
                    <a:pt x="614" y="0"/>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14"/>
            <p:cNvSpPr/>
            <p:nvPr/>
          </p:nvSpPr>
          <p:spPr>
            <a:xfrm>
              <a:off x="1078975" y="4751000"/>
              <a:ext cx="30675" cy="81750"/>
            </a:xfrm>
            <a:custGeom>
              <a:rect b="b" l="l" r="r" t="t"/>
              <a:pathLst>
                <a:path extrusionOk="0" h="3270" w="1227">
                  <a:moveTo>
                    <a:pt x="614" y="0"/>
                  </a:moveTo>
                  <a:lnTo>
                    <a:pt x="1" y="3172"/>
                  </a:lnTo>
                  <a:lnTo>
                    <a:pt x="614" y="3270"/>
                  </a:lnTo>
                  <a:lnTo>
                    <a:pt x="1227" y="107"/>
                  </a:lnTo>
                  <a:lnTo>
                    <a:pt x="614" y="0"/>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14"/>
            <p:cNvSpPr/>
            <p:nvPr/>
          </p:nvSpPr>
          <p:spPr>
            <a:xfrm>
              <a:off x="1109625" y="4756100"/>
              <a:ext cx="28025" cy="81775"/>
            </a:xfrm>
            <a:custGeom>
              <a:rect b="b" l="l" r="r" t="t"/>
              <a:pathLst>
                <a:path extrusionOk="0" h="3271" w="1121">
                  <a:moveTo>
                    <a:pt x="614" y="1"/>
                  </a:moveTo>
                  <a:lnTo>
                    <a:pt x="1" y="3172"/>
                  </a:lnTo>
                  <a:lnTo>
                    <a:pt x="508" y="3270"/>
                  </a:lnTo>
                  <a:lnTo>
                    <a:pt x="1121" y="107"/>
                  </a:lnTo>
                  <a:lnTo>
                    <a:pt x="614" y="1"/>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14"/>
            <p:cNvSpPr/>
            <p:nvPr/>
          </p:nvSpPr>
          <p:spPr>
            <a:xfrm>
              <a:off x="1137625" y="4763875"/>
              <a:ext cx="30675" cy="79100"/>
            </a:xfrm>
            <a:custGeom>
              <a:rect b="b" l="l" r="r" t="t"/>
              <a:pathLst>
                <a:path extrusionOk="0" h="3164" w="1227">
                  <a:moveTo>
                    <a:pt x="614" y="0"/>
                  </a:moveTo>
                  <a:lnTo>
                    <a:pt x="1" y="3065"/>
                  </a:lnTo>
                  <a:lnTo>
                    <a:pt x="516" y="3163"/>
                  </a:lnTo>
                  <a:lnTo>
                    <a:pt x="1227" y="98"/>
                  </a:lnTo>
                  <a:lnTo>
                    <a:pt x="614" y="0"/>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14"/>
            <p:cNvSpPr/>
            <p:nvPr/>
          </p:nvSpPr>
          <p:spPr>
            <a:xfrm>
              <a:off x="1165825" y="4768975"/>
              <a:ext cx="30675" cy="79100"/>
            </a:xfrm>
            <a:custGeom>
              <a:rect b="b" l="l" r="r" t="t"/>
              <a:pathLst>
                <a:path extrusionOk="0" h="3164" w="1227">
                  <a:moveTo>
                    <a:pt x="712" y="1"/>
                  </a:moveTo>
                  <a:lnTo>
                    <a:pt x="1" y="3066"/>
                  </a:lnTo>
                  <a:lnTo>
                    <a:pt x="614" y="3164"/>
                  </a:lnTo>
                  <a:lnTo>
                    <a:pt x="1227" y="99"/>
                  </a:lnTo>
                  <a:lnTo>
                    <a:pt x="712" y="1"/>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14"/>
            <p:cNvSpPr/>
            <p:nvPr/>
          </p:nvSpPr>
          <p:spPr>
            <a:xfrm>
              <a:off x="1196475" y="4774075"/>
              <a:ext cx="28025" cy="81775"/>
            </a:xfrm>
            <a:custGeom>
              <a:rect b="b" l="l" r="r" t="t"/>
              <a:pathLst>
                <a:path extrusionOk="0" h="3271" w="1121">
                  <a:moveTo>
                    <a:pt x="614" y="1"/>
                  </a:moveTo>
                  <a:lnTo>
                    <a:pt x="1" y="3164"/>
                  </a:lnTo>
                  <a:lnTo>
                    <a:pt x="507" y="3270"/>
                  </a:lnTo>
                  <a:lnTo>
                    <a:pt x="1120" y="99"/>
                  </a:lnTo>
                  <a:lnTo>
                    <a:pt x="614" y="1"/>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14"/>
            <p:cNvSpPr/>
            <p:nvPr/>
          </p:nvSpPr>
          <p:spPr>
            <a:xfrm>
              <a:off x="1224475" y="4779200"/>
              <a:ext cx="30675" cy="81750"/>
            </a:xfrm>
            <a:custGeom>
              <a:rect b="b" l="l" r="r" t="t"/>
              <a:pathLst>
                <a:path extrusionOk="0" h="3270" w="1227">
                  <a:moveTo>
                    <a:pt x="613" y="0"/>
                  </a:moveTo>
                  <a:lnTo>
                    <a:pt x="0" y="3163"/>
                  </a:lnTo>
                  <a:lnTo>
                    <a:pt x="613" y="3270"/>
                  </a:lnTo>
                  <a:lnTo>
                    <a:pt x="1226" y="98"/>
                  </a:lnTo>
                  <a:lnTo>
                    <a:pt x="613" y="0"/>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14"/>
            <p:cNvSpPr/>
            <p:nvPr/>
          </p:nvSpPr>
          <p:spPr>
            <a:xfrm>
              <a:off x="1255125" y="4786750"/>
              <a:ext cx="28225" cy="79300"/>
            </a:xfrm>
            <a:custGeom>
              <a:rect b="b" l="l" r="r" t="t"/>
              <a:pathLst>
                <a:path extrusionOk="0" h="3172" w="1129">
                  <a:moveTo>
                    <a:pt x="613" y="1"/>
                  </a:moveTo>
                  <a:lnTo>
                    <a:pt x="0" y="3066"/>
                  </a:lnTo>
                  <a:lnTo>
                    <a:pt x="515" y="3172"/>
                  </a:lnTo>
                  <a:lnTo>
                    <a:pt x="1128" y="107"/>
                  </a:lnTo>
                  <a:lnTo>
                    <a:pt x="613" y="1"/>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14"/>
            <p:cNvSpPr/>
            <p:nvPr/>
          </p:nvSpPr>
          <p:spPr>
            <a:xfrm>
              <a:off x="1283325" y="4791875"/>
              <a:ext cx="30675" cy="81750"/>
            </a:xfrm>
            <a:custGeom>
              <a:rect b="b" l="l" r="r" t="t"/>
              <a:pathLst>
                <a:path extrusionOk="0" h="3270" w="1227">
                  <a:moveTo>
                    <a:pt x="613" y="0"/>
                  </a:moveTo>
                  <a:lnTo>
                    <a:pt x="0" y="3171"/>
                  </a:lnTo>
                  <a:lnTo>
                    <a:pt x="613" y="3269"/>
                  </a:lnTo>
                  <a:lnTo>
                    <a:pt x="1226" y="106"/>
                  </a:lnTo>
                  <a:lnTo>
                    <a:pt x="613" y="0"/>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14"/>
            <p:cNvSpPr/>
            <p:nvPr/>
          </p:nvSpPr>
          <p:spPr>
            <a:xfrm>
              <a:off x="1313975" y="4796975"/>
              <a:ext cx="28000" cy="81750"/>
            </a:xfrm>
            <a:custGeom>
              <a:rect b="b" l="l" r="r" t="t"/>
              <a:pathLst>
                <a:path extrusionOk="0" h="3270" w="1120">
                  <a:moveTo>
                    <a:pt x="613" y="0"/>
                  </a:moveTo>
                  <a:lnTo>
                    <a:pt x="0" y="3172"/>
                  </a:lnTo>
                  <a:lnTo>
                    <a:pt x="507" y="3270"/>
                  </a:lnTo>
                  <a:lnTo>
                    <a:pt x="1120" y="107"/>
                  </a:lnTo>
                  <a:lnTo>
                    <a:pt x="613" y="0"/>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14"/>
            <p:cNvSpPr/>
            <p:nvPr/>
          </p:nvSpPr>
          <p:spPr>
            <a:xfrm>
              <a:off x="1341950" y="4804725"/>
              <a:ext cx="30675" cy="79125"/>
            </a:xfrm>
            <a:custGeom>
              <a:rect b="b" l="l" r="r" t="t"/>
              <a:pathLst>
                <a:path extrusionOk="0" h="3165" w="1227">
                  <a:moveTo>
                    <a:pt x="614" y="1"/>
                  </a:moveTo>
                  <a:lnTo>
                    <a:pt x="1" y="3066"/>
                  </a:lnTo>
                  <a:lnTo>
                    <a:pt x="516" y="3164"/>
                  </a:lnTo>
                  <a:lnTo>
                    <a:pt x="1227" y="99"/>
                  </a:lnTo>
                  <a:lnTo>
                    <a:pt x="614" y="1"/>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14"/>
            <p:cNvSpPr/>
            <p:nvPr/>
          </p:nvSpPr>
          <p:spPr>
            <a:xfrm>
              <a:off x="935950" y="4963100"/>
              <a:ext cx="441800" cy="260550"/>
            </a:xfrm>
            <a:custGeom>
              <a:rect b="b" l="l" r="r" t="t"/>
              <a:pathLst>
                <a:path extrusionOk="0" h="10422" w="17672">
                  <a:moveTo>
                    <a:pt x="1431" y="0"/>
                  </a:moveTo>
                  <a:lnTo>
                    <a:pt x="0" y="7250"/>
                  </a:lnTo>
                  <a:lnTo>
                    <a:pt x="16241" y="10421"/>
                  </a:lnTo>
                  <a:lnTo>
                    <a:pt x="17671" y="3163"/>
                  </a:lnTo>
                  <a:lnTo>
                    <a:pt x="143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14"/>
            <p:cNvSpPr/>
            <p:nvPr/>
          </p:nvSpPr>
          <p:spPr>
            <a:xfrm>
              <a:off x="912850" y="5169875"/>
              <a:ext cx="424025" cy="188850"/>
            </a:xfrm>
            <a:custGeom>
              <a:rect b="b" l="l" r="r" t="t"/>
              <a:pathLst>
                <a:path extrusionOk="0" h="7554" w="16961">
                  <a:moveTo>
                    <a:pt x="16961" y="3172"/>
                  </a:moveTo>
                  <a:lnTo>
                    <a:pt x="16946" y="3244"/>
                  </a:lnTo>
                  <a:lnTo>
                    <a:pt x="16946" y="3244"/>
                  </a:lnTo>
                  <a:cubicBezTo>
                    <a:pt x="16951" y="3220"/>
                    <a:pt x="16956" y="3196"/>
                    <a:pt x="16961" y="3172"/>
                  </a:cubicBezTo>
                  <a:close/>
                  <a:moveTo>
                    <a:pt x="720" y="1"/>
                  </a:moveTo>
                  <a:lnTo>
                    <a:pt x="311" y="2044"/>
                  </a:lnTo>
                  <a:cubicBezTo>
                    <a:pt x="1" y="3679"/>
                    <a:pt x="1227" y="5313"/>
                    <a:pt x="3172" y="5624"/>
                  </a:cubicBezTo>
                  <a:lnTo>
                    <a:pt x="12572" y="7463"/>
                  </a:lnTo>
                  <a:cubicBezTo>
                    <a:pt x="12846" y="7524"/>
                    <a:pt x="13120" y="7553"/>
                    <a:pt x="13390" y="7553"/>
                  </a:cubicBezTo>
                  <a:cubicBezTo>
                    <a:pt x="14925" y="7553"/>
                    <a:pt x="16295" y="6606"/>
                    <a:pt x="16552" y="5215"/>
                  </a:cubicBezTo>
                  <a:lnTo>
                    <a:pt x="16946" y="3244"/>
                  </a:lnTo>
                  <a:lnTo>
                    <a:pt x="16946" y="3244"/>
                  </a:lnTo>
                  <a:cubicBezTo>
                    <a:pt x="16656" y="4596"/>
                    <a:pt x="15307" y="5510"/>
                    <a:pt x="13798" y="5510"/>
                  </a:cubicBezTo>
                  <a:cubicBezTo>
                    <a:pt x="13529" y="5510"/>
                    <a:pt x="13255" y="5481"/>
                    <a:pt x="12980" y="5420"/>
                  </a:cubicBezTo>
                  <a:lnTo>
                    <a:pt x="3475" y="3581"/>
                  </a:lnTo>
                  <a:cubicBezTo>
                    <a:pt x="1636" y="3270"/>
                    <a:pt x="410" y="1635"/>
                    <a:pt x="720" y="1"/>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14"/>
            <p:cNvSpPr/>
            <p:nvPr/>
          </p:nvSpPr>
          <p:spPr>
            <a:xfrm>
              <a:off x="963950" y="4963100"/>
              <a:ext cx="413800" cy="112400"/>
            </a:xfrm>
            <a:custGeom>
              <a:rect b="b" l="l" r="r" t="t"/>
              <a:pathLst>
                <a:path extrusionOk="0" h="4496" w="16552">
                  <a:moveTo>
                    <a:pt x="311" y="0"/>
                  </a:moveTo>
                  <a:lnTo>
                    <a:pt x="0" y="1324"/>
                  </a:lnTo>
                  <a:lnTo>
                    <a:pt x="16249" y="4496"/>
                  </a:lnTo>
                  <a:lnTo>
                    <a:pt x="16551" y="3163"/>
                  </a:lnTo>
                  <a:lnTo>
                    <a:pt x="311" y="0"/>
                  </a:lnTo>
                  <a:close/>
                </a:path>
              </a:pathLst>
            </a:custGeom>
            <a:solidFill>
              <a:srgbClr val="FF78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14"/>
            <p:cNvSpPr/>
            <p:nvPr/>
          </p:nvSpPr>
          <p:spPr>
            <a:xfrm>
              <a:off x="984375" y="5034625"/>
              <a:ext cx="94625" cy="94425"/>
            </a:xfrm>
            <a:custGeom>
              <a:rect b="b" l="l" r="r" t="t"/>
              <a:pathLst>
                <a:path extrusionOk="0" h="3777" w="3785">
                  <a:moveTo>
                    <a:pt x="1537" y="0"/>
                  </a:moveTo>
                  <a:lnTo>
                    <a:pt x="1333" y="1022"/>
                  </a:lnTo>
                  <a:lnTo>
                    <a:pt x="311" y="817"/>
                  </a:lnTo>
                  <a:lnTo>
                    <a:pt x="1" y="2248"/>
                  </a:lnTo>
                  <a:lnTo>
                    <a:pt x="1022" y="2452"/>
                  </a:lnTo>
                  <a:lnTo>
                    <a:pt x="818" y="3474"/>
                  </a:lnTo>
                  <a:lnTo>
                    <a:pt x="2248" y="3776"/>
                  </a:lnTo>
                  <a:lnTo>
                    <a:pt x="2453" y="2754"/>
                  </a:lnTo>
                  <a:lnTo>
                    <a:pt x="3474" y="2959"/>
                  </a:lnTo>
                  <a:lnTo>
                    <a:pt x="3785" y="1528"/>
                  </a:lnTo>
                  <a:lnTo>
                    <a:pt x="2763" y="1324"/>
                  </a:lnTo>
                  <a:lnTo>
                    <a:pt x="2967" y="302"/>
                  </a:lnTo>
                  <a:lnTo>
                    <a:pt x="1537" y="0"/>
                  </a:lnTo>
                  <a:close/>
                </a:path>
              </a:pathLst>
            </a:custGeom>
            <a:solidFill>
              <a:srgbClr val="FF78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14"/>
            <p:cNvSpPr/>
            <p:nvPr/>
          </p:nvSpPr>
          <p:spPr>
            <a:xfrm>
              <a:off x="1178500" y="5075475"/>
              <a:ext cx="145700" cy="43350"/>
            </a:xfrm>
            <a:custGeom>
              <a:rect b="b" l="l" r="r" t="t"/>
              <a:pathLst>
                <a:path extrusionOk="0" h="1734" w="5828">
                  <a:moveTo>
                    <a:pt x="205" y="1"/>
                  </a:moveTo>
                  <a:lnTo>
                    <a:pt x="0" y="614"/>
                  </a:lnTo>
                  <a:lnTo>
                    <a:pt x="5722" y="1733"/>
                  </a:lnTo>
                  <a:lnTo>
                    <a:pt x="5828" y="1120"/>
                  </a:lnTo>
                  <a:lnTo>
                    <a:pt x="205" y="1"/>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14"/>
            <p:cNvSpPr/>
            <p:nvPr/>
          </p:nvSpPr>
          <p:spPr>
            <a:xfrm>
              <a:off x="1170925" y="5113700"/>
              <a:ext cx="145525" cy="43550"/>
            </a:xfrm>
            <a:custGeom>
              <a:rect b="b" l="l" r="r" t="t"/>
              <a:pathLst>
                <a:path extrusionOk="0" h="1742" w="5821">
                  <a:moveTo>
                    <a:pt x="205" y="0"/>
                  </a:moveTo>
                  <a:lnTo>
                    <a:pt x="1" y="719"/>
                  </a:lnTo>
                  <a:lnTo>
                    <a:pt x="5722" y="1741"/>
                  </a:lnTo>
                  <a:lnTo>
                    <a:pt x="5820" y="1128"/>
                  </a:lnTo>
                  <a:lnTo>
                    <a:pt x="205" y="0"/>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90" name="Google Shape;790;p14"/>
          <p:cNvSpPr txBox="1"/>
          <p:nvPr>
            <p:ph idx="1" type="subTitle"/>
          </p:nvPr>
        </p:nvSpPr>
        <p:spPr>
          <a:xfrm>
            <a:off x="2046783" y="3085489"/>
            <a:ext cx="2194500" cy="365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300"/>
              <a:buNone/>
              <a:defRPr>
                <a:latin typeface="Nunito ExtraBold"/>
                <a:ea typeface="Nunito ExtraBold"/>
                <a:cs typeface="Nunito ExtraBold"/>
                <a:sym typeface="Nunito ExtraBold"/>
              </a:defRPr>
            </a:lvl1pPr>
            <a:lvl2pPr lvl="1" rtl="0">
              <a:spcBef>
                <a:spcPts val="0"/>
              </a:spcBef>
              <a:spcAft>
                <a:spcPts val="0"/>
              </a:spcAft>
              <a:buSzPts val="1300"/>
              <a:buNone/>
              <a:defRPr sz="1300"/>
            </a:lvl2pPr>
            <a:lvl3pPr lvl="2" rtl="0">
              <a:spcBef>
                <a:spcPts val="1600"/>
              </a:spcBef>
              <a:spcAft>
                <a:spcPts val="0"/>
              </a:spcAft>
              <a:buSzPts val="1300"/>
              <a:buNone/>
              <a:defRPr sz="1300"/>
            </a:lvl3pPr>
            <a:lvl4pPr lvl="3" rtl="0">
              <a:spcBef>
                <a:spcPts val="1600"/>
              </a:spcBef>
              <a:spcAft>
                <a:spcPts val="0"/>
              </a:spcAft>
              <a:buSzPts val="1300"/>
              <a:buNone/>
              <a:defRPr sz="1300"/>
            </a:lvl4pPr>
            <a:lvl5pPr lvl="4" rtl="0">
              <a:spcBef>
                <a:spcPts val="1600"/>
              </a:spcBef>
              <a:spcAft>
                <a:spcPts val="0"/>
              </a:spcAft>
              <a:buSzPts val="1300"/>
              <a:buNone/>
              <a:defRPr sz="1300"/>
            </a:lvl5pPr>
            <a:lvl6pPr lvl="5" rtl="0">
              <a:spcBef>
                <a:spcPts val="1600"/>
              </a:spcBef>
              <a:spcAft>
                <a:spcPts val="0"/>
              </a:spcAft>
              <a:buSzPts val="1300"/>
              <a:buNone/>
              <a:defRPr sz="1300"/>
            </a:lvl6pPr>
            <a:lvl7pPr lvl="6" rtl="0">
              <a:spcBef>
                <a:spcPts val="1600"/>
              </a:spcBef>
              <a:spcAft>
                <a:spcPts val="0"/>
              </a:spcAft>
              <a:buSzPts val="1300"/>
              <a:buNone/>
              <a:defRPr sz="1300"/>
            </a:lvl7pPr>
            <a:lvl8pPr lvl="7" rtl="0">
              <a:spcBef>
                <a:spcPts val="1600"/>
              </a:spcBef>
              <a:spcAft>
                <a:spcPts val="0"/>
              </a:spcAft>
              <a:buSzPts val="1300"/>
              <a:buNone/>
              <a:defRPr sz="1300"/>
            </a:lvl8pPr>
            <a:lvl9pPr lvl="8" rtl="0">
              <a:spcBef>
                <a:spcPts val="1600"/>
              </a:spcBef>
              <a:spcAft>
                <a:spcPts val="1600"/>
              </a:spcAft>
              <a:buSzPts val="1300"/>
              <a:buNone/>
              <a:defRPr sz="1300"/>
            </a:lvl9pPr>
          </a:lstStyle>
          <a:p/>
        </p:txBody>
      </p:sp>
      <p:sp>
        <p:nvSpPr>
          <p:cNvPr id="791" name="Google Shape;791;p14"/>
          <p:cNvSpPr txBox="1"/>
          <p:nvPr>
            <p:ph idx="2" type="subTitle"/>
          </p:nvPr>
        </p:nvSpPr>
        <p:spPr>
          <a:xfrm>
            <a:off x="2046783" y="3470328"/>
            <a:ext cx="2194500" cy="548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300"/>
              <a:buNone/>
              <a:defRPr sz="1400"/>
            </a:lvl1pPr>
            <a:lvl2pPr lvl="1" rtl="0">
              <a:spcBef>
                <a:spcPts val="0"/>
              </a:spcBef>
              <a:spcAft>
                <a:spcPts val="0"/>
              </a:spcAft>
              <a:buSzPts val="1300"/>
              <a:buNone/>
              <a:defRPr sz="1300"/>
            </a:lvl2pPr>
            <a:lvl3pPr lvl="2" rtl="0">
              <a:spcBef>
                <a:spcPts val="1600"/>
              </a:spcBef>
              <a:spcAft>
                <a:spcPts val="0"/>
              </a:spcAft>
              <a:buSzPts val="1300"/>
              <a:buNone/>
              <a:defRPr sz="1300"/>
            </a:lvl3pPr>
            <a:lvl4pPr lvl="3" rtl="0">
              <a:spcBef>
                <a:spcPts val="1600"/>
              </a:spcBef>
              <a:spcAft>
                <a:spcPts val="0"/>
              </a:spcAft>
              <a:buSzPts val="1300"/>
              <a:buNone/>
              <a:defRPr sz="1300"/>
            </a:lvl4pPr>
            <a:lvl5pPr lvl="4" rtl="0">
              <a:spcBef>
                <a:spcPts val="1600"/>
              </a:spcBef>
              <a:spcAft>
                <a:spcPts val="0"/>
              </a:spcAft>
              <a:buSzPts val="1300"/>
              <a:buNone/>
              <a:defRPr sz="1300"/>
            </a:lvl5pPr>
            <a:lvl6pPr lvl="5" rtl="0">
              <a:spcBef>
                <a:spcPts val="1600"/>
              </a:spcBef>
              <a:spcAft>
                <a:spcPts val="0"/>
              </a:spcAft>
              <a:buSzPts val="1300"/>
              <a:buNone/>
              <a:defRPr sz="1300"/>
            </a:lvl6pPr>
            <a:lvl7pPr lvl="6" rtl="0">
              <a:spcBef>
                <a:spcPts val="1600"/>
              </a:spcBef>
              <a:spcAft>
                <a:spcPts val="0"/>
              </a:spcAft>
              <a:buSzPts val="1300"/>
              <a:buNone/>
              <a:defRPr sz="1300"/>
            </a:lvl7pPr>
            <a:lvl8pPr lvl="7" rtl="0">
              <a:spcBef>
                <a:spcPts val="1600"/>
              </a:spcBef>
              <a:spcAft>
                <a:spcPts val="0"/>
              </a:spcAft>
              <a:buSzPts val="1300"/>
              <a:buNone/>
              <a:defRPr sz="1300"/>
            </a:lvl8pPr>
            <a:lvl9pPr lvl="8" rtl="0">
              <a:spcBef>
                <a:spcPts val="1600"/>
              </a:spcBef>
              <a:spcAft>
                <a:spcPts val="1600"/>
              </a:spcAft>
              <a:buSzPts val="1300"/>
              <a:buNone/>
              <a:defRPr sz="1300"/>
            </a:lvl9pPr>
          </a:lstStyle>
          <a:p/>
        </p:txBody>
      </p:sp>
      <p:sp>
        <p:nvSpPr>
          <p:cNvPr id="792" name="Google Shape;792;p14"/>
          <p:cNvSpPr txBox="1"/>
          <p:nvPr>
            <p:ph idx="3" type="subTitle"/>
          </p:nvPr>
        </p:nvSpPr>
        <p:spPr>
          <a:xfrm>
            <a:off x="2046783" y="1429352"/>
            <a:ext cx="2194500" cy="365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300"/>
              <a:buNone/>
              <a:defRPr>
                <a:latin typeface="Nunito ExtraBold"/>
                <a:ea typeface="Nunito ExtraBold"/>
                <a:cs typeface="Nunito ExtraBold"/>
                <a:sym typeface="Nunito ExtraBold"/>
              </a:defRPr>
            </a:lvl1pPr>
            <a:lvl2pPr lvl="1" rtl="0">
              <a:spcBef>
                <a:spcPts val="0"/>
              </a:spcBef>
              <a:spcAft>
                <a:spcPts val="0"/>
              </a:spcAft>
              <a:buSzPts val="1300"/>
              <a:buNone/>
              <a:defRPr sz="1300"/>
            </a:lvl2pPr>
            <a:lvl3pPr lvl="2" rtl="0">
              <a:spcBef>
                <a:spcPts val="1600"/>
              </a:spcBef>
              <a:spcAft>
                <a:spcPts val="0"/>
              </a:spcAft>
              <a:buSzPts val="1300"/>
              <a:buNone/>
              <a:defRPr sz="1300"/>
            </a:lvl3pPr>
            <a:lvl4pPr lvl="3" rtl="0">
              <a:spcBef>
                <a:spcPts val="1600"/>
              </a:spcBef>
              <a:spcAft>
                <a:spcPts val="0"/>
              </a:spcAft>
              <a:buSzPts val="1300"/>
              <a:buNone/>
              <a:defRPr sz="1300"/>
            </a:lvl4pPr>
            <a:lvl5pPr lvl="4" rtl="0">
              <a:spcBef>
                <a:spcPts val="1600"/>
              </a:spcBef>
              <a:spcAft>
                <a:spcPts val="0"/>
              </a:spcAft>
              <a:buSzPts val="1300"/>
              <a:buNone/>
              <a:defRPr sz="1300"/>
            </a:lvl5pPr>
            <a:lvl6pPr lvl="5" rtl="0">
              <a:spcBef>
                <a:spcPts val="1600"/>
              </a:spcBef>
              <a:spcAft>
                <a:spcPts val="0"/>
              </a:spcAft>
              <a:buSzPts val="1300"/>
              <a:buNone/>
              <a:defRPr sz="1300"/>
            </a:lvl6pPr>
            <a:lvl7pPr lvl="6" rtl="0">
              <a:spcBef>
                <a:spcPts val="1600"/>
              </a:spcBef>
              <a:spcAft>
                <a:spcPts val="0"/>
              </a:spcAft>
              <a:buSzPts val="1300"/>
              <a:buNone/>
              <a:defRPr sz="1300"/>
            </a:lvl7pPr>
            <a:lvl8pPr lvl="7" rtl="0">
              <a:spcBef>
                <a:spcPts val="1600"/>
              </a:spcBef>
              <a:spcAft>
                <a:spcPts val="0"/>
              </a:spcAft>
              <a:buSzPts val="1300"/>
              <a:buNone/>
              <a:defRPr sz="1300"/>
            </a:lvl8pPr>
            <a:lvl9pPr lvl="8" rtl="0">
              <a:spcBef>
                <a:spcPts val="1600"/>
              </a:spcBef>
              <a:spcAft>
                <a:spcPts val="1600"/>
              </a:spcAft>
              <a:buSzPts val="1300"/>
              <a:buNone/>
              <a:defRPr sz="1300"/>
            </a:lvl9pPr>
          </a:lstStyle>
          <a:p/>
        </p:txBody>
      </p:sp>
      <p:sp>
        <p:nvSpPr>
          <p:cNvPr id="793" name="Google Shape;793;p14"/>
          <p:cNvSpPr txBox="1"/>
          <p:nvPr>
            <p:ph idx="4" type="subTitle"/>
          </p:nvPr>
        </p:nvSpPr>
        <p:spPr>
          <a:xfrm>
            <a:off x="2046783" y="1814191"/>
            <a:ext cx="2194500" cy="548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300"/>
              <a:buNone/>
              <a:defRPr sz="1400"/>
            </a:lvl1pPr>
            <a:lvl2pPr lvl="1" rtl="0">
              <a:spcBef>
                <a:spcPts val="0"/>
              </a:spcBef>
              <a:spcAft>
                <a:spcPts val="0"/>
              </a:spcAft>
              <a:buSzPts val="1300"/>
              <a:buNone/>
              <a:defRPr sz="1300"/>
            </a:lvl2pPr>
            <a:lvl3pPr lvl="2" rtl="0">
              <a:spcBef>
                <a:spcPts val="1600"/>
              </a:spcBef>
              <a:spcAft>
                <a:spcPts val="0"/>
              </a:spcAft>
              <a:buSzPts val="1300"/>
              <a:buNone/>
              <a:defRPr sz="1300"/>
            </a:lvl3pPr>
            <a:lvl4pPr lvl="3" rtl="0">
              <a:spcBef>
                <a:spcPts val="1600"/>
              </a:spcBef>
              <a:spcAft>
                <a:spcPts val="0"/>
              </a:spcAft>
              <a:buSzPts val="1300"/>
              <a:buNone/>
              <a:defRPr sz="1300"/>
            </a:lvl4pPr>
            <a:lvl5pPr lvl="4" rtl="0">
              <a:spcBef>
                <a:spcPts val="1600"/>
              </a:spcBef>
              <a:spcAft>
                <a:spcPts val="0"/>
              </a:spcAft>
              <a:buSzPts val="1300"/>
              <a:buNone/>
              <a:defRPr sz="1300"/>
            </a:lvl5pPr>
            <a:lvl6pPr lvl="5" rtl="0">
              <a:spcBef>
                <a:spcPts val="1600"/>
              </a:spcBef>
              <a:spcAft>
                <a:spcPts val="0"/>
              </a:spcAft>
              <a:buSzPts val="1300"/>
              <a:buNone/>
              <a:defRPr sz="1300"/>
            </a:lvl6pPr>
            <a:lvl7pPr lvl="6" rtl="0">
              <a:spcBef>
                <a:spcPts val="1600"/>
              </a:spcBef>
              <a:spcAft>
                <a:spcPts val="0"/>
              </a:spcAft>
              <a:buSzPts val="1300"/>
              <a:buNone/>
              <a:defRPr sz="1300"/>
            </a:lvl7pPr>
            <a:lvl8pPr lvl="7" rtl="0">
              <a:spcBef>
                <a:spcPts val="1600"/>
              </a:spcBef>
              <a:spcAft>
                <a:spcPts val="0"/>
              </a:spcAft>
              <a:buSzPts val="1300"/>
              <a:buNone/>
              <a:defRPr sz="1300"/>
            </a:lvl8pPr>
            <a:lvl9pPr lvl="8" rtl="0">
              <a:spcBef>
                <a:spcPts val="1600"/>
              </a:spcBef>
              <a:spcAft>
                <a:spcPts val="1600"/>
              </a:spcAft>
              <a:buSzPts val="1300"/>
              <a:buNone/>
              <a:defRPr sz="1300"/>
            </a:lvl9pPr>
          </a:lstStyle>
          <a:p/>
        </p:txBody>
      </p:sp>
      <p:sp>
        <p:nvSpPr>
          <p:cNvPr id="794" name="Google Shape;794;p14"/>
          <p:cNvSpPr txBox="1"/>
          <p:nvPr>
            <p:ph idx="5" type="subTitle"/>
          </p:nvPr>
        </p:nvSpPr>
        <p:spPr>
          <a:xfrm>
            <a:off x="5867184" y="1429352"/>
            <a:ext cx="2194500" cy="365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300"/>
              <a:buNone/>
              <a:defRPr>
                <a:latin typeface="Nunito ExtraBold"/>
                <a:ea typeface="Nunito ExtraBold"/>
                <a:cs typeface="Nunito ExtraBold"/>
                <a:sym typeface="Nunito ExtraBold"/>
              </a:defRPr>
            </a:lvl1pPr>
            <a:lvl2pPr lvl="1" rtl="0" algn="ctr">
              <a:spcBef>
                <a:spcPts val="0"/>
              </a:spcBef>
              <a:spcAft>
                <a:spcPts val="0"/>
              </a:spcAft>
              <a:buSzPts val="1300"/>
              <a:buNone/>
              <a:defRPr sz="1300"/>
            </a:lvl2pPr>
            <a:lvl3pPr lvl="2" rtl="0" algn="ctr">
              <a:spcBef>
                <a:spcPts val="1600"/>
              </a:spcBef>
              <a:spcAft>
                <a:spcPts val="0"/>
              </a:spcAft>
              <a:buSzPts val="1300"/>
              <a:buNone/>
              <a:defRPr sz="1300"/>
            </a:lvl3pPr>
            <a:lvl4pPr lvl="3" rtl="0" algn="ctr">
              <a:spcBef>
                <a:spcPts val="1600"/>
              </a:spcBef>
              <a:spcAft>
                <a:spcPts val="0"/>
              </a:spcAft>
              <a:buSzPts val="1300"/>
              <a:buNone/>
              <a:defRPr sz="1300"/>
            </a:lvl4pPr>
            <a:lvl5pPr lvl="4" rtl="0" algn="ctr">
              <a:spcBef>
                <a:spcPts val="1600"/>
              </a:spcBef>
              <a:spcAft>
                <a:spcPts val="0"/>
              </a:spcAft>
              <a:buSzPts val="1300"/>
              <a:buNone/>
              <a:defRPr sz="1300"/>
            </a:lvl5pPr>
            <a:lvl6pPr lvl="5" rtl="0" algn="ctr">
              <a:spcBef>
                <a:spcPts val="1600"/>
              </a:spcBef>
              <a:spcAft>
                <a:spcPts val="0"/>
              </a:spcAft>
              <a:buSzPts val="1300"/>
              <a:buNone/>
              <a:defRPr sz="1300"/>
            </a:lvl6pPr>
            <a:lvl7pPr lvl="6" rtl="0" algn="ctr">
              <a:spcBef>
                <a:spcPts val="1600"/>
              </a:spcBef>
              <a:spcAft>
                <a:spcPts val="0"/>
              </a:spcAft>
              <a:buSzPts val="1300"/>
              <a:buNone/>
              <a:defRPr sz="1300"/>
            </a:lvl7pPr>
            <a:lvl8pPr lvl="7" rtl="0" algn="ctr">
              <a:spcBef>
                <a:spcPts val="1600"/>
              </a:spcBef>
              <a:spcAft>
                <a:spcPts val="0"/>
              </a:spcAft>
              <a:buSzPts val="1300"/>
              <a:buNone/>
              <a:defRPr sz="1300"/>
            </a:lvl8pPr>
            <a:lvl9pPr lvl="8" rtl="0" algn="ctr">
              <a:spcBef>
                <a:spcPts val="1600"/>
              </a:spcBef>
              <a:spcAft>
                <a:spcPts val="1600"/>
              </a:spcAft>
              <a:buSzPts val="1300"/>
              <a:buNone/>
              <a:defRPr sz="1300"/>
            </a:lvl9pPr>
          </a:lstStyle>
          <a:p/>
        </p:txBody>
      </p:sp>
      <p:sp>
        <p:nvSpPr>
          <p:cNvPr id="795" name="Google Shape;795;p14"/>
          <p:cNvSpPr txBox="1"/>
          <p:nvPr>
            <p:ph idx="6" type="subTitle"/>
          </p:nvPr>
        </p:nvSpPr>
        <p:spPr>
          <a:xfrm>
            <a:off x="5867184" y="1814191"/>
            <a:ext cx="2194500" cy="548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300"/>
              <a:buNone/>
              <a:defRPr sz="1400"/>
            </a:lvl1pPr>
            <a:lvl2pPr lvl="1" rtl="0">
              <a:spcBef>
                <a:spcPts val="0"/>
              </a:spcBef>
              <a:spcAft>
                <a:spcPts val="0"/>
              </a:spcAft>
              <a:buSzPts val="1300"/>
              <a:buNone/>
              <a:defRPr sz="1300"/>
            </a:lvl2pPr>
            <a:lvl3pPr lvl="2" rtl="0">
              <a:spcBef>
                <a:spcPts val="1600"/>
              </a:spcBef>
              <a:spcAft>
                <a:spcPts val="0"/>
              </a:spcAft>
              <a:buSzPts val="1300"/>
              <a:buNone/>
              <a:defRPr sz="1300"/>
            </a:lvl3pPr>
            <a:lvl4pPr lvl="3" rtl="0">
              <a:spcBef>
                <a:spcPts val="1600"/>
              </a:spcBef>
              <a:spcAft>
                <a:spcPts val="0"/>
              </a:spcAft>
              <a:buSzPts val="1300"/>
              <a:buNone/>
              <a:defRPr sz="1300"/>
            </a:lvl4pPr>
            <a:lvl5pPr lvl="4" rtl="0">
              <a:spcBef>
                <a:spcPts val="1600"/>
              </a:spcBef>
              <a:spcAft>
                <a:spcPts val="0"/>
              </a:spcAft>
              <a:buSzPts val="1300"/>
              <a:buNone/>
              <a:defRPr sz="1300"/>
            </a:lvl5pPr>
            <a:lvl6pPr lvl="5" rtl="0">
              <a:spcBef>
                <a:spcPts val="1600"/>
              </a:spcBef>
              <a:spcAft>
                <a:spcPts val="0"/>
              </a:spcAft>
              <a:buSzPts val="1300"/>
              <a:buNone/>
              <a:defRPr sz="1300"/>
            </a:lvl6pPr>
            <a:lvl7pPr lvl="6" rtl="0">
              <a:spcBef>
                <a:spcPts val="1600"/>
              </a:spcBef>
              <a:spcAft>
                <a:spcPts val="0"/>
              </a:spcAft>
              <a:buSzPts val="1300"/>
              <a:buNone/>
              <a:defRPr sz="1300"/>
            </a:lvl7pPr>
            <a:lvl8pPr lvl="7" rtl="0">
              <a:spcBef>
                <a:spcPts val="1600"/>
              </a:spcBef>
              <a:spcAft>
                <a:spcPts val="0"/>
              </a:spcAft>
              <a:buSzPts val="1300"/>
              <a:buNone/>
              <a:defRPr sz="1300"/>
            </a:lvl8pPr>
            <a:lvl9pPr lvl="8" rtl="0">
              <a:spcBef>
                <a:spcPts val="1600"/>
              </a:spcBef>
              <a:spcAft>
                <a:spcPts val="1600"/>
              </a:spcAft>
              <a:buSzPts val="1300"/>
              <a:buNone/>
              <a:defRPr sz="1300"/>
            </a:lvl9pPr>
          </a:lstStyle>
          <a:p/>
        </p:txBody>
      </p:sp>
      <p:sp>
        <p:nvSpPr>
          <p:cNvPr id="796" name="Google Shape;796;p14"/>
          <p:cNvSpPr txBox="1"/>
          <p:nvPr>
            <p:ph idx="7" type="subTitle"/>
          </p:nvPr>
        </p:nvSpPr>
        <p:spPr>
          <a:xfrm>
            <a:off x="5867184" y="3085489"/>
            <a:ext cx="2194500" cy="365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300"/>
              <a:buNone/>
              <a:defRPr>
                <a:latin typeface="Nunito ExtraBold"/>
                <a:ea typeface="Nunito ExtraBold"/>
                <a:cs typeface="Nunito ExtraBold"/>
                <a:sym typeface="Nunito ExtraBold"/>
              </a:defRPr>
            </a:lvl1pPr>
            <a:lvl2pPr lvl="1" rtl="0" algn="ctr">
              <a:spcBef>
                <a:spcPts val="0"/>
              </a:spcBef>
              <a:spcAft>
                <a:spcPts val="0"/>
              </a:spcAft>
              <a:buSzPts val="1300"/>
              <a:buNone/>
              <a:defRPr sz="1300"/>
            </a:lvl2pPr>
            <a:lvl3pPr lvl="2" rtl="0" algn="ctr">
              <a:spcBef>
                <a:spcPts val="1600"/>
              </a:spcBef>
              <a:spcAft>
                <a:spcPts val="0"/>
              </a:spcAft>
              <a:buSzPts val="1300"/>
              <a:buNone/>
              <a:defRPr sz="1300"/>
            </a:lvl3pPr>
            <a:lvl4pPr lvl="3" rtl="0" algn="ctr">
              <a:spcBef>
                <a:spcPts val="1600"/>
              </a:spcBef>
              <a:spcAft>
                <a:spcPts val="0"/>
              </a:spcAft>
              <a:buSzPts val="1300"/>
              <a:buNone/>
              <a:defRPr sz="1300"/>
            </a:lvl4pPr>
            <a:lvl5pPr lvl="4" rtl="0" algn="ctr">
              <a:spcBef>
                <a:spcPts val="1600"/>
              </a:spcBef>
              <a:spcAft>
                <a:spcPts val="0"/>
              </a:spcAft>
              <a:buSzPts val="1300"/>
              <a:buNone/>
              <a:defRPr sz="1300"/>
            </a:lvl5pPr>
            <a:lvl6pPr lvl="5" rtl="0" algn="ctr">
              <a:spcBef>
                <a:spcPts val="1600"/>
              </a:spcBef>
              <a:spcAft>
                <a:spcPts val="0"/>
              </a:spcAft>
              <a:buSzPts val="1300"/>
              <a:buNone/>
              <a:defRPr sz="1300"/>
            </a:lvl6pPr>
            <a:lvl7pPr lvl="6" rtl="0" algn="ctr">
              <a:spcBef>
                <a:spcPts val="1600"/>
              </a:spcBef>
              <a:spcAft>
                <a:spcPts val="0"/>
              </a:spcAft>
              <a:buSzPts val="1300"/>
              <a:buNone/>
              <a:defRPr sz="1300"/>
            </a:lvl7pPr>
            <a:lvl8pPr lvl="7" rtl="0" algn="ctr">
              <a:spcBef>
                <a:spcPts val="1600"/>
              </a:spcBef>
              <a:spcAft>
                <a:spcPts val="0"/>
              </a:spcAft>
              <a:buSzPts val="1300"/>
              <a:buNone/>
              <a:defRPr sz="1300"/>
            </a:lvl8pPr>
            <a:lvl9pPr lvl="8" rtl="0" algn="ctr">
              <a:spcBef>
                <a:spcPts val="1600"/>
              </a:spcBef>
              <a:spcAft>
                <a:spcPts val="1600"/>
              </a:spcAft>
              <a:buSzPts val="1300"/>
              <a:buNone/>
              <a:defRPr sz="1300"/>
            </a:lvl9pPr>
          </a:lstStyle>
          <a:p/>
        </p:txBody>
      </p:sp>
      <p:sp>
        <p:nvSpPr>
          <p:cNvPr id="797" name="Google Shape;797;p14"/>
          <p:cNvSpPr txBox="1"/>
          <p:nvPr>
            <p:ph idx="8" type="subTitle"/>
          </p:nvPr>
        </p:nvSpPr>
        <p:spPr>
          <a:xfrm>
            <a:off x="5867184" y="3470328"/>
            <a:ext cx="2194500" cy="548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300"/>
              <a:buNone/>
              <a:defRPr sz="1400"/>
            </a:lvl1pPr>
            <a:lvl2pPr lvl="1" rtl="0">
              <a:spcBef>
                <a:spcPts val="0"/>
              </a:spcBef>
              <a:spcAft>
                <a:spcPts val="0"/>
              </a:spcAft>
              <a:buSzPts val="1300"/>
              <a:buNone/>
              <a:defRPr sz="1300"/>
            </a:lvl2pPr>
            <a:lvl3pPr lvl="2" rtl="0">
              <a:spcBef>
                <a:spcPts val="1600"/>
              </a:spcBef>
              <a:spcAft>
                <a:spcPts val="0"/>
              </a:spcAft>
              <a:buSzPts val="1300"/>
              <a:buNone/>
              <a:defRPr sz="1300"/>
            </a:lvl3pPr>
            <a:lvl4pPr lvl="3" rtl="0">
              <a:spcBef>
                <a:spcPts val="1600"/>
              </a:spcBef>
              <a:spcAft>
                <a:spcPts val="0"/>
              </a:spcAft>
              <a:buSzPts val="1300"/>
              <a:buNone/>
              <a:defRPr sz="1300"/>
            </a:lvl4pPr>
            <a:lvl5pPr lvl="4" rtl="0">
              <a:spcBef>
                <a:spcPts val="1600"/>
              </a:spcBef>
              <a:spcAft>
                <a:spcPts val="0"/>
              </a:spcAft>
              <a:buSzPts val="1300"/>
              <a:buNone/>
              <a:defRPr sz="1300"/>
            </a:lvl5pPr>
            <a:lvl6pPr lvl="5" rtl="0">
              <a:spcBef>
                <a:spcPts val="1600"/>
              </a:spcBef>
              <a:spcAft>
                <a:spcPts val="0"/>
              </a:spcAft>
              <a:buSzPts val="1300"/>
              <a:buNone/>
              <a:defRPr sz="1300"/>
            </a:lvl6pPr>
            <a:lvl7pPr lvl="6" rtl="0">
              <a:spcBef>
                <a:spcPts val="1600"/>
              </a:spcBef>
              <a:spcAft>
                <a:spcPts val="0"/>
              </a:spcAft>
              <a:buSzPts val="1300"/>
              <a:buNone/>
              <a:defRPr sz="1300"/>
            </a:lvl7pPr>
            <a:lvl8pPr lvl="7" rtl="0">
              <a:spcBef>
                <a:spcPts val="1600"/>
              </a:spcBef>
              <a:spcAft>
                <a:spcPts val="0"/>
              </a:spcAft>
              <a:buSzPts val="1300"/>
              <a:buNone/>
              <a:defRPr sz="1300"/>
            </a:lvl8pPr>
            <a:lvl9pPr lvl="8" rtl="0">
              <a:spcBef>
                <a:spcPts val="1600"/>
              </a:spcBef>
              <a:spcAft>
                <a:spcPts val="1600"/>
              </a:spcAft>
              <a:buSzPts val="1300"/>
              <a:buNone/>
              <a:defRPr sz="1300"/>
            </a:lvl9pPr>
          </a:lstStyle>
          <a:p/>
        </p:txBody>
      </p:sp>
      <p:sp>
        <p:nvSpPr>
          <p:cNvPr id="798" name="Google Shape;798;p14"/>
          <p:cNvSpPr txBox="1"/>
          <p:nvPr>
            <p:ph hasCustomPrompt="1" idx="9" type="title"/>
          </p:nvPr>
        </p:nvSpPr>
        <p:spPr>
          <a:xfrm>
            <a:off x="1204763" y="1752358"/>
            <a:ext cx="573600" cy="4461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b="1" sz="3000"/>
            </a:lvl1pPr>
            <a:lvl2pPr lvl="1" rtl="0" algn="ctr">
              <a:spcBef>
                <a:spcPts val="0"/>
              </a:spcBef>
              <a:spcAft>
                <a:spcPts val="0"/>
              </a:spcAft>
              <a:buSzPts val="3000"/>
              <a:buFont typeface="Neucha"/>
              <a:buNone/>
              <a:defRPr b="1" sz="3000">
                <a:latin typeface="Neucha"/>
                <a:ea typeface="Neucha"/>
                <a:cs typeface="Neucha"/>
                <a:sym typeface="Neucha"/>
              </a:defRPr>
            </a:lvl2pPr>
            <a:lvl3pPr lvl="2" rtl="0" algn="ctr">
              <a:spcBef>
                <a:spcPts val="0"/>
              </a:spcBef>
              <a:spcAft>
                <a:spcPts val="0"/>
              </a:spcAft>
              <a:buSzPts val="3000"/>
              <a:buFont typeface="Neucha"/>
              <a:buNone/>
              <a:defRPr b="1" sz="3000">
                <a:latin typeface="Neucha"/>
                <a:ea typeface="Neucha"/>
                <a:cs typeface="Neucha"/>
                <a:sym typeface="Neucha"/>
              </a:defRPr>
            </a:lvl3pPr>
            <a:lvl4pPr lvl="3" rtl="0" algn="ctr">
              <a:spcBef>
                <a:spcPts val="0"/>
              </a:spcBef>
              <a:spcAft>
                <a:spcPts val="0"/>
              </a:spcAft>
              <a:buSzPts val="3000"/>
              <a:buFont typeface="Neucha"/>
              <a:buNone/>
              <a:defRPr b="1" sz="3000">
                <a:latin typeface="Neucha"/>
                <a:ea typeface="Neucha"/>
                <a:cs typeface="Neucha"/>
                <a:sym typeface="Neucha"/>
              </a:defRPr>
            </a:lvl4pPr>
            <a:lvl5pPr lvl="4" rtl="0" algn="ctr">
              <a:spcBef>
                <a:spcPts val="0"/>
              </a:spcBef>
              <a:spcAft>
                <a:spcPts val="0"/>
              </a:spcAft>
              <a:buSzPts val="3000"/>
              <a:buFont typeface="Neucha"/>
              <a:buNone/>
              <a:defRPr b="1" sz="3000">
                <a:latin typeface="Neucha"/>
                <a:ea typeface="Neucha"/>
                <a:cs typeface="Neucha"/>
                <a:sym typeface="Neucha"/>
              </a:defRPr>
            </a:lvl5pPr>
            <a:lvl6pPr lvl="5" rtl="0" algn="ctr">
              <a:spcBef>
                <a:spcPts val="0"/>
              </a:spcBef>
              <a:spcAft>
                <a:spcPts val="0"/>
              </a:spcAft>
              <a:buSzPts val="3000"/>
              <a:buFont typeface="Neucha"/>
              <a:buNone/>
              <a:defRPr b="1" sz="3000">
                <a:latin typeface="Neucha"/>
                <a:ea typeface="Neucha"/>
                <a:cs typeface="Neucha"/>
                <a:sym typeface="Neucha"/>
              </a:defRPr>
            </a:lvl6pPr>
            <a:lvl7pPr lvl="6" rtl="0" algn="ctr">
              <a:spcBef>
                <a:spcPts val="0"/>
              </a:spcBef>
              <a:spcAft>
                <a:spcPts val="0"/>
              </a:spcAft>
              <a:buSzPts val="3000"/>
              <a:buFont typeface="Neucha"/>
              <a:buNone/>
              <a:defRPr b="1" sz="3000">
                <a:latin typeface="Neucha"/>
                <a:ea typeface="Neucha"/>
                <a:cs typeface="Neucha"/>
                <a:sym typeface="Neucha"/>
              </a:defRPr>
            </a:lvl7pPr>
            <a:lvl8pPr lvl="7" rtl="0" algn="ctr">
              <a:spcBef>
                <a:spcPts val="0"/>
              </a:spcBef>
              <a:spcAft>
                <a:spcPts val="0"/>
              </a:spcAft>
              <a:buSzPts val="3000"/>
              <a:buFont typeface="Neucha"/>
              <a:buNone/>
              <a:defRPr b="1" sz="3000">
                <a:latin typeface="Neucha"/>
                <a:ea typeface="Neucha"/>
                <a:cs typeface="Neucha"/>
                <a:sym typeface="Neucha"/>
              </a:defRPr>
            </a:lvl8pPr>
            <a:lvl9pPr lvl="8" rtl="0" algn="ctr">
              <a:spcBef>
                <a:spcPts val="0"/>
              </a:spcBef>
              <a:spcAft>
                <a:spcPts val="0"/>
              </a:spcAft>
              <a:buSzPts val="3000"/>
              <a:buFont typeface="Neucha"/>
              <a:buNone/>
              <a:defRPr b="1" sz="3000">
                <a:latin typeface="Neucha"/>
                <a:ea typeface="Neucha"/>
                <a:cs typeface="Neucha"/>
                <a:sym typeface="Neucha"/>
              </a:defRPr>
            </a:lvl9pPr>
          </a:lstStyle>
          <a:p>
            <a:r>
              <a:t>xx%</a:t>
            </a:r>
          </a:p>
        </p:txBody>
      </p:sp>
      <p:sp>
        <p:nvSpPr>
          <p:cNvPr id="799" name="Google Shape;799;p14"/>
          <p:cNvSpPr txBox="1"/>
          <p:nvPr>
            <p:ph hasCustomPrompt="1" idx="13" type="title"/>
          </p:nvPr>
        </p:nvSpPr>
        <p:spPr>
          <a:xfrm>
            <a:off x="5026027" y="1752358"/>
            <a:ext cx="576000" cy="4461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b="1" sz="3000"/>
            </a:lvl1pPr>
            <a:lvl2pPr lvl="1" rtl="0" algn="ctr">
              <a:spcBef>
                <a:spcPts val="0"/>
              </a:spcBef>
              <a:spcAft>
                <a:spcPts val="0"/>
              </a:spcAft>
              <a:buSzPts val="3000"/>
              <a:buFont typeface="Neucha"/>
              <a:buNone/>
              <a:defRPr b="1" sz="3000">
                <a:latin typeface="Neucha"/>
                <a:ea typeface="Neucha"/>
                <a:cs typeface="Neucha"/>
                <a:sym typeface="Neucha"/>
              </a:defRPr>
            </a:lvl2pPr>
            <a:lvl3pPr lvl="2" rtl="0" algn="ctr">
              <a:spcBef>
                <a:spcPts val="0"/>
              </a:spcBef>
              <a:spcAft>
                <a:spcPts val="0"/>
              </a:spcAft>
              <a:buSzPts val="3000"/>
              <a:buFont typeface="Neucha"/>
              <a:buNone/>
              <a:defRPr b="1" sz="3000">
                <a:latin typeface="Neucha"/>
                <a:ea typeface="Neucha"/>
                <a:cs typeface="Neucha"/>
                <a:sym typeface="Neucha"/>
              </a:defRPr>
            </a:lvl3pPr>
            <a:lvl4pPr lvl="3" rtl="0" algn="ctr">
              <a:spcBef>
                <a:spcPts val="0"/>
              </a:spcBef>
              <a:spcAft>
                <a:spcPts val="0"/>
              </a:spcAft>
              <a:buSzPts val="3000"/>
              <a:buFont typeface="Neucha"/>
              <a:buNone/>
              <a:defRPr b="1" sz="3000">
                <a:latin typeface="Neucha"/>
                <a:ea typeface="Neucha"/>
                <a:cs typeface="Neucha"/>
                <a:sym typeface="Neucha"/>
              </a:defRPr>
            </a:lvl4pPr>
            <a:lvl5pPr lvl="4" rtl="0" algn="ctr">
              <a:spcBef>
                <a:spcPts val="0"/>
              </a:spcBef>
              <a:spcAft>
                <a:spcPts val="0"/>
              </a:spcAft>
              <a:buSzPts val="3000"/>
              <a:buFont typeface="Neucha"/>
              <a:buNone/>
              <a:defRPr b="1" sz="3000">
                <a:latin typeface="Neucha"/>
                <a:ea typeface="Neucha"/>
                <a:cs typeface="Neucha"/>
                <a:sym typeface="Neucha"/>
              </a:defRPr>
            </a:lvl5pPr>
            <a:lvl6pPr lvl="5" rtl="0" algn="ctr">
              <a:spcBef>
                <a:spcPts val="0"/>
              </a:spcBef>
              <a:spcAft>
                <a:spcPts val="0"/>
              </a:spcAft>
              <a:buSzPts val="3000"/>
              <a:buFont typeface="Neucha"/>
              <a:buNone/>
              <a:defRPr b="1" sz="3000">
                <a:latin typeface="Neucha"/>
                <a:ea typeface="Neucha"/>
                <a:cs typeface="Neucha"/>
                <a:sym typeface="Neucha"/>
              </a:defRPr>
            </a:lvl6pPr>
            <a:lvl7pPr lvl="6" rtl="0" algn="ctr">
              <a:spcBef>
                <a:spcPts val="0"/>
              </a:spcBef>
              <a:spcAft>
                <a:spcPts val="0"/>
              </a:spcAft>
              <a:buSzPts val="3000"/>
              <a:buFont typeface="Neucha"/>
              <a:buNone/>
              <a:defRPr b="1" sz="3000">
                <a:latin typeface="Neucha"/>
                <a:ea typeface="Neucha"/>
                <a:cs typeface="Neucha"/>
                <a:sym typeface="Neucha"/>
              </a:defRPr>
            </a:lvl7pPr>
            <a:lvl8pPr lvl="7" rtl="0" algn="ctr">
              <a:spcBef>
                <a:spcPts val="0"/>
              </a:spcBef>
              <a:spcAft>
                <a:spcPts val="0"/>
              </a:spcAft>
              <a:buSzPts val="3000"/>
              <a:buFont typeface="Neucha"/>
              <a:buNone/>
              <a:defRPr b="1" sz="3000">
                <a:latin typeface="Neucha"/>
                <a:ea typeface="Neucha"/>
                <a:cs typeface="Neucha"/>
                <a:sym typeface="Neucha"/>
              </a:defRPr>
            </a:lvl8pPr>
            <a:lvl9pPr lvl="8" rtl="0" algn="ctr">
              <a:spcBef>
                <a:spcPts val="0"/>
              </a:spcBef>
              <a:spcAft>
                <a:spcPts val="0"/>
              </a:spcAft>
              <a:buSzPts val="3000"/>
              <a:buFont typeface="Neucha"/>
              <a:buNone/>
              <a:defRPr b="1" sz="3000">
                <a:latin typeface="Neucha"/>
                <a:ea typeface="Neucha"/>
                <a:cs typeface="Neucha"/>
                <a:sym typeface="Neucha"/>
              </a:defRPr>
            </a:lvl9pPr>
          </a:lstStyle>
          <a:p>
            <a:r>
              <a:t>xx%</a:t>
            </a:r>
          </a:p>
        </p:txBody>
      </p:sp>
      <p:sp>
        <p:nvSpPr>
          <p:cNvPr id="800" name="Google Shape;800;p14"/>
          <p:cNvSpPr txBox="1"/>
          <p:nvPr>
            <p:ph hasCustomPrompt="1" idx="14" type="title"/>
          </p:nvPr>
        </p:nvSpPr>
        <p:spPr>
          <a:xfrm>
            <a:off x="5026021" y="3414924"/>
            <a:ext cx="576000" cy="4461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b="1" sz="3000"/>
            </a:lvl1pPr>
            <a:lvl2pPr lvl="1" rtl="0" algn="ctr">
              <a:spcBef>
                <a:spcPts val="0"/>
              </a:spcBef>
              <a:spcAft>
                <a:spcPts val="0"/>
              </a:spcAft>
              <a:buSzPts val="3000"/>
              <a:buFont typeface="Neucha"/>
              <a:buNone/>
              <a:defRPr b="1" sz="3000">
                <a:latin typeface="Neucha"/>
                <a:ea typeface="Neucha"/>
                <a:cs typeface="Neucha"/>
                <a:sym typeface="Neucha"/>
              </a:defRPr>
            </a:lvl2pPr>
            <a:lvl3pPr lvl="2" rtl="0" algn="ctr">
              <a:spcBef>
                <a:spcPts val="0"/>
              </a:spcBef>
              <a:spcAft>
                <a:spcPts val="0"/>
              </a:spcAft>
              <a:buSzPts val="3000"/>
              <a:buFont typeface="Neucha"/>
              <a:buNone/>
              <a:defRPr b="1" sz="3000">
                <a:latin typeface="Neucha"/>
                <a:ea typeface="Neucha"/>
                <a:cs typeface="Neucha"/>
                <a:sym typeface="Neucha"/>
              </a:defRPr>
            </a:lvl3pPr>
            <a:lvl4pPr lvl="3" rtl="0" algn="ctr">
              <a:spcBef>
                <a:spcPts val="0"/>
              </a:spcBef>
              <a:spcAft>
                <a:spcPts val="0"/>
              </a:spcAft>
              <a:buSzPts val="3000"/>
              <a:buFont typeface="Neucha"/>
              <a:buNone/>
              <a:defRPr b="1" sz="3000">
                <a:latin typeface="Neucha"/>
                <a:ea typeface="Neucha"/>
                <a:cs typeface="Neucha"/>
                <a:sym typeface="Neucha"/>
              </a:defRPr>
            </a:lvl4pPr>
            <a:lvl5pPr lvl="4" rtl="0" algn="ctr">
              <a:spcBef>
                <a:spcPts val="0"/>
              </a:spcBef>
              <a:spcAft>
                <a:spcPts val="0"/>
              </a:spcAft>
              <a:buSzPts val="3000"/>
              <a:buFont typeface="Neucha"/>
              <a:buNone/>
              <a:defRPr b="1" sz="3000">
                <a:latin typeface="Neucha"/>
                <a:ea typeface="Neucha"/>
                <a:cs typeface="Neucha"/>
                <a:sym typeface="Neucha"/>
              </a:defRPr>
            </a:lvl5pPr>
            <a:lvl6pPr lvl="5" rtl="0" algn="ctr">
              <a:spcBef>
                <a:spcPts val="0"/>
              </a:spcBef>
              <a:spcAft>
                <a:spcPts val="0"/>
              </a:spcAft>
              <a:buSzPts val="3000"/>
              <a:buFont typeface="Neucha"/>
              <a:buNone/>
              <a:defRPr b="1" sz="3000">
                <a:latin typeface="Neucha"/>
                <a:ea typeface="Neucha"/>
                <a:cs typeface="Neucha"/>
                <a:sym typeface="Neucha"/>
              </a:defRPr>
            </a:lvl6pPr>
            <a:lvl7pPr lvl="6" rtl="0" algn="ctr">
              <a:spcBef>
                <a:spcPts val="0"/>
              </a:spcBef>
              <a:spcAft>
                <a:spcPts val="0"/>
              </a:spcAft>
              <a:buSzPts val="3000"/>
              <a:buFont typeface="Neucha"/>
              <a:buNone/>
              <a:defRPr b="1" sz="3000">
                <a:latin typeface="Neucha"/>
                <a:ea typeface="Neucha"/>
                <a:cs typeface="Neucha"/>
                <a:sym typeface="Neucha"/>
              </a:defRPr>
            </a:lvl7pPr>
            <a:lvl8pPr lvl="7" rtl="0" algn="ctr">
              <a:spcBef>
                <a:spcPts val="0"/>
              </a:spcBef>
              <a:spcAft>
                <a:spcPts val="0"/>
              </a:spcAft>
              <a:buSzPts val="3000"/>
              <a:buFont typeface="Neucha"/>
              <a:buNone/>
              <a:defRPr b="1" sz="3000">
                <a:latin typeface="Neucha"/>
                <a:ea typeface="Neucha"/>
                <a:cs typeface="Neucha"/>
                <a:sym typeface="Neucha"/>
              </a:defRPr>
            </a:lvl8pPr>
            <a:lvl9pPr lvl="8" rtl="0" algn="ctr">
              <a:spcBef>
                <a:spcPts val="0"/>
              </a:spcBef>
              <a:spcAft>
                <a:spcPts val="0"/>
              </a:spcAft>
              <a:buSzPts val="3000"/>
              <a:buFont typeface="Neucha"/>
              <a:buNone/>
              <a:defRPr b="1" sz="3000">
                <a:latin typeface="Neucha"/>
                <a:ea typeface="Neucha"/>
                <a:cs typeface="Neucha"/>
                <a:sym typeface="Neucha"/>
              </a:defRPr>
            </a:lvl9pPr>
          </a:lstStyle>
          <a:p>
            <a:r>
              <a:t>xx%</a:t>
            </a:r>
          </a:p>
        </p:txBody>
      </p:sp>
      <p:sp>
        <p:nvSpPr>
          <p:cNvPr id="801" name="Google Shape;801;p14"/>
          <p:cNvSpPr txBox="1"/>
          <p:nvPr>
            <p:ph hasCustomPrompt="1" idx="15" type="title"/>
          </p:nvPr>
        </p:nvSpPr>
        <p:spPr>
          <a:xfrm>
            <a:off x="1205588" y="3414924"/>
            <a:ext cx="576000" cy="4461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b="1" sz="3000"/>
            </a:lvl1pPr>
            <a:lvl2pPr lvl="1" rtl="0" algn="ctr">
              <a:spcBef>
                <a:spcPts val="0"/>
              </a:spcBef>
              <a:spcAft>
                <a:spcPts val="0"/>
              </a:spcAft>
              <a:buSzPts val="3000"/>
              <a:buFont typeface="Neucha"/>
              <a:buNone/>
              <a:defRPr b="1" sz="3000">
                <a:latin typeface="Neucha"/>
                <a:ea typeface="Neucha"/>
                <a:cs typeface="Neucha"/>
                <a:sym typeface="Neucha"/>
              </a:defRPr>
            </a:lvl2pPr>
            <a:lvl3pPr lvl="2" rtl="0" algn="ctr">
              <a:spcBef>
                <a:spcPts val="0"/>
              </a:spcBef>
              <a:spcAft>
                <a:spcPts val="0"/>
              </a:spcAft>
              <a:buSzPts val="3000"/>
              <a:buFont typeface="Neucha"/>
              <a:buNone/>
              <a:defRPr b="1" sz="3000">
                <a:latin typeface="Neucha"/>
                <a:ea typeface="Neucha"/>
                <a:cs typeface="Neucha"/>
                <a:sym typeface="Neucha"/>
              </a:defRPr>
            </a:lvl3pPr>
            <a:lvl4pPr lvl="3" rtl="0" algn="ctr">
              <a:spcBef>
                <a:spcPts val="0"/>
              </a:spcBef>
              <a:spcAft>
                <a:spcPts val="0"/>
              </a:spcAft>
              <a:buSzPts val="3000"/>
              <a:buFont typeface="Neucha"/>
              <a:buNone/>
              <a:defRPr b="1" sz="3000">
                <a:latin typeface="Neucha"/>
                <a:ea typeface="Neucha"/>
                <a:cs typeface="Neucha"/>
                <a:sym typeface="Neucha"/>
              </a:defRPr>
            </a:lvl4pPr>
            <a:lvl5pPr lvl="4" rtl="0" algn="ctr">
              <a:spcBef>
                <a:spcPts val="0"/>
              </a:spcBef>
              <a:spcAft>
                <a:spcPts val="0"/>
              </a:spcAft>
              <a:buSzPts val="3000"/>
              <a:buFont typeface="Neucha"/>
              <a:buNone/>
              <a:defRPr b="1" sz="3000">
                <a:latin typeface="Neucha"/>
                <a:ea typeface="Neucha"/>
                <a:cs typeface="Neucha"/>
                <a:sym typeface="Neucha"/>
              </a:defRPr>
            </a:lvl5pPr>
            <a:lvl6pPr lvl="5" rtl="0" algn="ctr">
              <a:spcBef>
                <a:spcPts val="0"/>
              </a:spcBef>
              <a:spcAft>
                <a:spcPts val="0"/>
              </a:spcAft>
              <a:buSzPts val="3000"/>
              <a:buFont typeface="Neucha"/>
              <a:buNone/>
              <a:defRPr b="1" sz="3000">
                <a:latin typeface="Neucha"/>
                <a:ea typeface="Neucha"/>
                <a:cs typeface="Neucha"/>
                <a:sym typeface="Neucha"/>
              </a:defRPr>
            </a:lvl6pPr>
            <a:lvl7pPr lvl="6" rtl="0" algn="ctr">
              <a:spcBef>
                <a:spcPts val="0"/>
              </a:spcBef>
              <a:spcAft>
                <a:spcPts val="0"/>
              </a:spcAft>
              <a:buSzPts val="3000"/>
              <a:buFont typeface="Neucha"/>
              <a:buNone/>
              <a:defRPr b="1" sz="3000">
                <a:latin typeface="Neucha"/>
                <a:ea typeface="Neucha"/>
                <a:cs typeface="Neucha"/>
                <a:sym typeface="Neucha"/>
              </a:defRPr>
            </a:lvl7pPr>
            <a:lvl8pPr lvl="7" rtl="0" algn="ctr">
              <a:spcBef>
                <a:spcPts val="0"/>
              </a:spcBef>
              <a:spcAft>
                <a:spcPts val="0"/>
              </a:spcAft>
              <a:buSzPts val="3000"/>
              <a:buFont typeface="Neucha"/>
              <a:buNone/>
              <a:defRPr b="1" sz="3000">
                <a:latin typeface="Neucha"/>
                <a:ea typeface="Neucha"/>
                <a:cs typeface="Neucha"/>
                <a:sym typeface="Neucha"/>
              </a:defRPr>
            </a:lvl8pPr>
            <a:lvl9pPr lvl="8" rtl="0" algn="ctr">
              <a:spcBef>
                <a:spcPts val="0"/>
              </a:spcBef>
              <a:spcAft>
                <a:spcPts val="0"/>
              </a:spcAft>
              <a:buSzPts val="3000"/>
              <a:buFont typeface="Neucha"/>
              <a:buNone/>
              <a:defRPr b="1" sz="3000">
                <a:latin typeface="Neucha"/>
                <a:ea typeface="Neucha"/>
                <a:cs typeface="Neucha"/>
                <a:sym typeface="Neucha"/>
              </a:defRPr>
            </a:lvl9pPr>
          </a:lstStyle>
          <a:p>
            <a:r>
              <a:t>xx%</a:t>
            </a:r>
          </a:p>
        </p:txBody>
      </p:sp>
      <p:sp>
        <p:nvSpPr>
          <p:cNvPr id="802" name="Google Shape;802;p14"/>
          <p:cNvSpPr/>
          <p:nvPr/>
        </p:nvSpPr>
        <p:spPr>
          <a:xfrm>
            <a:off x="2483740" y="171622"/>
            <a:ext cx="207943" cy="207927"/>
          </a:xfrm>
          <a:custGeom>
            <a:rect b="b" l="l" r="r" t="t"/>
            <a:pathLst>
              <a:path extrusionOk="0" h="3209" w="3209">
                <a:moveTo>
                  <a:pt x="1524" y="1"/>
                </a:moveTo>
                <a:lnTo>
                  <a:pt x="1250" y="980"/>
                </a:lnTo>
                <a:lnTo>
                  <a:pt x="271" y="706"/>
                </a:lnTo>
                <a:lnTo>
                  <a:pt x="1" y="1685"/>
                </a:lnTo>
                <a:lnTo>
                  <a:pt x="980" y="1960"/>
                </a:lnTo>
                <a:lnTo>
                  <a:pt x="706" y="2939"/>
                </a:lnTo>
                <a:lnTo>
                  <a:pt x="1685" y="3209"/>
                </a:lnTo>
                <a:lnTo>
                  <a:pt x="1960" y="2230"/>
                </a:lnTo>
                <a:lnTo>
                  <a:pt x="2939" y="2504"/>
                </a:lnTo>
                <a:lnTo>
                  <a:pt x="3209" y="1524"/>
                </a:lnTo>
                <a:lnTo>
                  <a:pt x="2230" y="1250"/>
                </a:lnTo>
                <a:lnTo>
                  <a:pt x="2504" y="271"/>
                </a:lnTo>
                <a:lnTo>
                  <a:pt x="15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14"/>
          <p:cNvSpPr/>
          <p:nvPr/>
        </p:nvSpPr>
        <p:spPr>
          <a:xfrm>
            <a:off x="2113408" y="294927"/>
            <a:ext cx="60134" cy="60130"/>
          </a:xfrm>
          <a:custGeom>
            <a:rect b="b" l="l" r="r" t="t"/>
            <a:pathLst>
              <a:path extrusionOk="0" h="928" w="928">
                <a:moveTo>
                  <a:pt x="436" y="0"/>
                </a:moveTo>
                <a:cubicBezTo>
                  <a:pt x="218" y="0"/>
                  <a:pt x="1" y="218"/>
                  <a:pt x="1" y="492"/>
                </a:cubicBezTo>
                <a:cubicBezTo>
                  <a:pt x="1" y="710"/>
                  <a:pt x="218" y="927"/>
                  <a:pt x="436" y="927"/>
                </a:cubicBezTo>
                <a:cubicBezTo>
                  <a:pt x="710" y="927"/>
                  <a:pt x="928" y="710"/>
                  <a:pt x="928" y="492"/>
                </a:cubicBezTo>
                <a:cubicBezTo>
                  <a:pt x="928" y="218"/>
                  <a:pt x="710"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14"/>
          <p:cNvSpPr/>
          <p:nvPr/>
        </p:nvSpPr>
        <p:spPr>
          <a:xfrm>
            <a:off x="3040826" y="55185"/>
            <a:ext cx="59875" cy="56436"/>
          </a:xfrm>
          <a:custGeom>
            <a:rect b="b" l="l" r="r" t="t"/>
            <a:pathLst>
              <a:path extrusionOk="0" h="871" w="924">
                <a:moveTo>
                  <a:pt x="436" y="0"/>
                </a:moveTo>
                <a:cubicBezTo>
                  <a:pt x="219" y="0"/>
                  <a:pt x="1" y="165"/>
                  <a:pt x="1" y="435"/>
                </a:cubicBezTo>
                <a:cubicBezTo>
                  <a:pt x="1" y="710"/>
                  <a:pt x="219" y="871"/>
                  <a:pt x="436" y="871"/>
                </a:cubicBezTo>
                <a:cubicBezTo>
                  <a:pt x="706" y="871"/>
                  <a:pt x="924" y="710"/>
                  <a:pt x="924" y="435"/>
                </a:cubicBezTo>
                <a:cubicBezTo>
                  <a:pt x="924" y="165"/>
                  <a:pt x="706"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5" name="Google Shape;805;p14"/>
          <p:cNvGrpSpPr/>
          <p:nvPr/>
        </p:nvGrpSpPr>
        <p:grpSpPr>
          <a:xfrm>
            <a:off x="8430775" y="49513"/>
            <a:ext cx="674325" cy="1173675"/>
            <a:chOff x="4266275" y="6869625"/>
            <a:chExt cx="674325" cy="1173675"/>
          </a:xfrm>
        </p:grpSpPr>
        <p:sp>
          <p:nvSpPr>
            <p:cNvPr id="806" name="Google Shape;806;p14"/>
            <p:cNvSpPr/>
            <p:nvPr/>
          </p:nvSpPr>
          <p:spPr>
            <a:xfrm>
              <a:off x="4754025" y="7408475"/>
              <a:ext cx="186575" cy="194125"/>
            </a:xfrm>
            <a:custGeom>
              <a:rect b="b" l="l" r="r" t="t"/>
              <a:pathLst>
                <a:path extrusionOk="0" h="7765" w="7463">
                  <a:moveTo>
                    <a:pt x="2044" y="0"/>
                  </a:moveTo>
                  <a:lnTo>
                    <a:pt x="0" y="1945"/>
                  </a:lnTo>
                  <a:lnTo>
                    <a:pt x="5419" y="7765"/>
                  </a:lnTo>
                  <a:lnTo>
                    <a:pt x="7463" y="5828"/>
                  </a:lnTo>
                  <a:lnTo>
                    <a:pt x="2044"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14"/>
            <p:cNvSpPr/>
            <p:nvPr/>
          </p:nvSpPr>
          <p:spPr>
            <a:xfrm>
              <a:off x="4759125" y="7416225"/>
              <a:ext cx="58875" cy="53575"/>
            </a:xfrm>
            <a:custGeom>
              <a:rect b="b" l="l" r="r" t="t"/>
              <a:pathLst>
                <a:path extrusionOk="0" h="2143" w="2355">
                  <a:moveTo>
                    <a:pt x="2044" y="1"/>
                  </a:moveTo>
                  <a:lnTo>
                    <a:pt x="1" y="1840"/>
                  </a:lnTo>
                  <a:lnTo>
                    <a:pt x="311" y="2142"/>
                  </a:lnTo>
                  <a:lnTo>
                    <a:pt x="2354" y="205"/>
                  </a:lnTo>
                  <a:lnTo>
                    <a:pt x="2044" y="1"/>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14"/>
            <p:cNvSpPr/>
            <p:nvPr/>
          </p:nvSpPr>
          <p:spPr>
            <a:xfrm>
              <a:off x="4774450" y="7428900"/>
              <a:ext cx="56225" cy="56225"/>
            </a:xfrm>
            <a:custGeom>
              <a:rect b="b" l="l" r="r" t="t"/>
              <a:pathLst>
                <a:path extrusionOk="0" h="2249" w="2249">
                  <a:moveTo>
                    <a:pt x="2044" y="0"/>
                  </a:moveTo>
                  <a:lnTo>
                    <a:pt x="1" y="1946"/>
                  </a:lnTo>
                  <a:lnTo>
                    <a:pt x="205" y="2248"/>
                  </a:lnTo>
                  <a:lnTo>
                    <a:pt x="2248" y="311"/>
                  </a:lnTo>
                  <a:lnTo>
                    <a:pt x="2044" y="0"/>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14"/>
            <p:cNvSpPr/>
            <p:nvPr/>
          </p:nvSpPr>
          <p:spPr>
            <a:xfrm>
              <a:off x="4787325" y="7444225"/>
              <a:ext cx="56225" cy="53750"/>
            </a:xfrm>
            <a:custGeom>
              <a:rect b="b" l="l" r="r" t="t"/>
              <a:pathLst>
                <a:path extrusionOk="0" h="2150" w="2249">
                  <a:moveTo>
                    <a:pt x="2044" y="0"/>
                  </a:moveTo>
                  <a:lnTo>
                    <a:pt x="0" y="1839"/>
                  </a:lnTo>
                  <a:lnTo>
                    <a:pt x="205" y="2150"/>
                  </a:lnTo>
                  <a:lnTo>
                    <a:pt x="2248" y="311"/>
                  </a:lnTo>
                  <a:lnTo>
                    <a:pt x="2044" y="0"/>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14"/>
            <p:cNvSpPr/>
            <p:nvPr/>
          </p:nvSpPr>
          <p:spPr>
            <a:xfrm>
              <a:off x="4800000" y="7457100"/>
              <a:ext cx="58875" cy="56200"/>
            </a:xfrm>
            <a:custGeom>
              <a:rect b="b" l="l" r="r" t="t"/>
              <a:pathLst>
                <a:path extrusionOk="0" h="2248" w="2355">
                  <a:moveTo>
                    <a:pt x="2044" y="0"/>
                  </a:moveTo>
                  <a:lnTo>
                    <a:pt x="0" y="1937"/>
                  </a:lnTo>
                  <a:lnTo>
                    <a:pt x="311" y="2248"/>
                  </a:lnTo>
                  <a:lnTo>
                    <a:pt x="2354" y="303"/>
                  </a:lnTo>
                  <a:lnTo>
                    <a:pt x="2044" y="0"/>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14"/>
            <p:cNvSpPr/>
            <p:nvPr/>
          </p:nvSpPr>
          <p:spPr>
            <a:xfrm>
              <a:off x="4812875" y="7472425"/>
              <a:ext cx="58650" cy="53550"/>
            </a:xfrm>
            <a:custGeom>
              <a:rect b="b" l="l" r="r" t="t"/>
              <a:pathLst>
                <a:path extrusionOk="0" h="2142" w="2346">
                  <a:moveTo>
                    <a:pt x="2043" y="0"/>
                  </a:moveTo>
                  <a:lnTo>
                    <a:pt x="0" y="1937"/>
                  </a:lnTo>
                  <a:lnTo>
                    <a:pt x="303" y="2142"/>
                  </a:lnTo>
                  <a:lnTo>
                    <a:pt x="2346" y="303"/>
                  </a:lnTo>
                  <a:lnTo>
                    <a:pt x="2043" y="0"/>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14"/>
            <p:cNvSpPr/>
            <p:nvPr/>
          </p:nvSpPr>
          <p:spPr>
            <a:xfrm>
              <a:off x="4825525" y="7487750"/>
              <a:ext cx="58875" cy="53550"/>
            </a:xfrm>
            <a:custGeom>
              <a:rect b="b" l="l" r="r" t="t"/>
              <a:pathLst>
                <a:path extrusionOk="0" h="2142" w="2355">
                  <a:moveTo>
                    <a:pt x="2044" y="0"/>
                  </a:moveTo>
                  <a:lnTo>
                    <a:pt x="1" y="1839"/>
                  </a:lnTo>
                  <a:lnTo>
                    <a:pt x="311" y="2142"/>
                  </a:lnTo>
                  <a:lnTo>
                    <a:pt x="2355" y="205"/>
                  </a:lnTo>
                  <a:lnTo>
                    <a:pt x="2044" y="0"/>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14"/>
            <p:cNvSpPr/>
            <p:nvPr/>
          </p:nvSpPr>
          <p:spPr>
            <a:xfrm>
              <a:off x="4840850" y="7500425"/>
              <a:ext cx="56225" cy="56200"/>
            </a:xfrm>
            <a:custGeom>
              <a:rect b="b" l="l" r="r" t="t"/>
              <a:pathLst>
                <a:path extrusionOk="0" h="2248" w="2249">
                  <a:moveTo>
                    <a:pt x="2044" y="0"/>
                  </a:moveTo>
                  <a:lnTo>
                    <a:pt x="1" y="1945"/>
                  </a:lnTo>
                  <a:lnTo>
                    <a:pt x="205" y="2248"/>
                  </a:lnTo>
                  <a:lnTo>
                    <a:pt x="2249" y="311"/>
                  </a:lnTo>
                  <a:lnTo>
                    <a:pt x="2044" y="0"/>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14"/>
            <p:cNvSpPr/>
            <p:nvPr/>
          </p:nvSpPr>
          <p:spPr>
            <a:xfrm>
              <a:off x="4853725" y="7515750"/>
              <a:ext cx="56225" cy="53750"/>
            </a:xfrm>
            <a:custGeom>
              <a:rect b="b" l="l" r="r" t="t"/>
              <a:pathLst>
                <a:path extrusionOk="0" h="2150" w="2249">
                  <a:moveTo>
                    <a:pt x="2044" y="0"/>
                  </a:moveTo>
                  <a:lnTo>
                    <a:pt x="1" y="1839"/>
                  </a:lnTo>
                  <a:lnTo>
                    <a:pt x="205" y="2150"/>
                  </a:lnTo>
                  <a:lnTo>
                    <a:pt x="2249" y="204"/>
                  </a:lnTo>
                  <a:lnTo>
                    <a:pt x="2044" y="0"/>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14"/>
            <p:cNvSpPr/>
            <p:nvPr/>
          </p:nvSpPr>
          <p:spPr>
            <a:xfrm>
              <a:off x="4866400" y="7528625"/>
              <a:ext cx="58875" cy="56200"/>
            </a:xfrm>
            <a:custGeom>
              <a:rect b="b" l="l" r="r" t="t"/>
              <a:pathLst>
                <a:path extrusionOk="0" h="2248" w="2355">
                  <a:moveTo>
                    <a:pt x="2044" y="0"/>
                  </a:moveTo>
                  <a:lnTo>
                    <a:pt x="1" y="1937"/>
                  </a:lnTo>
                  <a:lnTo>
                    <a:pt x="311" y="2248"/>
                  </a:lnTo>
                  <a:lnTo>
                    <a:pt x="2355" y="302"/>
                  </a:lnTo>
                  <a:lnTo>
                    <a:pt x="2044" y="0"/>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p14"/>
            <p:cNvSpPr/>
            <p:nvPr/>
          </p:nvSpPr>
          <p:spPr>
            <a:xfrm>
              <a:off x="4879275" y="7543950"/>
              <a:ext cx="58675" cy="53550"/>
            </a:xfrm>
            <a:custGeom>
              <a:rect b="b" l="l" r="r" t="t"/>
              <a:pathLst>
                <a:path extrusionOk="0" h="2142" w="2347">
                  <a:moveTo>
                    <a:pt x="2044" y="0"/>
                  </a:moveTo>
                  <a:lnTo>
                    <a:pt x="0" y="1937"/>
                  </a:lnTo>
                  <a:lnTo>
                    <a:pt x="303" y="2141"/>
                  </a:lnTo>
                  <a:lnTo>
                    <a:pt x="2346" y="302"/>
                  </a:lnTo>
                  <a:lnTo>
                    <a:pt x="2044" y="0"/>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14"/>
            <p:cNvSpPr/>
            <p:nvPr/>
          </p:nvSpPr>
          <p:spPr>
            <a:xfrm>
              <a:off x="4266275" y="7482625"/>
              <a:ext cx="597700" cy="560675"/>
            </a:xfrm>
            <a:custGeom>
              <a:rect b="b" l="l" r="r" t="t"/>
              <a:pathLst>
                <a:path extrusionOk="0" h="22427" w="23908">
                  <a:moveTo>
                    <a:pt x="19616" y="1"/>
                  </a:moveTo>
                  <a:lnTo>
                    <a:pt x="1324" y="16855"/>
                  </a:lnTo>
                  <a:cubicBezTo>
                    <a:pt x="98" y="18081"/>
                    <a:pt x="0" y="20124"/>
                    <a:pt x="1226" y="21456"/>
                  </a:cubicBezTo>
                  <a:cubicBezTo>
                    <a:pt x="1809" y="22094"/>
                    <a:pt x="2641" y="22426"/>
                    <a:pt x="3492" y="22426"/>
                  </a:cubicBezTo>
                  <a:cubicBezTo>
                    <a:pt x="4279" y="22426"/>
                    <a:pt x="5082" y="22143"/>
                    <a:pt x="5722" y="21554"/>
                  </a:cubicBezTo>
                  <a:lnTo>
                    <a:pt x="23907" y="4701"/>
                  </a:lnTo>
                  <a:lnTo>
                    <a:pt x="1961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14"/>
            <p:cNvSpPr/>
            <p:nvPr/>
          </p:nvSpPr>
          <p:spPr>
            <a:xfrm>
              <a:off x="4294275" y="7615450"/>
              <a:ext cx="429125" cy="403000"/>
            </a:xfrm>
            <a:custGeom>
              <a:rect b="b" l="l" r="r" t="t"/>
              <a:pathLst>
                <a:path extrusionOk="0" h="16120" w="17165">
                  <a:moveTo>
                    <a:pt x="14001" y="1"/>
                  </a:moveTo>
                  <a:lnTo>
                    <a:pt x="1022" y="12056"/>
                  </a:lnTo>
                  <a:cubicBezTo>
                    <a:pt x="0" y="12972"/>
                    <a:pt x="0" y="14402"/>
                    <a:pt x="817" y="15326"/>
                  </a:cubicBezTo>
                  <a:cubicBezTo>
                    <a:pt x="1305" y="15865"/>
                    <a:pt x="1934" y="16120"/>
                    <a:pt x="2569" y="16120"/>
                  </a:cubicBezTo>
                  <a:cubicBezTo>
                    <a:pt x="3137" y="16120"/>
                    <a:pt x="3711" y="15916"/>
                    <a:pt x="4193" y="15530"/>
                  </a:cubicBezTo>
                  <a:lnTo>
                    <a:pt x="17164" y="3368"/>
                  </a:lnTo>
                  <a:lnTo>
                    <a:pt x="14001" y="1"/>
                  </a:lnTo>
                  <a:close/>
                </a:path>
              </a:pathLst>
            </a:custGeom>
            <a:solidFill>
              <a:srgbClr val="FF78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14"/>
            <p:cNvSpPr/>
            <p:nvPr/>
          </p:nvSpPr>
          <p:spPr>
            <a:xfrm>
              <a:off x="4736250" y="7454450"/>
              <a:ext cx="155725" cy="166150"/>
            </a:xfrm>
            <a:custGeom>
              <a:rect b="b" l="l" r="r" t="t"/>
              <a:pathLst>
                <a:path extrusionOk="0" h="6646" w="6229">
                  <a:moveTo>
                    <a:pt x="817" y="0"/>
                  </a:moveTo>
                  <a:lnTo>
                    <a:pt x="0" y="817"/>
                  </a:lnTo>
                  <a:lnTo>
                    <a:pt x="5313" y="6645"/>
                  </a:lnTo>
                  <a:lnTo>
                    <a:pt x="6228" y="5828"/>
                  </a:lnTo>
                  <a:lnTo>
                    <a:pt x="817" y="0"/>
                  </a:lnTo>
                  <a:close/>
                </a:path>
              </a:pathLst>
            </a:custGeom>
            <a:solidFill>
              <a:srgbClr val="E8E8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14"/>
            <p:cNvSpPr/>
            <p:nvPr/>
          </p:nvSpPr>
          <p:spPr>
            <a:xfrm>
              <a:off x="4294275" y="7881100"/>
              <a:ext cx="143050" cy="137350"/>
            </a:xfrm>
            <a:custGeom>
              <a:rect b="b" l="l" r="r" t="t"/>
              <a:pathLst>
                <a:path extrusionOk="0" h="5494" w="5722">
                  <a:moveTo>
                    <a:pt x="2558" y="0"/>
                  </a:moveTo>
                  <a:cubicBezTo>
                    <a:pt x="2532" y="24"/>
                    <a:pt x="2506" y="48"/>
                    <a:pt x="2480" y="73"/>
                  </a:cubicBezTo>
                  <a:lnTo>
                    <a:pt x="2480" y="73"/>
                  </a:lnTo>
                  <a:lnTo>
                    <a:pt x="2558" y="0"/>
                  </a:lnTo>
                  <a:close/>
                  <a:moveTo>
                    <a:pt x="5721" y="3368"/>
                  </a:moveTo>
                  <a:lnTo>
                    <a:pt x="5716" y="3373"/>
                  </a:lnTo>
                  <a:lnTo>
                    <a:pt x="5716" y="3373"/>
                  </a:lnTo>
                  <a:cubicBezTo>
                    <a:pt x="5718" y="3371"/>
                    <a:pt x="5720" y="3369"/>
                    <a:pt x="5721" y="3368"/>
                  </a:cubicBezTo>
                  <a:close/>
                  <a:moveTo>
                    <a:pt x="2480" y="73"/>
                  </a:moveTo>
                  <a:lnTo>
                    <a:pt x="1022" y="1430"/>
                  </a:lnTo>
                  <a:cubicBezTo>
                    <a:pt x="0" y="2346"/>
                    <a:pt x="0" y="3776"/>
                    <a:pt x="817" y="4700"/>
                  </a:cubicBezTo>
                  <a:cubicBezTo>
                    <a:pt x="1305" y="5239"/>
                    <a:pt x="1934" y="5494"/>
                    <a:pt x="2569" y="5494"/>
                  </a:cubicBezTo>
                  <a:cubicBezTo>
                    <a:pt x="3137" y="5494"/>
                    <a:pt x="3711" y="5290"/>
                    <a:pt x="4193" y="4904"/>
                  </a:cubicBezTo>
                  <a:lnTo>
                    <a:pt x="5716" y="3373"/>
                  </a:lnTo>
                  <a:lnTo>
                    <a:pt x="5716" y="3373"/>
                  </a:lnTo>
                  <a:cubicBezTo>
                    <a:pt x="5284" y="3806"/>
                    <a:pt x="4739" y="4010"/>
                    <a:pt x="4187" y="4010"/>
                  </a:cubicBezTo>
                  <a:cubicBezTo>
                    <a:pt x="3568" y="4010"/>
                    <a:pt x="2939" y="3752"/>
                    <a:pt x="2452" y="3269"/>
                  </a:cubicBezTo>
                  <a:cubicBezTo>
                    <a:pt x="1563" y="2373"/>
                    <a:pt x="1630" y="905"/>
                    <a:pt x="2480" y="73"/>
                  </a:cubicBezTo>
                  <a:close/>
                </a:path>
              </a:pathLst>
            </a:custGeom>
            <a:solidFill>
              <a:srgbClr val="F56E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14"/>
            <p:cNvSpPr/>
            <p:nvPr/>
          </p:nvSpPr>
          <p:spPr>
            <a:xfrm>
              <a:off x="4577875" y="7543950"/>
              <a:ext cx="125075" cy="112400"/>
            </a:xfrm>
            <a:custGeom>
              <a:rect b="b" l="l" r="r" t="t"/>
              <a:pathLst>
                <a:path extrusionOk="0" h="4496" w="5003">
                  <a:moveTo>
                    <a:pt x="4496" y="0"/>
                  </a:moveTo>
                  <a:lnTo>
                    <a:pt x="1" y="4185"/>
                  </a:lnTo>
                  <a:cubicBezTo>
                    <a:pt x="205" y="4291"/>
                    <a:pt x="507" y="4389"/>
                    <a:pt x="916" y="4495"/>
                  </a:cubicBezTo>
                  <a:lnTo>
                    <a:pt x="2657" y="2861"/>
                  </a:lnTo>
                  <a:lnTo>
                    <a:pt x="3573" y="3776"/>
                  </a:lnTo>
                  <a:cubicBezTo>
                    <a:pt x="4594" y="2959"/>
                    <a:pt x="5003" y="1635"/>
                    <a:pt x="4594" y="302"/>
                  </a:cubicBezTo>
                  <a:lnTo>
                    <a:pt x="4496" y="0"/>
                  </a:lnTo>
                  <a:close/>
                </a:path>
              </a:pathLst>
            </a:custGeom>
            <a:solidFill>
              <a:srgbClr val="E3E6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14"/>
            <p:cNvSpPr/>
            <p:nvPr/>
          </p:nvSpPr>
          <p:spPr>
            <a:xfrm>
              <a:off x="4600775" y="7615450"/>
              <a:ext cx="66425" cy="43350"/>
            </a:xfrm>
            <a:custGeom>
              <a:rect b="b" l="l" r="r" t="t"/>
              <a:pathLst>
                <a:path extrusionOk="0" h="1734" w="2657">
                  <a:moveTo>
                    <a:pt x="1741" y="1"/>
                  </a:moveTo>
                  <a:lnTo>
                    <a:pt x="0" y="1635"/>
                  </a:lnTo>
                  <a:cubicBezTo>
                    <a:pt x="204" y="1733"/>
                    <a:pt x="409" y="1733"/>
                    <a:pt x="613" y="1733"/>
                  </a:cubicBezTo>
                  <a:cubicBezTo>
                    <a:pt x="924" y="1733"/>
                    <a:pt x="1332" y="1635"/>
                    <a:pt x="1635" y="1529"/>
                  </a:cubicBezTo>
                  <a:cubicBezTo>
                    <a:pt x="2044" y="1431"/>
                    <a:pt x="2354" y="1227"/>
                    <a:pt x="2657" y="916"/>
                  </a:cubicBezTo>
                  <a:lnTo>
                    <a:pt x="174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14"/>
            <p:cNvSpPr/>
            <p:nvPr/>
          </p:nvSpPr>
          <p:spPr>
            <a:xfrm>
              <a:off x="4268725" y="6869625"/>
              <a:ext cx="209475" cy="130200"/>
            </a:xfrm>
            <a:custGeom>
              <a:rect b="b" l="l" r="r" t="t"/>
              <a:pathLst>
                <a:path extrusionOk="0" h="5208" w="8379">
                  <a:moveTo>
                    <a:pt x="7463" y="1"/>
                  </a:moveTo>
                  <a:lnTo>
                    <a:pt x="0" y="2551"/>
                  </a:lnTo>
                  <a:lnTo>
                    <a:pt x="924" y="5207"/>
                  </a:lnTo>
                  <a:lnTo>
                    <a:pt x="8378" y="2551"/>
                  </a:lnTo>
                  <a:lnTo>
                    <a:pt x="7463"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14"/>
            <p:cNvSpPr/>
            <p:nvPr/>
          </p:nvSpPr>
          <p:spPr>
            <a:xfrm>
              <a:off x="4276475" y="6928275"/>
              <a:ext cx="30675" cy="69100"/>
            </a:xfrm>
            <a:custGeom>
              <a:rect b="b" l="l" r="r" t="t"/>
              <a:pathLst>
                <a:path extrusionOk="0" h="2764" w="1227">
                  <a:moveTo>
                    <a:pt x="303" y="1"/>
                  </a:moveTo>
                  <a:lnTo>
                    <a:pt x="1" y="107"/>
                  </a:lnTo>
                  <a:lnTo>
                    <a:pt x="916" y="2763"/>
                  </a:lnTo>
                  <a:lnTo>
                    <a:pt x="1227" y="2657"/>
                  </a:lnTo>
                  <a:lnTo>
                    <a:pt x="303" y="1"/>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14"/>
            <p:cNvSpPr/>
            <p:nvPr/>
          </p:nvSpPr>
          <p:spPr>
            <a:xfrm>
              <a:off x="4294275" y="6920725"/>
              <a:ext cx="30675" cy="68875"/>
            </a:xfrm>
            <a:custGeom>
              <a:rect b="b" l="l" r="r" t="t"/>
              <a:pathLst>
                <a:path extrusionOk="0" h="2755" w="1227">
                  <a:moveTo>
                    <a:pt x="311" y="0"/>
                  </a:moveTo>
                  <a:lnTo>
                    <a:pt x="0" y="205"/>
                  </a:lnTo>
                  <a:lnTo>
                    <a:pt x="924" y="2755"/>
                  </a:lnTo>
                  <a:lnTo>
                    <a:pt x="1226" y="2657"/>
                  </a:lnTo>
                  <a:lnTo>
                    <a:pt x="311" y="0"/>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14"/>
            <p:cNvSpPr/>
            <p:nvPr/>
          </p:nvSpPr>
          <p:spPr>
            <a:xfrm>
              <a:off x="4312250" y="6915600"/>
              <a:ext cx="30675" cy="68900"/>
            </a:xfrm>
            <a:custGeom>
              <a:rect b="b" l="l" r="r" t="t"/>
              <a:pathLst>
                <a:path extrusionOk="0" h="2756" w="1227">
                  <a:moveTo>
                    <a:pt x="303" y="1"/>
                  </a:moveTo>
                  <a:lnTo>
                    <a:pt x="0" y="99"/>
                  </a:lnTo>
                  <a:lnTo>
                    <a:pt x="916" y="2755"/>
                  </a:lnTo>
                  <a:lnTo>
                    <a:pt x="1226" y="2657"/>
                  </a:lnTo>
                  <a:lnTo>
                    <a:pt x="303" y="1"/>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14"/>
            <p:cNvSpPr/>
            <p:nvPr/>
          </p:nvSpPr>
          <p:spPr>
            <a:xfrm>
              <a:off x="4330025" y="6907850"/>
              <a:ext cx="33325" cy="69075"/>
            </a:xfrm>
            <a:custGeom>
              <a:rect b="b" l="l" r="r" t="t"/>
              <a:pathLst>
                <a:path extrusionOk="0" h="2763" w="1333">
                  <a:moveTo>
                    <a:pt x="409" y="0"/>
                  </a:moveTo>
                  <a:lnTo>
                    <a:pt x="0" y="205"/>
                  </a:lnTo>
                  <a:lnTo>
                    <a:pt x="924" y="2763"/>
                  </a:lnTo>
                  <a:lnTo>
                    <a:pt x="1333" y="2657"/>
                  </a:lnTo>
                  <a:lnTo>
                    <a:pt x="409" y="0"/>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14"/>
            <p:cNvSpPr/>
            <p:nvPr/>
          </p:nvSpPr>
          <p:spPr>
            <a:xfrm>
              <a:off x="4348000" y="6902725"/>
              <a:ext cx="33125" cy="69100"/>
            </a:xfrm>
            <a:custGeom>
              <a:rect b="b" l="l" r="r" t="t"/>
              <a:pathLst>
                <a:path extrusionOk="0" h="2764" w="1325">
                  <a:moveTo>
                    <a:pt x="409" y="1"/>
                  </a:moveTo>
                  <a:lnTo>
                    <a:pt x="1" y="107"/>
                  </a:lnTo>
                  <a:lnTo>
                    <a:pt x="916" y="2764"/>
                  </a:lnTo>
                  <a:lnTo>
                    <a:pt x="1325" y="2657"/>
                  </a:lnTo>
                  <a:lnTo>
                    <a:pt x="409" y="1"/>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14"/>
            <p:cNvSpPr/>
            <p:nvPr/>
          </p:nvSpPr>
          <p:spPr>
            <a:xfrm>
              <a:off x="4368450" y="6895175"/>
              <a:ext cx="30675" cy="68875"/>
            </a:xfrm>
            <a:custGeom>
              <a:rect b="b" l="l" r="r" t="t"/>
              <a:pathLst>
                <a:path extrusionOk="0" h="2755" w="1227">
                  <a:moveTo>
                    <a:pt x="302" y="1"/>
                  </a:moveTo>
                  <a:lnTo>
                    <a:pt x="0" y="205"/>
                  </a:lnTo>
                  <a:lnTo>
                    <a:pt x="915" y="2755"/>
                  </a:lnTo>
                  <a:lnTo>
                    <a:pt x="1226" y="2657"/>
                  </a:lnTo>
                  <a:lnTo>
                    <a:pt x="302" y="1"/>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14"/>
            <p:cNvSpPr/>
            <p:nvPr/>
          </p:nvSpPr>
          <p:spPr>
            <a:xfrm>
              <a:off x="4386225" y="6890075"/>
              <a:ext cx="30675" cy="68875"/>
            </a:xfrm>
            <a:custGeom>
              <a:rect b="b" l="l" r="r" t="t"/>
              <a:pathLst>
                <a:path extrusionOk="0" h="2755" w="1227">
                  <a:moveTo>
                    <a:pt x="311" y="0"/>
                  </a:moveTo>
                  <a:lnTo>
                    <a:pt x="0" y="98"/>
                  </a:lnTo>
                  <a:lnTo>
                    <a:pt x="924" y="2755"/>
                  </a:lnTo>
                  <a:lnTo>
                    <a:pt x="1226" y="2657"/>
                  </a:lnTo>
                  <a:lnTo>
                    <a:pt x="311" y="0"/>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14"/>
            <p:cNvSpPr/>
            <p:nvPr/>
          </p:nvSpPr>
          <p:spPr>
            <a:xfrm>
              <a:off x="4404200" y="6882300"/>
              <a:ext cx="33125" cy="69100"/>
            </a:xfrm>
            <a:custGeom>
              <a:rect b="b" l="l" r="r" t="t"/>
              <a:pathLst>
                <a:path extrusionOk="0" h="2764" w="1325">
                  <a:moveTo>
                    <a:pt x="409" y="1"/>
                  </a:moveTo>
                  <a:lnTo>
                    <a:pt x="0" y="205"/>
                  </a:lnTo>
                  <a:lnTo>
                    <a:pt x="916" y="2763"/>
                  </a:lnTo>
                  <a:lnTo>
                    <a:pt x="1324" y="2657"/>
                  </a:lnTo>
                  <a:lnTo>
                    <a:pt x="409" y="1"/>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14"/>
            <p:cNvSpPr/>
            <p:nvPr/>
          </p:nvSpPr>
          <p:spPr>
            <a:xfrm>
              <a:off x="4421975" y="6877200"/>
              <a:ext cx="33325" cy="69075"/>
            </a:xfrm>
            <a:custGeom>
              <a:rect b="b" l="l" r="r" t="t"/>
              <a:pathLst>
                <a:path extrusionOk="0" h="2763" w="1333">
                  <a:moveTo>
                    <a:pt x="409" y="0"/>
                  </a:moveTo>
                  <a:lnTo>
                    <a:pt x="0" y="107"/>
                  </a:lnTo>
                  <a:lnTo>
                    <a:pt x="924" y="2763"/>
                  </a:lnTo>
                  <a:lnTo>
                    <a:pt x="1333" y="2657"/>
                  </a:lnTo>
                  <a:lnTo>
                    <a:pt x="409" y="0"/>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14"/>
            <p:cNvSpPr/>
            <p:nvPr/>
          </p:nvSpPr>
          <p:spPr>
            <a:xfrm>
              <a:off x="4439950" y="6869625"/>
              <a:ext cx="33125" cy="68900"/>
            </a:xfrm>
            <a:custGeom>
              <a:rect b="b" l="l" r="r" t="t"/>
              <a:pathLst>
                <a:path extrusionOk="0" h="2756" w="1325">
                  <a:moveTo>
                    <a:pt x="409" y="1"/>
                  </a:moveTo>
                  <a:lnTo>
                    <a:pt x="1" y="99"/>
                  </a:lnTo>
                  <a:lnTo>
                    <a:pt x="1022" y="2755"/>
                  </a:lnTo>
                  <a:lnTo>
                    <a:pt x="1325" y="2657"/>
                  </a:lnTo>
                  <a:lnTo>
                    <a:pt x="409" y="1"/>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14"/>
            <p:cNvSpPr/>
            <p:nvPr/>
          </p:nvSpPr>
          <p:spPr>
            <a:xfrm>
              <a:off x="4314700" y="6956475"/>
              <a:ext cx="367825" cy="694425"/>
            </a:xfrm>
            <a:custGeom>
              <a:rect b="b" l="l" r="r" t="t"/>
              <a:pathLst>
                <a:path extrusionOk="0" h="27777" w="14713">
                  <a:moveTo>
                    <a:pt x="6032" y="1"/>
                  </a:moveTo>
                  <a:lnTo>
                    <a:pt x="0" y="2142"/>
                  </a:lnTo>
                  <a:lnTo>
                    <a:pt x="8076" y="25640"/>
                  </a:lnTo>
                  <a:cubicBezTo>
                    <a:pt x="8559" y="26929"/>
                    <a:pt x="9805" y="27776"/>
                    <a:pt x="11111" y="27776"/>
                  </a:cubicBezTo>
                  <a:cubicBezTo>
                    <a:pt x="11462" y="27776"/>
                    <a:pt x="11817" y="27715"/>
                    <a:pt x="12162" y="27586"/>
                  </a:cubicBezTo>
                  <a:cubicBezTo>
                    <a:pt x="13895" y="26973"/>
                    <a:pt x="14713" y="25134"/>
                    <a:pt x="14206" y="23499"/>
                  </a:cubicBezTo>
                  <a:lnTo>
                    <a:pt x="603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14"/>
            <p:cNvSpPr/>
            <p:nvPr/>
          </p:nvSpPr>
          <p:spPr>
            <a:xfrm>
              <a:off x="4391325" y="7125050"/>
              <a:ext cx="265650" cy="498700"/>
            </a:xfrm>
            <a:custGeom>
              <a:rect b="b" l="l" r="r" t="t"/>
              <a:pathLst>
                <a:path extrusionOk="0" h="19948" w="10626">
                  <a:moveTo>
                    <a:pt x="4398" y="1"/>
                  </a:moveTo>
                  <a:lnTo>
                    <a:pt x="0" y="1529"/>
                  </a:lnTo>
                  <a:lnTo>
                    <a:pt x="5828" y="18391"/>
                  </a:lnTo>
                  <a:cubicBezTo>
                    <a:pt x="6151" y="19361"/>
                    <a:pt x="7048" y="19947"/>
                    <a:pt x="8016" y="19947"/>
                  </a:cubicBezTo>
                  <a:cubicBezTo>
                    <a:pt x="8271" y="19947"/>
                    <a:pt x="8531" y="19906"/>
                    <a:pt x="8787" y="19821"/>
                  </a:cubicBezTo>
                  <a:cubicBezTo>
                    <a:pt x="10013" y="19412"/>
                    <a:pt x="10626" y="18080"/>
                    <a:pt x="10217" y="16854"/>
                  </a:cubicBezTo>
                  <a:lnTo>
                    <a:pt x="439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14"/>
            <p:cNvSpPr/>
            <p:nvPr/>
          </p:nvSpPr>
          <p:spPr>
            <a:xfrm>
              <a:off x="4289150" y="6933375"/>
              <a:ext cx="196800" cy="91975"/>
            </a:xfrm>
            <a:custGeom>
              <a:rect b="b" l="l" r="r" t="t"/>
              <a:pathLst>
                <a:path extrusionOk="0" h="3679" w="7872">
                  <a:moveTo>
                    <a:pt x="7561" y="1"/>
                  </a:moveTo>
                  <a:lnTo>
                    <a:pt x="1" y="2559"/>
                  </a:lnTo>
                  <a:lnTo>
                    <a:pt x="409" y="3679"/>
                  </a:lnTo>
                  <a:lnTo>
                    <a:pt x="7872" y="1023"/>
                  </a:lnTo>
                  <a:lnTo>
                    <a:pt x="7561" y="1"/>
                  </a:lnTo>
                  <a:close/>
                </a:path>
              </a:pathLst>
            </a:custGeom>
            <a:solidFill>
              <a:srgbClr val="E8E8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14"/>
            <p:cNvSpPr/>
            <p:nvPr/>
          </p:nvSpPr>
          <p:spPr>
            <a:xfrm>
              <a:off x="4519025" y="7495300"/>
              <a:ext cx="137950" cy="128450"/>
            </a:xfrm>
            <a:custGeom>
              <a:rect b="b" l="l" r="r" t="t"/>
              <a:pathLst>
                <a:path extrusionOk="0" h="5138" w="5518">
                  <a:moveTo>
                    <a:pt x="1" y="1537"/>
                  </a:moveTo>
                  <a:cubicBezTo>
                    <a:pt x="9" y="1562"/>
                    <a:pt x="18" y="1587"/>
                    <a:pt x="27" y="1611"/>
                  </a:cubicBezTo>
                  <a:lnTo>
                    <a:pt x="27" y="1611"/>
                  </a:lnTo>
                  <a:lnTo>
                    <a:pt x="1" y="1537"/>
                  </a:lnTo>
                  <a:close/>
                  <a:moveTo>
                    <a:pt x="4398" y="1"/>
                  </a:moveTo>
                  <a:cubicBezTo>
                    <a:pt x="4807" y="1227"/>
                    <a:pt x="4194" y="2559"/>
                    <a:pt x="2968" y="2968"/>
                  </a:cubicBezTo>
                  <a:cubicBezTo>
                    <a:pt x="2712" y="3053"/>
                    <a:pt x="2451" y="3094"/>
                    <a:pt x="2196" y="3094"/>
                  </a:cubicBezTo>
                  <a:cubicBezTo>
                    <a:pt x="1251" y="3094"/>
                    <a:pt x="370" y="2537"/>
                    <a:pt x="27" y="1611"/>
                  </a:cubicBezTo>
                  <a:lnTo>
                    <a:pt x="27" y="1611"/>
                  </a:lnTo>
                  <a:lnTo>
                    <a:pt x="720" y="3581"/>
                  </a:lnTo>
                  <a:cubicBezTo>
                    <a:pt x="1043" y="4551"/>
                    <a:pt x="1940" y="5137"/>
                    <a:pt x="2908" y="5137"/>
                  </a:cubicBezTo>
                  <a:cubicBezTo>
                    <a:pt x="3163" y="5137"/>
                    <a:pt x="3423" y="5096"/>
                    <a:pt x="3679" y="5011"/>
                  </a:cubicBezTo>
                  <a:cubicBezTo>
                    <a:pt x="4905" y="4602"/>
                    <a:pt x="5518" y="3270"/>
                    <a:pt x="5109" y="2044"/>
                  </a:cubicBezTo>
                  <a:lnTo>
                    <a:pt x="4398" y="1"/>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CUSTOM_6">
    <p:spTree>
      <p:nvGrpSpPr>
        <p:cNvPr id="838" name="Shape 838"/>
        <p:cNvGrpSpPr/>
        <p:nvPr/>
      </p:nvGrpSpPr>
      <p:grpSpPr>
        <a:xfrm>
          <a:off x="0" y="0"/>
          <a:ext cx="0" cy="0"/>
          <a:chOff x="0" y="0"/>
          <a:chExt cx="0" cy="0"/>
        </a:xfrm>
      </p:grpSpPr>
      <p:sp>
        <p:nvSpPr>
          <p:cNvPr id="839" name="Google Shape;839;p15"/>
          <p:cNvSpPr/>
          <p:nvPr/>
        </p:nvSpPr>
        <p:spPr>
          <a:xfrm flipH="1" rot="10800000">
            <a:off x="6520050" y="0"/>
            <a:ext cx="2623950" cy="1957425"/>
          </a:xfrm>
          <a:custGeom>
            <a:rect b="b" l="l" r="r" t="t"/>
            <a:pathLst>
              <a:path extrusionOk="0" h="78297" w="104958">
                <a:moveTo>
                  <a:pt x="104958" y="1"/>
                </a:moveTo>
                <a:cubicBezTo>
                  <a:pt x="104958" y="1"/>
                  <a:pt x="64314" y="12023"/>
                  <a:pt x="60558" y="37706"/>
                </a:cubicBezTo>
                <a:cubicBezTo>
                  <a:pt x="58414" y="52416"/>
                  <a:pt x="47851" y="54938"/>
                  <a:pt x="40487" y="54938"/>
                </a:cubicBezTo>
                <a:cubicBezTo>
                  <a:pt x="38699" y="54938"/>
                  <a:pt x="37100" y="54789"/>
                  <a:pt x="35855" y="54630"/>
                </a:cubicBezTo>
                <a:cubicBezTo>
                  <a:pt x="34728" y="54476"/>
                  <a:pt x="33609" y="54400"/>
                  <a:pt x="32504" y="54400"/>
                </a:cubicBezTo>
                <a:cubicBezTo>
                  <a:pt x="24597" y="54400"/>
                  <a:pt x="17364" y="58288"/>
                  <a:pt x="12349" y="65403"/>
                </a:cubicBezTo>
                <a:cubicBezTo>
                  <a:pt x="6638" y="73509"/>
                  <a:pt x="4623" y="75250"/>
                  <a:pt x="0" y="78297"/>
                </a:cubicBezTo>
                <a:lnTo>
                  <a:pt x="104958" y="78297"/>
                </a:lnTo>
                <a:lnTo>
                  <a:pt x="104958"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15"/>
          <p:cNvSpPr/>
          <p:nvPr/>
        </p:nvSpPr>
        <p:spPr>
          <a:xfrm>
            <a:off x="7422798" y="643424"/>
            <a:ext cx="261014" cy="257301"/>
          </a:xfrm>
          <a:custGeom>
            <a:rect b="b" l="l" r="r" t="t"/>
            <a:pathLst>
              <a:path extrusionOk="0" h="3971" w="4028">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15"/>
          <p:cNvSpPr/>
          <p:nvPr/>
        </p:nvSpPr>
        <p:spPr>
          <a:xfrm>
            <a:off x="7553111" y="357743"/>
            <a:ext cx="60199" cy="60130"/>
          </a:xfrm>
          <a:custGeom>
            <a:rect b="b" l="l" r="r" t="t"/>
            <a:pathLst>
              <a:path extrusionOk="0" h="928" w="929">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15"/>
          <p:cNvSpPr/>
          <p:nvPr/>
        </p:nvSpPr>
        <p:spPr>
          <a:xfrm>
            <a:off x="7711935" y="1292152"/>
            <a:ext cx="59875" cy="59871"/>
          </a:xfrm>
          <a:custGeom>
            <a:rect b="b" l="l" r="r" t="t"/>
            <a:pathLst>
              <a:path extrusionOk="0" h="924" w="924">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15"/>
          <p:cNvSpPr/>
          <p:nvPr/>
        </p:nvSpPr>
        <p:spPr>
          <a:xfrm>
            <a:off x="7951928" y="692519"/>
            <a:ext cx="60134" cy="60130"/>
          </a:xfrm>
          <a:custGeom>
            <a:rect b="b" l="l" r="r" t="t"/>
            <a:pathLst>
              <a:path extrusionOk="0" h="928" w="928">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15"/>
          <p:cNvSpPr/>
          <p:nvPr/>
        </p:nvSpPr>
        <p:spPr>
          <a:xfrm flipH="1">
            <a:off x="345790" y="875441"/>
            <a:ext cx="257321" cy="257560"/>
          </a:xfrm>
          <a:custGeom>
            <a:rect b="b" l="l" r="r" t="t"/>
            <a:pathLst>
              <a:path extrusionOk="0" h="3975" w="3971">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15"/>
          <p:cNvSpPr/>
          <p:nvPr/>
        </p:nvSpPr>
        <p:spPr>
          <a:xfrm flipH="1">
            <a:off x="1724281" y="85720"/>
            <a:ext cx="243518" cy="243435"/>
          </a:xfrm>
          <a:custGeom>
            <a:rect b="b" l="l" r="r" t="t"/>
            <a:pathLst>
              <a:path extrusionOk="0" h="3757" w="3758">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15"/>
          <p:cNvSpPr/>
          <p:nvPr/>
        </p:nvSpPr>
        <p:spPr>
          <a:xfrm flipH="1">
            <a:off x="176597" y="1298488"/>
            <a:ext cx="56441" cy="60195"/>
          </a:xfrm>
          <a:custGeom>
            <a:rect b="b" l="l" r="r" t="t"/>
            <a:pathLst>
              <a:path extrusionOk="0" h="929" w="871">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15"/>
          <p:cNvSpPr/>
          <p:nvPr/>
        </p:nvSpPr>
        <p:spPr>
          <a:xfrm flipH="1">
            <a:off x="638297" y="600451"/>
            <a:ext cx="56506" cy="60130"/>
          </a:xfrm>
          <a:custGeom>
            <a:rect b="b" l="l" r="r" t="t"/>
            <a:pathLst>
              <a:path extrusionOk="0" h="928" w="872">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15"/>
          <p:cNvSpPr/>
          <p:nvPr/>
        </p:nvSpPr>
        <p:spPr>
          <a:xfrm flipH="1">
            <a:off x="737053" y="184402"/>
            <a:ext cx="56441" cy="56501"/>
          </a:xfrm>
          <a:custGeom>
            <a:rect b="b" l="l" r="r" t="t"/>
            <a:pathLst>
              <a:path extrusionOk="0" h="872" w="871">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15"/>
          <p:cNvSpPr/>
          <p:nvPr/>
        </p:nvSpPr>
        <p:spPr>
          <a:xfrm flipH="1">
            <a:off x="2387120" y="293841"/>
            <a:ext cx="60199" cy="59871"/>
          </a:xfrm>
          <a:custGeom>
            <a:rect b="b" l="l" r="r" t="t"/>
            <a:pathLst>
              <a:path extrusionOk="0" h="924" w="929">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15"/>
          <p:cNvSpPr/>
          <p:nvPr/>
        </p:nvSpPr>
        <p:spPr>
          <a:xfrm>
            <a:off x="8650205" y="4645166"/>
            <a:ext cx="257321" cy="257560"/>
          </a:xfrm>
          <a:custGeom>
            <a:rect b="b" l="l" r="r" t="t"/>
            <a:pathLst>
              <a:path extrusionOk="0" h="3975" w="3971">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15"/>
          <p:cNvSpPr/>
          <p:nvPr/>
        </p:nvSpPr>
        <p:spPr>
          <a:xfrm>
            <a:off x="7285517" y="3855445"/>
            <a:ext cx="243518" cy="243435"/>
          </a:xfrm>
          <a:custGeom>
            <a:rect b="b" l="l" r="r" t="t"/>
            <a:pathLst>
              <a:path extrusionOk="0" h="3757" w="3758">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15"/>
          <p:cNvSpPr/>
          <p:nvPr/>
        </p:nvSpPr>
        <p:spPr>
          <a:xfrm>
            <a:off x="9020278" y="5068213"/>
            <a:ext cx="56441" cy="60195"/>
          </a:xfrm>
          <a:custGeom>
            <a:rect b="b" l="l" r="r" t="t"/>
            <a:pathLst>
              <a:path extrusionOk="0" h="929" w="871">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15"/>
          <p:cNvSpPr/>
          <p:nvPr/>
        </p:nvSpPr>
        <p:spPr>
          <a:xfrm>
            <a:off x="8558513" y="4370176"/>
            <a:ext cx="56506" cy="60130"/>
          </a:xfrm>
          <a:custGeom>
            <a:rect b="b" l="l" r="r" t="t"/>
            <a:pathLst>
              <a:path extrusionOk="0" h="928" w="872">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15"/>
          <p:cNvSpPr/>
          <p:nvPr/>
        </p:nvSpPr>
        <p:spPr>
          <a:xfrm>
            <a:off x="8459823" y="3954127"/>
            <a:ext cx="56441" cy="56501"/>
          </a:xfrm>
          <a:custGeom>
            <a:rect b="b" l="l" r="r" t="t"/>
            <a:pathLst>
              <a:path extrusionOk="0" h="872" w="871">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15"/>
          <p:cNvSpPr/>
          <p:nvPr/>
        </p:nvSpPr>
        <p:spPr>
          <a:xfrm>
            <a:off x="6805997" y="4063566"/>
            <a:ext cx="60199" cy="59871"/>
          </a:xfrm>
          <a:custGeom>
            <a:rect b="b" l="l" r="r" t="t"/>
            <a:pathLst>
              <a:path extrusionOk="0" h="924" w="929">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15"/>
          <p:cNvSpPr/>
          <p:nvPr/>
        </p:nvSpPr>
        <p:spPr>
          <a:xfrm flipH="1">
            <a:off x="0" y="3186075"/>
            <a:ext cx="2623950" cy="1957425"/>
          </a:xfrm>
          <a:custGeom>
            <a:rect b="b" l="l" r="r" t="t"/>
            <a:pathLst>
              <a:path extrusionOk="0" h="78297" w="104958">
                <a:moveTo>
                  <a:pt x="104958" y="1"/>
                </a:moveTo>
                <a:cubicBezTo>
                  <a:pt x="104958" y="1"/>
                  <a:pt x="64314" y="12023"/>
                  <a:pt x="60558" y="37706"/>
                </a:cubicBezTo>
                <a:cubicBezTo>
                  <a:pt x="58414" y="52416"/>
                  <a:pt x="47851" y="54938"/>
                  <a:pt x="40487" y="54938"/>
                </a:cubicBezTo>
                <a:cubicBezTo>
                  <a:pt x="38699" y="54938"/>
                  <a:pt x="37100" y="54789"/>
                  <a:pt x="35855" y="54630"/>
                </a:cubicBezTo>
                <a:cubicBezTo>
                  <a:pt x="34728" y="54476"/>
                  <a:pt x="33609" y="54400"/>
                  <a:pt x="32504" y="54400"/>
                </a:cubicBezTo>
                <a:cubicBezTo>
                  <a:pt x="24597" y="54400"/>
                  <a:pt x="17364" y="58288"/>
                  <a:pt x="12349" y="65403"/>
                </a:cubicBezTo>
                <a:cubicBezTo>
                  <a:pt x="6638" y="73509"/>
                  <a:pt x="4623" y="75250"/>
                  <a:pt x="0" y="78297"/>
                </a:cubicBezTo>
                <a:lnTo>
                  <a:pt x="104958" y="78297"/>
                </a:lnTo>
                <a:lnTo>
                  <a:pt x="104958"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15"/>
          <p:cNvSpPr/>
          <p:nvPr/>
        </p:nvSpPr>
        <p:spPr>
          <a:xfrm flipH="1">
            <a:off x="1090248" y="3471749"/>
            <a:ext cx="261014" cy="257301"/>
          </a:xfrm>
          <a:custGeom>
            <a:rect b="b" l="l" r="r" t="t"/>
            <a:pathLst>
              <a:path extrusionOk="0" h="3971" w="4028">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15"/>
          <p:cNvSpPr/>
          <p:nvPr/>
        </p:nvSpPr>
        <p:spPr>
          <a:xfrm flipH="1">
            <a:off x="1160751" y="3186068"/>
            <a:ext cx="60199" cy="60130"/>
          </a:xfrm>
          <a:custGeom>
            <a:rect b="b" l="l" r="r" t="t"/>
            <a:pathLst>
              <a:path extrusionOk="0" h="928" w="929">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15"/>
          <p:cNvSpPr/>
          <p:nvPr/>
        </p:nvSpPr>
        <p:spPr>
          <a:xfrm flipH="1">
            <a:off x="1002250" y="4120477"/>
            <a:ext cx="59875" cy="59871"/>
          </a:xfrm>
          <a:custGeom>
            <a:rect b="b" l="l" r="r" t="t"/>
            <a:pathLst>
              <a:path extrusionOk="0" h="924" w="924">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15"/>
          <p:cNvSpPr/>
          <p:nvPr/>
        </p:nvSpPr>
        <p:spPr>
          <a:xfrm flipH="1">
            <a:off x="761998" y="3520844"/>
            <a:ext cx="60134" cy="60130"/>
          </a:xfrm>
          <a:custGeom>
            <a:rect b="b" l="l" r="r" t="t"/>
            <a:pathLst>
              <a:path extrusionOk="0" h="928" w="928">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15"/>
          <p:cNvSpPr txBox="1"/>
          <p:nvPr>
            <p:ph type="title"/>
          </p:nvPr>
        </p:nvSpPr>
        <p:spPr>
          <a:xfrm>
            <a:off x="2725032" y="1931376"/>
            <a:ext cx="5400600" cy="9144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3600"/>
              <a:buNone/>
              <a:defRPr sz="45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862" name="Google Shape;862;p15"/>
          <p:cNvSpPr txBox="1"/>
          <p:nvPr>
            <p:ph idx="1" type="subTitle"/>
          </p:nvPr>
        </p:nvSpPr>
        <p:spPr>
          <a:xfrm>
            <a:off x="2725032" y="2846424"/>
            <a:ext cx="5395800" cy="365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800"/>
              <a:buNone/>
              <a:defRPr/>
            </a:lvl1pPr>
            <a:lvl2pPr lvl="1" rtl="0" algn="ctr">
              <a:spcBef>
                <a:spcPts val="0"/>
              </a:spcBef>
              <a:spcAft>
                <a:spcPts val="0"/>
              </a:spcAft>
              <a:buSzPts val="1400"/>
              <a:buNone/>
              <a:defRPr/>
            </a:lvl2pPr>
            <a:lvl3pPr lvl="2" rtl="0" algn="ctr">
              <a:spcBef>
                <a:spcPts val="1600"/>
              </a:spcBef>
              <a:spcAft>
                <a:spcPts val="0"/>
              </a:spcAft>
              <a:buSzPts val="1400"/>
              <a:buNone/>
              <a:defRPr/>
            </a:lvl3pPr>
            <a:lvl4pPr lvl="3" rtl="0" algn="ctr">
              <a:spcBef>
                <a:spcPts val="1600"/>
              </a:spcBef>
              <a:spcAft>
                <a:spcPts val="0"/>
              </a:spcAft>
              <a:buSzPts val="1400"/>
              <a:buNone/>
              <a:defRPr/>
            </a:lvl4pPr>
            <a:lvl5pPr lvl="4" rtl="0" algn="ctr">
              <a:spcBef>
                <a:spcPts val="1600"/>
              </a:spcBef>
              <a:spcAft>
                <a:spcPts val="0"/>
              </a:spcAft>
              <a:buSzPts val="1400"/>
              <a:buNone/>
              <a:defRPr/>
            </a:lvl5pPr>
            <a:lvl6pPr lvl="5" rtl="0" algn="ctr">
              <a:spcBef>
                <a:spcPts val="1600"/>
              </a:spcBef>
              <a:spcAft>
                <a:spcPts val="0"/>
              </a:spcAft>
              <a:buSzPts val="1400"/>
              <a:buNone/>
              <a:defRPr/>
            </a:lvl6pPr>
            <a:lvl7pPr lvl="6" rtl="0" algn="ctr">
              <a:spcBef>
                <a:spcPts val="1600"/>
              </a:spcBef>
              <a:spcAft>
                <a:spcPts val="0"/>
              </a:spcAft>
              <a:buSzPts val="1400"/>
              <a:buNone/>
              <a:defRPr/>
            </a:lvl7pPr>
            <a:lvl8pPr lvl="7" rtl="0" algn="ctr">
              <a:spcBef>
                <a:spcPts val="1600"/>
              </a:spcBef>
              <a:spcAft>
                <a:spcPts val="0"/>
              </a:spcAft>
              <a:buSzPts val="1400"/>
              <a:buNone/>
              <a:defRPr/>
            </a:lvl8pPr>
            <a:lvl9pPr lvl="8" rtl="0" algn="ctr">
              <a:spcBef>
                <a:spcPts val="1600"/>
              </a:spcBef>
              <a:spcAft>
                <a:spcPts val="1600"/>
              </a:spcAft>
              <a:buSzPts val="1400"/>
              <a:buNone/>
              <a:defRPr/>
            </a:lvl9pPr>
          </a:lstStyle>
          <a:p/>
        </p:txBody>
      </p:sp>
      <p:sp>
        <p:nvSpPr>
          <p:cNvPr id="863" name="Google Shape;863;p15"/>
          <p:cNvSpPr txBox="1"/>
          <p:nvPr>
            <p:ph hasCustomPrompt="1" idx="2" type="title"/>
          </p:nvPr>
        </p:nvSpPr>
        <p:spPr>
          <a:xfrm>
            <a:off x="1233306" y="2496076"/>
            <a:ext cx="1125000" cy="4461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4500"/>
            </a:lvl1pPr>
            <a:lvl2pPr lvl="1" rtl="0" algn="ctr">
              <a:spcBef>
                <a:spcPts val="0"/>
              </a:spcBef>
              <a:spcAft>
                <a:spcPts val="0"/>
              </a:spcAft>
              <a:buSzPts val="3000"/>
              <a:buFont typeface="Neucha"/>
              <a:buNone/>
              <a:defRPr b="1" sz="3000">
                <a:latin typeface="Neucha"/>
                <a:ea typeface="Neucha"/>
                <a:cs typeface="Neucha"/>
                <a:sym typeface="Neucha"/>
              </a:defRPr>
            </a:lvl2pPr>
            <a:lvl3pPr lvl="2" rtl="0" algn="ctr">
              <a:spcBef>
                <a:spcPts val="0"/>
              </a:spcBef>
              <a:spcAft>
                <a:spcPts val="0"/>
              </a:spcAft>
              <a:buSzPts val="3000"/>
              <a:buFont typeface="Neucha"/>
              <a:buNone/>
              <a:defRPr b="1" sz="3000">
                <a:latin typeface="Neucha"/>
                <a:ea typeface="Neucha"/>
                <a:cs typeface="Neucha"/>
                <a:sym typeface="Neucha"/>
              </a:defRPr>
            </a:lvl3pPr>
            <a:lvl4pPr lvl="3" rtl="0" algn="ctr">
              <a:spcBef>
                <a:spcPts val="0"/>
              </a:spcBef>
              <a:spcAft>
                <a:spcPts val="0"/>
              </a:spcAft>
              <a:buSzPts val="3000"/>
              <a:buFont typeface="Neucha"/>
              <a:buNone/>
              <a:defRPr b="1" sz="3000">
                <a:latin typeface="Neucha"/>
                <a:ea typeface="Neucha"/>
                <a:cs typeface="Neucha"/>
                <a:sym typeface="Neucha"/>
              </a:defRPr>
            </a:lvl4pPr>
            <a:lvl5pPr lvl="4" rtl="0" algn="ctr">
              <a:spcBef>
                <a:spcPts val="0"/>
              </a:spcBef>
              <a:spcAft>
                <a:spcPts val="0"/>
              </a:spcAft>
              <a:buSzPts val="3000"/>
              <a:buFont typeface="Neucha"/>
              <a:buNone/>
              <a:defRPr b="1" sz="3000">
                <a:latin typeface="Neucha"/>
                <a:ea typeface="Neucha"/>
                <a:cs typeface="Neucha"/>
                <a:sym typeface="Neucha"/>
              </a:defRPr>
            </a:lvl5pPr>
            <a:lvl6pPr lvl="5" rtl="0" algn="ctr">
              <a:spcBef>
                <a:spcPts val="0"/>
              </a:spcBef>
              <a:spcAft>
                <a:spcPts val="0"/>
              </a:spcAft>
              <a:buSzPts val="3000"/>
              <a:buFont typeface="Neucha"/>
              <a:buNone/>
              <a:defRPr b="1" sz="3000">
                <a:latin typeface="Neucha"/>
                <a:ea typeface="Neucha"/>
                <a:cs typeface="Neucha"/>
                <a:sym typeface="Neucha"/>
              </a:defRPr>
            </a:lvl6pPr>
            <a:lvl7pPr lvl="6" rtl="0" algn="ctr">
              <a:spcBef>
                <a:spcPts val="0"/>
              </a:spcBef>
              <a:spcAft>
                <a:spcPts val="0"/>
              </a:spcAft>
              <a:buSzPts val="3000"/>
              <a:buFont typeface="Neucha"/>
              <a:buNone/>
              <a:defRPr b="1" sz="3000">
                <a:latin typeface="Neucha"/>
                <a:ea typeface="Neucha"/>
                <a:cs typeface="Neucha"/>
                <a:sym typeface="Neucha"/>
              </a:defRPr>
            </a:lvl7pPr>
            <a:lvl8pPr lvl="7" rtl="0" algn="ctr">
              <a:spcBef>
                <a:spcPts val="0"/>
              </a:spcBef>
              <a:spcAft>
                <a:spcPts val="0"/>
              </a:spcAft>
              <a:buSzPts val="3000"/>
              <a:buFont typeface="Neucha"/>
              <a:buNone/>
              <a:defRPr b="1" sz="3000">
                <a:latin typeface="Neucha"/>
                <a:ea typeface="Neucha"/>
                <a:cs typeface="Neucha"/>
                <a:sym typeface="Neucha"/>
              </a:defRPr>
            </a:lvl8pPr>
            <a:lvl9pPr lvl="8" rtl="0" algn="ctr">
              <a:spcBef>
                <a:spcPts val="0"/>
              </a:spcBef>
              <a:spcAft>
                <a:spcPts val="0"/>
              </a:spcAft>
              <a:buSzPts val="3000"/>
              <a:buFont typeface="Neucha"/>
              <a:buNone/>
              <a:defRPr b="1" sz="3000">
                <a:latin typeface="Neucha"/>
                <a:ea typeface="Neucha"/>
                <a:cs typeface="Neucha"/>
                <a:sym typeface="Neucha"/>
              </a:defRPr>
            </a:lvl9pPr>
          </a:lstStyle>
          <a:p>
            <a:r>
              <a:t>xx%</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CUSTOM_6_1">
    <p:spTree>
      <p:nvGrpSpPr>
        <p:cNvPr id="864" name="Shape 864"/>
        <p:cNvGrpSpPr/>
        <p:nvPr/>
      </p:nvGrpSpPr>
      <p:grpSpPr>
        <a:xfrm>
          <a:off x="0" y="0"/>
          <a:ext cx="0" cy="0"/>
          <a:chOff x="0" y="0"/>
          <a:chExt cx="0" cy="0"/>
        </a:xfrm>
      </p:grpSpPr>
      <p:sp>
        <p:nvSpPr>
          <p:cNvPr id="865" name="Google Shape;865;p16"/>
          <p:cNvSpPr/>
          <p:nvPr/>
        </p:nvSpPr>
        <p:spPr>
          <a:xfrm flipH="1" rot="10800000">
            <a:off x="6520050" y="0"/>
            <a:ext cx="2623950" cy="1957425"/>
          </a:xfrm>
          <a:custGeom>
            <a:rect b="b" l="l" r="r" t="t"/>
            <a:pathLst>
              <a:path extrusionOk="0" h="78297" w="104958">
                <a:moveTo>
                  <a:pt x="104958" y="1"/>
                </a:moveTo>
                <a:cubicBezTo>
                  <a:pt x="104958" y="1"/>
                  <a:pt x="64314" y="12023"/>
                  <a:pt x="60558" y="37706"/>
                </a:cubicBezTo>
                <a:cubicBezTo>
                  <a:pt x="58414" y="52416"/>
                  <a:pt x="47851" y="54938"/>
                  <a:pt x="40487" y="54938"/>
                </a:cubicBezTo>
                <a:cubicBezTo>
                  <a:pt x="38699" y="54938"/>
                  <a:pt x="37100" y="54789"/>
                  <a:pt x="35855" y="54630"/>
                </a:cubicBezTo>
                <a:cubicBezTo>
                  <a:pt x="34728" y="54476"/>
                  <a:pt x="33609" y="54400"/>
                  <a:pt x="32504" y="54400"/>
                </a:cubicBezTo>
                <a:cubicBezTo>
                  <a:pt x="24597" y="54400"/>
                  <a:pt x="17364" y="58288"/>
                  <a:pt x="12349" y="65403"/>
                </a:cubicBezTo>
                <a:cubicBezTo>
                  <a:pt x="6638" y="73509"/>
                  <a:pt x="4623" y="75250"/>
                  <a:pt x="0" y="78297"/>
                </a:cubicBezTo>
                <a:lnTo>
                  <a:pt x="104958" y="78297"/>
                </a:lnTo>
                <a:lnTo>
                  <a:pt x="104958"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66" name="Google Shape;866;p16"/>
          <p:cNvGrpSpPr/>
          <p:nvPr/>
        </p:nvGrpSpPr>
        <p:grpSpPr>
          <a:xfrm>
            <a:off x="8012063" y="168438"/>
            <a:ext cx="837425" cy="742113"/>
            <a:chOff x="6215925" y="6858088"/>
            <a:chExt cx="837425" cy="742113"/>
          </a:xfrm>
        </p:grpSpPr>
        <p:sp>
          <p:nvSpPr>
            <p:cNvPr id="867" name="Google Shape;867;p16"/>
            <p:cNvSpPr/>
            <p:nvPr/>
          </p:nvSpPr>
          <p:spPr>
            <a:xfrm>
              <a:off x="6215925" y="7421400"/>
              <a:ext cx="201900" cy="178800"/>
            </a:xfrm>
            <a:custGeom>
              <a:rect b="b" l="l" r="r" t="t"/>
              <a:pathLst>
                <a:path extrusionOk="0" h="7152" w="8076">
                  <a:moveTo>
                    <a:pt x="7561" y="0"/>
                  </a:moveTo>
                  <a:lnTo>
                    <a:pt x="0" y="6637"/>
                  </a:lnTo>
                  <a:lnTo>
                    <a:pt x="515" y="7152"/>
                  </a:lnTo>
                  <a:lnTo>
                    <a:pt x="8076" y="507"/>
                  </a:lnTo>
                  <a:lnTo>
                    <a:pt x="7561" y="0"/>
                  </a:lnTo>
                  <a:close/>
                </a:path>
              </a:pathLst>
            </a:custGeom>
            <a:solidFill>
              <a:srgbClr val="F1F0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16"/>
            <p:cNvSpPr/>
            <p:nvPr/>
          </p:nvSpPr>
          <p:spPr>
            <a:xfrm>
              <a:off x="6401775" y="7430925"/>
              <a:ext cx="25575" cy="22900"/>
            </a:xfrm>
            <a:custGeom>
              <a:rect b="b" l="l" r="r" t="t"/>
              <a:pathLst>
                <a:path extrusionOk="0" h="916" w="1023">
                  <a:moveTo>
                    <a:pt x="508" y="0"/>
                  </a:moveTo>
                  <a:lnTo>
                    <a:pt x="1" y="507"/>
                  </a:lnTo>
                  <a:lnTo>
                    <a:pt x="508" y="915"/>
                  </a:lnTo>
                  <a:lnTo>
                    <a:pt x="1023" y="507"/>
                  </a:lnTo>
                  <a:lnTo>
                    <a:pt x="508" y="0"/>
                  </a:lnTo>
                  <a:close/>
                </a:path>
              </a:pathLst>
            </a:custGeom>
            <a:solidFill>
              <a:srgbClr val="C1C0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69" name="Google Shape;869;p16"/>
            <p:cNvGrpSpPr/>
            <p:nvPr/>
          </p:nvGrpSpPr>
          <p:grpSpPr>
            <a:xfrm>
              <a:off x="6361025" y="6858088"/>
              <a:ext cx="692325" cy="623250"/>
              <a:chOff x="6361025" y="6858088"/>
              <a:chExt cx="692325" cy="623250"/>
            </a:xfrm>
          </p:grpSpPr>
          <p:sp>
            <p:nvSpPr>
              <p:cNvPr id="870" name="Google Shape;870;p16"/>
              <p:cNvSpPr/>
              <p:nvPr/>
            </p:nvSpPr>
            <p:spPr>
              <a:xfrm>
                <a:off x="6361025" y="7011338"/>
                <a:ext cx="510875" cy="470000"/>
              </a:xfrm>
              <a:custGeom>
                <a:rect b="b" l="l" r="r" t="t"/>
                <a:pathLst>
                  <a:path extrusionOk="0" h="18800" w="20435">
                    <a:moveTo>
                      <a:pt x="15228" y="0"/>
                    </a:moveTo>
                    <a:lnTo>
                      <a:pt x="1946" y="11647"/>
                    </a:lnTo>
                    <a:lnTo>
                      <a:pt x="1129" y="15530"/>
                    </a:lnTo>
                    <a:lnTo>
                      <a:pt x="107" y="16445"/>
                    </a:lnTo>
                    <a:cubicBezTo>
                      <a:pt x="107" y="16445"/>
                      <a:pt x="1" y="17164"/>
                      <a:pt x="720" y="17982"/>
                    </a:cubicBezTo>
                    <a:cubicBezTo>
                      <a:pt x="1431" y="18799"/>
                      <a:pt x="2150" y="18799"/>
                      <a:pt x="2150" y="18799"/>
                    </a:cubicBezTo>
                    <a:lnTo>
                      <a:pt x="3172" y="17875"/>
                    </a:lnTo>
                    <a:lnTo>
                      <a:pt x="7152" y="17573"/>
                    </a:lnTo>
                    <a:lnTo>
                      <a:pt x="20434" y="5926"/>
                    </a:lnTo>
                    <a:lnTo>
                      <a:pt x="15228"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16"/>
              <p:cNvSpPr/>
              <p:nvPr/>
            </p:nvSpPr>
            <p:spPr>
              <a:xfrm>
                <a:off x="6795250" y="6896288"/>
                <a:ext cx="217225" cy="207025"/>
              </a:xfrm>
              <a:custGeom>
                <a:rect b="b" l="l" r="r" t="t"/>
                <a:pathLst>
                  <a:path extrusionOk="0" h="8281" w="8689">
                    <a:moveTo>
                      <a:pt x="6539" y="1"/>
                    </a:moveTo>
                    <a:lnTo>
                      <a:pt x="0" y="5828"/>
                    </a:lnTo>
                    <a:lnTo>
                      <a:pt x="2150" y="8280"/>
                    </a:lnTo>
                    <a:lnTo>
                      <a:pt x="8688" y="2453"/>
                    </a:lnTo>
                    <a:lnTo>
                      <a:pt x="6539" y="1"/>
                    </a:lnTo>
                    <a:close/>
                  </a:path>
                </a:pathLst>
              </a:custGeom>
              <a:solidFill>
                <a:srgbClr val="F1F0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16"/>
              <p:cNvSpPr/>
              <p:nvPr/>
            </p:nvSpPr>
            <p:spPr>
              <a:xfrm>
                <a:off x="6795250" y="7018888"/>
                <a:ext cx="79300" cy="84425"/>
              </a:xfrm>
              <a:custGeom>
                <a:rect b="b" l="l" r="r" t="t"/>
                <a:pathLst>
                  <a:path extrusionOk="0" h="3377" w="3172">
                    <a:moveTo>
                      <a:pt x="1022" y="1"/>
                    </a:moveTo>
                    <a:lnTo>
                      <a:pt x="0" y="924"/>
                    </a:lnTo>
                    <a:lnTo>
                      <a:pt x="2150" y="3376"/>
                    </a:lnTo>
                    <a:lnTo>
                      <a:pt x="3171" y="2453"/>
                    </a:lnTo>
                    <a:lnTo>
                      <a:pt x="1022" y="1"/>
                    </a:lnTo>
                    <a:close/>
                  </a:path>
                </a:pathLst>
              </a:custGeom>
              <a:solidFill>
                <a:srgbClr val="C2C2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16"/>
              <p:cNvSpPr/>
              <p:nvPr/>
            </p:nvSpPr>
            <p:spPr>
              <a:xfrm>
                <a:off x="6946050" y="6858088"/>
                <a:ext cx="107300" cy="114850"/>
              </a:xfrm>
              <a:custGeom>
                <a:rect b="b" l="l" r="r" t="t"/>
                <a:pathLst>
                  <a:path extrusionOk="0" h="4594" w="4292">
                    <a:moveTo>
                      <a:pt x="1120" y="0"/>
                    </a:moveTo>
                    <a:lnTo>
                      <a:pt x="0" y="1022"/>
                    </a:lnTo>
                    <a:lnTo>
                      <a:pt x="3163" y="4594"/>
                    </a:lnTo>
                    <a:lnTo>
                      <a:pt x="4291" y="3678"/>
                    </a:lnTo>
                    <a:lnTo>
                      <a:pt x="1120" y="0"/>
                    </a:lnTo>
                    <a:close/>
                  </a:path>
                </a:pathLst>
              </a:custGeom>
              <a:solidFill>
                <a:srgbClr val="FF78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p16"/>
              <p:cNvSpPr/>
              <p:nvPr/>
            </p:nvSpPr>
            <p:spPr>
              <a:xfrm>
                <a:off x="6721275" y="6990888"/>
                <a:ext cx="176150" cy="189050"/>
              </a:xfrm>
              <a:custGeom>
                <a:rect b="b" l="l" r="r" t="t"/>
                <a:pathLst>
                  <a:path extrusionOk="0" h="7562" w="7046">
                    <a:moveTo>
                      <a:pt x="1733" y="1"/>
                    </a:moveTo>
                    <a:lnTo>
                      <a:pt x="0" y="1529"/>
                    </a:lnTo>
                    <a:lnTo>
                      <a:pt x="5313" y="7561"/>
                    </a:lnTo>
                    <a:lnTo>
                      <a:pt x="7046" y="6025"/>
                    </a:lnTo>
                    <a:lnTo>
                      <a:pt x="1733" y="1"/>
                    </a:lnTo>
                    <a:close/>
                  </a:path>
                </a:pathLst>
              </a:custGeom>
              <a:solidFill>
                <a:srgbClr val="FF78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16"/>
              <p:cNvSpPr/>
              <p:nvPr/>
            </p:nvSpPr>
            <p:spPr>
              <a:xfrm>
                <a:off x="6739050" y="7149263"/>
                <a:ext cx="69100" cy="74000"/>
              </a:xfrm>
              <a:custGeom>
                <a:rect b="b" l="l" r="r" t="t"/>
                <a:pathLst>
                  <a:path extrusionOk="0" h="2960" w="2764">
                    <a:moveTo>
                      <a:pt x="409" y="0"/>
                    </a:moveTo>
                    <a:lnTo>
                      <a:pt x="0" y="303"/>
                    </a:lnTo>
                    <a:lnTo>
                      <a:pt x="2354" y="2959"/>
                    </a:lnTo>
                    <a:lnTo>
                      <a:pt x="2763" y="2657"/>
                    </a:lnTo>
                    <a:lnTo>
                      <a:pt x="409" y="0"/>
                    </a:lnTo>
                    <a:close/>
                  </a:path>
                </a:pathLst>
              </a:custGeom>
              <a:solidFill>
                <a:srgbClr val="C2C2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16"/>
              <p:cNvSpPr/>
              <p:nvPr/>
            </p:nvSpPr>
            <p:spPr>
              <a:xfrm>
                <a:off x="6690625" y="7192588"/>
                <a:ext cx="66425" cy="74200"/>
              </a:xfrm>
              <a:custGeom>
                <a:rect b="b" l="l" r="r" t="t"/>
                <a:pathLst>
                  <a:path extrusionOk="0" h="2968" w="2657">
                    <a:moveTo>
                      <a:pt x="409" y="0"/>
                    </a:moveTo>
                    <a:lnTo>
                      <a:pt x="0" y="311"/>
                    </a:lnTo>
                    <a:lnTo>
                      <a:pt x="2346" y="2967"/>
                    </a:lnTo>
                    <a:lnTo>
                      <a:pt x="2657" y="2656"/>
                    </a:lnTo>
                    <a:lnTo>
                      <a:pt x="409" y="0"/>
                    </a:lnTo>
                    <a:close/>
                  </a:path>
                </a:pathLst>
              </a:custGeom>
              <a:solidFill>
                <a:srgbClr val="C2C2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16"/>
              <p:cNvSpPr/>
              <p:nvPr/>
            </p:nvSpPr>
            <p:spPr>
              <a:xfrm>
                <a:off x="6642000" y="7236113"/>
                <a:ext cx="66425" cy="73975"/>
              </a:xfrm>
              <a:custGeom>
                <a:rect b="b" l="l" r="r" t="t"/>
                <a:pathLst>
                  <a:path extrusionOk="0" h="2959" w="2657">
                    <a:moveTo>
                      <a:pt x="409" y="0"/>
                    </a:moveTo>
                    <a:lnTo>
                      <a:pt x="0" y="302"/>
                    </a:lnTo>
                    <a:lnTo>
                      <a:pt x="2248" y="2959"/>
                    </a:lnTo>
                    <a:lnTo>
                      <a:pt x="2656" y="2656"/>
                    </a:lnTo>
                    <a:lnTo>
                      <a:pt x="409" y="0"/>
                    </a:lnTo>
                    <a:close/>
                  </a:path>
                </a:pathLst>
              </a:custGeom>
              <a:solidFill>
                <a:srgbClr val="C2C2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16"/>
              <p:cNvSpPr/>
              <p:nvPr/>
            </p:nvSpPr>
            <p:spPr>
              <a:xfrm>
                <a:off x="6384125" y="7207913"/>
                <a:ext cx="268100" cy="252975"/>
              </a:xfrm>
              <a:custGeom>
                <a:rect b="b" l="l" r="r" t="t"/>
                <a:pathLst>
                  <a:path extrusionOk="0" h="10119" w="10724">
                    <a:moveTo>
                      <a:pt x="6539" y="0"/>
                    </a:moveTo>
                    <a:lnTo>
                      <a:pt x="2142" y="3882"/>
                    </a:lnTo>
                    <a:lnTo>
                      <a:pt x="1226" y="7765"/>
                    </a:lnTo>
                    <a:lnTo>
                      <a:pt x="0" y="8688"/>
                    </a:lnTo>
                    <a:cubicBezTo>
                      <a:pt x="0" y="8688"/>
                      <a:pt x="0" y="9195"/>
                      <a:pt x="409" y="9604"/>
                    </a:cubicBezTo>
                    <a:cubicBezTo>
                      <a:pt x="818" y="10119"/>
                      <a:pt x="1226" y="10119"/>
                      <a:pt x="1226" y="10119"/>
                    </a:cubicBezTo>
                    <a:lnTo>
                      <a:pt x="2346" y="8991"/>
                    </a:lnTo>
                    <a:lnTo>
                      <a:pt x="6228" y="8688"/>
                    </a:lnTo>
                    <a:lnTo>
                      <a:pt x="10724" y="4700"/>
                    </a:lnTo>
                    <a:lnTo>
                      <a:pt x="6539" y="0"/>
                    </a:ln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p16"/>
              <p:cNvSpPr/>
              <p:nvPr/>
            </p:nvSpPr>
            <p:spPr>
              <a:xfrm>
                <a:off x="6384125" y="7312738"/>
                <a:ext cx="268100" cy="148150"/>
              </a:xfrm>
              <a:custGeom>
                <a:rect b="b" l="l" r="r" t="t"/>
                <a:pathLst>
                  <a:path extrusionOk="0" h="5926" w="10724">
                    <a:moveTo>
                      <a:pt x="10217" y="0"/>
                    </a:moveTo>
                    <a:lnTo>
                      <a:pt x="6228" y="3572"/>
                    </a:lnTo>
                    <a:lnTo>
                      <a:pt x="2346" y="3882"/>
                    </a:lnTo>
                    <a:lnTo>
                      <a:pt x="1226" y="5002"/>
                    </a:lnTo>
                    <a:cubicBezTo>
                      <a:pt x="1226" y="5002"/>
                      <a:pt x="818" y="5002"/>
                      <a:pt x="409" y="4495"/>
                    </a:cubicBezTo>
                    <a:cubicBezTo>
                      <a:pt x="303" y="4495"/>
                      <a:pt x="303" y="4389"/>
                      <a:pt x="205" y="4389"/>
                    </a:cubicBezTo>
                    <a:lnTo>
                      <a:pt x="0" y="4495"/>
                    </a:lnTo>
                    <a:cubicBezTo>
                      <a:pt x="0" y="4495"/>
                      <a:pt x="0" y="5002"/>
                      <a:pt x="409" y="5411"/>
                    </a:cubicBezTo>
                    <a:cubicBezTo>
                      <a:pt x="818" y="5926"/>
                      <a:pt x="1226" y="5926"/>
                      <a:pt x="1226" y="5926"/>
                    </a:cubicBezTo>
                    <a:lnTo>
                      <a:pt x="2346" y="4798"/>
                    </a:lnTo>
                    <a:lnTo>
                      <a:pt x="6228" y="4495"/>
                    </a:lnTo>
                    <a:lnTo>
                      <a:pt x="10724" y="507"/>
                    </a:lnTo>
                    <a:lnTo>
                      <a:pt x="10217" y="0"/>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80" name="Google Shape;880;p16"/>
          <p:cNvSpPr/>
          <p:nvPr/>
        </p:nvSpPr>
        <p:spPr>
          <a:xfrm>
            <a:off x="7422798" y="643424"/>
            <a:ext cx="261014" cy="257301"/>
          </a:xfrm>
          <a:custGeom>
            <a:rect b="b" l="l" r="r" t="t"/>
            <a:pathLst>
              <a:path extrusionOk="0" h="3971" w="4028">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16"/>
          <p:cNvSpPr/>
          <p:nvPr/>
        </p:nvSpPr>
        <p:spPr>
          <a:xfrm>
            <a:off x="7553111" y="357743"/>
            <a:ext cx="60199" cy="60130"/>
          </a:xfrm>
          <a:custGeom>
            <a:rect b="b" l="l" r="r" t="t"/>
            <a:pathLst>
              <a:path extrusionOk="0" h="928" w="929">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16"/>
          <p:cNvSpPr/>
          <p:nvPr/>
        </p:nvSpPr>
        <p:spPr>
          <a:xfrm>
            <a:off x="7711935" y="1292152"/>
            <a:ext cx="59875" cy="59871"/>
          </a:xfrm>
          <a:custGeom>
            <a:rect b="b" l="l" r="r" t="t"/>
            <a:pathLst>
              <a:path extrusionOk="0" h="924" w="924">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16"/>
          <p:cNvSpPr/>
          <p:nvPr/>
        </p:nvSpPr>
        <p:spPr>
          <a:xfrm>
            <a:off x="7951928" y="692519"/>
            <a:ext cx="60134" cy="60130"/>
          </a:xfrm>
          <a:custGeom>
            <a:rect b="b" l="l" r="r" t="t"/>
            <a:pathLst>
              <a:path extrusionOk="0" h="928" w="928">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 name="Google Shape;884;p16"/>
          <p:cNvSpPr/>
          <p:nvPr/>
        </p:nvSpPr>
        <p:spPr>
          <a:xfrm flipH="1">
            <a:off x="345790" y="875441"/>
            <a:ext cx="257321" cy="257560"/>
          </a:xfrm>
          <a:custGeom>
            <a:rect b="b" l="l" r="r" t="t"/>
            <a:pathLst>
              <a:path extrusionOk="0" h="3975" w="3971">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16"/>
          <p:cNvSpPr/>
          <p:nvPr/>
        </p:nvSpPr>
        <p:spPr>
          <a:xfrm flipH="1">
            <a:off x="1724281" y="85720"/>
            <a:ext cx="243518" cy="243435"/>
          </a:xfrm>
          <a:custGeom>
            <a:rect b="b" l="l" r="r" t="t"/>
            <a:pathLst>
              <a:path extrusionOk="0" h="3757" w="3758">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16"/>
          <p:cNvSpPr/>
          <p:nvPr/>
        </p:nvSpPr>
        <p:spPr>
          <a:xfrm flipH="1">
            <a:off x="176597" y="1298488"/>
            <a:ext cx="56441" cy="60195"/>
          </a:xfrm>
          <a:custGeom>
            <a:rect b="b" l="l" r="r" t="t"/>
            <a:pathLst>
              <a:path extrusionOk="0" h="929" w="871">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16"/>
          <p:cNvSpPr/>
          <p:nvPr/>
        </p:nvSpPr>
        <p:spPr>
          <a:xfrm flipH="1">
            <a:off x="638297" y="600451"/>
            <a:ext cx="56506" cy="60130"/>
          </a:xfrm>
          <a:custGeom>
            <a:rect b="b" l="l" r="r" t="t"/>
            <a:pathLst>
              <a:path extrusionOk="0" h="928" w="872">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16"/>
          <p:cNvSpPr/>
          <p:nvPr/>
        </p:nvSpPr>
        <p:spPr>
          <a:xfrm flipH="1">
            <a:off x="737053" y="184402"/>
            <a:ext cx="56441" cy="56501"/>
          </a:xfrm>
          <a:custGeom>
            <a:rect b="b" l="l" r="r" t="t"/>
            <a:pathLst>
              <a:path extrusionOk="0" h="872" w="871">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16"/>
          <p:cNvSpPr/>
          <p:nvPr/>
        </p:nvSpPr>
        <p:spPr>
          <a:xfrm flipH="1">
            <a:off x="2387120" y="293841"/>
            <a:ext cx="60199" cy="59871"/>
          </a:xfrm>
          <a:custGeom>
            <a:rect b="b" l="l" r="r" t="t"/>
            <a:pathLst>
              <a:path extrusionOk="0" h="924" w="929">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16"/>
          <p:cNvSpPr/>
          <p:nvPr/>
        </p:nvSpPr>
        <p:spPr>
          <a:xfrm>
            <a:off x="8650205" y="4645166"/>
            <a:ext cx="257321" cy="257560"/>
          </a:xfrm>
          <a:custGeom>
            <a:rect b="b" l="l" r="r" t="t"/>
            <a:pathLst>
              <a:path extrusionOk="0" h="3975" w="3971">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16"/>
          <p:cNvSpPr/>
          <p:nvPr/>
        </p:nvSpPr>
        <p:spPr>
          <a:xfrm>
            <a:off x="7285517" y="3855445"/>
            <a:ext cx="243518" cy="243435"/>
          </a:xfrm>
          <a:custGeom>
            <a:rect b="b" l="l" r="r" t="t"/>
            <a:pathLst>
              <a:path extrusionOk="0" h="3757" w="3758">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16"/>
          <p:cNvSpPr/>
          <p:nvPr/>
        </p:nvSpPr>
        <p:spPr>
          <a:xfrm>
            <a:off x="9020278" y="5068213"/>
            <a:ext cx="56441" cy="60195"/>
          </a:xfrm>
          <a:custGeom>
            <a:rect b="b" l="l" r="r" t="t"/>
            <a:pathLst>
              <a:path extrusionOk="0" h="929" w="871">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16"/>
          <p:cNvSpPr/>
          <p:nvPr/>
        </p:nvSpPr>
        <p:spPr>
          <a:xfrm>
            <a:off x="8558513" y="4370176"/>
            <a:ext cx="56506" cy="60130"/>
          </a:xfrm>
          <a:custGeom>
            <a:rect b="b" l="l" r="r" t="t"/>
            <a:pathLst>
              <a:path extrusionOk="0" h="928" w="872">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16"/>
          <p:cNvSpPr/>
          <p:nvPr/>
        </p:nvSpPr>
        <p:spPr>
          <a:xfrm>
            <a:off x="8459823" y="3954127"/>
            <a:ext cx="56441" cy="56501"/>
          </a:xfrm>
          <a:custGeom>
            <a:rect b="b" l="l" r="r" t="t"/>
            <a:pathLst>
              <a:path extrusionOk="0" h="872" w="871">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16"/>
          <p:cNvSpPr/>
          <p:nvPr/>
        </p:nvSpPr>
        <p:spPr>
          <a:xfrm>
            <a:off x="6805997" y="4063566"/>
            <a:ext cx="60199" cy="59871"/>
          </a:xfrm>
          <a:custGeom>
            <a:rect b="b" l="l" r="r" t="t"/>
            <a:pathLst>
              <a:path extrusionOk="0" h="924" w="929">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16"/>
          <p:cNvSpPr/>
          <p:nvPr/>
        </p:nvSpPr>
        <p:spPr>
          <a:xfrm flipH="1">
            <a:off x="0" y="3186075"/>
            <a:ext cx="2623950" cy="1957425"/>
          </a:xfrm>
          <a:custGeom>
            <a:rect b="b" l="l" r="r" t="t"/>
            <a:pathLst>
              <a:path extrusionOk="0" h="78297" w="104958">
                <a:moveTo>
                  <a:pt x="104958" y="1"/>
                </a:moveTo>
                <a:cubicBezTo>
                  <a:pt x="104958" y="1"/>
                  <a:pt x="64314" y="12023"/>
                  <a:pt x="60558" y="37706"/>
                </a:cubicBezTo>
                <a:cubicBezTo>
                  <a:pt x="58414" y="52416"/>
                  <a:pt x="47851" y="54938"/>
                  <a:pt x="40487" y="54938"/>
                </a:cubicBezTo>
                <a:cubicBezTo>
                  <a:pt x="38699" y="54938"/>
                  <a:pt x="37100" y="54789"/>
                  <a:pt x="35855" y="54630"/>
                </a:cubicBezTo>
                <a:cubicBezTo>
                  <a:pt x="34728" y="54476"/>
                  <a:pt x="33609" y="54400"/>
                  <a:pt x="32504" y="54400"/>
                </a:cubicBezTo>
                <a:cubicBezTo>
                  <a:pt x="24597" y="54400"/>
                  <a:pt x="17364" y="58288"/>
                  <a:pt x="12349" y="65403"/>
                </a:cubicBezTo>
                <a:cubicBezTo>
                  <a:pt x="6638" y="73509"/>
                  <a:pt x="4623" y="75250"/>
                  <a:pt x="0" y="78297"/>
                </a:cubicBezTo>
                <a:lnTo>
                  <a:pt x="104958" y="78297"/>
                </a:lnTo>
                <a:lnTo>
                  <a:pt x="104958"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16"/>
          <p:cNvSpPr/>
          <p:nvPr/>
        </p:nvSpPr>
        <p:spPr>
          <a:xfrm flipH="1">
            <a:off x="1090248" y="3471749"/>
            <a:ext cx="261014" cy="257301"/>
          </a:xfrm>
          <a:custGeom>
            <a:rect b="b" l="l" r="r" t="t"/>
            <a:pathLst>
              <a:path extrusionOk="0" h="3971" w="4028">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p16"/>
          <p:cNvSpPr/>
          <p:nvPr/>
        </p:nvSpPr>
        <p:spPr>
          <a:xfrm flipH="1">
            <a:off x="1160751" y="3186068"/>
            <a:ext cx="60199" cy="60130"/>
          </a:xfrm>
          <a:custGeom>
            <a:rect b="b" l="l" r="r" t="t"/>
            <a:pathLst>
              <a:path extrusionOk="0" h="928" w="929">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16"/>
          <p:cNvSpPr/>
          <p:nvPr/>
        </p:nvSpPr>
        <p:spPr>
          <a:xfrm flipH="1">
            <a:off x="1002250" y="4120477"/>
            <a:ext cx="59875" cy="59871"/>
          </a:xfrm>
          <a:custGeom>
            <a:rect b="b" l="l" r="r" t="t"/>
            <a:pathLst>
              <a:path extrusionOk="0" h="924" w="924">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16"/>
          <p:cNvSpPr/>
          <p:nvPr/>
        </p:nvSpPr>
        <p:spPr>
          <a:xfrm flipH="1">
            <a:off x="761998" y="3520844"/>
            <a:ext cx="60134" cy="60130"/>
          </a:xfrm>
          <a:custGeom>
            <a:rect b="b" l="l" r="r" t="t"/>
            <a:pathLst>
              <a:path extrusionOk="0" h="928" w="928">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01" name="Google Shape;901;p16"/>
          <p:cNvGrpSpPr/>
          <p:nvPr/>
        </p:nvGrpSpPr>
        <p:grpSpPr>
          <a:xfrm>
            <a:off x="819000" y="4119838"/>
            <a:ext cx="985925" cy="744150"/>
            <a:chOff x="1666700" y="5967688"/>
            <a:chExt cx="985925" cy="744150"/>
          </a:xfrm>
        </p:grpSpPr>
        <p:sp>
          <p:nvSpPr>
            <p:cNvPr id="902" name="Google Shape;902;p16"/>
            <p:cNvSpPr/>
            <p:nvPr/>
          </p:nvSpPr>
          <p:spPr>
            <a:xfrm>
              <a:off x="1666700" y="5967688"/>
              <a:ext cx="985925" cy="744150"/>
            </a:xfrm>
            <a:custGeom>
              <a:rect b="b" l="l" r="r" t="t"/>
              <a:pathLst>
                <a:path extrusionOk="0" h="29766" w="39437">
                  <a:moveTo>
                    <a:pt x="31419" y="0"/>
                  </a:moveTo>
                  <a:cubicBezTo>
                    <a:pt x="30988" y="0"/>
                    <a:pt x="30551" y="105"/>
                    <a:pt x="30144" y="326"/>
                  </a:cubicBezTo>
                  <a:lnTo>
                    <a:pt x="1839" y="15340"/>
                  </a:lnTo>
                  <a:cubicBezTo>
                    <a:pt x="515" y="16060"/>
                    <a:pt x="0" y="17694"/>
                    <a:pt x="720" y="19018"/>
                  </a:cubicBezTo>
                  <a:lnTo>
                    <a:pt x="5624" y="28320"/>
                  </a:lnTo>
                  <a:cubicBezTo>
                    <a:pt x="6116" y="29236"/>
                    <a:pt x="7051" y="29765"/>
                    <a:pt x="8022" y="29765"/>
                  </a:cubicBezTo>
                  <a:cubicBezTo>
                    <a:pt x="8453" y="29765"/>
                    <a:pt x="8892" y="29661"/>
                    <a:pt x="9302" y="29440"/>
                  </a:cubicBezTo>
                  <a:lnTo>
                    <a:pt x="37598" y="14523"/>
                  </a:lnTo>
                  <a:cubicBezTo>
                    <a:pt x="38930" y="13812"/>
                    <a:pt x="39437" y="12177"/>
                    <a:pt x="38726" y="10845"/>
                  </a:cubicBezTo>
                  <a:lnTo>
                    <a:pt x="33822" y="1446"/>
                  </a:lnTo>
                  <a:cubicBezTo>
                    <a:pt x="33324" y="529"/>
                    <a:pt x="32387" y="0"/>
                    <a:pt x="31419" y="0"/>
                  </a:cubicBezTo>
                  <a:close/>
                </a:path>
              </a:pathLst>
            </a:custGeom>
            <a:solidFill>
              <a:srgbClr val="F1F0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16"/>
            <p:cNvSpPr/>
            <p:nvPr/>
          </p:nvSpPr>
          <p:spPr>
            <a:xfrm>
              <a:off x="1758650" y="6363863"/>
              <a:ext cx="130375" cy="130375"/>
            </a:xfrm>
            <a:custGeom>
              <a:rect b="b" l="l" r="r" t="t"/>
              <a:pathLst>
                <a:path extrusionOk="0" h="5215" w="5215">
                  <a:moveTo>
                    <a:pt x="2555" y="0"/>
                  </a:moveTo>
                  <a:cubicBezTo>
                    <a:pt x="1305" y="0"/>
                    <a:pt x="194" y="901"/>
                    <a:pt x="0" y="2256"/>
                  </a:cubicBezTo>
                  <a:lnTo>
                    <a:pt x="0" y="2354"/>
                  </a:lnTo>
                  <a:lnTo>
                    <a:pt x="0" y="2460"/>
                  </a:lnTo>
                  <a:lnTo>
                    <a:pt x="0" y="2558"/>
                  </a:lnTo>
                  <a:lnTo>
                    <a:pt x="0" y="2665"/>
                  </a:lnTo>
                  <a:lnTo>
                    <a:pt x="0" y="2763"/>
                  </a:lnTo>
                  <a:cubicBezTo>
                    <a:pt x="0" y="2967"/>
                    <a:pt x="0" y="3171"/>
                    <a:pt x="107" y="3376"/>
                  </a:cubicBezTo>
                  <a:cubicBezTo>
                    <a:pt x="107" y="3482"/>
                    <a:pt x="107" y="3580"/>
                    <a:pt x="205" y="3580"/>
                  </a:cubicBezTo>
                  <a:lnTo>
                    <a:pt x="205" y="3686"/>
                  </a:lnTo>
                  <a:cubicBezTo>
                    <a:pt x="205" y="3686"/>
                    <a:pt x="205" y="3784"/>
                    <a:pt x="311" y="3784"/>
                  </a:cubicBezTo>
                  <a:lnTo>
                    <a:pt x="311" y="3891"/>
                  </a:lnTo>
                  <a:cubicBezTo>
                    <a:pt x="311" y="3989"/>
                    <a:pt x="409" y="3989"/>
                    <a:pt x="409" y="4095"/>
                  </a:cubicBezTo>
                  <a:cubicBezTo>
                    <a:pt x="409" y="4193"/>
                    <a:pt x="515" y="4193"/>
                    <a:pt x="515" y="4299"/>
                  </a:cubicBezTo>
                  <a:lnTo>
                    <a:pt x="613" y="4299"/>
                  </a:lnTo>
                  <a:cubicBezTo>
                    <a:pt x="613" y="4397"/>
                    <a:pt x="613" y="4397"/>
                    <a:pt x="720" y="4397"/>
                  </a:cubicBezTo>
                  <a:lnTo>
                    <a:pt x="720" y="4504"/>
                  </a:lnTo>
                  <a:cubicBezTo>
                    <a:pt x="818" y="4504"/>
                    <a:pt x="818" y="4602"/>
                    <a:pt x="924" y="4602"/>
                  </a:cubicBezTo>
                  <a:lnTo>
                    <a:pt x="1128" y="4806"/>
                  </a:lnTo>
                  <a:cubicBezTo>
                    <a:pt x="1226" y="4806"/>
                    <a:pt x="1226" y="4912"/>
                    <a:pt x="1333" y="4912"/>
                  </a:cubicBezTo>
                  <a:cubicBezTo>
                    <a:pt x="1431" y="4912"/>
                    <a:pt x="1537" y="5010"/>
                    <a:pt x="1537" y="5010"/>
                  </a:cubicBezTo>
                  <a:cubicBezTo>
                    <a:pt x="1635" y="5010"/>
                    <a:pt x="1741" y="5117"/>
                    <a:pt x="1741" y="5117"/>
                  </a:cubicBezTo>
                  <a:lnTo>
                    <a:pt x="2044" y="5117"/>
                  </a:lnTo>
                  <a:lnTo>
                    <a:pt x="2044" y="5215"/>
                  </a:lnTo>
                  <a:lnTo>
                    <a:pt x="2354" y="5215"/>
                  </a:lnTo>
                  <a:cubicBezTo>
                    <a:pt x="2763" y="5215"/>
                    <a:pt x="3172" y="5215"/>
                    <a:pt x="3580" y="5010"/>
                  </a:cubicBezTo>
                  <a:cubicBezTo>
                    <a:pt x="3678" y="5010"/>
                    <a:pt x="3785" y="4912"/>
                    <a:pt x="3785" y="4912"/>
                  </a:cubicBezTo>
                  <a:cubicBezTo>
                    <a:pt x="3883" y="4912"/>
                    <a:pt x="3989" y="4806"/>
                    <a:pt x="3989" y="4806"/>
                  </a:cubicBezTo>
                  <a:cubicBezTo>
                    <a:pt x="4087" y="4708"/>
                    <a:pt x="4193" y="4708"/>
                    <a:pt x="4193" y="4602"/>
                  </a:cubicBezTo>
                  <a:cubicBezTo>
                    <a:pt x="4398" y="4504"/>
                    <a:pt x="4496" y="4397"/>
                    <a:pt x="4602" y="4299"/>
                  </a:cubicBezTo>
                  <a:cubicBezTo>
                    <a:pt x="4806" y="3989"/>
                    <a:pt x="5011" y="3580"/>
                    <a:pt x="5109" y="3171"/>
                  </a:cubicBezTo>
                  <a:lnTo>
                    <a:pt x="5109" y="3073"/>
                  </a:lnTo>
                  <a:lnTo>
                    <a:pt x="5109" y="2967"/>
                  </a:lnTo>
                  <a:lnTo>
                    <a:pt x="5109" y="2869"/>
                  </a:lnTo>
                  <a:cubicBezTo>
                    <a:pt x="5215" y="2763"/>
                    <a:pt x="5215" y="2763"/>
                    <a:pt x="5215" y="2665"/>
                  </a:cubicBezTo>
                  <a:lnTo>
                    <a:pt x="5215" y="2558"/>
                  </a:lnTo>
                  <a:cubicBezTo>
                    <a:pt x="5215" y="2460"/>
                    <a:pt x="5215" y="2460"/>
                    <a:pt x="5109" y="2354"/>
                  </a:cubicBezTo>
                  <a:lnTo>
                    <a:pt x="5109" y="2256"/>
                  </a:lnTo>
                  <a:lnTo>
                    <a:pt x="5109" y="2150"/>
                  </a:lnTo>
                  <a:lnTo>
                    <a:pt x="5109" y="2052"/>
                  </a:lnTo>
                  <a:cubicBezTo>
                    <a:pt x="5109" y="1945"/>
                    <a:pt x="5109" y="1945"/>
                    <a:pt x="5011" y="1847"/>
                  </a:cubicBezTo>
                  <a:lnTo>
                    <a:pt x="5011" y="1741"/>
                  </a:lnTo>
                  <a:lnTo>
                    <a:pt x="5011" y="1643"/>
                  </a:lnTo>
                  <a:lnTo>
                    <a:pt x="4904" y="1537"/>
                  </a:lnTo>
                  <a:lnTo>
                    <a:pt x="4904" y="1439"/>
                  </a:lnTo>
                  <a:lnTo>
                    <a:pt x="4806" y="1332"/>
                  </a:lnTo>
                  <a:cubicBezTo>
                    <a:pt x="4398" y="621"/>
                    <a:pt x="3678" y="106"/>
                    <a:pt x="2763" y="8"/>
                  </a:cubicBezTo>
                  <a:cubicBezTo>
                    <a:pt x="2693" y="3"/>
                    <a:pt x="2624" y="0"/>
                    <a:pt x="2555"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16"/>
            <p:cNvSpPr/>
            <p:nvPr/>
          </p:nvSpPr>
          <p:spPr>
            <a:xfrm>
              <a:off x="1735750" y="6361013"/>
              <a:ext cx="148175" cy="131150"/>
            </a:xfrm>
            <a:custGeom>
              <a:rect b="b" l="l" r="r" t="t"/>
              <a:pathLst>
                <a:path extrusionOk="0" h="5246" w="5927">
                  <a:moveTo>
                    <a:pt x="2940" y="1"/>
                  </a:moveTo>
                  <a:cubicBezTo>
                    <a:pt x="2527" y="1"/>
                    <a:pt x="2111" y="105"/>
                    <a:pt x="1734" y="327"/>
                  </a:cubicBezTo>
                  <a:cubicBezTo>
                    <a:pt x="410" y="940"/>
                    <a:pt x="1" y="2574"/>
                    <a:pt x="614" y="3800"/>
                  </a:cubicBezTo>
                  <a:cubicBezTo>
                    <a:pt x="1106" y="4717"/>
                    <a:pt x="1994" y="5246"/>
                    <a:pt x="2901" y="5246"/>
                  </a:cubicBezTo>
                  <a:cubicBezTo>
                    <a:pt x="3304" y="5246"/>
                    <a:pt x="3710" y="5141"/>
                    <a:pt x="4088" y="4920"/>
                  </a:cubicBezTo>
                  <a:cubicBezTo>
                    <a:pt x="5412" y="4307"/>
                    <a:pt x="5927" y="2672"/>
                    <a:pt x="5207" y="1446"/>
                  </a:cubicBezTo>
                  <a:cubicBezTo>
                    <a:pt x="4783" y="530"/>
                    <a:pt x="3869" y="1"/>
                    <a:pt x="2940" y="1"/>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16"/>
            <p:cNvSpPr/>
            <p:nvPr/>
          </p:nvSpPr>
          <p:spPr>
            <a:xfrm>
              <a:off x="1766400" y="6369163"/>
              <a:ext cx="117525" cy="122175"/>
            </a:xfrm>
            <a:custGeom>
              <a:rect b="b" l="l" r="r" t="t"/>
              <a:pathLst>
                <a:path extrusionOk="0" h="4887" w="4701">
                  <a:moveTo>
                    <a:pt x="2862" y="1"/>
                  </a:moveTo>
                  <a:lnTo>
                    <a:pt x="2862" y="1"/>
                  </a:lnTo>
                  <a:cubicBezTo>
                    <a:pt x="3164" y="205"/>
                    <a:pt x="3368" y="409"/>
                    <a:pt x="3573" y="818"/>
                  </a:cubicBezTo>
                  <a:cubicBezTo>
                    <a:pt x="4186" y="2044"/>
                    <a:pt x="3679" y="3572"/>
                    <a:pt x="2453" y="4292"/>
                  </a:cubicBezTo>
                  <a:cubicBezTo>
                    <a:pt x="2044" y="4496"/>
                    <a:pt x="1636" y="4598"/>
                    <a:pt x="1227" y="4598"/>
                  </a:cubicBezTo>
                  <a:cubicBezTo>
                    <a:pt x="818" y="4598"/>
                    <a:pt x="410" y="4496"/>
                    <a:pt x="1" y="4292"/>
                  </a:cubicBezTo>
                  <a:lnTo>
                    <a:pt x="1" y="4292"/>
                  </a:lnTo>
                  <a:cubicBezTo>
                    <a:pt x="499" y="4665"/>
                    <a:pt x="1109" y="4887"/>
                    <a:pt x="1718" y="4887"/>
                  </a:cubicBezTo>
                  <a:cubicBezTo>
                    <a:pt x="2109" y="4887"/>
                    <a:pt x="2501" y="4795"/>
                    <a:pt x="2862" y="4594"/>
                  </a:cubicBezTo>
                  <a:cubicBezTo>
                    <a:pt x="4186" y="3981"/>
                    <a:pt x="4701" y="2346"/>
                    <a:pt x="3981" y="1120"/>
                  </a:cubicBezTo>
                  <a:cubicBezTo>
                    <a:pt x="3777" y="614"/>
                    <a:pt x="3368" y="205"/>
                    <a:pt x="2862" y="1"/>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16"/>
            <p:cNvSpPr/>
            <p:nvPr/>
          </p:nvSpPr>
          <p:spPr>
            <a:xfrm>
              <a:off x="1751075" y="6397163"/>
              <a:ext cx="119975" cy="66425"/>
            </a:xfrm>
            <a:custGeom>
              <a:rect b="b" l="l" r="r" t="t"/>
              <a:pathLst>
                <a:path extrusionOk="0" h="2657" w="4799">
                  <a:moveTo>
                    <a:pt x="4594" y="0"/>
                  </a:moveTo>
                  <a:lnTo>
                    <a:pt x="1" y="2354"/>
                  </a:lnTo>
                  <a:cubicBezTo>
                    <a:pt x="1" y="2354"/>
                    <a:pt x="1" y="2452"/>
                    <a:pt x="99" y="2452"/>
                  </a:cubicBezTo>
                  <a:cubicBezTo>
                    <a:pt x="99" y="2559"/>
                    <a:pt x="99" y="2559"/>
                    <a:pt x="205" y="2657"/>
                  </a:cubicBezTo>
                  <a:lnTo>
                    <a:pt x="4799" y="311"/>
                  </a:lnTo>
                  <a:cubicBezTo>
                    <a:pt x="4701" y="205"/>
                    <a:pt x="4701" y="107"/>
                    <a:pt x="4701" y="107"/>
                  </a:cubicBezTo>
                  <a:cubicBezTo>
                    <a:pt x="4701" y="0"/>
                    <a:pt x="4594" y="0"/>
                    <a:pt x="4594"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16"/>
            <p:cNvSpPr/>
            <p:nvPr/>
          </p:nvSpPr>
          <p:spPr>
            <a:xfrm>
              <a:off x="1748425" y="6392063"/>
              <a:ext cx="120175" cy="69075"/>
            </a:xfrm>
            <a:custGeom>
              <a:rect b="b" l="l" r="r" t="t"/>
              <a:pathLst>
                <a:path extrusionOk="0" h="2763" w="4807">
                  <a:moveTo>
                    <a:pt x="4602" y="0"/>
                  </a:moveTo>
                  <a:lnTo>
                    <a:pt x="1" y="2452"/>
                  </a:lnTo>
                  <a:cubicBezTo>
                    <a:pt x="107" y="2452"/>
                    <a:pt x="107" y="2558"/>
                    <a:pt x="107" y="2558"/>
                  </a:cubicBezTo>
                  <a:cubicBezTo>
                    <a:pt x="107" y="2656"/>
                    <a:pt x="205" y="2656"/>
                    <a:pt x="205" y="2763"/>
                  </a:cubicBezTo>
                  <a:lnTo>
                    <a:pt x="4807" y="311"/>
                  </a:lnTo>
                  <a:cubicBezTo>
                    <a:pt x="4807" y="311"/>
                    <a:pt x="4807" y="204"/>
                    <a:pt x="4700" y="204"/>
                  </a:cubicBezTo>
                  <a:cubicBezTo>
                    <a:pt x="4700" y="106"/>
                    <a:pt x="4700" y="106"/>
                    <a:pt x="4602" y="0"/>
                  </a:cubicBez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16"/>
            <p:cNvSpPr/>
            <p:nvPr/>
          </p:nvSpPr>
          <p:spPr>
            <a:xfrm>
              <a:off x="1911900" y="6282113"/>
              <a:ext cx="130375" cy="130400"/>
            </a:xfrm>
            <a:custGeom>
              <a:rect b="b" l="l" r="r" t="t"/>
              <a:pathLst>
                <a:path extrusionOk="0" h="5216" w="5215">
                  <a:moveTo>
                    <a:pt x="2654" y="1"/>
                  </a:moveTo>
                  <a:cubicBezTo>
                    <a:pt x="1412" y="1"/>
                    <a:pt x="300" y="901"/>
                    <a:pt x="107" y="2257"/>
                  </a:cubicBezTo>
                  <a:lnTo>
                    <a:pt x="107" y="2150"/>
                  </a:lnTo>
                  <a:cubicBezTo>
                    <a:pt x="0" y="2257"/>
                    <a:pt x="0" y="2355"/>
                    <a:pt x="0" y="2355"/>
                  </a:cubicBezTo>
                  <a:lnTo>
                    <a:pt x="0" y="2461"/>
                  </a:lnTo>
                  <a:lnTo>
                    <a:pt x="0" y="2559"/>
                  </a:lnTo>
                  <a:lnTo>
                    <a:pt x="0" y="2665"/>
                  </a:lnTo>
                  <a:cubicBezTo>
                    <a:pt x="0" y="2968"/>
                    <a:pt x="107" y="3172"/>
                    <a:pt x="107" y="3376"/>
                  </a:cubicBezTo>
                  <a:cubicBezTo>
                    <a:pt x="205" y="3483"/>
                    <a:pt x="205" y="3581"/>
                    <a:pt x="205" y="3581"/>
                  </a:cubicBezTo>
                  <a:lnTo>
                    <a:pt x="205" y="3687"/>
                  </a:lnTo>
                  <a:cubicBezTo>
                    <a:pt x="311" y="3687"/>
                    <a:pt x="311" y="3785"/>
                    <a:pt x="311" y="3785"/>
                  </a:cubicBezTo>
                  <a:lnTo>
                    <a:pt x="311" y="3891"/>
                  </a:lnTo>
                  <a:lnTo>
                    <a:pt x="515" y="4096"/>
                  </a:lnTo>
                  <a:cubicBezTo>
                    <a:pt x="515" y="4194"/>
                    <a:pt x="515" y="4194"/>
                    <a:pt x="613" y="4300"/>
                  </a:cubicBezTo>
                  <a:lnTo>
                    <a:pt x="720" y="4398"/>
                  </a:lnTo>
                  <a:cubicBezTo>
                    <a:pt x="818" y="4398"/>
                    <a:pt x="818" y="4504"/>
                    <a:pt x="818" y="4504"/>
                  </a:cubicBezTo>
                  <a:cubicBezTo>
                    <a:pt x="818" y="4504"/>
                    <a:pt x="924" y="4602"/>
                    <a:pt x="1022" y="4602"/>
                  </a:cubicBezTo>
                  <a:cubicBezTo>
                    <a:pt x="1022" y="4709"/>
                    <a:pt x="1128" y="4709"/>
                    <a:pt x="1128" y="4807"/>
                  </a:cubicBezTo>
                  <a:lnTo>
                    <a:pt x="1226" y="4807"/>
                  </a:lnTo>
                  <a:lnTo>
                    <a:pt x="1333" y="4913"/>
                  </a:lnTo>
                  <a:lnTo>
                    <a:pt x="1431" y="4913"/>
                  </a:lnTo>
                  <a:cubicBezTo>
                    <a:pt x="1431" y="4913"/>
                    <a:pt x="1537" y="5011"/>
                    <a:pt x="1635" y="5011"/>
                  </a:cubicBezTo>
                  <a:cubicBezTo>
                    <a:pt x="1741" y="5011"/>
                    <a:pt x="1741" y="5117"/>
                    <a:pt x="1839" y="5117"/>
                  </a:cubicBezTo>
                  <a:lnTo>
                    <a:pt x="2044" y="5117"/>
                  </a:lnTo>
                  <a:cubicBezTo>
                    <a:pt x="2150" y="5117"/>
                    <a:pt x="2150" y="5215"/>
                    <a:pt x="2150" y="5215"/>
                  </a:cubicBezTo>
                  <a:lnTo>
                    <a:pt x="2354" y="5215"/>
                  </a:lnTo>
                  <a:cubicBezTo>
                    <a:pt x="2861" y="5215"/>
                    <a:pt x="3270" y="5215"/>
                    <a:pt x="3678" y="5011"/>
                  </a:cubicBezTo>
                  <a:cubicBezTo>
                    <a:pt x="3678" y="5011"/>
                    <a:pt x="3785" y="4913"/>
                    <a:pt x="3883" y="4913"/>
                  </a:cubicBezTo>
                  <a:cubicBezTo>
                    <a:pt x="3989" y="4913"/>
                    <a:pt x="3989" y="4807"/>
                    <a:pt x="4087" y="4807"/>
                  </a:cubicBezTo>
                  <a:lnTo>
                    <a:pt x="4291" y="4602"/>
                  </a:lnTo>
                  <a:lnTo>
                    <a:pt x="4602" y="4300"/>
                  </a:lnTo>
                  <a:cubicBezTo>
                    <a:pt x="4904" y="3989"/>
                    <a:pt x="5109" y="3581"/>
                    <a:pt x="5215" y="3172"/>
                  </a:cubicBezTo>
                  <a:lnTo>
                    <a:pt x="5215" y="3074"/>
                  </a:lnTo>
                  <a:lnTo>
                    <a:pt x="5215" y="2968"/>
                  </a:lnTo>
                  <a:lnTo>
                    <a:pt x="5215" y="2870"/>
                  </a:lnTo>
                  <a:lnTo>
                    <a:pt x="5215" y="2665"/>
                  </a:lnTo>
                  <a:lnTo>
                    <a:pt x="5215" y="2559"/>
                  </a:lnTo>
                  <a:lnTo>
                    <a:pt x="5215" y="2355"/>
                  </a:lnTo>
                  <a:lnTo>
                    <a:pt x="5215" y="2257"/>
                  </a:lnTo>
                  <a:lnTo>
                    <a:pt x="5215" y="2150"/>
                  </a:lnTo>
                  <a:lnTo>
                    <a:pt x="5215" y="2052"/>
                  </a:lnTo>
                  <a:cubicBezTo>
                    <a:pt x="5109" y="1946"/>
                    <a:pt x="5109" y="1946"/>
                    <a:pt x="5109" y="1848"/>
                  </a:cubicBezTo>
                  <a:lnTo>
                    <a:pt x="5109" y="1742"/>
                  </a:lnTo>
                  <a:lnTo>
                    <a:pt x="5011" y="1644"/>
                  </a:lnTo>
                  <a:lnTo>
                    <a:pt x="5011" y="1537"/>
                  </a:lnTo>
                  <a:cubicBezTo>
                    <a:pt x="5011" y="1537"/>
                    <a:pt x="5011" y="1439"/>
                    <a:pt x="4904" y="1439"/>
                  </a:cubicBezTo>
                  <a:lnTo>
                    <a:pt x="4904" y="1333"/>
                  </a:lnTo>
                  <a:cubicBezTo>
                    <a:pt x="4496" y="622"/>
                    <a:pt x="3785" y="107"/>
                    <a:pt x="2861" y="9"/>
                  </a:cubicBezTo>
                  <a:cubicBezTo>
                    <a:pt x="2792" y="3"/>
                    <a:pt x="2723" y="1"/>
                    <a:pt x="2654" y="1"/>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16"/>
            <p:cNvSpPr/>
            <p:nvPr/>
          </p:nvSpPr>
          <p:spPr>
            <a:xfrm>
              <a:off x="1889000" y="6279288"/>
              <a:ext cx="148175" cy="129975"/>
            </a:xfrm>
            <a:custGeom>
              <a:rect b="b" l="l" r="r" t="t"/>
              <a:pathLst>
                <a:path extrusionOk="0" h="5199" w="5927">
                  <a:moveTo>
                    <a:pt x="3025" y="1"/>
                  </a:moveTo>
                  <a:cubicBezTo>
                    <a:pt x="2623" y="1"/>
                    <a:pt x="2217" y="105"/>
                    <a:pt x="1840" y="326"/>
                  </a:cubicBezTo>
                  <a:cubicBezTo>
                    <a:pt x="508" y="939"/>
                    <a:pt x="1" y="2574"/>
                    <a:pt x="712" y="3800"/>
                  </a:cubicBezTo>
                  <a:cubicBezTo>
                    <a:pt x="1138" y="4721"/>
                    <a:pt x="2058" y="5199"/>
                    <a:pt x="2991" y="5199"/>
                  </a:cubicBezTo>
                  <a:cubicBezTo>
                    <a:pt x="3400" y="5199"/>
                    <a:pt x="3812" y="5107"/>
                    <a:pt x="4186" y="4920"/>
                  </a:cubicBezTo>
                  <a:cubicBezTo>
                    <a:pt x="5518" y="4209"/>
                    <a:pt x="5927" y="2672"/>
                    <a:pt x="5314" y="1446"/>
                  </a:cubicBezTo>
                  <a:cubicBezTo>
                    <a:pt x="4816" y="529"/>
                    <a:pt x="3930" y="1"/>
                    <a:pt x="3025" y="1"/>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16"/>
            <p:cNvSpPr/>
            <p:nvPr/>
          </p:nvSpPr>
          <p:spPr>
            <a:xfrm>
              <a:off x="1922125" y="6287438"/>
              <a:ext cx="115050" cy="122175"/>
            </a:xfrm>
            <a:custGeom>
              <a:rect b="b" l="l" r="r" t="t"/>
              <a:pathLst>
                <a:path extrusionOk="0" h="4887" w="4602">
                  <a:moveTo>
                    <a:pt x="2861" y="0"/>
                  </a:moveTo>
                  <a:lnTo>
                    <a:pt x="2861" y="0"/>
                  </a:lnTo>
                  <a:cubicBezTo>
                    <a:pt x="3065" y="205"/>
                    <a:pt x="3376" y="409"/>
                    <a:pt x="3474" y="711"/>
                  </a:cubicBezTo>
                  <a:cubicBezTo>
                    <a:pt x="4193" y="2044"/>
                    <a:pt x="3678" y="3572"/>
                    <a:pt x="2354" y="4291"/>
                  </a:cubicBezTo>
                  <a:cubicBezTo>
                    <a:pt x="1994" y="4496"/>
                    <a:pt x="1586" y="4598"/>
                    <a:pt x="1177" y="4598"/>
                  </a:cubicBezTo>
                  <a:cubicBezTo>
                    <a:pt x="768" y="4598"/>
                    <a:pt x="360" y="4496"/>
                    <a:pt x="0" y="4291"/>
                  </a:cubicBezTo>
                  <a:lnTo>
                    <a:pt x="0" y="4291"/>
                  </a:lnTo>
                  <a:cubicBezTo>
                    <a:pt x="498" y="4665"/>
                    <a:pt x="1111" y="4886"/>
                    <a:pt x="1721" y="4886"/>
                  </a:cubicBezTo>
                  <a:cubicBezTo>
                    <a:pt x="2112" y="4886"/>
                    <a:pt x="2503" y="4795"/>
                    <a:pt x="2861" y="4594"/>
                  </a:cubicBezTo>
                  <a:cubicBezTo>
                    <a:pt x="4193" y="3883"/>
                    <a:pt x="4602" y="2346"/>
                    <a:pt x="3989" y="1120"/>
                  </a:cubicBezTo>
                  <a:cubicBezTo>
                    <a:pt x="3678" y="613"/>
                    <a:pt x="3269" y="205"/>
                    <a:pt x="2861"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16"/>
            <p:cNvSpPr/>
            <p:nvPr/>
          </p:nvSpPr>
          <p:spPr>
            <a:xfrm>
              <a:off x="1906800" y="6315438"/>
              <a:ext cx="117500" cy="66425"/>
            </a:xfrm>
            <a:custGeom>
              <a:rect b="b" l="l" r="r" t="t"/>
              <a:pathLst>
                <a:path extrusionOk="0" h="2657" w="4700">
                  <a:moveTo>
                    <a:pt x="4602" y="0"/>
                  </a:moveTo>
                  <a:lnTo>
                    <a:pt x="0" y="2354"/>
                  </a:lnTo>
                  <a:lnTo>
                    <a:pt x="0" y="2452"/>
                  </a:lnTo>
                  <a:cubicBezTo>
                    <a:pt x="106" y="2558"/>
                    <a:pt x="106" y="2558"/>
                    <a:pt x="106" y="2656"/>
                  </a:cubicBezTo>
                  <a:lnTo>
                    <a:pt x="4700" y="311"/>
                  </a:lnTo>
                  <a:cubicBezTo>
                    <a:pt x="4700" y="204"/>
                    <a:pt x="4700" y="106"/>
                    <a:pt x="4602"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16"/>
            <p:cNvSpPr/>
            <p:nvPr/>
          </p:nvSpPr>
          <p:spPr>
            <a:xfrm>
              <a:off x="1904325" y="6310313"/>
              <a:ext cx="119975" cy="69100"/>
            </a:xfrm>
            <a:custGeom>
              <a:rect b="b" l="l" r="r" t="t"/>
              <a:pathLst>
                <a:path extrusionOk="0" h="2764" w="4799">
                  <a:moveTo>
                    <a:pt x="4594" y="1"/>
                  </a:moveTo>
                  <a:lnTo>
                    <a:pt x="1" y="2453"/>
                  </a:lnTo>
                  <a:cubicBezTo>
                    <a:pt x="1" y="2453"/>
                    <a:pt x="1" y="2559"/>
                    <a:pt x="99" y="2559"/>
                  </a:cubicBezTo>
                  <a:cubicBezTo>
                    <a:pt x="99" y="2657"/>
                    <a:pt x="99" y="2657"/>
                    <a:pt x="205" y="2763"/>
                  </a:cubicBezTo>
                  <a:lnTo>
                    <a:pt x="4799" y="311"/>
                  </a:lnTo>
                  <a:cubicBezTo>
                    <a:pt x="4701" y="311"/>
                    <a:pt x="4701" y="205"/>
                    <a:pt x="4701" y="205"/>
                  </a:cubicBezTo>
                  <a:cubicBezTo>
                    <a:pt x="4701" y="107"/>
                    <a:pt x="4594" y="107"/>
                    <a:pt x="4594" y="1"/>
                  </a:cubicBez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16"/>
            <p:cNvSpPr/>
            <p:nvPr/>
          </p:nvSpPr>
          <p:spPr>
            <a:xfrm>
              <a:off x="2067800" y="6200388"/>
              <a:ext cx="130200" cy="130400"/>
            </a:xfrm>
            <a:custGeom>
              <a:rect b="b" l="l" r="r" t="t"/>
              <a:pathLst>
                <a:path extrusionOk="0" h="5216" w="5208">
                  <a:moveTo>
                    <a:pt x="2638" y="0"/>
                  </a:moveTo>
                  <a:cubicBezTo>
                    <a:pt x="1305" y="0"/>
                    <a:pt x="194" y="895"/>
                    <a:pt x="1" y="2150"/>
                  </a:cubicBezTo>
                  <a:lnTo>
                    <a:pt x="1" y="2354"/>
                  </a:lnTo>
                  <a:lnTo>
                    <a:pt x="1" y="2461"/>
                  </a:lnTo>
                  <a:lnTo>
                    <a:pt x="1" y="2559"/>
                  </a:lnTo>
                  <a:lnTo>
                    <a:pt x="1" y="2665"/>
                  </a:lnTo>
                  <a:cubicBezTo>
                    <a:pt x="1" y="2967"/>
                    <a:pt x="1" y="3172"/>
                    <a:pt x="99" y="3376"/>
                  </a:cubicBezTo>
                  <a:cubicBezTo>
                    <a:pt x="99" y="3482"/>
                    <a:pt x="205" y="3580"/>
                    <a:pt x="205" y="3580"/>
                  </a:cubicBezTo>
                  <a:lnTo>
                    <a:pt x="205" y="3687"/>
                  </a:lnTo>
                  <a:lnTo>
                    <a:pt x="303" y="3785"/>
                  </a:lnTo>
                  <a:lnTo>
                    <a:pt x="303" y="3891"/>
                  </a:lnTo>
                  <a:cubicBezTo>
                    <a:pt x="303" y="3989"/>
                    <a:pt x="409" y="3989"/>
                    <a:pt x="409" y="4095"/>
                  </a:cubicBezTo>
                  <a:lnTo>
                    <a:pt x="614" y="4300"/>
                  </a:lnTo>
                  <a:lnTo>
                    <a:pt x="712" y="4398"/>
                  </a:lnTo>
                  <a:cubicBezTo>
                    <a:pt x="712" y="4398"/>
                    <a:pt x="712" y="4504"/>
                    <a:pt x="818" y="4504"/>
                  </a:cubicBezTo>
                  <a:lnTo>
                    <a:pt x="916" y="4602"/>
                  </a:lnTo>
                  <a:lnTo>
                    <a:pt x="1120" y="4806"/>
                  </a:lnTo>
                  <a:cubicBezTo>
                    <a:pt x="1227" y="4806"/>
                    <a:pt x="1227" y="4806"/>
                    <a:pt x="1325" y="4913"/>
                  </a:cubicBezTo>
                  <a:cubicBezTo>
                    <a:pt x="1431" y="4913"/>
                    <a:pt x="1529" y="5011"/>
                    <a:pt x="1529" y="5011"/>
                  </a:cubicBezTo>
                  <a:lnTo>
                    <a:pt x="1635" y="5011"/>
                  </a:lnTo>
                  <a:cubicBezTo>
                    <a:pt x="1635" y="5011"/>
                    <a:pt x="1733" y="5117"/>
                    <a:pt x="1840" y="5117"/>
                  </a:cubicBezTo>
                  <a:lnTo>
                    <a:pt x="2044" y="5117"/>
                  </a:lnTo>
                  <a:cubicBezTo>
                    <a:pt x="2044" y="5117"/>
                    <a:pt x="2044" y="5215"/>
                    <a:pt x="2142" y="5215"/>
                  </a:cubicBezTo>
                  <a:lnTo>
                    <a:pt x="2346" y="5215"/>
                  </a:lnTo>
                  <a:cubicBezTo>
                    <a:pt x="2755" y="5215"/>
                    <a:pt x="3270" y="5215"/>
                    <a:pt x="3572" y="5011"/>
                  </a:cubicBezTo>
                  <a:cubicBezTo>
                    <a:pt x="3679" y="5011"/>
                    <a:pt x="3777" y="4913"/>
                    <a:pt x="3883" y="4913"/>
                  </a:cubicBezTo>
                  <a:cubicBezTo>
                    <a:pt x="3883" y="4913"/>
                    <a:pt x="3981" y="4806"/>
                    <a:pt x="4087" y="4806"/>
                  </a:cubicBezTo>
                  <a:cubicBezTo>
                    <a:pt x="4087" y="4708"/>
                    <a:pt x="4185" y="4708"/>
                    <a:pt x="4292" y="4602"/>
                  </a:cubicBezTo>
                  <a:lnTo>
                    <a:pt x="4594" y="4300"/>
                  </a:lnTo>
                  <a:cubicBezTo>
                    <a:pt x="4798" y="3989"/>
                    <a:pt x="5003" y="3580"/>
                    <a:pt x="5109" y="3172"/>
                  </a:cubicBezTo>
                  <a:lnTo>
                    <a:pt x="5109" y="3074"/>
                  </a:lnTo>
                  <a:cubicBezTo>
                    <a:pt x="5109" y="2967"/>
                    <a:pt x="5207" y="2967"/>
                    <a:pt x="5207" y="2967"/>
                  </a:cubicBezTo>
                  <a:lnTo>
                    <a:pt x="5207" y="2869"/>
                  </a:lnTo>
                  <a:lnTo>
                    <a:pt x="5207" y="2665"/>
                  </a:lnTo>
                  <a:lnTo>
                    <a:pt x="5207" y="2559"/>
                  </a:lnTo>
                  <a:lnTo>
                    <a:pt x="5207" y="2354"/>
                  </a:lnTo>
                  <a:lnTo>
                    <a:pt x="5207" y="2256"/>
                  </a:lnTo>
                  <a:lnTo>
                    <a:pt x="5109" y="2150"/>
                  </a:lnTo>
                  <a:lnTo>
                    <a:pt x="5109" y="2052"/>
                  </a:lnTo>
                  <a:lnTo>
                    <a:pt x="5109" y="1848"/>
                  </a:lnTo>
                  <a:lnTo>
                    <a:pt x="5003" y="1741"/>
                  </a:lnTo>
                  <a:lnTo>
                    <a:pt x="5003" y="1643"/>
                  </a:lnTo>
                  <a:lnTo>
                    <a:pt x="5003" y="1537"/>
                  </a:lnTo>
                  <a:cubicBezTo>
                    <a:pt x="4905" y="1537"/>
                    <a:pt x="4905" y="1439"/>
                    <a:pt x="4905" y="1439"/>
                  </a:cubicBezTo>
                  <a:cubicBezTo>
                    <a:pt x="4905" y="1439"/>
                    <a:pt x="4905" y="1333"/>
                    <a:pt x="4798" y="1333"/>
                  </a:cubicBezTo>
                  <a:cubicBezTo>
                    <a:pt x="4390" y="622"/>
                    <a:pt x="3679" y="107"/>
                    <a:pt x="2861" y="9"/>
                  </a:cubicBezTo>
                  <a:cubicBezTo>
                    <a:pt x="2786" y="3"/>
                    <a:pt x="2712" y="0"/>
                    <a:pt x="2638"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16"/>
            <p:cNvSpPr/>
            <p:nvPr/>
          </p:nvSpPr>
          <p:spPr>
            <a:xfrm>
              <a:off x="2044725" y="6197563"/>
              <a:ext cx="148150" cy="129975"/>
            </a:xfrm>
            <a:custGeom>
              <a:rect b="b" l="l" r="r" t="t"/>
              <a:pathLst>
                <a:path extrusionOk="0" h="5199" w="5926">
                  <a:moveTo>
                    <a:pt x="2993" y="0"/>
                  </a:moveTo>
                  <a:cubicBezTo>
                    <a:pt x="2576" y="0"/>
                    <a:pt x="2148" y="105"/>
                    <a:pt x="1741" y="326"/>
                  </a:cubicBezTo>
                  <a:cubicBezTo>
                    <a:pt x="515" y="939"/>
                    <a:pt x="0" y="2574"/>
                    <a:pt x="613" y="3800"/>
                  </a:cubicBezTo>
                  <a:cubicBezTo>
                    <a:pt x="1113" y="4720"/>
                    <a:pt x="2004" y="5198"/>
                    <a:pt x="2948" y="5198"/>
                  </a:cubicBezTo>
                  <a:cubicBezTo>
                    <a:pt x="3363" y="5198"/>
                    <a:pt x="3787" y="5106"/>
                    <a:pt x="4193" y="4919"/>
                  </a:cubicBezTo>
                  <a:cubicBezTo>
                    <a:pt x="5419" y="4208"/>
                    <a:pt x="5926" y="2672"/>
                    <a:pt x="5313" y="1446"/>
                  </a:cubicBezTo>
                  <a:cubicBezTo>
                    <a:pt x="4821" y="529"/>
                    <a:pt x="3933" y="0"/>
                    <a:pt x="2993" y="0"/>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16"/>
            <p:cNvSpPr/>
            <p:nvPr/>
          </p:nvSpPr>
          <p:spPr>
            <a:xfrm>
              <a:off x="2078025" y="6205713"/>
              <a:ext cx="114850" cy="122175"/>
            </a:xfrm>
            <a:custGeom>
              <a:rect b="b" l="l" r="r" t="t"/>
              <a:pathLst>
                <a:path extrusionOk="0" h="4887" w="4594">
                  <a:moveTo>
                    <a:pt x="2755" y="0"/>
                  </a:moveTo>
                  <a:lnTo>
                    <a:pt x="2755" y="0"/>
                  </a:lnTo>
                  <a:cubicBezTo>
                    <a:pt x="3065" y="204"/>
                    <a:pt x="3270" y="409"/>
                    <a:pt x="3474" y="711"/>
                  </a:cubicBezTo>
                  <a:cubicBezTo>
                    <a:pt x="4087" y="2043"/>
                    <a:pt x="3572" y="3572"/>
                    <a:pt x="2346" y="4291"/>
                  </a:cubicBezTo>
                  <a:cubicBezTo>
                    <a:pt x="1937" y="4495"/>
                    <a:pt x="1529" y="4598"/>
                    <a:pt x="1133" y="4598"/>
                  </a:cubicBezTo>
                  <a:cubicBezTo>
                    <a:pt x="738" y="4598"/>
                    <a:pt x="356" y="4495"/>
                    <a:pt x="0" y="4291"/>
                  </a:cubicBezTo>
                  <a:lnTo>
                    <a:pt x="0" y="4291"/>
                  </a:lnTo>
                  <a:cubicBezTo>
                    <a:pt x="433" y="4664"/>
                    <a:pt x="1021" y="4886"/>
                    <a:pt x="1645" y="4886"/>
                  </a:cubicBezTo>
                  <a:cubicBezTo>
                    <a:pt x="2046" y="4886"/>
                    <a:pt x="2462" y="4795"/>
                    <a:pt x="2861" y="4593"/>
                  </a:cubicBezTo>
                  <a:cubicBezTo>
                    <a:pt x="4087" y="3882"/>
                    <a:pt x="4594" y="2346"/>
                    <a:pt x="3981" y="1120"/>
                  </a:cubicBezTo>
                  <a:cubicBezTo>
                    <a:pt x="3678" y="613"/>
                    <a:pt x="3270" y="204"/>
                    <a:pt x="2755"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16"/>
            <p:cNvSpPr/>
            <p:nvPr/>
          </p:nvSpPr>
          <p:spPr>
            <a:xfrm>
              <a:off x="2060050" y="6233688"/>
              <a:ext cx="120175" cy="66450"/>
            </a:xfrm>
            <a:custGeom>
              <a:rect b="b" l="l" r="r" t="t"/>
              <a:pathLst>
                <a:path extrusionOk="0" h="2658" w="4807">
                  <a:moveTo>
                    <a:pt x="4602" y="1"/>
                  </a:moveTo>
                  <a:lnTo>
                    <a:pt x="0" y="2355"/>
                  </a:lnTo>
                  <a:cubicBezTo>
                    <a:pt x="106" y="2355"/>
                    <a:pt x="106" y="2453"/>
                    <a:pt x="106" y="2453"/>
                  </a:cubicBezTo>
                  <a:cubicBezTo>
                    <a:pt x="106" y="2559"/>
                    <a:pt x="204" y="2559"/>
                    <a:pt x="204" y="2657"/>
                  </a:cubicBezTo>
                  <a:lnTo>
                    <a:pt x="4806" y="311"/>
                  </a:lnTo>
                  <a:cubicBezTo>
                    <a:pt x="4806" y="205"/>
                    <a:pt x="4700" y="107"/>
                    <a:pt x="4700" y="1"/>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16"/>
            <p:cNvSpPr/>
            <p:nvPr/>
          </p:nvSpPr>
          <p:spPr>
            <a:xfrm>
              <a:off x="2060050" y="6228588"/>
              <a:ext cx="117500" cy="69100"/>
            </a:xfrm>
            <a:custGeom>
              <a:rect b="b" l="l" r="r" t="t"/>
              <a:pathLst>
                <a:path extrusionOk="0" h="2764" w="4700">
                  <a:moveTo>
                    <a:pt x="4602" y="0"/>
                  </a:moveTo>
                  <a:lnTo>
                    <a:pt x="0" y="2452"/>
                  </a:lnTo>
                  <a:lnTo>
                    <a:pt x="0" y="2559"/>
                  </a:lnTo>
                  <a:cubicBezTo>
                    <a:pt x="106" y="2657"/>
                    <a:pt x="106" y="2657"/>
                    <a:pt x="106" y="2763"/>
                  </a:cubicBezTo>
                  <a:lnTo>
                    <a:pt x="4700" y="311"/>
                  </a:lnTo>
                  <a:lnTo>
                    <a:pt x="4700" y="205"/>
                  </a:lnTo>
                  <a:cubicBezTo>
                    <a:pt x="4602" y="107"/>
                    <a:pt x="4602" y="107"/>
                    <a:pt x="4602" y="0"/>
                  </a:cubicBez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 name="Google Shape;918;p16"/>
            <p:cNvSpPr/>
            <p:nvPr/>
          </p:nvSpPr>
          <p:spPr>
            <a:xfrm>
              <a:off x="2221050" y="6118663"/>
              <a:ext cx="130200" cy="130375"/>
            </a:xfrm>
            <a:custGeom>
              <a:rect b="b" l="l" r="r" t="t"/>
              <a:pathLst>
                <a:path extrusionOk="0" h="5215" w="5208">
                  <a:moveTo>
                    <a:pt x="2653" y="0"/>
                  </a:moveTo>
                  <a:cubicBezTo>
                    <a:pt x="1403" y="0"/>
                    <a:pt x="292" y="895"/>
                    <a:pt x="99" y="2150"/>
                  </a:cubicBezTo>
                  <a:lnTo>
                    <a:pt x="99" y="2354"/>
                  </a:lnTo>
                  <a:lnTo>
                    <a:pt x="99" y="2460"/>
                  </a:lnTo>
                  <a:lnTo>
                    <a:pt x="1" y="2460"/>
                  </a:lnTo>
                  <a:lnTo>
                    <a:pt x="1" y="2558"/>
                  </a:lnTo>
                  <a:lnTo>
                    <a:pt x="1" y="2665"/>
                  </a:lnTo>
                  <a:cubicBezTo>
                    <a:pt x="99" y="2967"/>
                    <a:pt x="99" y="3171"/>
                    <a:pt x="205" y="3376"/>
                  </a:cubicBezTo>
                  <a:lnTo>
                    <a:pt x="205" y="3580"/>
                  </a:lnTo>
                  <a:lnTo>
                    <a:pt x="303" y="3686"/>
                  </a:lnTo>
                  <a:lnTo>
                    <a:pt x="303" y="3784"/>
                  </a:lnTo>
                  <a:lnTo>
                    <a:pt x="409" y="3891"/>
                  </a:lnTo>
                  <a:cubicBezTo>
                    <a:pt x="409" y="3989"/>
                    <a:pt x="409" y="3989"/>
                    <a:pt x="507" y="4095"/>
                  </a:cubicBezTo>
                  <a:lnTo>
                    <a:pt x="614" y="4193"/>
                  </a:lnTo>
                  <a:cubicBezTo>
                    <a:pt x="614" y="4299"/>
                    <a:pt x="614" y="4299"/>
                    <a:pt x="712" y="4299"/>
                  </a:cubicBezTo>
                  <a:cubicBezTo>
                    <a:pt x="712" y="4299"/>
                    <a:pt x="712" y="4397"/>
                    <a:pt x="818" y="4397"/>
                  </a:cubicBezTo>
                  <a:lnTo>
                    <a:pt x="818" y="4504"/>
                  </a:lnTo>
                  <a:cubicBezTo>
                    <a:pt x="916" y="4504"/>
                    <a:pt x="916" y="4602"/>
                    <a:pt x="1022" y="4602"/>
                  </a:cubicBezTo>
                  <a:cubicBezTo>
                    <a:pt x="1022" y="4708"/>
                    <a:pt x="1120" y="4708"/>
                    <a:pt x="1227" y="4708"/>
                  </a:cubicBezTo>
                  <a:lnTo>
                    <a:pt x="1227" y="4806"/>
                  </a:lnTo>
                  <a:cubicBezTo>
                    <a:pt x="1325" y="4806"/>
                    <a:pt x="1325" y="4806"/>
                    <a:pt x="1325" y="4912"/>
                  </a:cubicBezTo>
                  <a:lnTo>
                    <a:pt x="1431" y="4912"/>
                  </a:lnTo>
                  <a:cubicBezTo>
                    <a:pt x="1529" y="4912"/>
                    <a:pt x="1529" y="5010"/>
                    <a:pt x="1635" y="5010"/>
                  </a:cubicBezTo>
                  <a:cubicBezTo>
                    <a:pt x="1733" y="5010"/>
                    <a:pt x="1840" y="5117"/>
                    <a:pt x="1840" y="5117"/>
                  </a:cubicBezTo>
                  <a:lnTo>
                    <a:pt x="2142" y="5117"/>
                  </a:lnTo>
                  <a:lnTo>
                    <a:pt x="2142" y="5215"/>
                  </a:lnTo>
                  <a:lnTo>
                    <a:pt x="2453" y="5215"/>
                  </a:lnTo>
                  <a:cubicBezTo>
                    <a:pt x="2861" y="5215"/>
                    <a:pt x="3270" y="5215"/>
                    <a:pt x="3679" y="5010"/>
                  </a:cubicBezTo>
                  <a:cubicBezTo>
                    <a:pt x="3777" y="5010"/>
                    <a:pt x="3777" y="4912"/>
                    <a:pt x="3883" y="4912"/>
                  </a:cubicBezTo>
                  <a:cubicBezTo>
                    <a:pt x="3981" y="4806"/>
                    <a:pt x="4087" y="4806"/>
                    <a:pt x="4087" y="4806"/>
                  </a:cubicBezTo>
                  <a:cubicBezTo>
                    <a:pt x="4186" y="4708"/>
                    <a:pt x="4292" y="4708"/>
                    <a:pt x="4292" y="4602"/>
                  </a:cubicBezTo>
                  <a:cubicBezTo>
                    <a:pt x="4390" y="4504"/>
                    <a:pt x="4594" y="4397"/>
                    <a:pt x="4700" y="4299"/>
                  </a:cubicBezTo>
                  <a:cubicBezTo>
                    <a:pt x="4905" y="3989"/>
                    <a:pt x="5109" y="3580"/>
                    <a:pt x="5207" y="3171"/>
                  </a:cubicBezTo>
                  <a:lnTo>
                    <a:pt x="5207" y="3073"/>
                  </a:lnTo>
                  <a:lnTo>
                    <a:pt x="5207" y="2967"/>
                  </a:lnTo>
                  <a:lnTo>
                    <a:pt x="5207" y="2869"/>
                  </a:lnTo>
                  <a:lnTo>
                    <a:pt x="5207" y="2665"/>
                  </a:lnTo>
                  <a:lnTo>
                    <a:pt x="5207" y="2558"/>
                  </a:lnTo>
                  <a:lnTo>
                    <a:pt x="5207" y="2354"/>
                  </a:lnTo>
                  <a:lnTo>
                    <a:pt x="5207" y="2256"/>
                  </a:lnTo>
                  <a:lnTo>
                    <a:pt x="5207" y="2150"/>
                  </a:lnTo>
                  <a:lnTo>
                    <a:pt x="5207" y="2052"/>
                  </a:lnTo>
                  <a:cubicBezTo>
                    <a:pt x="5207" y="1945"/>
                    <a:pt x="5109" y="1945"/>
                    <a:pt x="5109" y="1847"/>
                  </a:cubicBezTo>
                  <a:lnTo>
                    <a:pt x="5109" y="1741"/>
                  </a:lnTo>
                  <a:lnTo>
                    <a:pt x="5109" y="1643"/>
                  </a:lnTo>
                  <a:cubicBezTo>
                    <a:pt x="5003" y="1643"/>
                    <a:pt x="5003" y="1537"/>
                    <a:pt x="5003" y="1537"/>
                  </a:cubicBezTo>
                  <a:lnTo>
                    <a:pt x="5003" y="1439"/>
                  </a:lnTo>
                  <a:cubicBezTo>
                    <a:pt x="4905" y="1439"/>
                    <a:pt x="4905" y="1332"/>
                    <a:pt x="4905" y="1332"/>
                  </a:cubicBezTo>
                  <a:cubicBezTo>
                    <a:pt x="4496" y="621"/>
                    <a:pt x="3777" y="106"/>
                    <a:pt x="2861" y="8"/>
                  </a:cubicBezTo>
                  <a:cubicBezTo>
                    <a:pt x="2792" y="3"/>
                    <a:pt x="2722" y="0"/>
                    <a:pt x="2653"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p16"/>
            <p:cNvSpPr/>
            <p:nvPr/>
          </p:nvSpPr>
          <p:spPr>
            <a:xfrm>
              <a:off x="2197975" y="6115813"/>
              <a:ext cx="150825" cy="129975"/>
            </a:xfrm>
            <a:custGeom>
              <a:rect b="b" l="l" r="r" t="t"/>
              <a:pathLst>
                <a:path extrusionOk="0" h="5199" w="6033">
                  <a:moveTo>
                    <a:pt x="3045" y="1"/>
                  </a:moveTo>
                  <a:cubicBezTo>
                    <a:pt x="2632" y="1"/>
                    <a:pt x="2216" y="105"/>
                    <a:pt x="1839" y="327"/>
                  </a:cubicBezTo>
                  <a:cubicBezTo>
                    <a:pt x="515" y="940"/>
                    <a:pt x="0" y="2574"/>
                    <a:pt x="719" y="3800"/>
                  </a:cubicBezTo>
                  <a:cubicBezTo>
                    <a:pt x="1146" y="4721"/>
                    <a:pt x="2065" y="5199"/>
                    <a:pt x="2998" y="5199"/>
                  </a:cubicBezTo>
                  <a:cubicBezTo>
                    <a:pt x="3408" y="5199"/>
                    <a:pt x="3819" y="5107"/>
                    <a:pt x="4193" y="4920"/>
                  </a:cubicBezTo>
                  <a:cubicBezTo>
                    <a:pt x="5517" y="4209"/>
                    <a:pt x="6032" y="2672"/>
                    <a:pt x="5313" y="1446"/>
                  </a:cubicBezTo>
                  <a:cubicBezTo>
                    <a:pt x="4888" y="530"/>
                    <a:pt x="3974" y="1"/>
                    <a:pt x="3045" y="1"/>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16"/>
            <p:cNvSpPr/>
            <p:nvPr/>
          </p:nvSpPr>
          <p:spPr>
            <a:xfrm>
              <a:off x="2231275" y="6123963"/>
              <a:ext cx="117525" cy="122175"/>
            </a:xfrm>
            <a:custGeom>
              <a:rect b="b" l="l" r="r" t="t"/>
              <a:pathLst>
                <a:path extrusionOk="0" h="4887" w="4701">
                  <a:moveTo>
                    <a:pt x="2861" y="1"/>
                  </a:moveTo>
                  <a:lnTo>
                    <a:pt x="2861" y="1"/>
                  </a:lnTo>
                  <a:cubicBezTo>
                    <a:pt x="3163" y="205"/>
                    <a:pt x="3368" y="409"/>
                    <a:pt x="3474" y="712"/>
                  </a:cubicBezTo>
                  <a:cubicBezTo>
                    <a:pt x="4185" y="2044"/>
                    <a:pt x="3678" y="3572"/>
                    <a:pt x="2452" y="4292"/>
                  </a:cubicBezTo>
                  <a:cubicBezTo>
                    <a:pt x="2044" y="4496"/>
                    <a:pt x="1609" y="4598"/>
                    <a:pt x="1187" y="4598"/>
                  </a:cubicBezTo>
                  <a:cubicBezTo>
                    <a:pt x="765" y="4598"/>
                    <a:pt x="356" y="4496"/>
                    <a:pt x="0" y="4292"/>
                  </a:cubicBezTo>
                  <a:lnTo>
                    <a:pt x="0" y="4292"/>
                  </a:lnTo>
                  <a:cubicBezTo>
                    <a:pt x="498" y="4665"/>
                    <a:pt x="1108" y="4887"/>
                    <a:pt x="1718" y="4887"/>
                  </a:cubicBezTo>
                  <a:cubicBezTo>
                    <a:pt x="2109" y="4887"/>
                    <a:pt x="2500" y="4795"/>
                    <a:pt x="2861" y="4594"/>
                  </a:cubicBezTo>
                  <a:cubicBezTo>
                    <a:pt x="4185" y="3883"/>
                    <a:pt x="4700" y="2346"/>
                    <a:pt x="3981" y="1120"/>
                  </a:cubicBezTo>
                  <a:cubicBezTo>
                    <a:pt x="3777" y="614"/>
                    <a:pt x="3368" y="205"/>
                    <a:pt x="2861" y="1"/>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16"/>
            <p:cNvSpPr/>
            <p:nvPr/>
          </p:nvSpPr>
          <p:spPr>
            <a:xfrm>
              <a:off x="2215950" y="6151963"/>
              <a:ext cx="117525" cy="66425"/>
            </a:xfrm>
            <a:custGeom>
              <a:rect b="b" l="l" r="r" t="t"/>
              <a:pathLst>
                <a:path extrusionOk="0" h="2657" w="4701">
                  <a:moveTo>
                    <a:pt x="4594" y="0"/>
                  </a:moveTo>
                  <a:lnTo>
                    <a:pt x="0" y="2354"/>
                  </a:lnTo>
                  <a:lnTo>
                    <a:pt x="0" y="2452"/>
                  </a:lnTo>
                  <a:lnTo>
                    <a:pt x="205" y="2657"/>
                  </a:lnTo>
                  <a:lnTo>
                    <a:pt x="4700" y="311"/>
                  </a:lnTo>
                  <a:lnTo>
                    <a:pt x="4700" y="0"/>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16"/>
            <p:cNvSpPr/>
            <p:nvPr/>
          </p:nvSpPr>
          <p:spPr>
            <a:xfrm>
              <a:off x="2213300" y="6146863"/>
              <a:ext cx="120175" cy="69075"/>
            </a:xfrm>
            <a:custGeom>
              <a:rect b="b" l="l" r="r" t="t"/>
              <a:pathLst>
                <a:path extrusionOk="0" h="2763" w="4807">
                  <a:moveTo>
                    <a:pt x="4602" y="0"/>
                  </a:moveTo>
                  <a:lnTo>
                    <a:pt x="0" y="2452"/>
                  </a:lnTo>
                  <a:lnTo>
                    <a:pt x="106" y="2558"/>
                  </a:lnTo>
                  <a:cubicBezTo>
                    <a:pt x="106" y="2656"/>
                    <a:pt x="106" y="2656"/>
                    <a:pt x="204" y="2763"/>
                  </a:cubicBezTo>
                  <a:lnTo>
                    <a:pt x="4806" y="311"/>
                  </a:lnTo>
                  <a:lnTo>
                    <a:pt x="4700" y="204"/>
                  </a:lnTo>
                  <a:cubicBezTo>
                    <a:pt x="4700" y="106"/>
                    <a:pt x="4700" y="106"/>
                    <a:pt x="4602" y="0"/>
                  </a:cubicBez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 name="Google Shape;923;p16"/>
            <p:cNvSpPr/>
            <p:nvPr/>
          </p:nvSpPr>
          <p:spPr>
            <a:xfrm>
              <a:off x="2376750" y="6036913"/>
              <a:ext cx="130400" cy="130400"/>
            </a:xfrm>
            <a:custGeom>
              <a:rect b="b" l="l" r="r" t="t"/>
              <a:pathLst>
                <a:path extrusionOk="0" h="5216" w="5216">
                  <a:moveTo>
                    <a:pt x="2654" y="1"/>
                  </a:moveTo>
                  <a:cubicBezTo>
                    <a:pt x="1411" y="1"/>
                    <a:pt x="295" y="896"/>
                    <a:pt x="1" y="2150"/>
                  </a:cubicBezTo>
                  <a:lnTo>
                    <a:pt x="1" y="2355"/>
                  </a:lnTo>
                  <a:lnTo>
                    <a:pt x="1" y="2461"/>
                  </a:lnTo>
                  <a:lnTo>
                    <a:pt x="1" y="2559"/>
                  </a:lnTo>
                  <a:lnTo>
                    <a:pt x="1" y="2665"/>
                  </a:lnTo>
                  <a:cubicBezTo>
                    <a:pt x="1" y="2968"/>
                    <a:pt x="107" y="3172"/>
                    <a:pt x="107" y="3376"/>
                  </a:cubicBezTo>
                  <a:cubicBezTo>
                    <a:pt x="205" y="3483"/>
                    <a:pt x="205" y="3581"/>
                    <a:pt x="205" y="3581"/>
                  </a:cubicBezTo>
                  <a:lnTo>
                    <a:pt x="205" y="3687"/>
                  </a:lnTo>
                  <a:cubicBezTo>
                    <a:pt x="311" y="3687"/>
                    <a:pt x="311" y="3785"/>
                    <a:pt x="311" y="3785"/>
                  </a:cubicBezTo>
                  <a:lnTo>
                    <a:pt x="311" y="3891"/>
                  </a:lnTo>
                  <a:cubicBezTo>
                    <a:pt x="410" y="3891"/>
                    <a:pt x="410" y="3989"/>
                    <a:pt x="410" y="4096"/>
                  </a:cubicBezTo>
                  <a:lnTo>
                    <a:pt x="516" y="4096"/>
                  </a:lnTo>
                  <a:cubicBezTo>
                    <a:pt x="516" y="4096"/>
                    <a:pt x="516" y="4194"/>
                    <a:pt x="614" y="4194"/>
                  </a:cubicBezTo>
                  <a:lnTo>
                    <a:pt x="614" y="4300"/>
                  </a:lnTo>
                  <a:cubicBezTo>
                    <a:pt x="720" y="4300"/>
                    <a:pt x="720" y="4398"/>
                    <a:pt x="720" y="4398"/>
                  </a:cubicBezTo>
                  <a:lnTo>
                    <a:pt x="818" y="4504"/>
                  </a:lnTo>
                  <a:lnTo>
                    <a:pt x="924" y="4602"/>
                  </a:lnTo>
                  <a:cubicBezTo>
                    <a:pt x="1023" y="4709"/>
                    <a:pt x="1129" y="4709"/>
                    <a:pt x="1129" y="4709"/>
                  </a:cubicBezTo>
                  <a:cubicBezTo>
                    <a:pt x="1129" y="4807"/>
                    <a:pt x="1227" y="4807"/>
                    <a:pt x="1227" y="4807"/>
                  </a:cubicBezTo>
                  <a:cubicBezTo>
                    <a:pt x="1227" y="4807"/>
                    <a:pt x="1333" y="4807"/>
                    <a:pt x="1333" y="4913"/>
                  </a:cubicBezTo>
                  <a:lnTo>
                    <a:pt x="1431" y="4913"/>
                  </a:lnTo>
                  <a:cubicBezTo>
                    <a:pt x="1431" y="4913"/>
                    <a:pt x="1537" y="5011"/>
                    <a:pt x="1636" y="5011"/>
                  </a:cubicBezTo>
                  <a:cubicBezTo>
                    <a:pt x="1636" y="5011"/>
                    <a:pt x="1742" y="5117"/>
                    <a:pt x="1840" y="5117"/>
                  </a:cubicBezTo>
                  <a:lnTo>
                    <a:pt x="2150" y="5117"/>
                  </a:lnTo>
                  <a:cubicBezTo>
                    <a:pt x="2249" y="5215"/>
                    <a:pt x="2249" y="5215"/>
                    <a:pt x="2355" y="5215"/>
                  </a:cubicBezTo>
                  <a:cubicBezTo>
                    <a:pt x="2862" y="5215"/>
                    <a:pt x="3270" y="5215"/>
                    <a:pt x="3679" y="5011"/>
                  </a:cubicBezTo>
                  <a:cubicBezTo>
                    <a:pt x="3679" y="5011"/>
                    <a:pt x="3785" y="4913"/>
                    <a:pt x="3883" y="4913"/>
                  </a:cubicBezTo>
                  <a:cubicBezTo>
                    <a:pt x="3883" y="4807"/>
                    <a:pt x="3989" y="4807"/>
                    <a:pt x="4088" y="4807"/>
                  </a:cubicBezTo>
                  <a:lnTo>
                    <a:pt x="4292" y="4602"/>
                  </a:lnTo>
                  <a:lnTo>
                    <a:pt x="4602" y="4300"/>
                  </a:lnTo>
                  <a:cubicBezTo>
                    <a:pt x="4905" y="3989"/>
                    <a:pt x="5011" y="3581"/>
                    <a:pt x="5109" y="3172"/>
                  </a:cubicBezTo>
                  <a:lnTo>
                    <a:pt x="5215" y="3074"/>
                  </a:lnTo>
                  <a:lnTo>
                    <a:pt x="5215" y="2968"/>
                  </a:lnTo>
                  <a:lnTo>
                    <a:pt x="5215" y="2870"/>
                  </a:lnTo>
                  <a:lnTo>
                    <a:pt x="5215" y="2665"/>
                  </a:lnTo>
                  <a:lnTo>
                    <a:pt x="5215" y="2559"/>
                  </a:lnTo>
                  <a:lnTo>
                    <a:pt x="5215" y="2355"/>
                  </a:lnTo>
                  <a:lnTo>
                    <a:pt x="5215" y="2257"/>
                  </a:lnTo>
                  <a:lnTo>
                    <a:pt x="5215" y="2150"/>
                  </a:lnTo>
                  <a:lnTo>
                    <a:pt x="5109" y="2052"/>
                  </a:lnTo>
                  <a:lnTo>
                    <a:pt x="5109" y="1848"/>
                  </a:lnTo>
                  <a:lnTo>
                    <a:pt x="5109" y="1742"/>
                  </a:lnTo>
                  <a:cubicBezTo>
                    <a:pt x="5011" y="1742"/>
                    <a:pt x="5011" y="1644"/>
                    <a:pt x="5011" y="1644"/>
                  </a:cubicBezTo>
                  <a:lnTo>
                    <a:pt x="5011" y="1537"/>
                  </a:lnTo>
                  <a:lnTo>
                    <a:pt x="4905" y="1439"/>
                  </a:lnTo>
                  <a:lnTo>
                    <a:pt x="4905" y="1333"/>
                  </a:lnTo>
                  <a:cubicBezTo>
                    <a:pt x="4496" y="622"/>
                    <a:pt x="3679" y="107"/>
                    <a:pt x="2862" y="9"/>
                  </a:cubicBezTo>
                  <a:cubicBezTo>
                    <a:pt x="2792" y="3"/>
                    <a:pt x="2723" y="1"/>
                    <a:pt x="2654" y="1"/>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p16"/>
            <p:cNvSpPr/>
            <p:nvPr/>
          </p:nvSpPr>
          <p:spPr>
            <a:xfrm>
              <a:off x="2353875" y="6034013"/>
              <a:ext cx="148175" cy="130050"/>
            </a:xfrm>
            <a:custGeom>
              <a:rect b="b" l="l" r="r" t="t"/>
              <a:pathLst>
                <a:path extrusionOk="0" h="5202" w="5927">
                  <a:moveTo>
                    <a:pt x="3007" y="1"/>
                  </a:moveTo>
                  <a:cubicBezTo>
                    <a:pt x="2584" y="1"/>
                    <a:pt x="2149" y="105"/>
                    <a:pt x="1733" y="329"/>
                  </a:cubicBezTo>
                  <a:cubicBezTo>
                    <a:pt x="507" y="942"/>
                    <a:pt x="0" y="2577"/>
                    <a:pt x="712" y="3803"/>
                  </a:cubicBezTo>
                  <a:cubicBezTo>
                    <a:pt x="1138" y="4723"/>
                    <a:pt x="2010" y="5202"/>
                    <a:pt x="2947" y="5202"/>
                  </a:cubicBezTo>
                  <a:cubicBezTo>
                    <a:pt x="3358" y="5202"/>
                    <a:pt x="3782" y="5110"/>
                    <a:pt x="4185" y="4923"/>
                  </a:cubicBezTo>
                  <a:cubicBezTo>
                    <a:pt x="5411" y="4212"/>
                    <a:pt x="5926" y="2675"/>
                    <a:pt x="5313" y="1351"/>
                  </a:cubicBezTo>
                  <a:cubicBezTo>
                    <a:pt x="4818" y="508"/>
                    <a:pt x="3940" y="1"/>
                    <a:pt x="3007" y="1"/>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16"/>
            <p:cNvSpPr/>
            <p:nvPr/>
          </p:nvSpPr>
          <p:spPr>
            <a:xfrm>
              <a:off x="2386975" y="6042238"/>
              <a:ext cx="115075" cy="122175"/>
            </a:xfrm>
            <a:custGeom>
              <a:rect b="b" l="l" r="r" t="t"/>
              <a:pathLst>
                <a:path extrusionOk="0" h="4887" w="4603">
                  <a:moveTo>
                    <a:pt x="2861" y="0"/>
                  </a:moveTo>
                  <a:cubicBezTo>
                    <a:pt x="3066" y="205"/>
                    <a:pt x="3270" y="409"/>
                    <a:pt x="3474" y="711"/>
                  </a:cubicBezTo>
                  <a:cubicBezTo>
                    <a:pt x="4193" y="2044"/>
                    <a:pt x="3679" y="3572"/>
                    <a:pt x="2354" y="4291"/>
                  </a:cubicBezTo>
                  <a:cubicBezTo>
                    <a:pt x="2021" y="4481"/>
                    <a:pt x="1646" y="4559"/>
                    <a:pt x="1268" y="4559"/>
                  </a:cubicBezTo>
                  <a:cubicBezTo>
                    <a:pt x="829" y="4559"/>
                    <a:pt x="387" y="4454"/>
                    <a:pt x="1" y="4291"/>
                  </a:cubicBezTo>
                  <a:lnTo>
                    <a:pt x="1" y="4291"/>
                  </a:lnTo>
                  <a:cubicBezTo>
                    <a:pt x="498" y="4665"/>
                    <a:pt x="1111" y="4886"/>
                    <a:pt x="1721" y="4886"/>
                  </a:cubicBezTo>
                  <a:cubicBezTo>
                    <a:pt x="2113" y="4886"/>
                    <a:pt x="2503" y="4795"/>
                    <a:pt x="2861" y="4594"/>
                  </a:cubicBezTo>
                  <a:cubicBezTo>
                    <a:pt x="4087" y="3883"/>
                    <a:pt x="4602" y="2346"/>
                    <a:pt x="3989" y="1022"/>
                  </a:cubicBezTo>
                  <a:cubicBezTo>
                    <a:pt x="3679" y="613"/>
                    <a:pt x="3270" y="205"/>
                    <a:pt x="2861"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16"/>
            <p:cNvSpPr/>
            <p:nvPr/>
          </p:nvSpPr>
          <p:spPr>
            <a:xfrm>
              <a:off x="2371650" y="6070238"/>
              <a:ext cx="117525" cy="66425"/>
            </a:xfrm>
            <a:custGeom>
              <a:rect b="b" l="l" r="r" t="t"/>
              <a:pathLst>
                <a:path extrusionOk="0" h="2657" w="4701">
                  <a:moveTo>
                    <a:pt x="4602" y="0"/>
                  </a:moveTo>
                  <a:lnTo>
                    <a:pt x="1" y="2354"/>
                  </a:lnTo>
                  <a:lnTo>
                    <a:pt x="1" y="2452"/>
                  </a:lnTo>
                  <a:cubicBezTo>
                    <a:pt x="1" y="2558"/>
                    <a:pt x="107" y="2558"/>
                    <a:pt x="107" y="2656"/>
                  </a:cubicBezTo>
                  <a:lnTo>
                    <a:pt x="4700" y="311"/>
                  </a:lnTo>
                  <a:cubicBezTo>
                    <a:pt x="4700" y="204"/>
                    <a:pt x="4700" y="106"/>
                    <a:pt x="4602"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p16"/>
            <p:cNvSpPr/>
            <p:nvPr/>
          </p:nvSpPr>
          <p:spPr>
            <a:xfrm>
              <a:off x="2369200" y="6065113"/>
              <a:ext cx="117525" cy="69100"/>
            </a:xfrm>
            <a:custGeom>
              <a:rect b="b" l="l" r="r" t="t"/>
              <a:pathLst>
                <a:path extrusionOk="0" h="2764" w="4701">
                  <a:moveTo>
                    <a:pt x="4594" y="1"/>
                  </a:moveTo>
                  <a:lnTo>
                    <a:pt x="0" y="2453"/>
                  </a:lnTo>
                  <a:cubicBezTo>
                    <a:pt x="0" y="2453"/>
                    <a:pt x="0" y="2559"/>
                    <a:pt x="99" y="2559"/>
                  </a:cubicBezTo>
                  <a:lnTo>
                    <a:pt x="99" y="2763"/>
                  </a:lnTo>
                  <a:lnTo>
                    <a:pt x="4700" y="311"/>
                  </a:lnTo>
                  <a:lnTo>
                    <a:pt x="4700" y="107"/>
                  </a:lnTo>
                  <a:cubicBezTo>
                    <a:pt x="4700" y="107"/>
                    <a:pt x="4594" y="107"/>
                    <a:pt x="4594" y="1"/>
                  </a:cubicBez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16"/>
            <p:cNvSpPr/>
            <p:nvPr/>
          </p:nvSpPr>
          <p:spPr>
            <a:xfrm>
              <a:off x="1832825" y="6506888"/>
              <a:ext cx="130175" cy="130400"/>
            </a:xfrm>
            <a:custGeom>
              <a:rect b="b" l="l" r="r" t="t"/>
              <a:pathLst>
                <a:path extrusionOk="0" h="5216" w="5207">
                  <a:moveTo>
                    <a:pt x="2652" y="0"/>
                  </a:moveTo>
                  <a:cubicBezTo>
                    <a:pt x="1403" y="0"/>
                    <a:pt x="292" y="896"/>
                    <a:pt x="98" y="2150"/>
                  </a:cubicBezTo>
                  <a:lnTo>
                    <a:pt x="0" y="2150"/>
                  </a:lnTo>
                  <a:lnTo>
                    <a:pt x="0" y="2355"/>
                  </a:lnTo>
                  <a:lnTo>
                    <a:pt x="0" y="2461"/>
                  </a:lnTo>
                  <a:lnTo>
                    <a:pt x="0" y="2559"/>
                  </a:lnTo>
                  <a:lnTo>
                    <a:pt x="0" y="2665"/>
                  </a:lnTo>
                  <a:cubicBezTo>
                    <a:pt x="0" y="2968"/>
                    <a:pt x="98" y="3172"/>
                    <a:pt x="98" y="3376"/>
                  </a:cubicBezTo>
                  <a:cubicBezTo>
                    <a:pt x="205" y="3482"/>
                    <a:pt x="205" y="3581"/>
                    <a:pt x="205" y="3581"/>
                  </a:cubicBezTo>
                  <a:lnTo>
                    <a:pt x="205" y="3687"/>
                  </a:lnTo>
                  <a:cubicBezTo>
                    <a:pt x="303" y="3687"/>
                    <a:pt x="303" y="3785"/>
                    <a:pt x="303" y="3785"/>
                  </a:cubicBezTo>
                  <a:lnTo>
                    <a:pt x="303" y="3891"/>
                  </a:lnTo>
                  <a:lnTo>
                    <a:pt x="507" y="4095"/>
                  </a:lnTo>
                  <a:cubicBezTo>
                    <a:pt x="507" y="4095"/>
                    <a:pt x="507" y="4194"/>
                    <a:pt x="613" y="4300"/>
                  </a:cubicBezTo>
                  <a:cubicBezTo>
                    <a:pt x="711" y="4300"/>
                    <a:pt x="711" y="4398"/>
                    <a:pt x="711" y="4398"/>
                  </a:cubicBezTo>
                  <a:cubicBezTo>
                    <a:pt x="818" y="4398"/>
                    <a:pt x="818" y="4504"/>
                    <a:pt x="818" y="4504"/>
                  </a:cubicBezTo>
                  <a:lnTo>
                    <a:pt x="916" y="4602"/>
                  </a:lnTo>
                  <a:lnTo>
                    <a:pt x="1022" y="4602"/>
                  </a:lnTo>
                  <a:cubicBezTo>
                    <a:pt x="1022" y="4708"/>
                    <a:pt x="1120" y="4708"/>
                    <a:pt x="1120" y="4807"/>
                  </a:cubicBezTo>
                  <a:lnTo>
                    <a:pt x="1226" y="4807"/>
                  </a:lnTo>
                  <a:cubicBezTo>
                    <a:pt x="1226" y="4807"/>
                    <a:pt x="1324" y="4807"/>
                    <a:pt x="1324" y="4913"/>
                  </a:cubicBezTo>
                  <a:lnTo>
                    <a:pt x="1431" y="4913"/>
                  </a:lnTo>
                  <a:cubicBezTo>
                    <a:pt x="1431" y="4913"/>
                    <a:pt x="1529" y="5011"/>
                    <a:pt x="1635" y="5011"/>
                  </a:cubicBezTo>
                  <a:cubicBezTo>
                    <a:pt x="1733" y="5011"/>
                    <a:pt x="1733" y="5117"/>
                    <a:pt x="1839" y="5117"/>
                  </a:cubicBezTo>
                  <a:lnTo>
                    <a:pt x="2044" y="5117"/>
                  </a:lnTo>
                  <a:cubicBezTo>
                    <a:pt x="2044" y="5117"/>
                    <a:pt x="2142" y="5117"/>
                    <a:pt x="2142" y="5215"/>
                  </a:cubicBezTo>
                  <a:lnTo>
                    <a:pt x="2346" y="5215"/>
                  </a:lnTo>
                  <a:cubicBezTo>
                    <a:pt x="2861" y="5215"/>
                    <a:pt x="3270" y="5215"/>
                    <a:pt x="3678" y="5011"/>
                  </a:cubicBezTo>
                  <a:cubicBezTo>
                    <a:pt x="3678" y="5011"/>
                    <a:pt x="3776" y="4913"/>
                    <a:pt x="3883" y="4913"/>
                  </a:cubicBezTo>
                  <a:cubicBezTo>
                    <a:pt x="3981" y="4807"/>
                    <a:pt x="3981" y="4807"/>
                    <a:pt x="4087" y="4807"/>
                  </a:cubicBezTo>
                  <a:lnTo>
                    <a:pt x="4291" y="4602"/>
                  </a:lnTo>
                  <a:lnTo>
                    <a:pt x="4594" y="4300"/>
                  </a:lnTo>
                  <a:cubicBezTo>
                    <a:pt x="4904" y="3989"/>
                    <a:pt x="5109" y="3581"/>
                    <a:pt x="5109" y="3172"/>
                  </a:cubicBezTo>
                  <a:lnTo>
                    <a:pt x="5207" y="3172"/>
                  </a:lnTo>
                  <a:lnTo>
                    <a:pt x="5207" y="3074"/>
                  </a:lnTo>
                  <a:lnTo>
                    <a:pt x="5207" y="2968"/>
                  </a:lnTo>
                  <a:lnTo>
                    <a:pt x="5207" y="2869"/>
                  </a:lnTo>
                  <a:lnTo>
                    <a:pt x="5207" y="2665"/>
                  </a:lnTo>
                  <a:lnTo>
                    <a:pt x="5207" y="2559"/>
                  </a:lnTo>
                  <a:lnTo>
                    <a:pt x="5207" y="2355"/>
                  </a:lnTo>
                  <a:lnTo>
                    <a:pt x="5207" y="2256"/>
                  </a:lnTo>
                  <a:lnTo>
                    <a:pt x="5207" y="2150"/>
                  </a:lnTo>
                  <a:lnTo>
                    <a:pt x="5207" y="2052"/>
                  </a:lnTo>
                  <a:cubicBezTo>
                    <a:pt x="5109" y="1946"/>
                    <a:pt x="5109" y="1946"/>
                    <a:pt x="5109" y="1848"/>
                  </a:cubicBezTo>
                  <a:lnTo>
                    <a:pt x="5109" y="1742"/>
                  </a:lnTo>
                  <a:lnTo>
                    <a:pt x="5002" y="1643"/>
                  </a:lnTo>
                  <a:lnTo>
                    <a:pt x="5002" y="1537"/>
                  </a:lnTo>
                  <a:lnTo>
                    <a:pt x="4904" y="1439"/>
                  </a:lnTo>
                  <a:lnTo>
                    <a:pt x="4904" y="1333"/>
                  </a:lnTo>
                  <a:cubicBezTo>
                    <a:pt x="4496" y="622"/>
                    <a:pt x="3776" y="107"/>
                    <a:pt x="2861" y="9"/>
                  </a:cubicBezTo>
                  <a:cubicBezTo>
                    <a:pt x="2791" y="3"/>
                    <a:pt x="2722" y="0"/>
                    <a:pt x="2652"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p16"/>
            <p:cNvSpPr/>
            <p:nvPr/>
          </p:nvSpPr>
          <p:spPr>
            <a:xfrm>
              <a:off x="1809725" y="6504063"/>
              <a:ext cx="148175" cy="129975"/>
            </a:xfrm>
            <a:custGeom>
              <a:rect b="b" l="l" r="r" t="t"/>
              <a:pathLst>
                <a:path extrusionOk="0" h="5199" w="5927">
                  <a:moveTo>
                    <a:pt x="2994" y="0"/>
                  </a:moveTo>
                  <a:cubicBezTo>
                    <a:pt x="2577" y="0"/>
                    <a:pt x="2149" y="105"/>
                    <a:pt x="1742" y="326"/>
                  </a:cubicBezTo>
                  <a:cubicBezTo>
                    <a:pt x="516" y="939"/>
                    <a:pt x="1" y="2574"/>
                    <a:pt x="720" y="3800"/>
                  </a:cubicBezTo>
                  <a:cubicBezTo>
                    <a:pt x="1146" y="4720"/>
                    <a:pt x="2066" y="5198"/>
                    <a:pt x="2999" y="5198"/>
                  </a:cubicBezTo>
                  <a:cubicBezTo>
                    <a:pt x="3408" y="5198"/>
                    <a:pt x="3820" y="5106"/>
                    <a:pt x="4194" y="4920"/>
                  </a:cubicBezTo>
                  <a:cubicBezTo>
                    <a:pt x="5518" y="4208"/>
                    <a:pt x="5926" y="2672"/>
                    <a:pt x="5313" y="1446"/>
                  </a:cubicBezTo>
                  <a:cubicBezTo>
                    <a:pt x="4821" y="529"/>
                    <a:pt x="3933" y="0"/>
                    <a:pt x="2994" y="0"/>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16"/>
            <p:cNvSpPr/>
            <p:nvPr/>
          </p:nvSpPr>
          <p:spPr>
            <a:xfrm>
              <a:off x="1843025" y="6512213"/>
              <a:ext cx="114875" cy="122175"/>
            </a:xfrm>
            <a:custGeom>
              <a:rect b="b" l="l" r="r" t="t"/>
              <a:pathLst>
                <a:path extrusionOk="0" h="4887" w="4595">
                  <a:moveTo>
                    <a:pt x="2862" y="0"/>
                  </a:moveTo>
                  <a:lnTo>
                    <a:pt x="2862" y="0"/>
                  </a:lnTo>
                  <a:cubicBezTo>
                    <a:pt x="3066" y="204"/>
                    <a:pt x="3270" y="409"/>
                    <a:pt x="3475" y="711"/>
                  </a:cubicBezTo>
                  <a:cubicBezTo>
                    <a:pt x="4186" y="2043"/>
                    <a:pt x="3679" y="3572"/>
                    <a:pt x="2347" y="4291"/>
                  </a:cubicBezTo>
                  <a:cubicBezTo>
                    <a:pt x="1991" y="4495"/>
                    <a:pt x="1582" y="4598"/>
                    <a:pt x="1174" y="4598"/>
                  </a:cubicBezTo>
                  <a:cubicBezTo>
                    <a:pt x="765" y="4598"/>
                    <a:pt x="356" y="4495"/>
                    <a:pt x="1" y="4291"/>
                  </a:cubicBezTo>
                  <a:lnTo>
                    <a:pt x="1" y="4291"/>
                  </a:lnTo>
                  <a:cubicBezTo>
                    <a:pt x="499" y="4664"/>
                    <a:pt x="1109" y="4886"/>
                    <a:pt x="1718" y="4886"/>
                  </a:cubicBezTo>
                  <a:cubicBezTo>
                    <a:pt x="2109" y="4886"/>
                    <a:pt x="2501" y="4795"/>
                    <a:pt x="2862" y="4594"/>
                  </a:cubicBezTo>
                  <a:cubicBezTo>
                    <a:pt x="4186" y="3882"/>
                    <a:pt x="4594" y="2346"/>
                    <a:pt x="3981" y="1120"/>
                  </a:cubicBezTo>
                  <a:cubicBezTo>
                    <a:pt x="3679" y="613"/>
                    <a:pt x="3270" y="204"/>
                    <a:pt x="2862"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 name="Google Shape;931;p16"/>
            <p:cNvSpPr/>
            <p:nvPr/>
          </p:nvSpPr>
          <p:spPr>
            <a:xfrm>
              <a:off x="1827700" y="6540188"/>
              <a:ext cx="117525" cy="66450"/>
            </a:xfrm>
            <a:custGeom>
              <a:rect b="b" l="l" r="r" t="t"/>
              <a:pathLst>
                <a:path extrusionOk="0" h="2658" w="4701">
                  <a:moveTo>
                    <a:pt x="4594" y="1"/>
                  </a:moveTo>
                  <a:lnTo>
                    <a:pt x="1" y="2355"/>
                  </a:lnTo>
                  <a:lnTo>
                    <a:pt x="1" y="2453"/>
                  </a:lnTo>
                  <a:cubicBezTo>
                    <a:pt x="99" y="2559"/>
                    <a:pt x="99" y="2559"/>
                    <a:pt x="99" y="2657"/>
                  </a:cubicBezTo>
                  <a:lnTo>
                    <a:pt x="4701" y="311"/>
                  </a:lnTo>
                  <a:cubicBezTo>
                    <a:pt x="4701" y="205"/>
                    <a:pt x="4701" y="107"/>
                    <a:pt x="4594" y="1"/>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 name="Google Shape;932;p16"/>
            <p:cNvSpPr/>
            <p:nvPr/>
          </p:nvSpPr>
          <p:spPr>
            <a:xfrm>
              <a:off x="1825050" y="6535088"/>
              <a:ext cx="120175" cy="69100"/>
            </a:xfrm>
            <a:custGeom>
              <a:rect b="b" l="l" r="r" t="t"/>
              <a:pathLst>
                <a:path extrusionOk="0" h="2764" w="4807">
                  <a:moveTo>
                    <a:pt x="4602" y="1"/>
                  </a:moveTo>
                  <a:lnTo>
                    <a:pt x="1" y="2453"/>
                  </a:lnTo>
                  <a:cubicBezTo>
                    <a:pt x="1" y="2453"/>
                    <a:pt x="1" y="2559"/>
                    <a:pt x="107" y="2559"/>
                  </a:cubicBezTo>
                  <a:lnTo>
                    <a:pt x="107" y="2763"/>
                  </a:lnTo>
                  <a:lnTo>
                    <a:pt x="4807" y="311"/>
                  </a:lnTo>
                  <a:cubicBezTo>
                    <a:pt x="4700" y="311"/>
                    <a:pt x="4700" y="205"/>
                    <a:pt x="4700" y="205"/>
                  </a:cubicBezTo>
                  <a:cubicBezTo>
                    <a:pt x="4700" y="107"/>
                    <a:pt x="4602" y="107"/>
                    <a:pt x="4602" y="1"/>
                  </a:cubicBez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16"/>
            <p:cNvSpPr/>
            <p:nvPr/>
          </p:nvSpPr>
          <p:spPr>
            <a:xfrm>
              <a:off x="1988525" y="6425163"/>
              <a:ext cx="130400" cy="130375"/>
            </a:xfrm>
            <a:custGeom>
              <a:rect b="b" l="l" r="r" t="t"/>
              <a:pathLst>
                <a:path extrusionOk="0" h="5215" w="5216">
                  <a:moveTo>
                    <a:pt x="2638" y="0"/>
                  </a:moveTo>
                  <a:cubicBezTo>
                    <a:pt x="1305" y="0"/>
                    <a:pt x="194" y="895"/>
                    <a:pt x="0" y="2150"/>
                  </a:cubicBezTo>
                  <a:lnTo>
                    <a:pt x="0" y="2354"/>
                  </a:lnTo>
                  <a:lnTo>
                    <a:pt x="0" y="2460"/>
                  </a:lnTo>
                  <a:lnTo>
                    <a:pt x="0" y="2558"/>
                  </a:lnTo>
                  <a:lnTo>
                    <a:pt x="0" y="2665"/>
                  </a:lnTo>
                  <a:cubicBezTo>
                    <a:pt x="0" y="2967"/>
                    <a:pt x="0" y="3171"/>
                    <a:pt x="107" y="3376"/>
                  </a:cubicBezTo>
                  <a:cubicBezTo>
                    <a:pt x="107" y="3482"/>
                    <a:pt x="107" y="3580"/>
                    <a:pt x="205" y="3580"/>
                  </a:cubicBezTo>
                  <a:lnTo>
                    <a:pt x="205" y="3686"/>
                  </a:lnTo>
                  <a:cubicBezTo>
                    <a:pt x="205" y="3686"/>
                    <a:pt x="205" y="3785"/>
                    <a:pt x="311" y="3785"/>
                  </a:cubicBezTo>
                  <a:lnTo>
                    <a:pt x="311" y="3891"/>
                  </a:lnTo>
                  <a:cubicBezTo>
                    <a:pt x="311" y="3989"/>
                    <a:pt x="409" y="3989"/>
                    <a:pt x="409" y="4095"/>
                  </a:cubicBezTo>
                  <a:cubicBezTo>
                    <a:pt x="515" y="4095"/>
                    <a:pt x="515" y="4193"/>
                    <a:pt x="515" y="4193"/>
                  </a:cubicBezTo>
                  <a:lnTo>
                    <a:pt x="613" y="4299"/>
                  </a:lnTo>
                  <a:lnTo>
                    <a:pt x="720" y="4398"/>
                  </a:lnTo>
                  <a:lnTo>
                    <a:pt x="720" y="4504"/>
                  </a:lnTo>
                  <a:cubicBezTo>
                    <a:pt x="818" y="4504"/>
                    <a:pt x="818" y="4602"/>
                    <a:pt x="924" y="4602"/>
                  </a:cubicBezTo>
                  <a:cubicBezTo>
                    <a:pt x="1022" y="4708"/>
                    <a:pt x="1022" y="4708"/>
                    <a:pt x="1128" y="4708"/>
                  </a:cubicBezTo>
                  <a:lnTo>
                    <a:pt x="1128" y="4806"/>
                  </a:lnTo>
                  <a:cubicBezTo>
                    <a:pt x="1226" y="4806"/>
                    <a:pt x="1226" y="4806"/>
                    <a:pt x="1333" y="4912"/>
                  </a:cubicBezTo>
                  <a:cubicBezTo>
                    <a:pt x="1431" y="4912"/>
                    <a:pt x="1537" y="5011"/>
                    <a:pt x="1537" y="5011"/>
                  </a:cubicBezTo>
                  <a:cubicBezTo>
                    <a:pt x="1635" y="5011"/>
                    <a:pt x="1741" y="5117"/>
                    <a:pt x="1839" y="5117"/>
                  </a:cubicBezTo>
                  <a:lnTo>
                    <a:pt x="2150" y="5117"/>
                  </a:lnTo>
                  <a:cubicBezTo>
                    <a:pt x="2150" y="5215"/>
                    <a:pt x="2248" y="5215"/>
                    <a:pt x="2354" y="5215"/>
                  </a:cubicBezTo>
                  <a:cubicBezTo>
                    <a:pt x="2763" y="5215"/>
                    <a:pt x="3172" y="5215"/>
                    <a:pt x="3580" y="5011"/>
                  </a:cubicBezTo>
                  <a:cubicBezTo>
                    <a:pt x="3678" y="5011"/>
                    <a:pt x="3785" y="4912"/>
                    <a:pt x="3785" y="4912"/>
                  </a:cubicBezTo>
                  <a:cubicBezTo>
                    <a:pt x="3883" y="4806"/>
                    <a:pt x="3989" y="4806"/>
                    <a:pt x="4087" y="4806"/>
                  </a:cubicBezTo>
                  <a:cubicBezTo>
                    <a:pt x="4087" y="4708"/>
                    <a:pt x="4193" y="4708"/>
                    <a:pt x="4193" y="4602"/>
                  </a:cubicBezTo>
                  <a:cubicBezTo>
                    <a:pt x="4398" y="4504"/>
                    <a:pt x="4496" y="4398"/>
                    <a:pt x="4602" y="4299"/>
                  </a:cubicBezTo>
                  <a:cubicBezTo>
                    <a:pt x="4806" y="3989"/>
                    <a:pt x="5011" y="3580"/>
                    <a:pt x="5109" y="3171"/>
                  </a:cubicBezTo>
                  <a:lnTo>
                    <a:pt x="5109" y="3073"/>
                  </a:lnTo>
                  <a:lnTo>
                    <a:pt x="5109" y="2967"/>
                  </a:lnTo>
                  <a:lnTo>
                    <a:pt x="5215" y="2967"/>
                  </a:lnTo>
                  <a:lnTo>
                    <a:pt x="5215" y="2869"/>
                  </a:lnTo>
                  <a:lnTo>
                    <a:pt x="5215" y="2665"/>
                  </a:lnTo>
                  <a:lnTo>
                    <a:pt x="5215" y="2558"/>
                  </a:lnTo>
                  <a:lnTo>
                    <a:pt x="5215" y="2354"/>
                  </a:lnTo>
                  <a:lnTo>
                    <a:pt x="5215" y="2256"/>
                  </a:lnTo>
                  <a:cubicBezTo>
                    <a:pt x="5109" y="2256"/>
                    <a:pt x="5109" y="2150"/>
                    <a:pt x="5109" y="2150"/>
                  </a:cubicBezTo>
                  <a:lnTo>
                    <a:pt x="5109" y="2052"/>
                  </a:lnTo>
                  <a:lnTo>
                    <a:pt x="5109" y="1847"/>
                  </a:lnTo>
                  <a:lnTo>
                    <a:pt x="5011" y="1741"/>
                  </a:lnTo>
                  <a:lnTo>
                    <a:pt x="5011" y="1643"/>
                  </a:lnTo>
                  <a:cubicBezTo>
                    <a:pt x="5011" y="1643"/>
                    <a:pt x="5011" y="1537"/>
                    <a:pt x="4904" y="1537"/>
                  </a:cubicBezTo>
                  <a:lnTo>
                    <a:pt x="4904" y="1439"/>
                  </a:lnTo>
                  <a:cubicBezTo>
                    <a:pt x="4904" y="1439"/>
                    <a:pt x="4904" y="1332"/>
                    <a:pt x="4806" y="1332"/>
                  </a:cubicBezTo>
                  <a:cubicBezTo>
                    <a:pt x="4398" y="621"/>
                    <a:pt x="3678" y="106"/>
                    <a:pt x="2861" y="8"/>
                  </a:cubicBezTo>
                  <a:cubicBezTo>
                    <a:pt x="2786" y="3"/>
                    <a:pt x="2712" y="0"/>
                    <a:pt x="2638"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 name="Google Shape;934;p16"/>
            <p:cNvSpPr/>
            <p:nvPr/>
          </p:nvSpPr>
          <p:spPr>
            <a:xfrm>
              <a:off x="1965625" y="6422313"/>
              <a:ext cx="148175" cy="129975"/>
            </a:xfrm>
            <a:custGeom>
              <a:rect b="b" l="l" r="r" t="t"/>
              <a:pathLst>
                <a:path extrusionOk="0" h="5199" w="5927">
                  <a:moveTo>
                    <a:pt x="2987" y="1"/>
                  </a:moveTo>
                  <a:cubicBezTo>
                    <a:pt x="2572" y="1"/>
                    <a:pt x="2144" y="105"/>
                    <a:pt x="1734" y="327"/>
                  </a:cubicBezTo>
                  <a:cubicBezTo>
                    <a:pt x="508" y="940"/>
                    <a:pt x="1" y="2574"/>
                    <a:pt x="614" y="3800"/>
                  </a:cubicBezTo>
                  <a:cubicBezTo>
                    <a:pt x="1108" y="4721"/>
                    <a:pt x="2002" y="5199"/>
                    <a:pt x="2945" y="5199"/>
                  </a:cubicBezTo>
                  <a:cubicBezTo>
                    <a:pt x="3359" y="5199"/>
                    <a:pt x="3782" y="5107"/>
                    <a:pt x="4186" y="4920"/>
                  </a:cubicBezTo>
                  <a:cubicBezTo>
                    <a:pt x="5412" y="4209"/>
                    <a:pt x="5927" y="2672"/>
                    <a:pt x="5207" y="1446"/>
                  </a:cubicBezTo>
                  <a:cubicBezTo>
                    <a:pt x="4783" y="530"/>
                    <a:pt x="3920" y="1"/>
                    <a:pt x="2987" y="1"/>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 name="Google Shape;935;p16"/>
            <p:cNvSpPr/>
            <p:nvPr/>
          </p:nvSpPr>
          <p:spPr>
            <a:xfrm>
              <a:off x="1998750" y="6430463"/>
              <a:ext cx="115050" cy="122175"/>
            </a:xfrm>
            <a:custGeom>
              <a:rect b="b" l="l" r="r" t="t"/>
              <a:pathLst>
                <a:path extrusionOk="0" h="4887" w="4602">
                  <a:moveTo>
                    <a:pt x="2763" y="1"/>
                  </a:moveTo>
                  <a:lnTo>
                    <a:pt x="2763" y="1"/>
                  </a:lnTo>
                  <a:cubicBezTo>
                    <a:pt x="3065" y="205"/>
                    <a:pt x="3269" y="409"/>
                    <a:pt x="3474" y="712"/>
                  </a:cubicBezTo>
                  <a:cubicBezTo>
                    <a:pt x="4087" y="2044"/>
                    <a:pt x="3580" y="3573"/>
                    <a:pt x="2354" y="4292"/>
                  </a:cubicBezTo>
                  <a:cubicBezTo>
                    <a:pt x="1945" y="4496"/>
                    <a:pt x="1537" y="4598"/>
                    <a:pt x="1140" y="4598"/>
                  </a:cubicBezTo>
                  <a:cubicBezTo>
                    <a:pt x="744" y="4598"/>
                    <a:pt x="360" y="4496"/>
                    <a:pt x="0" y="4292"/>
                  </a:cubicBezTo>
                  <a:lnTo>
                    <a:pt x="0" y="4292"/>
                  </a:lnTo>
                  <a:cubicBezTo>
                    <a:pt x="438" y="4665"/>
                    <a:pt x="1025" y="4887"/>
                    <a:pt x="1647" y="4887"/>
                  </a:cubicBezTo>
                  <a:cubicBezTo>
                    <a:pt x="2047" y="4887"/>
                    <a:pt x="2461" y="4795"/>
                    <a:pt x="2861" y="4594"/>
                  </a:cubicBezTo>
                  <a:cubicBezTo>
                    <a:pt x="4087" y="3883"/>
                    <a:pt x="4602" y="2346"/>
                    <a:pt x="3882" y="1120"/>
                  </a:cubicBezTo>
                  <a:cubicBezTo>
                    <a:pt x="3678" y="614"/>
                    <a:pt x="3269" y="205"/>
                    <a:pt x="2763" y="1"/>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p16"/>
            <p:cNvSpPr/>
            <p:nvPr/>
          </p:nvSpPr>
          <p:spPr>
            <a:xfrm>
              <a:off x="1980950" y="6458463"/>
              <a:ext cx="119975" cy="66425"/>
            </a:xfrm>
            <a:custGeom>
              <a:rect b="b" l="l" r="r" t="t"/>
              <a:pathLst>
                <a:path extrusionOk="0" h="2657" w="4799">
                  <a:moveTo>
                    <a:pt x="4594" y="0"/>
                  </a:moveTo>
                  <a:lnTo>
                    <a:pt x="1" y="2354"/>
                  </a:lnTo>
                  <a:lnTo>
                    <a:pt x="99" y="2453"/>
                  </a:lnTo>
                  <a:cubicBezTo>
                    <a:pt x="99" y="2559"/>
                    <a:pt x="205" y="2559"/>
                    <a:pt x="205" y="2657"/>
                  </a:cubicBezTo>
                  <a:lnTo>
                    <a:pt x="4799" y="311"/>
                  </a:lnTo>
                  <a:cubicBezTo>
                    <a:pt x="4799" y="205"/>
                    <a:pt x="4701" y="107"/>
                    <a:pt x="4701"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 name="Google Shape;937;p16"/>
            <p:cNvSpPr/>
            <p:nvPr/>
          </p:nvSpPr>
          <p:spPr>
            <a:xfrm>
              <a:off x="1980950" y="6453363"/>
              <a:ext cx="117525" cy="69075"/>
            </a:xfrm>
            <a:custGeom>
              <a:rect b="b" l="l" r="r" t="t"/>
              <a:pathLst>
                <a:path extrusionOk="0" h="2763" w="4701">
                  <a:moveTo>
                    <a:pt x="4594" y="0"/>
                  </a:moveTo>
                  <a:lnTo>
                    <a:pt x="1" y="2452"/>
                  </a:lnTo>
                  <a:lnTo>
                    <a:pt x="1" y="2558"/>
                  </a:lnTo>
                  <a:cubicBezTo>
                    <a:pt x="99" y="2657"/>
                    <a:pt x="99" y="2657"/>
                    <a:pt x="99" y="2763"/>
                  </a:cubicBezTo>
                  <a:lnTo>
                    <a:pt x="4701" y="311"/>
                  </a:lnTo>
                  <a:cubicBezTo>
                    <a:pt x="4701" y="311"/>
                    <a:pt x="4701" y="204"/>
                    <a:pt x="4594" y="204"/>
                  </a:cubicBezTo>
                  <a:lnTo>
                    <a:pt x="4594" y="0"/>
                  </a:ln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 name="Google Shape;938;p16"/>
            <p:cNvSpPr/>
            <p:nvPr/>
          </p:nvSpPr>
          <p:spPr>
            <a:xfrm>
              <a:off x="2141775" y="6343413"/>
              <a:ext cx="130400" cy="130400"/>
            </a:xfrm>
            <a:custGeom>
              <a:rect b="b" l="l" r="r" t="t"/>
              <a:pathLst>
                <a:path extrusionOk="0" h="5216" w="5216">
                  <a:moveTo>
                    <a:pt x="2654" y="1"/>
                  </a:moveTo>
                  <a:cubicBezTo>
                    <a:pt x="1411" y="1"/>
                    <a:pt x="300" y="896"/>
                    <a:pt x="107" y="2150"/>
                  </a:cubicBezTo>
                  <a:lnTo>
                    <a:pt x="107" y="2355"/>
                  </a:lnTo>
                  <a:cubicBezTo>
                    <a:pt x="0" y="2355"/>
                    <a:pt x="0" y="2461"/>
                    <a:pt x="0" y="2461"/>
                  </a:cubicBezTo>
                  <a:lnTo>
                    <a:pt x="0" y="2559"/>
                  </a:lnTo>
                  <a:lnTo>
                    <a:pt x="0" y="2665"/>
                  </a:lnTo>
                  <a:cubicBezTo>
                    <a:pt x="107" y="2968"/>
                    <a:pt x="107" y="3172"/>
                    <a:pt x="205" y="3376"/>
                  </a:cubicBezTo>
                  <a:lnTo>
                    <a:pt x="205" y="3581"/>
                  </a:lnTo>
                  <a:lnTo>
                    <a:pt x="311" y="3687"/>
                  </a:lnTo>
                  <a:lnTo>
                    <a:pt x="311" y="3785"/>
                  </a:lnTo>
                  <a:lnTo>
                    <a:pt x="409" y="3891"/>
                  </a:lnTo>
                  <a:cubicBezTo>
                    <a:pt x="409" y="3891"/>
                    <a:pt x="409" y="3989"/>
                    <a:pt x="515" y="4096"/>
                  </a:cubicBezTo>
                  <a:lnTo>
                    <a:pt x="613" y="4194"/>
                  </a:lnTo>
                  <a:cubicBezTo>
                    <a:pt x="613" y="4300"/>
                    <a:pt x="613" y="4300"/>
                    <a:pt x="720" y="4300"/>
                  </a:cubicBezTo>
                  <a:cubicBezTo>
                    <a:pt x="720" y="4300"/>
                    <a:pt x="720" y="4398"/>
                    <a:pt x="818" y="4398"/>
                  </a:cubicBezTo>
                  <a:lnTo>
                    <a:pt x="818" y="4504"/>
                  </a:lnTo>
                  <a:cubicBezTo>
                    <a:pt x="924" y="4504"/>
                    <a:pt x="924" y="4602"/>
                    <a:pt x="1022" y="4602"/>
                  </a:cubicBezTo>
                  <a:cubicBezTo>
                    <a:pt x="1022" y="4709"/>
                    <a:pt x="1128" y="4709"/>
                    <a:pt x="1128" y="4709"/>
                  </a:cubicBezTo>
                  <a:lnTo>
                    <a:pt x="1226" y="4807"/>
                  </a:lnTo>
                  <a:cubicBezTo>
                    <a:pt x="1226" y="4807"/>
                    <a:pt x="1333" y="4807"/>
                    <a:pt x="1333" y="4913"/>
                  </a:cubicBezTo>
                  <a:lnTo>
                    <a:pt x="1431" y="4913"/>
                  </a:lnTo>
                  <a:cubicBezTo>
                    <a:pt x="1537" y="4913"/>
                    <a:pt x="1537" y="5011"/>
                    <a:pt x="1635" y="5011"/>
                  </a:cubicBezTo>
                  <a:cubicBezTo>
                    <a:pt x="1741" y="5011"/>
                    <a:pt x="1741" y="5011"/>
                    <a:pt x="1839" y="5117"/>
                  </a:cubicBezTo>
                  <a:lnTo>
                    <a:pt x="2150" y="5117"/>
                  </a:lnTo>
                  <a:cubicBezTo>
                    <a:pt x="2248" y="5215"/>
                    <a:pt x="2354" y="5215"/>
                    <a:pt x="2354" y="5215"/>
                  </a:cubicBezTo>
                  <a:cubicBezTo>
                    <a:pt x="2861" y="5215"/>
                    <a:pt x="3270" y="5117"/>
                    <a:pt x="3678" y="5011"/>
                  </a:cubicBezTo>
                  <a:cubicBezTo>
                    <a:pt x="3785" y="5011"/>
                    <a:pt x="3785" y="4913"/>
                    <a:pt x="3883" y="4913"/>
                  </a:cubicBezTo>
                  <a:cubicBezTo>
                    <a:pt x="3989" y="4807"/>
                    <a:pt x="3989" y="4807"/>
                    <a:pt x="4087" y="4807"/>
                  </a:cubicBezTo>
                  <a:lnTo>
                    <a:pt x="4291" y="4602"/>
                  </a:lnTo>
                  <a:cubicBezTo>
                    <a:pt x="4398" y="4504"/>
                    <a:pt x="4602" y="4398"/>
                    <a:pt x="4700" y="4300"/>
                  </a:cubicBezTo>
                  <a:cubicBezTo>
                    <a:pt x="4904" y="3989"/>
                    <a:pt x="5109" y="3581"/>
                    <a:pt x="5215" y="3172"/>
                  </a:cubicBezTo>
                  <a:lnTo>
                    <a:pt x="5215" y="3074"/>
                  </a:lnTo>
                  <a:lnTo>
                    <a:pt x="5215" y="2968"/>
                  </a:lnTo>
                  <a:lnTo>
                    <a:pt x="5215" y="2870"/>
                  </a:lnTo>
                  <a:lnTo>
                    <a:pt x="5215" y="2665"/>
                  </a:lnTo>
                  <a:lnTo>
                    <a:pt x="5215" y="2559"/>
                  </a:lnTo>
                  <a:lnTo>
                    <a:pt x="5215" y="2355"/>
                  </a:lnTo>
                  <a:lnTo>
                    <a:pt x="5215" y="2257"/>
                  </a:lnTo>
                  <a:lnTo>
                    <a:pt x="5215" y="2150"/>
                  </a:lnTo>
                  <a:lnTo>
                    <a:pt x="5215" y="2052"/>
                  </a:lnTo>
                  <a:cubicBezTo>
                    <a:pt x="5215" y="1946"/>
                    <a:pt x="5109" y="1946"/>
                    <a:pt x="5109" y="1848"/>
                  </a:cubicBezTo>
                  <a:lnTo>
                    <a:pt x="5109" y="1742"/>
                  </a:lnTo>
                  <a:cubicBezTo>
                    <a:pt x="5109" y="1742"/>
                    <a:pt x="5109" y="1644"/>
                    <a:pt x="5011" y="1644"/>
                  </a:cubicBezTo>
                  <a:lnTo>
                    <a:pt x="5011" y="1537"/>
                  </a:lnTo>
                  <a:lnTo>
                    <a:pt x="5011" y="1439"/>
                  </a:lnTo>
                  <a:cubicBezTo>
                    <a:pt x="4904" y="1439"/>
                    <a:pt x="4904" y="1333"/>
                    <a:pt x="4904" y="1333"/>
                  </a:cubicBezTo>
                  <a:cubicBezTo>
                    <a:pt x="4496" y="622"/>
                    <a:pt x="3785" y="107"/>
                    <a:pt x="2861" y="9"/>
                  </a:cubicBezTo>
                  <a:cubicBezTo>
                    <a:pt x="2792" y="3"/>
                    <a:pt x="2723" y="1"/>
                    <a:pt x="2654" y="1"/>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16"/>
            <p:cNvSpPr/>
            <p:nvPr/>
          </p:nvSpPr>
          <p:spPr>
            <a:xfrm>
              <a:off x="2118900" y="6340513"/>
              <a:ext cx="150600" cy="130050"/>
            </a:xfrm>
            <a:custGeom>
              <a:rect b="b" l="l" r="r" t="t"/>
              <a:pathLst>
                <a:path extrusionOk="0" h="5202" w="6024">
                  <a:moveTo>
                    <a:pt x="3063" y="1"/>
                  </a:moveTo>
                  <a:cubicBezTo>
                    <a:pt x="2644" y="1"/>
                    <a:pt x="2222" y="105"/>
                    <a:pt x="1839" y="329"/>
                  </a:cubicBezTo>
                  <a:cubicBezTo>
                    <a:pt x="507" y="942"/>
                    <a:pt x="0" y="2577"/>
                    <a:pt x="711" y="3803"/>
                  </a:cubicBezTo>
                  <a:cubicBezTo>
                    <a:pt x="1137" y="4724"/>
                    <a:pt x="2057" y="5202"/>
                    <a:pt x="2990" y="5202"/>
                  </a:cubicBezTo>
                  <a:cubicBezTo>
                    <a:pt x="3399" y="5202"/>
                    <a:pt x="3811" y="5110"/>
                    <a:pt x="4185" y="4923"/>
                  </a:cubicBezTo>
                  <a:cubicBezTo>
                    <a:pt x="5517" y="4212"/>
                    <a:pt x="6024" y="2675"/>
                    <a:pt x="5313" y="1351"/>
                  </a:cubicBezTo>
                  <a:cubicBezTo>
                    <a:pt x="4891" y="508"/>
                    <a:pt x="3986" y="1"/>
                    <a:pt x="3063" y="1"/>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p16"/>
            <p:cNvSpPr/>
            <p:nvPr/>
          </p:nvSpPr>
          <p:spPr>
            <a:xfrm>
              <a:off x="2152000" y="6348738"/>
              <a:ext cx="117500" cy="122175"/>
            </a:xfrm>
            <a:custGeom>
              <a:rect b="b" l="l" r="r" t="t"/>
              <a:pathLst>
                <a:path extrusionOk="0" h="4887" w="4700">
                  <a:moveTo>
                    <a:pt x="2861" y="0"/>
                  </a:moveTo>
                  <a:lnTo>
                    <a:pt x="2861" y="0"/>
                  </a:lnTo>
                  <a:cubicBezTo>
                    <a:pt x="3171" y="205"/>
                    <a:pt x="3376" y="409"/>
                    <a:pt x="3474" y="711"/>
                  </a:cubicBezTo>
                  <a:cubicBezTo>
                    <a:pt x="4193" y="2044"/>
                    <a:pt x="3678" y="3572"/>
                    <a:pt x="2452" y="4291"/>
                  </a:cubicBezTo>
                  <a:cubicBezTo>
                    <a:pt x="2074" y="4481"/>
                    <a:pt x="1674" y="4560"/>
                    <a:pt x="1282" y="4560"/>
                  </a:cubicBezTo>
                  <a:cubicBezTo>
                    <a:pt x="829" y="4560"/>
                    <a:pt x="386" y="4454"/>
                    <a:pt x="0" y="4291"/>
                  </a:cubicBezTo>
                  <a:lnTo>
                    <a:pt x="0" y="4291"/>
                  </a:lnTo>
                  <a:cubicBezTo>
                    <a:pt x="498" y="4665"/>
                    <a:pt x="1111" y="4887"/>
                    <a:pt x="1721" y="4887"/>
                  </a:cubicBezTo>
                  <a:cubicBezTo>
                    <a:pt x="2113" y="4887"/>
                    <a:pt x="2503" y="4795"/>
                    <a:pt x="2861" y="4594"/>
                  </a:cubicBezTo>
                  <a:cubicBezTo>
                    <a:pt x="4193" y="3883"/>
                    <a:pt x="4700" y="2346"/>
                    <a:pt x="3989" y="1022"/>
                  </a:cubicBezTo>
                  <a:cubicBezTo>
                    <a:pt x="3784" y="613"/>
                    <a:pt x="3376" y="205"/>
                    <a:pt x="2861"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16"/>
            <p:cNvSpPr/>
            <p:nvPr/>
          </p:nvSpPr>
          <p:spPr>
            <a:xfrm>
              <a:off x="2136675" y="6376738"/>
              <a:ext cx="117500" cy="66425"/>
            </a:xfrm>
            <a:custGeom>
              <a:rect b="b" l="l" r="r" t="t"/>
              <a:pathLst>
                <a:path extrusionOk="0" h="2657" w="4700">
                  <a:moveTo>
                    <a:pt x="4602" y="0"/>
                  </a:moveTo>
                  <a:lnTo>
                    <a:pt x="0" y="2354"/>
                  </a:lnTo>
                  <a:lnTo>
                    <a:pt x="0" y="2452"/>
                  </a:lnTo>
                  <a:lnTo>
                    <a:pt x="204" y="2656"/>
                  </a:lnTo>
                  <a:lnTo>
                    <a:pt x="4700" y="311"/>
                  </a:lnTo>
                  <a:lnTo>
                    <a:pt x="4700" y="0"/>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16"/>
            <p:cNvSpPr/>
            <p:nvPr/>
          </p:nvSpPr>
          <p:spPr>
            <a:xfrm>
              <a:off x="2134225" y="6371613"/>
              <a:ext cx="119950" cy="66450"/>
            </a:xfrm>
            <a:custGeom>
              <a:rect b="b" l="l" r="r" t="t"/>
              <a:pathLst>
                <a:path extrusionOk="0" h="2658" w="4798">
                  <a:moveTo>
                    <a:pt x="4593" y="1"/>
                  </a:moveTo>
                  <a:lnTo>
                    <a:pt x="0" y="2453"/>
                  </a:lnTo>
                  <a:lnTo>
                    <a:pt x="98" y="2559"/>
                  </a:lnTo>
                  <a:cubicBezTo>
                    <a:pt x="98" y="2657"/>
                    <a:pt x="98" y="2657"/>
                    <a:pt x="204" y="2657"/>
                  </a:cubicBezTo>
                  <a:lnTo>
                    <a:pt x="4798" y="311"/>
                  </a:lnTo>
                  <a:cubicBezTo>
                    <a:pt x="4798" y="205"/>
                    <a:pt x="4700" y="205"/>
                    <a:pt x="4700" y="107"/>
                  </a:cubicBezTo>
                  <a:lnTo>
                    <a:pt x="4593" y="1"/>
                  </a:ln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 name="Google Shape;943;p16"/>
            <p:cNvSpPr/>
            <p:nvPr/>
          </p:nvSpPr>
          <p:spPr>
            <a:xfrm>
              <a:off x="2297675" y="6261688"/>
              <a:ext cx="130200" cy="130400"/>
            </a:xfrm>
            <a:custGeom>
              <a:rect b="b" l="l" r="r" t="t"/>
              <a:pathLst>
                <a:path extrusionOk="0" h="5216" w="5208">
                  <a:moveTo>
                    <a:pt x="2638" y="0"/>
                  </a:moveTo>
                  <a:cubicBezTo>
                    <a:pt x="1305" y="0"/>
                    <a:pt x="194" y="895"/>
                    <a:pt x="1" y="2150"/>
                  </a:cubicBezTo>
                  <a:lnTo>
                    <a:pt x="1" y="2354"/>
                  </a:lnTo>
                  <a:lnTo>
                    <a:pt x="1" y="2461"/>
                  </a:lnTo>
                  <a:lnTo>
                    <a:pt x="1" y="2559"/>
                  </a:lnTo>
                  <a:lnTo>
                    <a:pt x="1" y="2665"/>
                  </a:lnTo>
                  <a:cubicBezTo>
                    <a:pt x="1" y="2967"/>
                    <a:pt x="1" y="3172"/>
                    <a:pt x="99" y="3376"/>
                  </a:cubicBezTo>
                  <a:cubicBezTo>
                    <a:pt x="99" y="3482"/>
                    <a:pt x="205" y="3580"/>
                    <a:pt x="205" y="3580"/>
                  </a:cubicBezTo>
                  <a:lnTo>
                    <a:pt x="205" y="3687"/>
                  </a:lnTo>
                  <a:lnTo>
                    <a:pt x="303" y="3785"/>
                  </a:lnTo>
                  <a:lnTo>
                    <a:pt x="303" y="3891"/>
                  </a:lnTo>
                  <a:cubicBezTo>
                    <a:pt x="409" y="3891"/>
                    <a:pt x="409" y="3989"/>
                    <a:pt x="409" y="4095"/>
                  </a:cubicBezTo>
                  <a:lnTo>
                    <a:pt x="507" y="4095"/>
                  </a:lnTo>
                  <a:cubicBezTo>
                    <a:pt x="507" y="4095"/>
                    <a:pt x="507" y="4193"/>
                    <a:pt x="614" y="4193"/>
                  </a:cubicBezTo>
                  <a:lnTo>
                    <a:pt x="614" y="4300"/>
                  </a:lnTo>
                  <a:lnTo>
                    <a:pt x="712" y="4398"/>
                  </a:lnTo>
                  <a:cubicBezTo>
                    <a:pt x="712" y="4398"/>
                    <a:pt x="818" y="4398"/>
                    <a:pt x="818" y="4504"/>
                  </a:cubicBezTo>
                  <a:lnTo>
                    <a:pt x="916" y="4602"/>
                  </a:lnTo>
                  <a:cubicBezTo>
                    <a:pt x="1022" y="4708"/>
                    <a:pt x="1022" y="4708"/>
                    <a:pt x="1121" y="4708"/>
                  </a:cubicBezTo>
                  <a:cubicBezTo>
                    <a:pt x="1121" y="4806"/>
                    <a:pt x="1121" y="4806"/>
                    <a:pt x="1227" y="4806"/>
                  </a:cubicBezTo>
                  <a:cubicBezTo>
                    <a:pt x="1227" y="4806"/>
                    <a:pt x="1325" y="4806"/>
                    <a:pt x="1325" y="4913"/>
                  </a:cubicBezTo>
                  <a:lnTo>
                    <a:pt x="1431" y="4913"/>
                  </a:lnTo>
                  <a:cubicBezTo>
                    <a:pt x="1431" y="4913"/>
                    <a:pt x="1529" y="5011"/>
                    <a:pt x="1635" y="5011"/>
                  </a:cubicBezTo>
                  <a:cubicBezTo>
                    <a:pt x="1635" y="5011"/>
                    <a:pt x="1734" y="5011"/>
                    <a:pt x="1840" y="5117"/>
                  </a:cubicBezTo>
                  <a:lnTo>
                    <a:pt x="2142" y="5117"/>
                  </a:lnTo>
                  <a:cubicBezTo>
                    <a:pt x="2248" y="5215"/>
                    <a:pt x="2248" y="5215"/>
                    <a:pt x="2347" y="5215"/>
                  </a:cubicBezTo>
                  <a:cubicBezTo>
                    <a:pt x="2755" y="5215"/>
                    <a:pt x="3270" y="5117"/>
                    <a:pt x="3573" y="5011"/>
                  </a:cubicBezTo>
                  <a:cubicBezTo>
                    <a:pt x="3679" y="5011"/>
                    <a:pt x="3777" y="4913"/>
                    <a:pt x="3883" y="4913"/>
                  </a:cubicBezTo>
                  <a:cubicBezTo>
                    <a:pt x="3883" y="4806"/>
                    <a:pt x="3981" y="4806"/>
                    <a:pt x="4087" y="4806"/>
                  </a:cubicBezTo>
                  <a:cubicBezTo>
                    <a:pt x="4087" y="4708"/>
                    <a:pt x="4186" y="4708"/>
                    <a:pt x="4292" y="4602"/>
                  </a:cubicBezTo>
                  <a:lnTo>
                    <a:pt x="4594" y="4300"/>
                  </a:lnTo>
                  <a:cubicBezTo>
                    <a:pt x="4905" y="3989"/>
                    <a:pt x="5003" y="3580"/>
                    <a:pt x="5109" y="3172"/>
                  </a:cubicBezTo>
                  <a:cubicBezTo>
                    <a:pt x="5109" y="3074"/>
                    <a:pt x="5207" y="3074"/>
                    <a:pt x="5207" y="2967"/>
                  </a:cubicBezTo>
                  <a:lnTo>
                    <a:pt x="5207" y="2869"/>
                  </a:lnTo>
                  <a:lnTo>
                    <a:pt x="5207" y="2665"/>
                  </a:lnTo>
                  <a:lnTo>
                    <a:pt x="5207" y="2559"/>
                  </a:lnTo>
                  <a:lnTo>
                    <a:pt x="5207" y="2354"/>
                  </a:lnTo>
                  <a:lnTo>
                    <a:pt x="5207" y="2256"/>
                  </a:lnTo>
                  <a:lnTo>
                    <a:pt x="5207" y="2150"/>
                  </a:lnTo>
                  <a:lnTo>
                    <a:pt x="5109" y="2052"/>
                  </a:lnTo>
                  <a:lnTo>
                    <a:pt x="5109" y="1848"/>
                  </a:lnTo>
                  <a:lnTo>
                    <a:pt x="5109" y="1741"/>
                  </a:lnTo>
                  <a:cubicBezTo>
                    <a:pt x="5003" y="1741"/>
                    <a:pt x="5003" y="1643"/>
                    <a:pt x="5003" y="1643"/>
                  </a:cubicBezTo>
                  <a:lnTo>
                    <a:pt x="5003" y="1537"/>
                  </a:lnTo>
                  <a:lnTo>
                    <a:pt x="4905" y="1439"/>
                  </a:lnTo>
                  <a:lnTo>
                    <a:pt x="4905" y="1333"/>
                  </a:lnTo>
                  <a:cubicBezTo>
                    <a:pt x="4496" y="622"/>
                    <a:pt x="3679" y="107"/>
                    <a:pt x="2861" y="9"/>
                  </a:cubicBezTo>
                  <a:cubicBezTo>
                    <a:pt x="2786" y="3"/>
                    <a:pt x="2712" y="0"/>
                    <a:pt x="2638"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16"/>
            <p:cNvSpPr/>
            <p:nvPr/>
          </p:nvSpPr>
          <p:spPr>
            <a:xfrm>
              <a:off x="2274600" y="6258788"/>
              <a:ext cx="148150" cy="129600"/>
            </a:xfrm>
            <a:custGeom>
              <a:rect b="b" l="l" r="r" t="t"/>
              <a:pathLst>
                <a:path extrusionOk="0" h="5184" w="5926">
                  <a:moveTo>
                    <a:pt x="3011" y="0"/>
                  </a:moveTo>
                  <a:cubicBezTo>
                    <a:pt x="2588" y="0"/>
                    <a:pt x="2154" y="105"/>
                    <a:pt x="1741" y="329"/>
                  </a:cubicBezTo>
                  <a:cubicBezTo>
                    <a:pt x="515" y="942"/>
                    <a:pt x="0" y="2577"/>
                    <a:pt x="719" y="3803"/>
                  </a:cubicBezTo>
                  <a:cubicBezTo>
                    <a:pt x="1155" y="4675"/>
                    <a:pt x="2055" y="5183"/>
                    <a:pt x="3017" y="5183"/>
                  </a:cubicBezTo>
                  <a:cubicBezTo>
                    <a:pt x="3408" y="5183"/>
                    <a:pt x="3809" y="5099"/>
                    <a:pt x="4193" y="4922"/>
                  </a:cubicBezTo>
                  <a:cubicBezTo>
                    <a:pt x="5419" y="4211"/>
                    <a:pt x="5926" y="2675"/>
                    <a:pt x="5313" y="1351"/>
                  </a:cubicBezTo>
                  <a:cubicBezTo>
                    <a:pt x="4824" y="507"/>
                    <a:pt x="3944" y="0"/>
                    <a:pt x="3011" y="0"/>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16"/>
            <p:cNvSpPr/>
            <p:nvPr/>
          </p:nvSpPr>
          <p:spPr>
            <a:xfrm>
              <a:off x="2307900" y="6267013"/>
              <a:ext cx="114850" cy="122175"/>
            </a:xfrm>
            <a:custGeom>
              <a:rect b="b" l="l" r="r" t="t"/>
              <a:pathLst>
                <a:path extrusionOk="0" h="4887" w="4594">
                  <a:moveTo>
                    <a:pt x="2861" y="0"/>
                  </a:moveTo>
                  <a:lnTo>
                    <a:pt x="2861" y="0"/>
                  </a:lnTo>
                  <a:cubicBezTo>
                    <a:pt x="3065" y="204"/>
                    <a:pt x="3270" y="409"/>
                    <a:pt x="3474" y="711"/>
                  </a:cubicBezTo>
                  <a:cubicBezTo>
                    <a:pt x="4087" y="2043"/>
                    <a:pt x="3678" y="3572"/>
                    <a:pt x="2346" y="4291"/>
                  </a:cubicBezTo>
                  <a:cubicBezTo>
                    <a:pt x="2017" y="4480"/>
                    <a:pt x="1642" y="4559"/>
                    <a:pt x="1263" y="4559"/>
                  </a:cubicBezTo>
                  <a:cubicBezTo>
                    <a:pt x="825" y="4559"/>
                    <a:pt x="382" y="4453"/>
                    <a:pt x="0" y="4291"/>
                  </a:cubicBezTo>
                  <a:lnTo>
                    <a:pt x="0" y="4291"/>
                  </a:lnTo>
                  <a:cubicBezTo>
                    <a:pt x="433" y="4664"/>
                    <a:pt x="1058" y="4886"/>
                    <a:pt x="1688" y="4886"/>
                  </a:cubicBezTo>
                  <a:cubicBezTo>
                    <a:pt x="2093" y="4886"/>
                    <a:pt x="2500" y="4795"/>
                    <a:pt x="2861" y="4593"/>
                  </a:cubicBezTo>
                  <a:cubicBezTo>
                    <a:pt x="4087" y="3882"/>
                    <a:pt x="4594" y="2346"/>
                    <a:pt x="3981" y="1022"/>
                  </a:cubicBezTo>
                  <a:cubicBezTo>
                    <a:pt x="3678" y="613"/>
                    <a:pt x="3270" y="204"/>
                    <a:pt x="2861"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 name="Google Shape;946;p16"/>
            <p:cNvSpPr/>
            <p:nvPr/>
          </p:nvSpPr>
          <p:spPr>
            <a:xfrm>
              <a:off x="2292575" y="6292538"/>
              <a:ext cx="117525" cy="68900"/>
            </a:xfrm>
            <a:custGeom>
              <a:rect b="b" l="l" r="r" t="t"/>
              <a:pathLst>
                <a:path extrusionOk="0" h="2756" w="4701">
                  <a:moveTo>
                    <a:pt x="4594" y="1"/>
                  </a:moveTo>
                  <a:lnTo>
                    <a:pt x="0" y="2453"/>
                  </a:lnTo>
                  <a:lnTo>
                    <a:pt x="0" y="2551"/>
                  </a:lnTo>
                  <a:cubicBezTo>
                    <a:pt x="0" y="2657"/>
                    <a:pt x="98" y="2657"/>
                    <a:pt x="98" y="2755"/>
                  </a:cubicBezTo>
                  <a:lnTo>
                    <a:pt x="4700" y="303"/>
                  </a:lnTo>
                  <a:cubicBezTo>
                    <a:pt x="4700" y="303"/>
                    <a:pt x="4594" y="205"/>
                    <a:pt x="4594" y="99"/>
                  </a:cubicBezTo>
                  <a:lnTo>
                    <a:pt x="4594" y="1"/>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 name="Google Shape;947;p16"/>
            <p:cNvSpPr/>
            <p:nvPr/>
          </p:nvSpPr>
          <p:spPr>
            <a:xfrm>
              <a:off x="2289925" y="6289888"/>
              <a:ext cx="117500" cy="66425"/>
            </a:xfrm>
            <a:custGeom>
              <a:rect b="b" l="l" r="r" t="t"/>
              <a:pathLst>
                <a:path extrusionOk="0" h="2657" w="4700">
                  <a:moveTo>
                    <a:pt x="4602" y="0"/>
                  </a:moveTo>
                  <a:lnTo>
                    <a:pt x="0" y="2452"/>
                  </a:lnTo>
                  <a:cubicBezTo>
                    <a:pt x="0" y="2452"/>
                    <a:pt x="0" y="2559"/>
                    <a:pt x="106" y="2559"/>
                  </a:cubicBezTo>
                  <a:lnTo>
                    <a:pt x="106" y="2657"/>
                  </a:lnTo>
                  <a:lnTo>
                    <a:pt x="4700" y="311"/>
                  </a:lnTo>
                  <a:lnTo>
                    <a:pt x="4700" y="107"/>
                  </a:lnTo>
                  <a:cubicBezTo>
                    <a:pt x="4602" y="107"/>
                    <a:pt x="4602" y="0"/>
                    <a:pt x="4602" y="0"/>
                  </a:cubicBez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p16"/>
            <p:cNvSpPr/>
            <p:nvPr/>
          </p:nvSpPr>
          <p:spPr>
            <a:xfrm>
              <a:off x="2453375" y="6179963"/>
              <a:ext cx="130400" cy="130375"/>
            </a:xfrm>
            <a:custGeom>
              <a:rect b="b" l="l" r="r" t="t"/>
              <a:pathLst>
                <a:path extrusionOk="0" h="5215" w="5216">
                  <a:moveTo>
                    <a:pt x="2638" y="0"/>
                  </a:moveTo>
                  <a:cubicBezTo>
                    <a:pt x="1305" y="0"/>
                    <a:pt x="194" y="895"/>
                    <a:pt x="1" y="2150"/>
                  </a:cubicBezTo>
                  <a:lnTo>
                    <a:pt x="1" y="2354"/>
                  </a:lnTo>
                  <a:lnTo>
                    <a:pt x="1" y="2460"/>
                  </a:lnTo>
                  <a:lnTo>
                    <a:pt x="1" y="2558"/>
                  </a:lnTo>
                  <a:lnTo>
                    <a:pt x="1" y="2665"/>
                  </a:lnTo>
                  <a:cubicBezTo>
                    <a:pt x="1" y="2967"/>
                    <a:pt x="1" y="3171"/>
                    <a:pt x="107" y="3376"/>
                  </a:cubicBezTo>
                  <a:cubicBezTo>
                    <a:pt x="107" y="3482"/>
                    <a:pt x="107" y="3482"/>
                    <a:pt x="205" y="3580"/>
                  </a:cubicBezTo>
                  <a:lnTo>
                    <a:pt x="205" y="3686"/>
                  </a:lnTo>
                  <a:cubicBezTo>
                    <a:pt x="205" y="3686"/>
                    <a:pt x="205" y="3784"/>
                    <a:pt x="311" y="3784"/>
                  </a:cubicBezTo>
                  <a:lnTo>
                    <a:pt x="311" y="3891"/>
                  </a:lnTo>
                  <a:cubicBezTo>
                    <a:pt x="311" y="3891"/>
                    <a:pt x="410" y="3989"/>
                    <a:pt x="410" y="4095"/>
                  </a:cubicBezTo>
                  <a:lnTo>
                    <a:pt x="516" y="4193"/>
                  </a:lnTo>
                  <a:cubicBezTo>
                    <a:pt x="516" y="4299"/>
                    <a:pt x="614" y="4299"/>
                    <a:pt x="614" y="4299"/>
                  </a:cubicBezTo>
                  <a:cubicBezTo>
                    <a:pt x="614" y="4299"/>
                    <a:pt x="614" y="4397"/>
                    <a:pt x="720" y="4397"/>
                  </a:cubicBezTo>
                  <a:lnTo>
                    <a:pt x="720" y="4504"/>
                  </a:lnTo>
                  <a:cubicBezTo>
                    <a:pt x="818" y="4504"/>
                    <a:pt x="818" y="4602"/>
                    <a:pt x="924" y="4602"/>
                  </a:cubicBezTo>
                  <a:cubicBezTo>
                    <a:pt x="1023" y="4708"/>
                    <a:pt x="1023" y="4708"/>
                    <a:pt x="1129" y="4708"/>
                  </a:cubicBezTo>
                  <a:lnTo>
                    <a:pt x="1129" y="4806"/>
                  </a:lnTo>
                  <a:cubicBezTo>
                    <a:pt x="1227" y="4806"/>
                    <a:pt x="1227" y="4806"/>
                    <a:pt x="1333" y="4912"/>
                  </a:cubicBezTo>
                  <a:cubicBezTo>
                    <a:pt x="1431" y="4912"/>
                    <a:pt x="1537" y="5010"/>
                    <a:pt x="1537" y="5010"/>
                  </a:cubicBezTo>
                  <a:cubicBezTo>
                    <a:pt x="1636" y="5010"/>
                    <a:pt x="1742" y="5010"/>
                    <a:pt x="1742" y="5117"/>
                  </a:cubicBezTo>
                  <a:lnTo>
                    <a:pt x="2044" y="5117"/>
                  </a:lnTo>
                  <a:cubicBezTo>
                    <a:pt x="2150" y="5215"/>
                    <a:pt x="2249" y="5215"/>
                    <a:pt x="2355" y="5215"/>
                  </a:cubicBezTo>
                  <a:cubicBezTo>
                    <a:pt x="2763" y="5215"/>
                    <a:pt x="3172" y="5117"/>
                    <a:pt x="3581" y="5010"/>
                  </a:cubicBezTo>
                  <a:cubicBezTo>
                    <a:pt x="3679" y="4912"/>
                    <a:pt x="3785" y="4912"/>
                    <a:pt x="3785" y="4912"/>
                  </a:cubicBezTo>
                  <a:cubicBezTo>
                    <a:pt x="3883" y="4806"/>
                    <a:pt x="3989" y="4806"/>
                    <a:pt x="3989" y="4708"/>
                  </a:cubicBezTo>
                  <a:cubicBezTo>
                    <a:pt x="4088" y="4708"/>
                    <a:pt x="4194" y="4708"/>
                    <a:pt x="4194" y="4602"/>
                  </a:cubicBezTo>
                  <a:cubicBezTo>
                    <a:pt x="4398" y="4504"/>
                    <a:pt x="4496" y="4397"/>
                    <a:pt x="4602" y="4299"/>
                  </a:cubicBezTo>
                  <a:cubicBezTo>
                    <a:pt x="4807" y="3989"/>
                    <a:pt x="5011" y="3580"/>
                    <a:pt x="5109" y="3171"/>
                  </a:cubicBezTo>
                  <a:lnTo>
                    <a:pt x="5109" y="2967"/>
                  </a:lnTo>
                  <a:lnTo>
                    <a:pt x="5109" y="2869"/>
                  </a:lnTo>
                  <a:cubicBezTo>
                    <a:pt x="5215" y="2763"/>
                    <a:pt x="5215" y="2763"/>
                    <a:pt x="5215" y="2665"/>
                  </a:cubicBezTo>
                  <a:lnTo>
                    <a:pt x="5215" y="2558"/>
                  </a:lnTo>
                  <a:cubicBezTo>
                    <a:pt x="5215" y="2460"/>
                    <a:pt x="5215" y="2460"/>
                    <a:pt x="5109" y="2354"/>
                  </a:cubicBezTo>
                  <a:lnTo>
                    <a:pt x="5109" y="2256"/>
                  </a:lnTo>
                  <a:lnTo>
                    <a:pt x="5109" y="2150"/>
                  </a:lnTo>
                  <a:lnTo>
                    <a:pt x="5109" y="2052"/>
                  </a:lnTo>
                  <a:cubicBezTo>
                    <a:pt x="5109" y="1945"/>
                    <a:pt x="5109" y="1945"/>
                    <a:pt x="5011" y="1847"/>
                  </a:cubicBezTo>
                  <a:lnTo>
                    <a:pt x="5011" y="1741"/>
                  </a:lnTo>
                  <a:lnTo>
                    <a:pt x="5011" y="1643"/>
                  </a:lnTo>
                  <a:cubicBezTo>
                    <a:pt x="5011" y="1537"/>
                    <a:pt x="4905" y="1537"/>
                    <a:pt x="4905" y="1537"/>
                  </a:cubicBezTo>
                  <a:lnTo>
                    <a:pt x="4905" y="1439"/>
                  </a:lnTo>
                  <a:cubicBezTo>
                    <a:pt x="4905" y="1332"/>
                    <a:pt x="4807" y="1332"/>
                    <a:pt x="4807" y="1332"/>
                  </a:cubicBezTo>
                  <a:cubicBezTo>
                    <a:pt x="4398" y="621"/>
                    <a:pt x="3679" y="106"/>
                    <a:pt x="2862" y="8"/>
                  </a:cubicBezTo>
                  <a:cubicBezTo>
                    <a:pt x="2787" y="3"/>
                    <a:pt x="2712" y="0"/>
                    <a:pt x="2638"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 name="Google Shape;949;p16"/>
            <p:cNvSpPr/>
            <p:nvPr/>
          </p:nvSpPr>
          <p:spPr>
            <a:xfrm>
              <a:off x="2430500" y="6177038"/>
              <a:ext cx="148175" cy="129600"/>
            </a:xfrm>
            <a:custGeom>
              <a:rect b="b" l="l" r="r" t="t"/>
              <a:pathLst>
                <a:path extrusionOk="0" h="5184" w="5927">
                  <a:moveTo>
                    <a:pt x="2957" y="1"/>
                  </a:moveTo>
                  <a:cubicBezTo>
                    <a:pt x="2538" y="1"/>
                    <a:pt x="2116" y="105"/>
                    <a:pt x="1733" y="330"/>
                  </a:cubicBezTo>
                  <a:cubicBezTo>
                    <a:pt x="409" y="943"/>
                    <a:pt x="0" y="2577"/>
                    <a:pt x="613" y="3803"/>
                  </a:cubicBezTo>
                  <a:cubicBezTo>
                    <a:pt x="1119" y="4676"/>
                    <a:pt x="2043" y="5184"/>
                    <a:pt x="3011" y="5184"/>
                  </a:cubicBezTo>
                  <a:cubicBezTo>
                    <a:pt x="3403" y="5184"/>
                    <a:pt x="3803" y="5100"/>
                    <a:pt x="4185" y="4923"/>
                  </a:cubicBezTo>
                  <a:cubicBezTo>
                    <a:pt x="5411" y="4212"/>
                    <a:pt x="5926" y="2675"/>
                    <a:pt x="5207" y="1351"/>
                  </a:cubicBezTo>
                  <a:cubicBezTo>
                    <a:pt x="4785" y="508"/>
                    <a:pt x="3880" y="1"/>
                    <a:pt x="2957" y="1"/>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 name="Google Shape;950;p16"/>
            <p:cNvSpPr/>
            <p:nvPr/>
          </p:nvSpPr>
          <p:spPr>
            <a:xfrm>
              <a:off x="2461150" y="6182613"/>
              <a:ext cx="117525" cy="124825"/>
            </a:xfrm>
            <a:custGeom>
              <a:rect b="b" l="l" r="r" t="t"/>
              <a:pathLst>
                <a:path extrusionOk="0" h="4993" w="4701">
                  <a:moveTo>
                    <a:pt x="2861" y="0"/>
                  </a:moveTo>
                  <a:lnTo>
                    <a:pt x="2861" y="0"/>
                  </a:lnTo>
                  <a:cubicBezTo>
                    <a:pt x="3164" y="311"/>
                    <a:pt x="3368" y="515"/>
                    <a:pt x="3572" y="818"/>
                  </a:cubicBezTo>
                  <a:cubicBezTo>
                    <a:pt x="4185" y="2150"/>
                    <a:pt x="3678" y="3678"/>
                    <a:pt x="2452" y="4398"/>
                  </a:cubicBezTo>
                  <a:cubicBezTo>
                    <a:pt x="2074" y="4587"/>
                    <a:pt x="1695" y="4666"/>
                    <a:pt x="1317" y="4666"/>
                  </a:cubicBezTo>
                  <a:cubicBezTo>
                    <a:pt x="878" y="4666"/>
                    <a:pt x="439" y="4560"/>
                    <a:pt x="0" y="4398"/>
                  </a:cubicBezTo>
                  <a:lnTo>
                    <a:pt x="0" y="4398"/>
                  </a:lnTo>
                  <a:cubicBezTo>
                    <a:pt x="498" y="4771"/>
                    <a:pt x="1108" y="4993"/>
                    <a:pt x="1740" y="4993"/>
                  </a:cubicBezTo>
                  <a:cubicBezTo>
                    <a:pt x="2145" y="4993"/>
                    <a:pt x="2560" y="4901"/>
                    <a:pt x="2959" y="4700"/>
                  </a:cubicBezTo>
                  <a:cubicBezTo>
                    <a:pt x="4185" y="3989"/>
                    <a:pt x="4700" y="2452"/>
                    <a:pt x="3981" y="1128"/>
                  </a:cubicBezTo>
                  <a:cubicBezTo>
                    <a:pt x="3777" y="720"/>
                    <a:pt x="3368" y="311"/>
                    <a:pt x="2861"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1" name="Google Shape;951;p16"/>
            <p:cNvSpPr/>
            <p:nvPr/>
          </p:nvSpPr>
          <p:spPr>
            <a:xfrm>
              <a:off x="2445825" y="6210813"/>
              <a:ext cx="119975" cy="68875"/>
            </a:xfrm>
            <a:custGeom>
              <a:rect b="b" l="l" r="r" t="t"/>
              <a:pathLst>
                <a:path extrusionOk="0" h="2755" w="4799">
                  <a:moveTo>
                    <a:pt x="4594" y="0"/>
                  </a:moveTo>
                  <a:lnTo>
                    <a:pt x="0" y="2452"/>
                  </a:lnTo>
                  <a:cubicBezTo>
                    <a:pt x="0" y="2452"/>
                    <a:pt x="0" y="2550"/>
                    <a:pt x="99" y="2550"/>
                  </a:cubicBezTo>
                  <a:cubicBezTo>
                    <a:pt x="99" y="2657"/>
                    <a:pt x="99" y="2657"/>
                    <a:pt x="205" y="2755"/>
                  </a:cubicBezTo>
                  <a:lnTo>
                    <a:pt x="4798" y="303"/>
                  </a:lnTo>
                  <a:cubicBezTo>
                    <a:pt x="4700" y="303"/>
                    <a:pt x="4700" y="205"/>
                    <a:pt x="4700" y="98"/>
                  </a:cubicBezTo>
                  <a:cubicBezTo>
                    <a:pt x="4700" y="98"/>
                    <a:pt x="4594" y="98"/>
                    <a:pt x="4594"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p16"/>
            <p:cNvSpPr/>
            <p:nvPr/>
          </p:nvSpPr>
          <p:spPr>
            <a:xfrm>
              <a:off x="2443175" y="6208163"/>
              <a:ext cx="120175" cy="66425"/>
            </a:xfrm>
            <a:custGeom>
              <a:rect b="b" l="l" r="r" t="t"/>
              <a:pathLst>
                <a:path extrusionOk="0" h="2657" w="4807">
                  <a:moveTo>
                    <a:pt x="4602" y="0"/>
                  </a:moveTo>
                  <a:lnTo>
                    <a:pt x="0" y="2354"/>
                  </a:lnTo>
                  <a:cubicBezTo>
                    <a:pt x="106" y="2452"/>
                    <a:pt x="106" y="2452"/>
                    <a:pt x="106" y="2558"/>
                  </a:cubicBezTo>
                  <a:lnTo>
                    <a:pt x="205" y="2656"/>
                  </a:lnTo>
                  <a:lnTo>
                    <a:pt x="4806" y="311"/>
                  </a:lnTo>
                  <a:cubicBezTo>
                    <a:pt x="4806" y="204"/>
                    <a:pt x="4806" y="204"/>
                    <a:pt x="4700" y="106"/>
                  </a:cubicBezTo>
                  <a:cubicBezTo>
                    <a:pt x="4700" y="106"/>
                    <a:pt x="4700" y="0"/>
                    <a:pt x="4602" y="0"/>
                  </a:cubicBez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3" name="Google Shape;953;p16"/>
          <p:cNvSpPr txBox="1"/>
          <p:nvPr>
            <p:ph type="title"/>
          </p:nvPr>
        </p:nvSpPr>
        <p:spPr>
          <a:xfrm>
            <a:off x="1871700" y="1327063"/>
            <a:ext cx="5400600" cy="914400"/>
          </a:xfrm>
          <a:prstGeom prst="rect">
            <a:avLst/>
          </a:prstGeom>
        </p:spPr>
        <p:txBody>
          <a:bodyPr anchorCtr="0" anchor="ctr" bIns="91425" lIns="91425" spcFirstLastPara="1" rIns="91425" wrap="square" tIns="91425">
            <a:noAutofit/>
          </a:bodyPr>
          <a:lstStyle>
            <a:lvl1pPr lvl="0" rtl="0">
              <a:spcBef>
                <a:spcPts val="0"/>
              </a:spcBef>
              <a:spcAft>
                <a:spcPts val="0"/>
              </a:spcAft>
              <a:buSzPts val="3600"/>
              <a:buNone/>
              <a:defRPr sz="45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954" name="Google Shape;954;p16"/>
          <p:cNvSpPr txBox="1"/>
          <p:nvPr>
            <p:ph idx="1" type="subTitle"/>
          </p:nvPr>
        </p:nvSpPr>
        <p:spPr>
          <a:xfrm>
            <a:off x="1871700" y="2242111"/>
            <a:ext cx="5395800" cy="365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800"/>
              <a:buNone/>
              <a:defRPr/>
            </a:lvl1pPr>
            <a:lvl2pPr lvl="1" rtl="0" algn="ctr">
              <a:spcBef>
                <a:spcPts val="0"/>
              </a:spcBef>
              <a:spcAft>
                <a:spcPts val="0"/>
              </a:spcAft>
              <a:buSzPts val="1400"/>
              <a:buNone/>
              <a:defRPr/>
            </a:lvl2pPr>
            <a:lvl3pPr lvl="2" rtl="0" algn="ctr">
              <a:spcBef>
                <a:spcPts val="1600"/>
              </a:spcBef>
              <a:spcAft>
                <a:spcPts val="0"/>
              </a:spcAft>
              <a:buSzPts val="1400"/>
              <a:buNone/>
              <a:defRPr/>
            </a:lvl3pPr>
            <a:lvl4pPr lvl="3" rtl="0" algn="ctr">
              <a:spcBef>
                <a:spcPts val="1600"/>
              </a:spcBef>
              <a:spcAft>
                <a:spcPts val="0"/>
              </a:spcAft>
              <a:buSzPts val="1400"/>
              <a:buNone/>
              <a:defRPr/>
            </a:lvl4pPr>
            <a:lvl5pPr lvl="4" rtl="0" algn="ctr">
              <a:spcBef>
                <a:spcPts val="1600"/>
              </a:spcBef>
              <a:spcAft>
                <a:spcPts val="0"/>
              </a:spcAft>
              <a:buSzPts val="1400"/>
              <a:buNone/>
              <a:defRPr/>
            </a:lvl5pPr>
            <a:lvl6pPr lvl="5" rtl="0" algn="ctr">
              <a:spcBef>
                <a:spcPts val="1600"/>
              </a:spcBef>
              <a:spcAft>
                <a:spcPts val="0"/>
              </a:spcAft>
              <a:buSzPts val="1400"/>
              <a:buNone/>
              <a:defRPr/>
            </a:lvl6pPr>
            <a:lvl7pPr lvl="6" rtl="0" algn="ctr">
              <a:spcBef>
                <a:spcPts val="1600"/>
              </a:spcBef>
              <a:spcAft>
                <a:spcPts val="0"/>
              </a:spcAft>
              <a:buSzPts val="1400"/>
              <a:buNone/>
              <a:defRPr/>
            </a:lvl7pPr>
            <a:lvl8pPr lvl="7" rtl="0" algn="ctr">
              <a:spcBef>
                <a:spcPts val="1600"/>
              </a:spcBef>
              <a:spcAft>
                <a:spcPts val="0"/>
              </a:spcAft>
              <a:buSzPts val="1400"/>
              <a:buNone/>
              <a:defRPr/>
            </a:lvl8pPr>
            <a:lvl9pPr lvl="8" rtl="0" algn="ctr">
              <a:spcBef>
                <a:spcPts val="1600"/>
              </a:spcBef>
              <a:spcAft>
                <a:spcPts val="1600"/>
              </a:spcAft>
              <a:buSzPts val="1400"/>
              <a:buNone/>
              <a:defRPr/>
            </a:lvl9pPr>
          </a:lstStyle>
          <a:p/>
        </p:txBody>
      </p:sp>
      <p:sp>
        <p:nvSpPr>
          <p:cNvPr id="955" name="Google Shape;955;p16"/>
          <p:cNvSpPr txBox="1"/>
          <p:nvPr>
            <p:ph hasCustomPrompt="1" idx="2" type="title"/>
          </p:nvPr>
        </p:nvSpPr>
        <p:spPr>
          <a:xfrm>
            <a:off x="4009500" y="3115363"/>
            <a:ext cx="1125000" cy="4461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4500"/>
            </a:lvl1pPr>
            <a:lvl2pPr lvl="1" rtl="0" algn="ctr">
              <a:spcBef>
                <a:spcPts val="0"/>
              </a:spcBef>
              <a:spcAft>
                <a:spcPts val="0"/>
              </a:spcAft>
              <a:buSzPts val="3000"/>
              <a:buFont typeface="Neucha"/>
              <a:buNone/>
              <a:defRPr b="1" sz="3000">
                <a:latin typeface="Neucha"/>
                <a:ea typeface="Neucha"/>
                <a:cs typeface="Neucha"/>
                <a:sym typeface="Neucha"/>
              </a:defRPr>
            </a:lvl2pPr>
            <a:lvl3pPr lvl="2" rtl="0" algn="ctr">
              <a:spcBef>
                <a:spcPts val="0"/>
              </a:spcBef>
              <a:spcAft>
                <a:spcPts val="0"/>
              </a:spcAft>
              <a:buSzPts val="3000"/>
              <a:buFont typeface="Neucha"/>
              <a:buNone/>
              <a:defRPr b="1" sz="3000">
                <a:latin typeface="Neucha"/>
                <a:ea typeface="Neucha"/>
                <a:cs typeface="Neucha"/>
                <a:sym typeface="Neucha"/>
              </a:defRPr>
            </a:lvl3pPr>
            <a:lvl4pPr lvl="3" rtl="0" algn="ctr">
              <a:spcBef>
                <a:spcPts val="0"/>
              </a:spcBef>
              <a:spcAft>
                <a:spcPts val="0"/>
              </a:spcAft>
              <a:buSzPts val="3000"/>
              <a:buFont typeface="Neucha"/>
              <a:buNone/>
              <a:defRPr b="1" sz="3000">
                <a:latin typeface="Neucha"/>
                <a:ea typeface="Neucha"/>
                <a:cs typeface="Neucha"/>
                <a:sym typeface="Neucha"/>
              </a:defRPr>
            </a:lvl4pPr>
            <a:lvl5pPr lvl="4" rtl="0" algn="ctr">
              <a:spcBef>
                <a:spcPts val="0"/>
              </a:spcBef>
              <a:spcAft>
                <a:spcPts val="0"/>
              </a:spcAft>
              <a:buSzPts val="3000"/>
              <a:buFont typeface="Neucha"/>
              <a:buNone/>
              <a:defRPr b="1" sz="3000">
                <a:latin typeface="Neucha"/>
                <a:ea typeface="Neucha"/>
                <a:cs typeface="Neucha"/>
                <a:sym typeface="Neucha"/>
              </a:defRPr>
            </a:lvl5pPr>
            <a:lvl6pPr lvl="5" rtl="0" algn="ctr">
              <a:spcBef>
                <a:spcPts val="0"/>
              </a:spcBef>
              <a:spcAft>
                <a:spcPts val="0"/>
              </a:spcAft>
              <a:buSzPts val="3000"/>
              <a:buFont typeface="Neucha"/>
              <a:buNone/>
              <a:defRPr b="1" sz="3000">
                <a:latin typeface="Neucha"/>
                <a:ea typeface="Neucha"/>
                <a:cs typeface="Neucha"/>
                <a:sym typeface="Neucha"/>
              </a:defRPr>
            </a:lvl6pPr>
            <a:lvl7pPr lvl="6" rtl="0" algn="ctr">
              <a:spcBef>
                <a:spcPts val="0"/>
              </a:spcBef>
              <a:spcAft>
                <a:spcPts val="0"/>
              </a:spcAft>
              <a:buSzPts val="3000"/>
              <a:buFont typeface="Neucha"/>
              <a:buNone/>
              <a:defRPr b="1" sz="3000">
                <a:latin typeface="Neucha"/>
                <a:ea typeface="Neucha"/>
                <a:cs typeface="Neucha"/>
                <a:sym typeface="Neucha"/>
              </a:defRPr>
            </a:lvl7pPr>
            <a:lvl8pPr lvl="7" rtl="0" algn="ctr">
              <a:spcBef>
                <a:spcPts val="0"/>
              </a:spcBef>
              <a:spcAft>
                <a:spcPts val="0"/>
              </a:spcAft>
              <a:buSzPts val="3000"/>
              <a:buFont typeface="Neucha"/>
              <a:buNone/>
              <a:defRPr b="1" sz="3000">
                <a:latin typeface="Neucha"/>
                <a:ea typeface="Neucha"/>
                <a:cs typeface="Neucha"/>
                <a:sym typeface="Neucha"/>
              </a:defRPr>
            </a:lvl8pPr>
            <a:lvl9pPr lvl="8" rtl="0" algn="ctr">
              <a:spcBef>
                <a:spcPts val="0"/>
              </a:spcBef>
              <a:spcAft>
                <a:spcPts val="0"/>
              </a:spcAft>
              <a:buSzPts val="3000"/>
              <a:buFont typeface="Neucha"/>
              <a:buNone/>
              <a:defRPr b="1" sz="3000">
                <a:latin typeface="Neucha"/>
                <a:ea typeface="Neucha"/>
                <a:cs typeface="Neucha"/>
                <a:sym typeface="Neucha"/>
              </a:defRPr>
            </a:lvl9pPr>
          </a:lstStyle>
          <a:p>
            <a:r>
              <a:t>xx%</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3">
  <p:cSld name="CUSTOM_6_1_1">
    <p:spTree>
      <p:nvGrpSpPr>
        <p:cNvPr id="956" name="Shape 956"/>
        <p:cNvGrpSpPr/>
        <p:nvPr/>
      </p:nvGrpSpPr>
      <p:grpSpPr>
        <a:xfrm>
          <a:off x="0" y="0"/>
          <a:ext cx="0" cy="0"/>
          <a:chOff x="0" y="0"/>
          <a:chExt cx="0" cy="0"/>
        </a:xfrm>
      </p:grpSpPr>
      <p:sp>
        <p:nvSpPr>
          <p:cNvPr id="957" name="Google Shape;957;p17"/>
          <p:cNvSpPr/>
          <p:nvPr/>
        </p:nvSpPr>
        <p:spPr>
          <a:xfrm flipH="1" rot="10800000">
            <a:off x="6520050" y="0"/>
            <a:ext cx="2623950" cy="1957425"/>
          </a:xfrm>
          <a:custGeom>
            <a:rect b="b" l="l" r="r" t="t"/>
            <a:pathLst>
              <a:path extrusionOk="0" h="78297" w="104958">
                <a:moveTo>
                  <a:pt x="104958" y="1"/>
                </a:moveTo>
                <a:cubicBezTo>
                  <a:pt x="104958" y="1"/>
                  <a:pt x="64314" y="12023"/>
                  <a:pt x="60558" y="37706"/>
                </a:cubicBezTo>
                <a:cubicBezTo>
                  <a:pt x="58414" y="52416"/>
                  <a:pt x="47851" y="54938"/>
                  <a:pt x="40487" y="54938"/>
                </a:cubicBezTo>
                <a:cubicBezTo>
                  <a:pt x="38699" y="54938"/>
                  <a:pt x="37100" y="54789"/>
                  <a:pt x="35855" y="54630"/>
                </a:cubicBezTo>
                <a:cubicBezTo>
                  <a:pt x="34728" y="54476"/>
                  <a:pt x="33609" y="54400"/>
                  <a:pt x="32504" y="54400"/>
                </a:cubicBezTo>
                <a:cubicBezTo>
                  <a:pt x="24597" y="54400"/>
                  <a:pt x="17364" y="58288"/>
                  <a:pt x="12349" y="65403"/>
                </a:cubicBezTo>
                <a:cubicBezTo>
                  <a:pt x="6638" y="73509"/>
                  <a:pt x="4623" y="75250"/>
                  <a:pt x="0" y="78297"/>
                </a:cubicBezTo>
                <a:lnTo>
                  <a:pt x="104958" y="78297"/>
                </a:lnTo>
                <a:lnTo>
                  <a:pt x="104958"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58" name="Google Shape;958;p17"/>
          <p:cNvGrpSpPr/>
          <p:nvPr/>
        </p:nvGrpSpPr>
        <p:grpSpPr>
          <a:xfrm>
            <a:off x="8012063" y="168438"/>
            <a:ext cx="837425" cy="742113"/>
            <a:chOff x="6215925" y="6858088"/>
            <a:chExt cx="837425" cy="742113"/>
          </a:xfrm>
        </p:grpSpPr>
        <p:sp>
          <p:nvSpPr>
            <p:cNvPr id="959" name="Google Shape;959;p17"/>
            <p:cNvSpPr/>
            <p:nvPr/>
          </p:nvSpPr>
          <p:spPr>
            <a:xfrm>
              <a:off x="6215925" y="7421400"/>
              <a:ext cx="201900" cy="178800"/>
            </a:xfrm>
            <a:custGeom>
              <a:rect b="b" l="l" r="r" t="t"/>
              <a:pathLst>
                <a:path extrusionOk="0" h="7152" w="8076">
                  <a:moveTo>
                    <a:pt x="7561" y="0"/>
                  </a:moveTo>
                  <a:lnTo>
                    <a:pt x="0" y="6637"/>
                  </a:lnTo>
                  <a:lnTo>
                    <a:pt x="515" y="7152"/>
                  </a:lnTo>
                  <a:lnTo>
                    <a:pt x="8076" y="507"/>
                  </a:lnTo>
                  <a:lnTo>
                    <a:pt x="7561" y="0"/>
                  </a:lnTo>
                  <a:close/>
                </a:path>
              </a:pathLst>
            </a:custGeom>
            <a:solidFill>
              <a:srgbClr val="F1F0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17"/>
            <p:cNvSpPr/>
            <p:nvPr/>
          </p:nvSpPr>
          <p:spPr>
            <a:xfrm>
              <a:off x="6401775" y="7430925"/>
              <a:ext cx="25575" cy="22900"/>
            </a:xfrm>
            <a:custGeom>
              <a:rect b="b" l="l" r="r" t="t"/>
              <a:pathLst>
                <a:path extrusionOk="0" h="916" w="1023">
                  <a:moveTo>
                    <a:pt x="508" y="0"/>
                  </a:moveTo>
                  <a:lnTo>
                    <a:pt x="1" y="507"/>
                  </a:lnTo>
                  <a:lnTo>
                    <a:pt x="508" y="915"/>
                  </a:lnTo>
                  <a:lnTo>
                    <a:pt x="1023" y="507"/>
                  </a:lnTo>
                  <a:lnTo>
                    <a:pt x="508" y="0"/>
                  </a:lnTo>
                  <a:close/>
                </a:path>
              </a:pathLst>
            </a:custGeom>
            <a:solidFill>
              <a:srgbClr val="C1C0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61" name="Google Shape;961;p17"/>
            <p:cNvGrpSpPr/>
            <p:nvPr/>
          </p:nvGrpSpPr>
          <p:grpSpPr>
            <a:xfrm>
              <a:off x="6361025" y="6858088"/>
              <a:ext cx="692325" cy="623250"/>
              <a:chOff x="6361025" y="6858088"/>
              <a:chExt cx="692325" cy="623250"/>
            </a:xfrm>
          </p:grpSpPr>
          <p:sp>
            <p:nvSpPr>
              <p:cNvPr id="962" name="Google Shape;962;p17"/>
              <p:cNvSpPr/>
              <p:nvPr/>
            </p:nvSpPr>
            <p:spPr>
              <a:xfrm>
                <a:off x="6361025" y="7011338"/>
                <a:ext cx="510875" cy="470000"/>
              </a:xfrm>
              <a:custGeom>
                <a:rect b="b" l="l" r="r" t="t"/>
                <a:pathLst>
                  <a:path extrusionOk="0" h="18800" w="20435">
                    <a:moveTo>
                      <a:pt x="15228" y="0"/>
                    </a:moveTo>
                    <a:lnTo>
                      <a:pt x="1946" y="11647"/>
                    </a:lnTo>
                    <a:lnTo>
                      <a:pt x="1129" y="15530"/>
                    </a:lnTo>
                    <a:lnTo>
                      <a:pt x="107" y="16445"/>
                    </a:lnTo>
                    <a:cubicBezTo>
                      <a:pt x="107" y="16445"/>
                      <a:pt x="1" y="17164"/>
                      <a:pt x="720" y="17982"/>
                    </a:cubicBezTo>
                    <a:cubicBezTo>
                      <a:pt x="1431" y="18799"/>
                      <a:pt x="2150" y="18799"/>
                      <a:pt x="2150" y="18799"/>
                    </a:cubicBezTo>
                    <a:lnTo>
                      <a:pt x="3172" y="17875"/>
                    </a:lnTo>
                    <a:lnTo>
                      <a:pt x="7152" y="17573"/>
                    </a:lnTo>
                    <a:lnTo>
                      <a:pt x="20434" y="5926"/>
                    </a:lnTo>
                    <a:lnTo>
                      <a:pt x="15228"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p17"/>
              <p:cNvSpPr/>
              <p:nvPr/>
            </p:nvSpPr>
            <p:spPr>
              <a:xfrm>
                <a:off x="6795250" y="6896288"/>
                <a:ext cx="217225" cy="207025"/>
              </a:xfrm>
              <a:custGeom>
                <a:rect b="b" l="l" r="r" t="t"/>
                <a:pathLst>
                  <a:path extrusionOk="0" h="8281" w="8689">
                    <a:moveTo>
                      <a:pt x="6539" y="1"/>
                    </a:moveTo>
                    <a:lnTo>
                      <a:pt x="0" y="5828"/>
                    </a:lnTo>
                    <a:lnTo>
                      <a:pt x="2150" y="8280"/>
                    </a:lnTo>
                    <a:lnTo>
                      <a:pt x="8688" y="2453"/>
                    </a:lnTo>
                    <a:lnTo>
                      <a:pt x="6539" y="1"/>
                    </a:lnTo>
                    <a:close/>
                  </a:path>
                </a:pathLst>
              </a:custGeom>
              <a:solidFill>
                <a:srgbClr val="F1F0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17"/>
              <p:cNvSpPr/>
              <p:nvPr/>
            </p:nvSpPr>
            <p:spPr>
              <a:xfrm>
                <a:off x="6795250" y="7018888"/>
                <a:ext cx="79300" cy="84425"/>
              </a:xfrm>
              <a:custGeom>
                <a:rect b="b" l="l" r="r" t="t"/>
                <a:pathLst>
                  <a:path extrusionOk="0" h="3377" w="3172">
                    <a:moveTo>
                      <a:pt x="1022" y="1"/>
                    </a:moveTo>
                    <a:lnTo>
                      <a:pt x="0" y="924"/>
                    </a:lnTo>
                    <a:lnTo>
                      <a:pt x="2150" y="3376"/>
                    </a:lnTo>
                    <a:lnTo>
                      <a:pt x="3171" y="2453"/>
                    </a:lnTo>
                    <a:lnTo>
                      <a:pt x="1022" y="1"/>
                    </a:lnTo>
                    <a:close/>
                  </a:path>
                </a:pathLst>
              </a:custGeom>
              <a:solidFill>
                <a:srgbClr val="C2C2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p17"/>
              <p:cNvSpPr/>
              <p:nvPr/>
            </p:nvSpPr>
            <p:spPr>
              <a:xfrm>
                <a:off x="6946050" y="6858088"/>
                <a:ext cx="107300" cy="114850"/>
              </a:xfrm>
              <a:custGeom>
                <a:rect b="b" l="l" r="r" t="t"/>
                <a:pathLst>
                  <a:path extrusionOk="0" h="4594" w="4292">
                    <a:moveTo>
                      <a:pt x="1120" y="0"/>
                    </a:moveTo>
                    <a:lnTo>
                      <a:pt x="0" y="1022"/>
                    </a:lnTo>
                    <a:lnTo>
                      <a:pt x="3163" y="4594"/>
                    </a:lnTo>
                    <a:lnTo>
                      <a:pt x="4291" y="3678"/>
                    </a:lnTo>
                    <a:lnTo>
                      <a:pt x="1120" y="0"/>
                    </a:lnTo>
                    <a:close/>
                  </a:path>
                </a:pathLst>
              </a:custGeom>
              <a:solidFill>
                <a:srgbClr val="FF78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p17"/>
              <p:cNvSpPr/>
              <p:nvPr/>
            </p:nvSpPr>
            <p:spPr>
              <a:xfrm>
                <a:off x="6721275" y="6990888"/>
                <a:ext cx="176150" cy="189050"/>
              </a:xfrm>
              <a:custGeom>
                <a:rect b="b" l="l" r="r" t="t"/>
                <a:pathLst>
                  <a:path extrusionOk="0" h="7562" w="7046">
                    <a:moveTo>
                      <a:pt x="1733" y="1"/>
                    </a:moveTo>
                    <a:lnTo>
                      <a:pt x="0" y="1529"/>
                    </a:lnTo>
                    <a:lnTo>
                      <a:pt x="5313" y="7561"/>
                    </a:lnTo>
                    <a:lnTo>
                      <a:pt x="7046" y="6025"/>
                    </a:lnTo>
                    <a:lnTo>
                      <a:pt x="1733" y="1"/>
                    </a:lnTo>
                    <a:close/>
                  </a:path>
                </a:pathLst>
              </a:custGeom>
              <a:solidFill>
                <a:srgbClr val="FF78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17"/>
              <p:cNvSpPr/>
              <p:nvPr/>
            </p:nvSpPr>
            <p:spPr>
              <a:xfrm>
                <a:off x="6739050" y="7149263"/>
                <a:ext cx="69100" cy="74000"/>
              </a:xfrm>
              <a:custGeom>
                <a:rect b="b" l="l" r="r" t="t"/>
                <a:pathLst>
                  <a:path extrusionOk="0" h="2960" w="2764">
                    <a:moveTo>
                      <a:pt x="409" y="0"/>
                    </a:moveTo>
                    <a:lnTo>
                      <a:pt x="0" y="303"/>
                    </a:lnTo>
                    <a:lnTo>
                      <a:pt x="2354" y="2959"/>
                    </a:lnTo>
                    <a:lnTo>
                      <a:pt x="2763" y="2657"/>
                    </a:lnTo>
                    <a:lnTo>
                      <a:pt x="409" y="0"/>
                    </a:lnTo>
                    <a:close/>
                  </a:path>
                </a:pathLst>
              </a:custGeom>
              <a:solidFill>
                <a:srgbClr val="C2C2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17"/>
              <p:cNvSpPr/>
              <p:nvPr/>
            </p:nvSpPr>
            <p:spPr>
              <a:xfrm>
                <a:off x="6690625" y="7192588"/>
                <a:ext cx="66425" cy="74200"/>
              </a:xfrm>
              <a:custGeom>
                <a:rect b="b" l="l" r="r" t="t"/>
                <a:pathLst>
                  <a:path extrusionOk="0" h="2968" w="2657">
                    <a:moveTo>
                      <a:pt x="409" y="0"/>
                    </a:moveTo>
                    <a:lnTo>
                      <a:pt x="0" y="311"/>
                    </a:lnTo>
                    <a:lnTo>
                      <a:pt x="2346" y="2967"/>
                    </a:lnTo>
                    <a:lnTo>
                      <a:pt x="2657" y="2656"/>
                    </a:lnTo>
                    <a:lnTo>
                      <a:pt x="409" y="0"/>
                    </a:lnTo>
                    <a:close/>
                  </a:path>
                </a:pathLst>
              </a:custGeom>
              <a:solidFill>
                <a:srgbClr val="C2C2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17"/>
              <p:cNvSpPr/>
              <p:nvPr/>
            </p:nvSpPr>
            <p:spPr>
              <a:xfrm>
                <a:off x="6642000" y="7236113"/>
                <a:ext cx="66425" cy="73975"/>
              </a:xfrm>
              <a:custGeom>
                <a:rect b="b" l="l" r="r" t="t"/>
                <a:pathLst>
                  <a:path extrusionOk="0" h="2959" w="2657">
                    <a:moveTo>
                      <a:pt x="409" y="0"/>
                    </a:moveTo>
                    <a:lnTo>
                      <a:pt x="0" y="302"/>
                    </a:lnTo>
                    <a:lnTo>
                      <a:pt x="2248" y="2959"/>
                    </a:lnTo>
                    <a:lnTo>
                      <a:pt x="2656" y="2656"/>
                    </a:lnTo>
                    <a:lnTo>
                      <a:pt x="409" y="0"/>
                    </a:lnTo>
                    <a:close/>
                  </a:path>
                </a:pathLst>
              </a:custGeom>
              <a:solidFill>
                <a:srgbClr val="C2C2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17"/>
              <p:cNvSpPr/>
              <p:nvPr/>
            </p:nvSpPr>
            <p:spPr>
              <a:xfrm>
                <a:off x="6384125" y="7207913"/>
                <a:ext cx="268100" cy="252975"/>
              </a:xfrm>
              <a:custGeom>
                <a:rect b="b" l="l" r="r" t="t"/>
                <a:pathLst>
                  <a:path extrusionOk="0" h="10119" w="10724">
                    <a:moveTo>
                      <a:pt x="6539" y="0"/>
                    </a:moveTo>
                    <a:lnTo>
                      <a:pt x="2142" y="3882"/>
                    </a:lnTo>
                    <a:lnTo>
                      <a:pt x="1226" y="7765"/>
                    </a:lnTo>
                    <a:lnTo>
                      <a:pt x="0" y="8688"/>
                    </a:lnTo>
                    <a:cubicBezTo>
                      <a:pt x="0" y="8688"/>
                      <a:pt x="0" y="9195"/>
                      <a:pt x="409" y="9604"/>
                    </a:cubicBezTo>
                    <a:cubicBezTo>
                      <a:pt x="818" y="10119"/>
                      <a:pt x="1226" y="10119"/>
                      <a:pt x="1226" y="10119"/>
                    </a:cubicBezTo>
                    <a:lnTo>
                      <a:pt x="2346" y="8991"/>
                    </a:lnTo>
                    <a:lnTo>
                      <a:pt x="6228" y="8688"/>
                    </a:lnTo>
                    <a:lnTo>
                      <a:pt x="10724" y="4700"/>
                    </a:lnTo>
                    <a:lnTo>
                      <a:pt x="6539" y="0"/>
                    </a:ln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17"/>
              <p:cNvSpPr/>
              <p:nvPr/>
            </p:nvSpPr>
            <p:spPr>
              <a:xfrm>
                <a:off x="6384125" y="7312738"/>
                <a:ext cx="268100" cy="148150"/>
              </a:xfrm>
              <a:custGeom>
                <a:rect b="b" l="l" r="r" t="t"/>
                <a:pathLst>
                  <a:path extrusionOk="0" h="5926" w="10724">
                    <a:moveTo>
                      <a:pt x="10217" y="0"/>
                    </a:moveTo>
                    <a:lnTo>
                      <a:pt x="6228" y="3572"/>
                    </a:lnTo>
                    <a:lnTo>
                      <a:pt x="2346" y="3882"/>
                    </a:lnTo>
                    <a:lnTo>
                      <a:pt x="1226" y="5002"/>
                    </a:lnTo>
                    <a:cubicBezTo>
                      <a:pt x="1226" y="5002"/>
                      <a:pt x="818" y="5002"/>
                      <a:pt x="409" y="4495"/>
                    </a:cubicBezTo>
                    <a:cubicBezTo>
                      <a:pt x="303" y="4495"/>
                      <a:pt x="303" y="4389"/>
                      <a:pt x="205" y="4389"/>
                    </a:cubicBezTo>
                    <a:lnTo>
                      <a:pt x="0" y="4495"/>
                    </a:lnTo>
                    <a:cubicBezTo>
                      <a:pt x="0" y="4495"/>
                      <a:pt x="0" y="5002"/>
                      <a:pt x="409" y="5411"/>
                    </a:cubicBezTo>
                    <a:cubicBezTo>
                      <a:pt x="818" y="5926"/>
                      <a:pt x="1226" y="5926"/>
                      <a:pt x="1226" y="5926"/>
                    </a:cubicBezTo>
                    <a:lnTo>
                      <a:pt x="2346" y="4798"/>
                    </a:lnTo>
                    <a:lnTo>
                      <a:pt x="6228" y="4495"/>
                    </a:lnTo>
                    <a:lnTo>
                      <a:pt x="10724" y="507"/>
                    </a:lnTo>
                    <a:lnTo>
                      <a:pt x="10217" y="0"/>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972" name="Google Shape;972;p17"/>
          <p:cNvSpPr/>
          <p:nvPr/>
        </p:nvSpPr>
        <p:spPr>
          <a:xfrm>
            <a:off x="7422798" y="643424"/>
            <a:ext cx="261014" cy="257301"/>
          </a:xfrm>
          <a:custGeom>
            <a:rect b="b" l="l" r="r" t="t"/>
            <a:pathLst>
              <a:path extrusionOk="0" h="3971" w="4028">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 name="Google Shape;973;p17"/>
          <p:cNvSpPr/>
          <p:nvPr/>
        </p:nvSpPr>
        <p:spPr>
          <a:xfrm>
            <a:off x="7553111" y="357743"/>
            <a:ext cx="60199" cy="60130"/>
          </a:xfrm>
          <a:custGeom>
            <a:rect b="b" l="l" r="r" t="t"/>
            <a:pathLst>
              <a:path extrusionOk="0" h="928" w="929">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4" name="Google Shape;974;p17"/>
          <p:cNvSpPr/>
          <p:nvPr/>
        </p:nvSpPr>
        <p:spPr>
          <a:xfrm>
            <a:off x="7711935" y="1292152"/>
            <a:ext cx="59875" cy="59871"/>
          </a:xfrm>
          <a:custGeom>
            <a:rect b="b" l="l" r="r" t="t"/>
            <a:pathLst>
              <a:path extrusionOk="0" h="924" w="924">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5" name="Google Shape;975;p17"/>
          <p:cNvSpPr/>
          <p:nvPr/>
        </p:nvSpPr>
        <p:spPr>
          <a:xfrm>
            <a:off x="7951928" y="692519"/>
            <a:ext cx="60134" cy="60130"/>
          </a:xfrm>
          <a:custGeom>
            <a:rect b="b" l="l" r="r" t="t"/>
            <a:pathLst>
              <a:path extrusionOk="0" h="928" w="928">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17"/>
          <p:cNvSpPr/>
          <p:nvPr/>
        </p:nvSpPr>
        <p:spPr>
          <a:xfrm flipH="1">
            <a:off x="345790" y="875441"/>
            <a:ext cx="257321" cy="257560"/>
          </a:xfrm>
          <a:custGeom>
            <a:rect b="b" l="l" r="r" t="t"/>
            <a:pathLst>
              <a:path extrusionOk="0" h="3975" w="3971">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p17"/>
          <p:cNvSpPr/>
          <p:nvPr/>
        </p:nvSpPr>
        <p:spPr>
          <a:xfrm flipH="1">
            <a:off x="1724281" y="85720"/>
            <a:ext cx="243518" cy="243435"/>
          </a:xfrm>
          <a:custGeom>
            <a:rect b="b" l="l" r="r" t="t"/>
            <a:pathLst>
              <a:path extrusionOk="0" h="3757" w="3758">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 name="Google Shape;978;p17"/>
          <p:cNvSpPr/>
          <p:nvPr/>
        </p:nvSpPr>
        <p:spPr>
          <a:xfrm flipH="1">
            <a:off x="176597" y="1298488"/>
            <a:ext cx="56441" cy="60195"/>
          </a:xfrm>
          <a:custGeom>
            <a:rect b="b" l="l" r="r" t="t"/>
            <a:pathLst>
              <a:path extrusionOk="0" h="929" w="871">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p17"/>
          <p:cNvSpPr/>
          <p:nvPr/>
        </p:nvSpPr>
        <p:spPr>
          <a:xfrm flipH="1">
            <a:off x="638297" y="600451"/>
            <a:ext cx="56506" cy="60130"/>
          </a:xfrm>
          <a:custGeom>
            <a:rect b="b" l="l" r="r" t="t"/>
            <a:pathLst>
              <a:path extrusionOk="0" h="928" w="872">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0" name="Google Shape;980;p17"/>
          <p:cNvSpPr/>
          <p:nvPr/>
        </p:nvSpPr>
        <p:spPr>
          <a:xfrm flipH="1">
            <a:off x="737053" y="184402"/>
            <a:ext cx="56441" cy="56501"/>
          </a:xfrm>
          <a:custGeom>
            <a:rect b="b" l="l" r="r" t="t"/>
            <a:pathLst>
              <a:path extrusionOk="0" h="872" w="871">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1" name="Google Shape;981;p17"/>
          <p:cNvSpPr/>
          <p:nvPr/>
        </p:nvSpPr>
        <p:spPr>
          <a:xfrm flipH="1">
            <a:off x="2387120" y="293841"/>
            <a:ext cx="60199" cy="59871"/>
          </a:xfrm>
          <a:custGeom>
            <a:rect b="b" l="l" r="r" t="t"/>
            <a:pathLst>
              <a:path extrusionOk="0" h="924" w="929">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 name="Google Shape;982;p17"/>
          <p:cNvSpPr/>
          <p:nvPr/>
        </p:nvSpPr>
        <p:spPr>
          <a:xfrm>
            <a:off x="8650205" y="4645166"/>
            <a:ext cx="257321" cy="257560"/>
          </a:xfrm>
          <a:custGeom>
            <a:rect b="b" l="l" r="r" t="t"/>
            <a:pathLst>
              <a:path extrusionOk="0" h="3975" w="3971">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3" name="Google Shape;983;p17"/>
          <p:cNvSpPr/>
          <p:nvPr/>
        </p:nvSpPr>
        <p:spPr>
          <a:xfrm>
            <a:off x="7285517" y="3855445"/>
            <a:ext cx="243518" cy="243435"/>
          </a:xfrm>
          <a:custGeom>
            <a:rect b="b" l="l" r="r" t="t"/>
            <a:pathLst>
              <a:path extrusionOk="0" h="3757" w="3758">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 name="Google Shape;984;p17"/>
          <p:cNvSpPr/>
          <p:nvPr/>
        </p:nvSpPr>
        <p:spPr>
          <a:xfrm>
            <a:off x="9020278" y="5068213"/>
            <a:ext cx="56441" cy="60195"/>
          </a:xfrm>
          <a:custGeom>
            <a:rect b="b" l="l" r="r" t="t"/>
            <a:pathLst>
              <a:path extrusionOk="0" h="929" w="871">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 name="Google Shape;985;p17"/>
          <p:cNvSpPr/>
          <p:nvPr/>
        </p:nvSpPr>
        <p:spPr>
          <a:xfrm>
            <a:off x="8558513" y="4370176"/>
            <a:ext cx="56506" cy="60130"/>
          </a:xfrm>
          <a:custGeom>
            <a:rect b="b" l="l" r="r" t="t"/>
            <a:pathLst>
              <a:path extrusionOk="0" h="928" w="872">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6" name="Google Shape;986;p17"/>
          <p:cNvSpPr/>
          <p:nvPr/>
        </p:nvSpPr>
        <p:spPr>
          <a:xfrm>
            <a:off x="8459823" y="3954127"/>
            <a:ext cx="56441" cy="56501"/>
          </a:xfrm>
          <a:custGeom>
            <a:rect b="b" l="l" r="r" t="t"/>
            <a:pathLst>
              <a:path extrusionOk="0" h="872" w="871">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7" name="Google Shape;987;p17"/>
          <p:cNvSpPr/>
          <p:nvPr/>
        </p:nvSpPr>
        <p:spPr>
          <a:xfrm>
            <a:off x="6805997" y="4063566"/>
            <a:ext cx="60199" cy="59871"/>
          </a:xfrm>
          <a:custGeom>
            <a:rect b="b" l="l" r="r" t="t"/>
            <a:pathLst>
              <a:path extrusionOk="0" h="924" w="929">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8" name="Google Shape;988;p17"/>
          <p:cNvSpPr/>
          <p:nvPr/>
        </p:nvSpPr>
        <p:spPr>
          <a:xfrm flipH="1">
            <a:off x="0" y="3186075"/>
            <a:ext cx="2623950" cy="1957425"/>
          </a:xfrm>
          <a:custGeom>
            <a:rect b="b" l="l" r="r" t="t"/>
            <a:pathLst>
              <a:path extrusionOk="0" h="78297" w="104958">
                <a:moveTo>
                  <a:pt x="104958" y="1"/>
                </a:moveTo>
                <a:cubicBezTo>
                  <a:pt x="104958" y="1"/>
                  <a:pt x="64314" y="12023"/>
                  <a:pt x="60558" y="37706"/>
                </a:cubicBezTo>
                <a:cubicBezTo>
                  <a:pt x="58414" y="52416"/>
                  <a:pt x="47851" y="54938"/>
                  <a:pt x="40487" y="54938"/>
                </a:cubicBezTo>
                <a:cubicBezTo>
                  <a:pt x="38699" y="54938"/>
                  <a:pt x="37100" y="54789"/>
                  <a:pt x="35855" y="54630"/>
                </a:cubicBezTo>
                <a:cubicBezTo>
                  <a:pt x="34728" y="54476"/>
                  <a:pt x="33609" y="54400"/>
                  <a:pt x="32504" y="54400"/>
                </a:cubicBezTo>
                <a:cubicBezTo>
                  <a:pt x="24597" y="54400"/>
                  <a:pt x="17364" y="58288"/>
                  <a:pt x="12349" y="65403"/>
                </a:cubicBezTo>
                <a:cubicBezTo>
                  <a:pt x="6638" y="73509"/>
                  <a:pt x="4623" y="75250"/>
                  <a:pt x="0" y="78297"/>
                </a:cubicBezTo>
                <a:lnTo>
                  <a:pt x="104958" y="78297"/>
                </a:lnTo>
                <a:lnTo>
                  <a:pt x="104958"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9" name="Google Shape;989;p17"/>
          <p:cNvSpPr/>
          <p:nvPr/>
        </p:nvSpPr>
        <p:spPr>
          <a:xfrm flipH="1">
            <a:off x="1090248" y="3471749"/>
            <a:ext cx="261014" cy="257301"/>
          </a:xfrm>
          <a:custGeom>
            <a:rect b="b" l="l" r="r" t="t"/>
            <a:pathLst>
              <a:path extrusionOk="0" h="3971" w="4028">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0" name="Google Shape;990;p17"/>
          <p:cNvSpPr/>
          <p:nvPr/>
        </p:nvSpPr>
        <p:spPr>
          <a:xfrm flipH="1">
            <a:off x="1160751" y="3186068"/>
            <a:ext cx="60199" cy="60130"/>
          </a:xfrm>
          <a:custGeom>
            <a:rect b="b" l="l" r="r" t="t"/>
            <a:pathLst>
              <a:path extrusionOk="0" h="928" w="929">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17"/>
          <p:cNvSpPr/>
          <p:nvPr/>
        </p:nvSpPr>
        <p:spPr>
          <a:xfrm flipH="1">
            <a:off x="1002250" y="4120477"/>
            <a:ext cx="59875" cy="59871"/>
          </a:xfrm>
          <a:custGeom>
            <a:rect b="b" l="l" r="r" t="t"/>
            <a:pathLst>
              <a:path extrusionOk="0" h="924" w="924">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2" name="Google Shape;992;p17"/>
          <p:cNvSpPr/>
          <p:nvPr/>
        </p:nvSpPr>
        <p:spPr>
          <a:xfrm flipH="1">
            <a:off x="761998" y="3520844"/>
            <a:ext cx="60134" cy="60130"/>
          </a:xfrm>
          <a:custGeom>
            <a:rect b="b" l="l" r="r" t="t"/>
            <a:pathLst>
              <a:path extrusionOk="0" h="928" w="928">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93" name="Google Shape;993;p17"/>
          <p:cNvGrpSpPr/>
          <p:nvPr/>
        </p:nvGrpSpPr>
        <p:grpSpPr>
          <a:xfrm>
            <a:off x="819000" y="4119838"/>
            <a:ext cx="985925" cy="744150"/>
            <a:chOff x="1666700" y="5967688"/>
            <a:chExt cx="985925" cy="744150"/>
          </a:xfrm>
        </p:grpSpPr>
        <p:sp>
          <p:nvSpPr>
            <p:cNvPr id="994" name="Google Shape;994;p17"/>
            <p:cNvSpPr/>
            <p:nvPr/>
          </p:nvSpPr>
          <p:spPr>
            <a:xfrm>
              <a:off x="1666700" y="5967688"/>
              <a:ext cx="985925" cy="744150"/>
            </a:xfrm>
            <a:custGeom>
              <a:rect b="b" l="l" r="r" t="t"/>
              <a:pathLst>
                <a:path extrusionOk="0" h="29766" w="39437">
                  <a:moveTo>
                    <a:pt x="31419" y="0"/>
                  </a:moveTo>
                  <a:cubicBezTo>
                    <a:pt x="30988" y="0"/>
                    <a:pt x="30551" y="105"/>
                    <a:pt x="30144" y="326"/>
                  </a:cubicBezTo>
                  <a:lnTo>
                    <a:pt x="1839" y="15340"/>
                  </a:lnTo>
                  <a:cubicBezTo>
                    <a:pt x="515" y="16060"/>
                    <a:pt x="0" y="17694"/>
                    <a:pt x="720" y="19018"/>
                  </a:cubicBezTo>
                  <a:lnTo>
                    <a:pt x="5624" y="28320"/>
                  </a:lnTo>
                  <a:cubicBezTo>
                    <a:pt x="6116" y="29236"/>
                    <a:pt x="7051" y="29765"/>
                    <a:pt x="8022" y="29765"/>
                  </a:cubicBezTo>
                  <a:cubicBezTo>
                    <a:pt x="8453" y="29765"/>
                    <a:pt x="8892" y="29661"/>
                    <a:pt x="9302" y="29440"/>
                  </a:cubicBezTo>
                  <a:lnTo>
                    <a:pt x="37598" y="14523"/>
                  </a:lnTo>
                  <a:cubicBezTo>
                    <a:pt x="38930" y="13812"/>
                    <a:pt x="39437" y="12177"/>
                    <a:pt x="38726" y="10845"/>
                  </a:cubicBezTo>
                  <a:lnTo>
                    <a:pt x="33822" y="1446"/>
                  </a:lnTo>
                  <a:cubicBezTo>
                    <a:pt x="33324" y="529"/>
                    <a:pt x="32387" y="0"/>
                    <a:pt x="31419" y="0"/>
                  </a:cubicBezTo>
                  <a:close/>
                </a:path>
              </a:pathLst>
            </a:custGeom>
            <a:solidFill>
              <a:srgbClr val="F1F0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 name="Google Shape;995;p17"/>
            <p:cNvSpPr/>
            <p:nvPr/>
          </p:nvSpPr>
          <p:spPr>
            <a:xfrm>
              <a:off x="1758650" y="6363863"/>
              <a:ext cx="130375" cy="130375"/>
            </a:xfrm>
            <a:custGeom>
              <a:rect b="b" l="l" r="r" t="t"/>
              <a:pathLst>
                <a:path extrusionOk="0" h="5215" w="5215">
                  <a:moveTo>
                    <a:pt x="2555" y="0"/>
                  </a:moveTo>
                  <a:cubicBezTo>
                    <a:pt x="1305" y="0"/>
                    <a:pt x="194" y="901"/>
                    <a:pt x="0" y="2256"/>
                  </a:cubicBezTo>
                  <a:lnTo>
                    <a:pt x="0" y="2354"/>
                  </a:lnTo>
                  <a:lnTo>
                    <a:pt x="0" y="2460"/>
                  </a:lnTo>
                  <a:lnTo>
                    <a:pt x="0" y="2558"/>
                  </a:lnTo>
                  <a:lnTo>
                    <a:pt x="0" y="2665"/>
                  </a:lnTo>
                  <a:lnTo>
                    <a:pt x="0" y="2763"/>
                  </a:lnTo>
                  <a:cubicBezTo>
                    <a:pt x="0" y="2967"/>
                    <a:pt x="0" y="3171"/>
                    <a:pt x="107" y="3376"/>
                  </a:cubicBezTo>
                  <a:cubicBezTo>
                    <a:pt x="107" y="3482"/>
                    <a:pt x="107" y="3580"/>
                    <a:pt x="205" y="3580"/>
                  </a:cubicBezTo>
                  <a:lnTo>
                    <a:pt x="205" y="3686"/>
                  </a:lnTo>
                  <a:cubicBezTo>
                    <a:pt x="205" y="3686"/>
                    <a:pt x="205" y="3784"/>
                    <a:pt x="311" y="3784"/>
                  </a:cubicBezTo>
                  <a:lnTo>
                    <a:pt x="311" y="3891"/>
                  </a:lnTo>
                  <a:cubicBezTo>
                    <a:pt x="311" y="3989"/>
                    <a:pt x="409" y="3989"/>
                    <a:pt x="409" y="4095"/>
                  </a:cubicBezTo>
                  <a:cubicBezTo>
                    <a:pt x="409" y="4193"/>
                    <a:pt x="515" y="4193"/>
                    <a:pt x="515" y="4299"/>
                  </a:cubicBezTo>
                  <a:lnTo>
                    <a:pt x="613" y="4299"/>
                  </a:lnTo>
                  <a:cubicBezTo>
                    <a:pt x="613" y="4397"/>
                    <a:pt x="613" y="4397"/>
                    <a:pt x="720" y="4397"/>
                  </a:cubicBezTo>
                  <a:lnTo>
                    <a:pt x="720" y="4504"/>
                  </a:lnTo>
                  <a:cubicBezTo>
                    <a:pt x="818" y="4504"/>
                    <a:pt x="818" y="4602"/>
                    <a:pt x="924" y="4602"/>
                  </a:cubicBezTo>
                  <a:lnTo>
                    <a:pt x="1128" y="4806"/>
                  </a:lnTo>
                  <a:cubicBezTo>
                    <a:pt x="1226" y="4806"/>
                    <a:pt x="1226" y="4912"/>
                    <a:pt x="1333" y="4912"/>
                  </a:cubicBezTo>
                  <a:cubicBezTo>
                    <a:pt x="1431" y="4912"/>
                    <a:pt x="1537" y="5010"/>
                    <a:pt x="1537" y="5010"/>
                  </a:cubicBezTo>
                  <a:cubicBezTo>
                    <a:pt x="1635" y="5010"/>
                    <a:pt x="1741" y="5117"/>
                    <a:pt x="1741" y="5117"/>
                  </a:cubicBezTo>
                  <a:lnTo>
                    <a:pt x="2044" y="5117"/>
                  </a:lnTo>
                  <a:lnTo>
                    <a:pt x="2044" y="5215"/>
                  </a:lnTo>
                  <a:lnTo>
                    <a:pt x="2354" y="5215"/>
                  </a:lnTo>
                  <a:cubicBezTo>
                    <a:pt x="2763" y="5215"/>
                    <a:pt x="3172" y="5215"/>
                    <a:pt x="3580" y="5010"/>
                  </a:cubicBezTo>
                  <a:cubicBezTo>
                    <a:pt x="3678" y="5010"/>
                    <a:pt x="3785" y="4912"/>
                    <a:pt x="3785" y="4912"/>
                  </a:cubicBezTo>
                  <a:cubicBezTo>
                    <a:pt x="3883" y="4912"/>
                    <a:pt x="3989" y="4806"/>
                    <a:pt x="3989" y="4806"/>
                  </a:cubicBezTo>
                  <a:cubicBezTo>
                    <a:pt x="4087" y="4708"/>
                    <a:pt x="4193" y="4708"/>
                    <a:pt x="4193" y="4602"/>
                  </a:cubicBezTo>
                  <a:cubicBezTo>
                    <a:pt x="4398" y="4504"/>
                    <a:pt x="4496" y="4397"/>
                    <a:pt x="4602" y="4299"/>
                  </a:cubicBezTo>
                  <a:cubicBezTo>
                    <a:pt x="4806" y="3989"/>
                    <a:pt x="5011" y="3580"/>
                    <a:pt x="5109" y="3171"/>
                  </a:cubicBezTo>
                  <a:lnTo>
                    <a:pt x="5109" y="3073"/>
                  </a:lnTo>
                  <a:lnTo>
                    <a:pt x="5109" y="2967"/>
                  </a:lnTo>
                  <a:lnTo>
                    <a:pt x="5109" y="2869"/>
                  </a:lnTo>
                  <a:cubicBezTo>
                    <a:pt x="5215" y="2763"/>
                    <a:pt x="5215" y="2763"/>
                    <a:pt x="5215" y="2665"/>
                  </a:cubicBezTo>
                  <a:lnTo>
                    <a:pt x="5215" y="2558"/>
                  </a:lnTo>
                  <a:cubicBezTo>
                    <a:pt x="5215" y="2460"/>
                    <a:pt x="5215" y="2460"/>
                    <a:pt x="5109" y="2354"/>
                  </a:cubicBezTo>
                  <a:lnTo>
                    <a:pt x="5109" y="2256"/>
                  </a:lnTo>
                  <a:lnTo>
                    <a:pt x="5109" y="2150"/>
                  </a:lnTo>
                  <a:lnTo>
                    <a:pt x="5109" y="2052"/>
                  </a:lnTo>
                  <a:cubicBezTo>
                    <a:pt x="5109" y="1945"/>
                    <a:pt x="5109" y="1945"/>
                    <a:pt x="5011" y="1847"/>
                  </a:cubicBezTo>
                  <a:lnTo>
                    <a:pt x="5011" y="1741"/>
                  </a:lnTo>
                  <a:lnTo>
                    <a:pt x="5011" y="1643"/>
                  </a:lnTo>
                  <a:lnTo>
                    <a:pt x="4904" y="1537"/>
                  </a:lnTo>
                  <a:lnTo>
                    <a:pt x="4904" y="1439"/>
                  </a:lnTo>
                  <a:lnTo>
                    <a:pt x="4806" y="1332"/>
                  </a:lnTo>
                  <a:cubicBezTo>
                    <a:pt x="4398" y="621"/>
                    <a:pt x="3678" y="106"/>
                    <a:pt x="2763" y="8"/>
                  </a:cubicBezTo>
                  <a:cubicBezTo>
                    <a:pt x="2693" y="3"/>
                    <a:pt x="2624" y="0"/>
                    <a:pt x="2555"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 name="Google Shape;996;p17"/>
            <p:cNvSpPr/>
            <p:nvPr/>
          </p:nvSpPr>
          <p:spPr>
            <a:xfrm>
              <a:off x="1735750" y="6361013"/>
              <a:ext cx="148175" cy="131150"/>
            </a:xfrm>
            <a:custGeom>
              <a:rect b="b" l="l" r="r" t="t"/>
              <a:pathLst>
                <a:path extrusionOk="0" h="5246" w="5927">
                  <a:moveTo>
                    <a:pt x="2940" y="1"/>
                  </a:moveTo>
                  <a:cubicBezTo>
                    <a:pt x="2527" y="1"/>
                    <a:pt x="2111" y="105"/>
                    <a:pt x="1734" y="327"/>
                  </a:cubicBezTo>
                  <a:cubicBezTo>
                    <a:pt x="410" y="940"/>
                    <a:pt x="1" y="2574"/>
                    <a:pt x="614" y="3800"/>
                  </a:cubicBezTo>
                  <a:cubicBezTo>
                    <a:pt x="1106" y="4717"/>
                    <a:pt x="1994" y="5246"/>
                    <a:pt x="2901" y="5246"/>
                  </a:cubicBezTo>
                  <a:cubicBezTo>
                    <a:pt x="3304" y="5246"/>
                    <a:pt x="3710" y="5141"/>
                    <a:pt x="4088" y="4920"/>
                  </a:cubicBezTo>
                  <a:cubicBezTo>
                    <a:pt x="5412" y="4307"/>
                    <a:pt x="5927" y="2672"/>
                    <a:pt x="5207" y="1446"/>
                  </a:cubicBezTo>
                  <a:cubicBezTo>
                    <a:pt x="4783" y="530"/>
                    <a:pt x="3869" y="1"/>
                    <a:pt x="2940" y="1"/>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p17"/>
            <p:cNvSpPr/>
            <p:nvPr/>
          </p:nvSpPr>
          <p:spPr>
            <a:xfrm>
              <a:off x="1766400" y="6369163"/>
              <a:ext cx="117525" cy="122175"/>
            </a:xfrm>
            <a:custGeom>
              <a:rect b="b" l="l" r="r" t="t"/>
              <a:pathLst>
                <a:path extrusionOk="0" h="4887" w="4701">
                  <a:moveTo>
                    <a:pt x="2862" y="1"/>
                  </a:moveTo>
                  <a:lnTo>
                    <a:pt x="2862" y="1"/>
                  </a:lnTo>
                  <a:cubicBezTo>
                    <a:pt x="3164" y="205"/>
                    <a:pt x="3368" y="409"/>
                    <a:pt x="3573" y="818"/>
                  </a:cubicBezTo>
                  <a:cubicBezTo>
                    <a:pt x="4186" y="2044"/>
                    <a:pt x="3679" y="3572"/>
                    <a:pt x="2453" y="4292"/>
                  </a:cubicBezTo>
                  <a:cubicBezTo>
                    <a:pt x="2044" y="4496"/>
                    <a:pt x="1636" y="4598"/>
                    <a:pt x="1227" y="4598"/>
                  </a:cubicBezTo>
                  <a:cubicBezTo>
                    <a:pt x="818" y="4598"/>
                    <a:pt x="410" y="4496"/>
                    <a:pt x="1" y="4292"/>
                  </a:cubicBezTo>
                  <a:lnTo>
                    <a:pt x="1" y="4292"/>
                  </a:lnTo>
                  <a:cubicBezTo>
                    <a:pt x="499" y="4665"/>
                    <a:pt x="1109" y="4887"/>
                    <a:pt x="1718" y="4887"/>
                  </a:cubicBezTo>
                  <a:cubicBezTo>
                    <a:pt x="2109" y="4887"/>
                    <a:pt x="2501" y="4795"/>
                    <a:pt x="2862" y="4594"/>
                  </a:cubicBezTo>
                  <a:cubicBezTo>
                    <a:pt x="4186" y="3981"/>
                    <a:pt x="4701" y="2346"/>
                    <a:pt x="3981" y="1120"/>
                  </a:cubicBezTo>
                  <a:cubicBezTo>
                    <a:pt x="3777" y="614"/>
                    <a:pt x="3368" y="205"/>
                    <a:pt x="2862" y="1"/>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 name="Google Shape;998;p17"/>
            <p:cNvSpPr/>
            <p:nvPr/>
          </p:nvSpPr>
          <p:spPr>
            <a:xfrm>
              <a:off x="1751075" y="6397163"/>
              <a:ext cx="119975" cy="66425"/>
            </a:xfrm>
            <a:custGeom>
              <a:rect b="b" l="l" r="r" t="t"/>
              <a:pathLst>
                <a:path extrusionOk="0" h="2657" w="4799">
                  <a:moveTo>
                    <a:pt x="4594" y="0"/>
                  </a:moveTo>
                  <a:lnTo>
                    <a:pt x="1" y="2354"/>
                  </a:lnTo>
                  <a:cubicBezTo>
                    <a:pt x="1" y="2354"/>
                    <a:pt x="1" y="2452"/>
                    <a:pt x="99" y="2452"/>
                  </a:cubicBezTo>
                  <a:cubicBezTo>
                    <a:pt x="99" y="2559"/>
                    <a:pt x="99" y="2559"/>
                    <a:pt x="205" y="2657"/>
                  </a:cubicBezTo>
                  <a:lnTo>
                    <a:pt x="4799" y="311"/>
                  </a:lnTo>
                  <a:cubicBezTo>
                    <a:pt x="4701" y="205"/>
                    <a:pt x="4701" y="107"/>
                    <a:pt x="4701" y="107"/>
                  </a:cubicBezTo>
                  <a:cubicBezTo>
                    <a:pt x="4701" y="0"/>
                    <a:pt x="4594" y="0"/>
                    <a:pt x="4594"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9" name="Google Shape;999;p17"/>
            <p:cNvSpPr/>
            <p:nvPr/>
          </p:nvSpPr>
          <p:spPr>
            <a:xfrm>
              <a:off x="1748425" y="6392063"/>
              <a:ext cx="120175" cy="69075"/>
            </a:xfrm>
            <a:custGeom>
              <a:rect b="b" l="l" r="r" t="t"/>
              <a:pathLst>
                <a:path extrusionOk="0" h="2763" w="4807">
                  <a:moveTo>
                    <a:pt x="4602" y="0"/>
                  </a:moveTo>
                  <a:lnTo>
                    <a:pt x="1" y="2452"/>
                  </a:lnTo>
                  <a:cubicBezTo>
                    <a:pt x="107" y="2452"/>
                    <a:pt x="107" y="2558"/>
                    <a:pt x="107" y="2558"/>
                  </a:cubicBezTo>
                  <a:cubicBezTo>
                    <a:pt x="107" y="2656"/>
                    <a:pt x="205" y="2656"/>
                    <a:pt x="205" y="2763"/>
                  </a:cubicBezTo>
                  <a:lnTo>
                    <a:pt x="4807" y="311"/>
                  </a:lnTo>
                  <a:cubicBezTo>
                    <a:pt x="4807" y="311"/>
                    <a:pt x="4807" y="204"/>
                    <a:pt x="4700" y="204"/>
                  </a:cubicBezTo>
                  <a:cubicBezTo>
                    <a:pt x="4700" y="106"/>
                    <a:pt x="4700" y="106"/>
                    <a:pt x="4602" y="0"/>
                  </a:cubicBez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0" name="Google Shape;1000;p17"/>
            <p:cNvSpPr/>
            <p:nvPr/>
          </p:nvSpPr>
          <p:spPr>
            <a:xfrm>
              <a:off x="1911900" y="6282113"/>
              <a:ext cx="130375" cy="130400"/>
            </a:xfrm>
            <a:custGeom>
              <a:rect b="b" l="l" r="r" t="t"/>
              <a:pathLst>
                <a:path extrusionOk="0" h="5216" w="5215">
                  <a:moveTo>
                    <a:pt x="2654" y="1"/>
                  </a:moveTo>
                  <a:cubicBezTo>
                    <a:pt x="1412" y="1"/>
                    <a:pt x="300" y="901"/>
                    <a:pt x="107" y="2257"/>
                  </a:cubicBezTo>
                  <a:lnTo>
                    <a:pt x="107" y="2150"/>
                  </a:lnTo>
                  <a:cubicBezTo>
                    <a:pt x="0" y="2257"/>
                    <a:pt x="0" y="2355"/>
                    <a:pt x="0" y="2355"/>
                  </a:cubicBezTo>
                  <a:lnTo>
                    <a:pt x="0" y="2461"/>
                  </a:lnTo>
                  <a:lnTo>
                    <a:pt x="0" y="2559"/>
                  </a:lnTo>
                  <a:lnTo>
                    <a:pt x="0" y="2665"/>
                  </a:lnTo>
                  <a:cubicBezTo>
                    <a:pt x="0" y="2968"/>
                    <a:pt x="107" y="3172"/>
                    <a:pt x="107" y="3376"/>
                  </a:cubicBezTo>
                  <a:cubicBezTo>
                    <a:pt x="205" y="3483"/>
                    <a:pt x="205" y="3581"/>
                    <a:pt x="205" y="3581"/>
                  </a:cubicBezTo>
                  <a:lnTo>
                    <a:pt x="205" y="3687"/>
                  </a:lnTo>
                  <a:cubicBezTo>
                    <a:pt x="311" y="3687"/>
                    <a:pt x="311" y="3785"/>
                    <a:pt x="311" y="3785"/>
                  </a:cubicBezTo>
                  <a:lnTo>
                    <a:pt x="311" y="3891"/>
                  </a:lnTo>
                  <a:lnTo>
                    <a:pt x="515" y="4096"/>
                  </a:lnTo>
                  <a:cubicBezTo>
                    <a:pt x="515" y="4194"/>
                    <a:pt x="515" y="4194"/>
                    <a:pt x="613" y="4300"/>
                  </a:cubicBezTo>
                  <a:lnTo>
                    <a:pt x="720" y="4398"/>
                  </a:lnTo>
                  <a:cubicBezTo>
                    <a:pt x="818" y="4398"/>
                    <a:pt x="818" y="4504"/>
                    <a:pt x="818" y="4504"/>
                  </a:cubicBezTo>
                  <a:cubicBezTo>
                    <a:pt x="818" y="4504"/>
                    <a:pt x="924" y="4602"/>
                    <a:pt x="1022" y="4602"/>
                  </a:cubicBezTo>
                  <a:cubicBezTo>
                    <a:pt x="1022" y="4709"/>
                    <a:pt x="1128" y="4709"/>
                    <a:pt x="1128" y="4807"/>
                  </a:cubicBezTo>
                  <a:lnTo>
                    <a:pt x="1226" y="4807"/>
                  </a:lnTo>
                  <a:lnTo>
                    <a:pt x="1333" y="4913"/>
                  </a:lnTo>
                  <a:lnTo>
                    <a:pt x="1431" y="4913"/>
                  </a:lnTo>
                  <a:cubicBezTo>
                    <a:pt x="1431" y="4913"/>
                    <a:pt x="1537" y="5011"/>
                    <a:pt x="1635" y="5011"/>
                  </a:cubicBezTo>
                  <a:cubicBezTo>
                    <a:pt x="1741" y="5011"/>
                    <a:pt x="1741" y="5117"/>
                    <a:pt x="1839" y="5117"/>
                  </a:cubicBezTo>
                  <a:lnTo>
                    <a:pt x="2044" y="5117"/>
                  </a:lnTo>
                  <a:cubicBezTo>
                    <a:pt x="2150" y="5117"/>
                    <a:pt x="2150" y="5215"/>
                    <a:pt x="2150" y="5215"/>
                  </a:cubicBezTo>
                  <a:lnTo>
                    <a:pt x="2354" y="5215"/>
                  </a:lnTo>
                  <a:cubicBezTo>
                    <a:pt x="2861" y="5215"/>
                    <a:pt x="3270" y="5215"/>
                    <a:pt x="3678" y="5011"/>
                  </a:cubicBezTo>
                  <a:cubicBezTo>
                    <a:pt x="3678" y="5011"/>
                    <a:pt x="3785" y="4913"/>
                    <a:pt x="3883" y="4913"/>
                  </a:cubicBezTo>
                  <a:cubicBezTo>
                    <a:pt x="3989" y="4913"/>
                    <a:pt x="3989" y="4807"/>
                    <a:pt x="4087" y="4807"/>
                  </a:cubicBezTo>
                  <a:lnTo>
                    <a:pt x="4291" y="4602"/>
                  </a:lnTo>
                  <a:lnTo>
                    <a:pt x="4602" y="4300"/>
                  </a:lnTo>
                  <a:cubicBezTo>
                    <a:pt x="4904" y="3989"/>
                    <a:pt x="5109" y="3581"/>
                    <a:pt x="5215" y="3172"/>
                  </a:cubicBezTo>
                  <a:lnTo>
                    <a:pt x="5215" y="3074"/>
                  </a:lnTo>
                  <a:lnTo>
                    <a:pt x="5215" y="2968"/>
                  </a:lnTo>
                  <a:lnTo>
                    <a:pt x="5215" y="2870"/>
                  </a:lnTo>
                  <a:lnTo>
                    <a:pt x="5215" y="2665"/>
                  </a:lnTo>
                  <a:lnTo>
                    <a:pt x="5215" y="2559"/>
                  </a:lnTo>
                  <a:lnTo>
                    <a:pt x="5215" y="2355"/>
                  </a:lnTo>
                  <a:lnTo>
                    <a:pt x="5215" y="2257"/>
                  </a:lnTo>
                  <a:lnTo>
                    <a:pt x="5215" y="2150"/>
                  </a:lnTo>
                  <a:lnTo>
                    <a:pt x="5215" y="2052"/>
                  </a:lnTo>
                  <a:cubicBezTo>
                    <a:pt x="5109" y="1946"/>
                    <a:pt x="5109" y="1946"/>
                    <a:pt x="5109" y="1848"/>
                  </a:cubicBezTo>
                  <a:lnTo>
                    <a:pt x="5109" y="1742"/>
                  </a:lnTo>
                  <a:lnTo>
                    <a:pt x="5011" y="1644"/>
                  </a:lnTo>
                  <a:lnTo>
                    <a:pt x="5011" y="1537"/>
                  </a:lnTo>
                  <a:cubicBezTo>
                    <a:pt x="5011" y="1537"/>
                    <a:pt x="5011" y="1439"/>
                    <a:pt x="4904" y="1439"/>
                  </a:cubicBezTo>
                  <a:lnTo>
                    <a:pt x="4904" y="1333"/>
                  </a:lnTo>
                  <a:cubicBezTo>
                    <a:pt x="4496" y="622"/>
                    <a:pt x="3785" y="107"/>
                    <a:pt x="2861" y="9"/>
                  </a:cubicBezTo>
                  <a:cubicBezTo>
                    <a:pt x="2792" y="3"/>
                    <a:pt x="2723" y="1"/>
                    <a:pt x="2654" y="1"/>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1" name="Google Shape;1001;p17"/>
            <p:cNvSpPr/>
            <p:nvPr/>
          </p:nvSpPr>
          <p:spPr>
            <a:xfrm>
              <a:off x="1889000" y="6279288"/>
              <a:ext cx="148175" cy="129975"/>
            </a:xfrm>
            <a:custGeom>
              <a:rect b="b" l="l" r="r" t="t"/>
              <a:pathLst>
                <a:path extrusionOk="0" h="5199" w="5927">
                  <a:moveTo>
                    <a:pt x="3025" y="1"/>
                  </a:moveTo>
                  <a:cubicBezTo>
                    <a:pt x="2623" y="1"/>
                    <a:pt x="2217" y="105"/>
                    <a:pt x="1840" y="326"/>
                  </a:cubicBezTo>
                  <a:cubicBezTo>
                    <a:pt x="508" y="939"/>
                    <a:pt x="1" y="2574"/>
                    <a:pt x="712" y="3800"/>
                  </a:cubicBezTo>
                  <a:cubicBezTo>
                    <a:pt x="1138" y="4721"/>
                    <a:pt x="2058" y="5199"/>
                    <a:pt x="2991" y="5199"/>
                  </a:cubicBezTo>
                  <a:cubicBezTo>
                    <a:pt x="3400" y="5199"/>
                    <a:pt x="3812" y="5107"/>
                    <a:pt x="4186" y="4920"/>
                  </a:cubicBezTo>
                  <a:cubicBezTo>
                    <a:pt x="5518" y="4209"/>
                    <a:pt x="5927" y="2672"/>
                    <a:pt x="5314" y="1446"/>
                  </a:cubicBezTo>
                  <a:cubicBezTo>
                    <a:pt x="4816" y="529"/>
                    <a:pt x="3930" y="1"/>
                    <a:pt x="3025" y="1"/>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17"/>
            <p:cNvSpPr/>
            <p:nvPr/>
          </p:nvSpPr>
          <p:spPr>
            <a:xfrm>
              <a:off x="1922125" y="6287438"/>
              <a:ext cx="115050" cy="122175"/>
            </a:xfrm>
            <a:custGeom>
              <a:rect b="b" l="l" r="r" t="t"/>
              <a:pathLst>
                <a:path extrusionOk="0" h="4887" w="4602">
                  <a:moveTo>
                    <a:pt x="2861" y="0"/>
                  </a:moveTo>
                  <a:lnTo>
                    <a:pt x="2861" y="0"/>
                  </a:lnTo>
                  <a:cubicBezTo>
                    <a:pt x="3065" y="205"/>
                    <a:pt x="3376" y="409"/>
                    <a:pt x="3474" y="711"/>
                  </a:cubicBezTo>
                  <a:cubicBezTo>
                    <a:pt x="4193" y="2044"/>
                    <a:pt x="3678" y="3572"/>
                    <a:pt x="2354" y="4291"/>
                  </a:cubicBezTo>
                  <a:cubicBezTo>
                    <a:pt x="1994" y="4496"/>
                    <a:pt x="1586" y="4598"/>
                    <a:pt x="1177" y="4598"/>
                  </a:cubicBezTo>
                  <a:cubicBezTo>
                    <a:pt x="768" y="4598"/>
                    <a:pt x="360" y="4496"/>
                    <a:pt x="0" y="4291"/>
                  </a:cubicBezTo>
                  <a:lnTo>
                    <a:pt x="0" y="4291"/>
                  </a:lnTo>
                  <a:cubicBezTo>
                    <a:pt x="498" y="4665"/>
                    <a:pt x="1111" y="4886"/>
                    <a:pt x="1721" y="4886"/>
                  </a:cubicBezTo>
                  <a:cubicBezTo>
                    <a:pt x="2112" y="4886"/>
                    <a:pt x="2503" y="4795"/>
                    <a:pt x="2861" y="4594"/>
                  </a:cubicBezTo>
                  <a:cubicBezTo>
                    <a:pt x="4193" y="3883"/>
                    <a:pt x="4602" y="2346"/>
                    <a:pt x="3989" y="1120"/>
                  </a:cubicBezTo>
                  <a:cubicBezTo>
                    <a:pt x="3678" y="613"/>
                    <a:pt x="3269" y="205"/>
                    <a:pt x="2861"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3" name="Google Shape;1003;p17"/>
            <p:cNvSpPr/>
            <p:nvPr/>
          </p:nvSpPr>
          <p:spPr>
            <a:xfrm>
              <a:off x="1906800" y="6315438"/>
              <a:ext cx="117500" cy="66425"/>
            </a:xfrm>
            <a:custGeom>
              <a:rect b="b" l="l" r="r" t="t"/>
              <a:pathLst>
                <a:path extrusionOk="0" h="2657" w="4700">
                  <a:moveTo>
                    <a:pt x="4602" y="0"/>
                  </a:moveTo>
                  <a:lnTo>
                    <a:pt x="0" y="2354"/>
                  </a:lnTo>
                  <a:lnTo>
                    <a:pt x="0" y="2452"/>
                  </a:lnTo>
                  <a:cubicBezTo>
                    <a:pt x="106" y="2558"/>
                    <a:pt x="106" y="2558"/>
                    <a:pt x="106" y="2656"/>
                  </a:cubicBezTo>
                  <a:lnTo>
                    <a:pt x="4700" y="311"/>
                  </a:lnTo>
                  <a:cubicBezTo>
                    <a:pt x="4700" y="204"/>
                    <a:pt x="4700" y="106"/>
                    <a:pt x="4602"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p17"/>
            <p:cNvSpPr/>
            <p:nvPr/>
          </p:nvSpPr>
          <p:spPr>
            <a:xfrm>
              <a:off x="1904325" y="6310313"/>
              <a:ext cx="119975" cy="69100"/>
            </a:xfrm>
            <a:custGeom>
              <a:rect b="b" l="l" r="r" t="t"/>
              <a:pathLst>
                <a:path extrusionOk="0" h="2764" w="4799">
                  <a:moveTo>
                    <a:pt x="4594" y="1"/>
                  </a:moveTo>
                  <a:lnTo>
                    <a:pt x="1" y="2453"/>
                  </a:lnTo>
                  <a:cubicBezTo>
                    <a:pt x="1" y="2453"/>
                    <a:pt x="1" y="2559"/>
                    <a:pt x="99" y="2559"/>
                  </a:cubicBezTo>
                  <a:cubicBezTo>
                    <a:pt x="99" y="2657"/>
                    <a:pt x="99" y="2657"/>
                    <a:pt x="205" y="2763"/>
                  </a:cubicBezTo>
                  <a:lnTo>
                    <a:pt x="4799" y="311"/>
                  </a:lnTo>
                  <a:cubicBezTo>
                    <a:pt x="4701" y="311"/>
                    <a:pt x="4701" y="205"/>
                    <a:pt x="4701" y="205"/>
                  </a:cubicBezTo>
                  <a:cubicBezTo>
                    <a:pt x="4701" y="107"/>
                    <a:pt x="4594" y="107"/>
                    <a:pt x="4594" y="1"/>
                  </a:cubicBez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17"/>
            <p:cNvSpPr/>
            <p:nvPr/>
          </p:nvSpPr>
          <p:spPr>
            <a:xfrm>
              <a:off x="2067800" y="6200388"/>
              <a:ext cx="130200" cy="130400"/>
            </a:xfrm>
            <a:custGeom>
              <a:rect b="b" l="l" r="r" t="t"/>
              <a:pathLst>
                <a:path extrusionOk="0" h="5216" w="5208">
                  <a:moveTo>
                    <a:pt x="2638" y="0"/>
                  </a:moveTo>
                  <a:cubicBezTo>
                    <a:pt x="1305" y="0"/>
                    <a:pt x="194" y="895"/>
                    <a:pt x="1" y="2150"/>
                  </a:cubicBezTo>
                  <a:lnTo>
                    <a:pt x="1" y="2354"/>
                  </a:lnTo>
                  <a:lnTo>
                    <a:pt x="1" y="2461"/>
                  </a:lnTo>
                  <a:lnTo>
                    <a:pt x="1" y="2559"/>
                  </a:lnTo>
                  <a:lnTo>
                    <a:pt x="1" y="2665"/>
                  </a:lnTo>
                  <a:cubicBezTo>
                    <a:pt x="1" y="2967"/>
                    <a:pt x="1" y="3172"/>
                    <a:pt x="99" y="3376"/>
                  </a:cubicBezTo>
                  <a:cubicBezTo>
                    <a:pt x="99" y="3482"/>
                    <a:pt x="205" y="3580"/>
                    <a:pt x="205" y="3580"/>
                  </a:cubicBezTo>
                  <a:lnTo>
                    <a:pt x="205" y="3687"/>
                  </a:lnTo>
                  <a:lnTo>
                    <a:pt x="303" y="3785"/>
                  </a:lnTo>
                  <a:lnTo>
                    <a:pt x="303" y="3891"/>
                  </a:lnTo>
                  <a:cubicBezTo>
                    <a:pt x="303" y="3989"/>
                    <a:pt x="409" y="3989"/>
                    <a:pt x="409" y="4095"/>
                  </a:cubicBezTo>
                  <a:lnTo>
                    <a:pt x="614" y="4300"/>
                  </a:lnTo>
                  <a:lnTo>
                    <a:pt x="712" y="4398"/>
                  </a:lnTo>
                  <a:cubicBezTo>
                    <a:pt x="712" y="4398"/>
                    <a:pt x="712" y="4504"/>
                    <a:pt x="818" y="4504"/>
                  </a:cubicBezTo>
                  <a:lnTo>
                    <a:pt x="916" y="4602"/>
                  </a:lnTo>
                  <a:lnTo>
                    <a:pt x="1120" y="4806"/>
                  </a:lnTo>
                  <a:cubicBezTo>
                    <a:pt x="1227" y="4806"/>
                    <a:pt x="1227" y="4806"/>
                    <a:pt x="1325" y="4913"/>
                  </a:cubicBezTo>
                  <a:cubicBezTo>
                    <a:pt x="1431" y="4913"/>
                    <a:pt x="1529" y="5011"/>
                    <a:pt x="1529" y="5011"/>
                  </a:cubicBezTo>
                  <a:lnTo>
                    <a:pt x="1635" y="5011"/>
                  </a:lnTo>
                  <a:cubicBezTo>
                    <a:pt x="1635" y="5011"/>
                    <a:pt x="1733" y="5117"/>
                    <a:pt x="1840" y="5117"/>
                  </a:cubicBezTo>
                  <a:lnTo>
                    <a:pt x="2044" y="5117"/>
                  </a:lnTo>
                  <a:cubicBezTo>
                    <a:pt x="2044" y="5117"/>
                    <a:pt x="2044" y="5215"/>
                    <a:pt x="2142" y="5215"/>
                  </a:cubicBezTo>
                  <a:lnTo>
                    <a:pt x="2346" y="5215"/>
                  </a:lnTo>
                  <a:cubicBezTo>
                    <a:pt x="2755" y="5215"/>
                    <a:pt x="3270" y="5215"/>
                    <a:pt x="3572" y="5011"/>
                  </a:cubicBezTo>
                  <a:cubicBezTo>
                    <a:pt x="3679" y="5011"/>
                    <a:pt x="3777" y="4913"/>
                    <a:pt x="3883" y="4913"/>
                  </a:cubicBezTo>
                  <a:cubicBezTo>
                    <a:pt x="3883" y="4913"/>
                    <a:pt x="3981" y="4806"/>
                    <a:pt x="4087" y="4806"/>
                  </a:cubicBezTo>
                  <a:cubicBezTo>
                    <a:pt x="4087" y="4708"/>
                    <a:pt x="4185" y="4708"/>
                    <a:pt x="4292" y="4602"/>
                  </a:cubicBezTo>
                  <a:lnTo>
                    <a:pt x="4594" y="4300"/>
                  </a:lnTo>
                  <a:cubicBezTo>
                    <a:pt x="4798" y="3989"/>
                    <a:pt x="5003" y="3580"/>
                    <a:pt x="5109" y="3172"/>
                  </a:cubicBezTo>
                  <a:lnTo>
                    <a:pt x="5109" y="3074"/>
                  </a:lnTo>
                  <a:cubicBezTo>
                    <a:pt x="5109" y="2967"/>
                    <a:pt x="5207" y="2967"/>
                    <a:pt x="5207" y="2967"/>
                  </a:cubicBezTo>
                  <a:lnTo>
                    <a:pt x="5207" y="2869"/>
                  </a:lnTo>
                  <a:lnTo>
                    <a:pt x="5207" y="2665"/>
                  </a:lnTo>
                  <a:lnTo>
                    <a:pt x="5207" y="2559"/>
                  </a:lnTo>
                  <a:lnTo>
                    <a:pt x="5207" y="2354"/>
                  </a:lnTo>
                  <a:lnTo>
                    <a:pt x="5207" y="2256"/>
                  </a:lnTo>
                  <a:lnTo>
                    <a:pt x="5109" y="2150"/>
                  </a:lnTo>
                  <a:lnTo>
                    <a:pt x="5109" y="2052"/>
                  </a:lnTo>
                  <a:lnTo>
                    <a:pt x="5109" y="1848"/>
                  </a:lnTo>
                  <a:lnTo>
                    <a:pt x="5003" y="1741"/>
                  </a:lnTo>
                  <a:lnTo>
                    <a:pt x="5003" y="1643"/>
                  </a:lnTo>
                  <a:lnTo>
                    <a:pt x="5003" y="1537"/>
                  </a:lnTo>
                  <a:cubicBezTo>
                    <a:pt x="4905" y="1537"/>
                    <a:pt x="4905" y="1439"/>
                    <a:pt x="4905" y="1439"/>
                  </a:cubicBezTo>
                  <a:cubicBezTo>
                    <a:pt x="4905" y="1439"/>
                    <a:pt x="4905" y="1333"/>
                    <a:pt x="4798" y="1333"/>
                  </a:cubicBezTo>
                  <a:cubicBezTo>
                    <a:pt x="4390" y="622"/>
                    <a:pt x="3679" y="107"/>
                    <a:pt x="2861" y="9"/>
                  </a:cubicBezTo>
                  <a:cubicBezTo>
                    <a:pt x="2786" y="3"/>
                    <a:pt x="2712" y="0"/>
                    <a:pt x="2638"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17"/>
            <p:cNvSpPr/>
            <p:nvPr/>
          </p:nvSpPr>
          <p:spPr>
            <a:xfrm>
              <a:off x="2044725" y="6197563"/>
              <a:ext cx="148150" cy="129975"/>
            </a:xfrm>
            <a:custGeom>
              <a:rect b="b" l="l" r="r" t="t"/>
              <a:pathLst>
                <a:path extrusionOk="0" h="5199" w="5926">
                  <a:moveTo>
                    <a:pt x="2993" y="0"/>
                  </a:moveTo>
                  <a:cubicBezTo>
                    <a:pt x="2576" y="0"/>
                    <a:pt x="2148" y="105"/>
                    <a:pt x="1741" y="326"/>
                  </a:cubicBezTo>
                  <a:cubicBezTo>
                    <a:pt x="515" y="939"/>
                    <a:pt x="0" y="2574"/>
                    <a:pt x="613" y="3800"/>
                  </a:cubicBezTo>
                  <a:cubicBezTo>
                    <a:pt x="1113" y="4720"/>
                    <a:pt x="2004" y="5198"/>
                    <a:pt x="2948" y="5198"/>
                  </a:cubicBezTo>
                  <a:cubicBezTo>
                    <a:pt x="3363" y="5198"/>
                    <a:pt x="3787" y="5106"/>
                    <a:pt x="4193" y="4919"/>
                  </a:cubicBezTo>
                  <a:cubicBezTo>
                    <a:pt x="5419" y="4208"/>
                    <a:pt x="5926" y="2672"/>
                    <a:pt x="5313" y="1446"/>
                  </a:cubicBezTo>
                  <a:cubicBezTo>
                    <a:pt x="4821" y="529"/>
                    <a:pt x="3933" y="0"/>
                    <a:pt x="2993" y="0"/>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7" name="Google Shape;1007;p17"/>
            <p:cNvSpPr/>
            <p:nvPr/>
          </p:nvSpPr>
          <p:spPr>
            <a:xfrm>
              <a:off x="2078025" y="6205713"/>
              <a:ext cx="114850" cy="122175"/>
            </a:xfrm>
            <a:custGeom>
              <a:rect b="b" l="l" r="r" t="t"/>
              <a:pathLst>
                <a:path extrusionOk="0" h="4887" w="4594">
                  <a:moveTo>
                    <a:pt x="2755" y="0"/>
                  </a:moveTo>
                  <a:lnTo>
                    <a:pt x="2755" y="0"/>
                  </a:lnTo>
                  <a:cubicBezTo>
                    <a:pt x="3065" y="204"/>
                    <a:pt x="3270" y="409"/>
                    <a:pt x="3474" y="711"/>
                  </a:cubicBezTo>
                  <a:cubicBezTo>
                    <a:pt x="4087" y="2043"/>
                    <a:pt x="3572" y="3572"/>
                    <a:pt x="2346" y="4291"/>
                  </a:cubicBezTo>
                  <a:cubicBezTo>
                    <a:pt x="1937" y="4495"/>
                    <a:pt x="1529" y="4598"/>
                    <a:pt x="1133" y="4598"/>
                  </a:cubicBezTo>
                  <a:cubicBezTo>
                    <a:pt x="738" y="4598"/>
                    <a:pt x="356" y="4495"/>
                    <a:pt x="0" y="4291"/>
                  </a:cubicBezTo>
                  <a:lnTo>
                    <a:pt x="0" y="4291"/>
                  </a:lnTo>
                  <a:cubicBezTo>
                    <a:pt x="433" y="4664"/>
                    <a:pt x="1021" y="4886"/>
                    <a:pt x="1645" y="4886"/>
                  </a:cubicBezTo>
                  <a:cubicBezTo>
                    <a:pt x="2046" y="4886"/>
                    <a:pt x="2462" y="4795"/>
                    <a:pt x="2861" y="4593"/>
                  </a:cubicBezTo>
                  <a:cubicBezTo>
                    <a:pt x="4087" y="3882"/>
                    <a:pt x="4594" y="2346"/>
                    <a:pt x="3981" y="1120"/>
                  </a:cubicBezTo>
                  <a:cubicBezTo>
                    <a:pt x="3678" y="613"/>
                    <a:pt x="3270" y="204"/>
                    <a:pt x="2755"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p17"/>
            <p:cNvSpPr/>
            <p:nvPr/>
          </p:nvSpPr>
          <p:spPr>
            <a:xfrm>
              <a:off x="2060050" y="6233688"/>
              <a:ext cx="120175" cy="66450"/>
            </a:xfrm>
            <a:custGeom>
              <a:rect b="b" l="l" r="r" t="t"/>
              <a:pathLst>
                <a:path extrusionOk="0" h="2658" w="4807">
                  <a:moveTo>
                    <a:pt x="4602" y="1"/>
                  </a:moveTo>
                  <a:lnTo>
                    <a:pt x="0" y="2355"/>
                  </a:lnTo>
                  <a:cubicBezTo>
                    <a:pt x="106" y="2355"/>
                    <a:pt x="106" y="2453"/>
                    <a:pt x="106" y="2453"/>
                  </a:cubicBezTo>
                  <a:cubicBezTo>
                    <a:pt x="106" y="2559"/>
                    <a:pt x="204" y="2559"/>
                    <a:pt x="204" y="2657"/>
                  </a:cubicBezTo>
                  <a:lnTo>
                    <a:pt x="4806" y="311"/>
                  </a:lnTo>
                  <a:cubicBezTo>
                    <a:pt x="4806" y="205"/>
                    <a:pt x="4700" y="107"/>
                    <a:pt x="4700" y="1"/>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9" name="Google Shape;1009;p17"/>
            <p:cNvSpPr/>
            <p:nvPr/>
          </p:nvSpPr>
          <p:spPr>
            <a:xfrm>
              <a:off x="2060050" y="6228588"/>
              <a:ext cx="117500" cy="69100"/>
            </a:xfrm>
            <a:custGeom>
              <a:rect b="b" l="l" r="r" t="t"/>
              <a:pathLst>
                <a:path extrusionOk="0" h="2764" w="4700">
                  <a:moveTo>
                    <a:pt x="4602" y="0"/>
                  </a:moveTo>
                  <a:lnTo>
                    <a:pt x="0" y="2452"/>
                  </a:lnTo>
                  <a:lnTo>
                    <a:pt x="0" y="2559"/>
                  </a:lnTo>
                  <a:cubicBezTo>
                    <a:pt x="106" y="2657"/>
                    <a:pt x="106" y="2657"/>
                    <a:pt x="106" y="2763"/>
                  </a:cubicBezTo>
                  <a:lnTo>
                    <a:pt x="4700" y="311"/>
                  </a:lnTo>
                  <a:lnTo>
                    <a:pt x="4700" y="205"/>
                  </a:lnTo>
                  <a:cubicBezTo>
                    <a:pt x="4602" y="107"/>
                    <a:pt x="4602" y="107"/>
                    <a:pt x="4602" y="0"/>
                  </a:cubicBez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0" name="Google Shape;1010;p17"/>
            <p:cNvSpPr/>
            <p:nvPr/>
          </p:nvSpPr>
          <p:spPr>
            <a:xfrm>
              <a:off x="2221050" y="6118663"/>
              <a:ext cx="130200" cy="130375"/>
            </a:xfrm>
            <a:custGeom>
              <a:rect b="b" l="l" r="r" t="t"/>
              <a:pathLst>
                <a:path extrusionOk="0" h="5215" w="5208">
                  <a:moveTo>
                    <a:pt x="2653" y="0"/>
                  </a:moveTo>
                  <a:cubicBezTo>
                    <a:pt x="1403" y="0"/>
                    <a:pt x="292" y="895"/>
                    <a:pt x="99" y="2150"/>
                  </a:cubicBezTo>
                  <a:lnTo>
                    <a:pt x="99" y="2354"/>
                  </a:lnTo>
                  <a:lnTo>
                    <a:pt x="99" y="2460"/>
                  </a:lnTo>
                  <a:lnTo>
                    <a:pt x="1" y="2460"/>
                  </a:lnTo>
                  <a:lnTo>
                    <a:pt x="1" y="2558"/>
                  </a:lnTo>
                  <a:lnTo>
                    <a:pt x="1" y="2665"/>
                  </a:lnTo>
                  <a:cubicBezTo>
                    <a:pt x="99" y="2967"/>
                    <a:pt x="99" y="3171"/>
                    <a:pt x="205" y="3376"/>
                  </a:cubicBezTo>
                  <a:lnTo>
                    <a:pt x="205" y="3580"/>
                  </a:lnTo>
                  <a:lnTo>
                    <a:pt x="303" y="3686"/>
                  </a:lnTo>
                  <a:lnTo>
                    <a:pt x="303" y="3784"/>
                  </a:lnTo>
                  <a:lnTo>
                    <a:pt x="409" y="3891"/>
                  </a:lnTo>
                  <a:cubicBezTo>
                    <a:pt x="409" y="3989"/>
                    <a:pt x="409" y="3989"/>
                    <a:pt x="507" y="4095"/>
                  </a:cubicBezTo>
                  <a:lnTo>
                    <a:pt x="614" y="4193"/>
                  </a:lnTo>
                  <a:cubicBezTo>
                    <a:pt x="614" y="4299"/>
                    <a:pt x="614" y="4299"/>
                    <a:pt x="712" y="4299"/>
                  </a:cubicBezTo>
                  <a:cubicBezTo>
                    <a:pt x="712" y="4299"/>
                    <a:pt x="712" y="4397"/>
                    <a:pt x="818" y="4397"/>
                  </a:cubicBezTo>
                  <a:lnTo>
                    <a:pt x="818" y="4504"/>
                  </a:lnTo>
                  <a:cubicBezTo>
                    <a:pt x="916" y="4504"/>
                    <a:pt x="916" y="4602"/>
                    <a:pt x="1022" y="4602"/>
                  </a:cubicBezTo>
                  <a:cubicBezTo>
                    <a:pt x="1022" y="4708"/>
                    <a:pt x="1120" y="4708"/>
                    <a:pt x="1227" y="4708"/>
                  </a:cubicBezTo>
                  <a:lnTo>
                    <a:pt x="1227" y="4806"/>
                  </a:lnTo>
                  <a:cubicBezTo>
                    <a:pt x="1325" y="4806"/>
                    <a:pt x="1325" y="4806"/>
                    <a:pt x="1325" y="4912"/>
                  </a:cubicBezTo>
                  <a:lnTo>
                    <a:pt x="1431" y="4912"/>
                  </a:lnTo>
                  <a:cubicBezTo>
                    <a:pt x="1529" y="4912"/>
                    <a:pt x="1529" y="5010"/>
                    <a:pt x="1635" y="5010"/>
                  </a:cubicBezTo>
                  <a:cubicBezTo>
                    <a:pt x="1733" y="5010"/>
                    <a:pt x="1840" y="5117"/>
                    <a:pt x="1840" y="5117"/>
                  </a:cubicBezTo>
                  <a:lnTo>
                    <a:pt x="2142" y="5117"/>
                  </a:lnTo>
                  <a:lnTo>
                    <a:pt x="2142" y="5215"/>
                  </a:lnTo>
                  <a:lnTo>
                    <a:pt x="2453" y="5215"/>
                  </a:lnTo>
                  <a:cubicBezTo>
                    <a:pt x="2861" y="5215"/>
                    <a:pt x="3270" y="5215"/>
                    <a:pt x="3679" y="5010"/>
                  </a:cubicBezTo>
                  <a:cubicBezTo>
                    <a:pt x="3777" y="5010"/>
                    <a:pt x="3777" y="4912"/>
                    <a:pt x="3883" y="4912"/>
                  </a:cubicBezTo>
                  <a:cubicBezTo>
                    <a:pt x="3981" y="4806"/>
                    <a:pt x="4087" y="4806"/>
                    <a:pt x="4087" y="4806"/>
                  </a:cubicBezTo>
                  <a:cubicBezTo>
                    <a:pt x="4186" y="4708"/>
                    <a:pt x="4292" y="4708"/>
                    <a:pt x="4292" y="4602"/>
                  </a:cubicBezTo>
                  <a:cubicBezTo>
                    <a:pt x="4390" y="4504"/>
                    <a:pt x="4594" y="4397"/>
                    <a:pt x="4700" y="4299"/>
                  </a:cubicBezTo>
                  <a:cubicBezTo>
                    <a:pt x="4905" y="3989"/>
                    <a:pt x="5109" y="3580"/>
                    <a:pt x="5207" y="3171"/>
                  </a:cubicBezTo>
                  <a:lnTo>
                    <a:pt x="5207" y="3073"/>
                  </a:lnTo>
                  <a:lnTo>
                    <a:pt x="5207" y="2967"/>
                  </a:lnTo>
                  <a:lnTo>
                    <a:pt x="5207" y="2869"/>
                  </a:lnTo>
                  <a:lnTo>
                    <a:pt x="5207" y="2665"/>
                  </a:lnTo>
                  <a:lnTo>
                    <a:pt x="5207" y="2558"/>
                  </a:lnTo>
                  <a:lnTo>
                    <a:pt x="5207" y="2354"/>
                  </a:lnTo>
                  <a:lnTo>
                    <a:pt x="5207" y="2256"/>
                  </a:lnTo>
                  <a:lnTo>
                    <a:pt x="5207" y="2150"/>
                  </a:lnTo>
                  <a:lnTo>
                    <a:pt x="5207" y="2052"/>
                  </a:lnTo>
                  <a:cubicBezTo>
                    <a:pt x="5207" y="1945"/>
                    <a:pt x="5109" y="1945"/>
                    <a:pt x="5109" y="1847"/>
                  </a:cubicBezTo>
                  <a:lnTo>
                    <a:pt x="5109" y="1741"/>
                  </a:lnTo>
                  <a:lnTo>
                    <a:pt x="5109" y="1643"/>
                  </a:lnTo>
                  <a:cubicBezTo>
                    <a:pt x="5003" y="1643"/>
                    <a:pt x="5003" y="1537"/>
                    <a:pt x="5003" y="1537"/>
                  </a:cubicBezTo>
                  <a:lnTo>
                    <a:pt x="5003" y="1439"/>
                  </a:lnTo>
                  <a:cubicBezTo>
                    <a:pt x="4905" y="1439"/>
                    <a:pt x="4905" y="1332"/>
                    <a:pt x="4905" y="1332"/>
                  </a:cubicBezTo>
                  <a:cubicBezTo>
                    <a:pt x="4496" y="621"/>
                    <a:pt x="3777" y="106"/>
                    <a:pt x="2861" y="8"/>
                  </a:cubicBezTo>
                  <a:cubicBezTo>
                    <a:pt x="2792" y="3"/>
                    <a:pt x="2722" y="0"/>
                    <a:pt x="2653"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17"/>
            <p:cNvSpPr/>
            <p:nvPr/>
          </p:nvSpPr>
          <p:spPr>
            <a:xfrm>
              <a:off x="2197975" y="6115813"/>
              <a:ext cx="150825" cy="129975"/>
            </a:xfrm>
            <a:custGeom>
              <a:rect b="b" l="l" r="r" t="t"/>
              <a:pathLst>
                <a:path extrusionOk="0" h="5199" w="6033">
                  <a:moveTo>
                    <a:pt x="3045" y="1"/>
                  </a:moveTo>
                  <a:cubicBezTo>
                    <a:pt x="2632" y="1"/>
                    <a:pt x="2216" y="105"/>
                    <a:pt x="1839" y="327"/>
                  </a:cubicBezTo>
                  <a:cubicBezTo>
                    <a:pt x="515" y="940"/>
                    <a:pt x="0" y="2574"/>
                    <a:pt x="719" y="3800"/>
                  </a:cubicBezTo>
                  <a:cubicBezTo>
                    <a:pt x="1146" y="4721"/>
                    <a:pt x="2065" y="5199"/>
                    <a:pt x="2998" y="5199"/>
                  </a:cubicBezTo>
                  <a:cubicBezTo>
                    <a:pt x="3408" y="5199"/>
                    <a:pt x="3819" y="5107"/>
                    <a:pt x="4193" y="4920"/>
                  </a:cubicBezTo>
                  <a:cubicBezTo>
                    <a:pt x="5517" y="4209"/>
                    <a:pt x="6032" y="2672"/>
                    <a:pt x="5313" y="1446"/>
                  </a:cubicBezTo>
                  <a:cubicBezTo>
                    <a:pt x="4888" y="530"/>
                    <a:pt x="3974" y="1"/>
                    <a:pt x="3045" y="1"/>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17"/>
            <p:cNvSpPr/>
            <p:nvPr/>
          </p:nvSpPr>
          <p:spPr>
            <a:xfrm>
              <a:off x="2231275" y="6123963"/>
              <a:ext cx="117525" cy="122175"/>
            </a:xfrm>
            <a:custGeom>
              <a:rect b="b" l="l" r="r" t="t"/>
              <a:pathLst>
                <a:path extrusionOk="0" h="4887" w="4701">
                  <a:moveTo>
                    <a:pt x="2861" y="1"/>
                  </a:moveTo>
                  <a:lnTo>
                    <a:pt x="2861" y="1"/>
                  </a:lnTo>
                  <a:cubicBezTo>
                    <a:pt x="3163" y="205"/>
                    <a:pt x="3368" y="409"/>
                    <a:pt x="3474" y="712"/>
                  </a:cubicBezTo>
                  <a:cubicBezTo>
                    <a:pt x="4185" y="2044"/>
                    <a:pt x="3678" y="3572"/>
                    <a:pt x="2452" y="4292"/>
                  </a:cubicBezTo>
                  <a:cubicBezTo>
                    <a:pt x="2044" y="4496"/>
                    <a:pt x="1609" y="4598"/>
                    <a:pt x="1187" y="4598"/>
                  </a:cubicBezTo>
                  <a:cubicBezTo>
                    <a:pt x="765" y="4598"/>
                    <a:pt x="356" y="4496"/>
                    <a:pt x="0" y="4292"/>
                  </a:cubicBezTo>
                  <a:lnTo>
                    <a:pt x="0" y="4292"/>
                  </a:lnTo>
                  <a:cubicBezTo>
                    <a:pt x="498" y="4665"/>
                    <a:pt x="1108" y="4887"/>
                    <a:pt x="1718" y="4887"/>
                  </a:cubicBezTo>
                  <a:cubicBezTo>
                    <a:pt x="2109" y="4887"/>
                    <a:pt x="2500" y="4795"/>
                    <a:pt x="2861" y="4594"/>
                  </a:cubicBezTo>
                  <a:cubicBezTo>
                    <a:pt x="4185" y="3883"/>
                    <a:pt x="4700" y="2346"/>
                    <a:pt x="3981" y="1120"/>
                  </a:cubicBezTo>
                  <a:cubicBezTo>
                    <a:pt x="3777" y="614"/>
                    <a:pt x="3368" y="205"/>
                    <a:pt x="2861" y="1"/>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p17"/>
            <p:cNvSpPr/>
            <p:nvPr/>
          </p:nvSpPr>
          <p:spPr>
            <a:xfrm>
              <a:off x="2215950" y="6151963"/>
              <a:ext cx="117525" cy="66425"/>
            </a:xfrm>
            <a:custGeom>
              <a:rect b="b" l="l" r="r" t="t"/>
              <a:pathLst>
                <a:path extrusionOk="0" h="2657" w="4701">
                  <a:moveTo>
                    <a:pt x="4594" y="0"/>
                  </a:moveTo>
                  <a:lnTo>
                    <a:pt x="0" y="2354"/>
                  </a:lnTo>
                  <a:lnTo>
                    <a:pt x="0" y="2452"/>
                  </a:lnTo>
                  <a:lnTo>
                    <a:pt x="205" y="2657"/>
                  </a:lnTo>
                  <a:lnTo>
                    <a:pt x="4700" y="311"/>
                  </a:lnTo>
                  <a:lnTo>
                    <a:pt x="4700" y="0"/>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17"/>
            <p:cNvSpPr/>
            <p:nvPr/>
          </p:nvSpPr>
          <p:spPr>
            <a:xfrm>
              <a:off x="2213300" y="6146863"/>
              <a:ext cx="120175" cy="69075"/>
            </a:xfrm>
            <a:custGeom>
              <a:rect b="b" l="l" r="r" t="t"/>
              <a:pathLst>
                <a:path extrusionOk="0" h="2763" w="4807">
                  <a:moveTo>
                    <a:pt x="4602" y="0"/>
                  </a:moveTo>
                  <a:lnTo>
                    <a:pt x="0" y="2452"/>
                  </a:lnTo>
                  <a:lnTo>
                    <a:pt x="106" y="2558"/>
                  </a:lnTo>
                  <a:cubicBezTo>
                    <a:pt x="106" y="2656"/>
                    <a:pt x="106" y="2656"/>
                    <a:pt x="204" y="2763"/>
                  </a:cubicBezTo>
                  <a:lnTo>
                    <a:pt x="4806" y="311"/>
                  </a:lnTo>
                  <a:lnTo>
                    <a:pt x="4700" y="204"/>
                  </a:lnTo>
                  <a:cubicBezTo>
                    <a:pt x="4700" y="106"/>
                    <a:pt x="4700" y="106"/>
                    <a:pt x="4602" y="0"/>
                  </a:cubicBez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17"/>
            <p:cNvSpPr/>
            <p:nvPr/>
          </p:nvSpPr>
          <p:spPr>
            <a:xfrm>
              <a:off x="2376750" y="6036913"/>
              <a:ext cx="130400" cy="130400"/>
            </a:xfrm>
            <a:custGeom>
              <a:rect b="b" l="l" r="r" t="t"/>
              <a:pathLst>
                <a:path extrusionOk="0" h="5216" w="5216">
                  <a:moveTo>
                    <a:pt x="2654" y="1"/>
                  </a:moveTo>
                  <a:cubicBezTo>
                    <a:pt x="1411" y="1"/>
                    <a:pt x="295" y="896"/>
                    <a:pt x="1" y="2150"/>
                  </a:cubicBezTo>
                  <a:lnTo>
                    <a:pt x="1" y="2355"/>
                  </a:lnTo>
                  <a:lnTo>
                    <a:pt x="1" y="2461"/>
                  </a:lnTo>
                  <a:lnTo>
                    <a:pt x="1" y="2559"/>
                  </a:lnTo>
                  <a:lnTo>
                    <a:pt x="1" y="2665"/>
                  </a:lnTo>
                  <a:cubicBezTo>
                    <a:pt x="1" y="2968"/>
                    <a:pt x="107" y="3172"/>
                    <a:pt x="107" y="3376"/>
                  </a:cubicBezTo>
                  <a:cubicBezTo>
                    <a:pt x="205" y="3483"/>
                    <a:pt x="205" y="3581"/>
                    <a:pt x="205" y="3581"/>
                  </a:cubicBezTo>
                  <a:lnTo>
                    <a:pt x="205" y="3687"/>
                  </a:lnTo>
                  <a:cubicBezTo>
                    <a:pt x="311" y="3687"/>
                    <a:pt x="311" y="3785"/>
                    <a:pt x="311" y="3785"/>
                  </a:cubicBezTo>
                  <a:lnTo>
                    <a:pt x="311" y="3891"/>
                  </a:lnTo>
                  <a:cubicBezTo>
                    <a:pt x="410" y="3891"/>
                    <a:pt x="410" y="3989"/>
                    <a:pt x="410" y="4096"/>
                  </a:cubicBezTo>
                  <a:lnTo>
                    <a:pt x="516" y="4096"/>
                  </a:lnTo>
                  <a:cubicBezTo>
                    <a:pt x="516" y="4096"/>
                    <a:pt x="516" y="4194"/>
                    <a:pt x="614" y="4194"/>
                  </a:cubicBezTo>
                  <a:lnTo>
                    <a:pt x="614" y="4300"/>
                  </a:lnTo>
                  <a:cubicBezTo>
                    <a:pt x="720" y="4300"/>
                    <a:pt x="720" y="4398"/>
                    <a:pt x="720" y="4398"/>
                  </a:cubicBezTo>
                  <a:lnTo>
                    <a:pt x="818" y="4504"/>
                  </a:lnTo>
                  <a:lnTo>
                    <a:pt x="924" y="4602"/>
                  </a:lnTo>
                  <a:cubicBezTo>
                    <a:pt x="1023" y="4709"/>
                    <a:pt x="1129" y="4709"/>
                    <a:pt x="1129" y="4709"/>
                  </a:cubicBezTo>
                  <a:cubicBezTo>
                    <a:pt x="1129" y="4807"/>
                    <a:pt x="1227" y="4807"/>
                    <a:pt x="1227" y="4807"/>
                  </a:cubicBezTo>
                  <a:cubicBezTo>
                    <a:pt x="1227" y="4807"/>
                    <a:pt x="1333" y="4807"/>
                    <a:pt x="1333" y="4913"/>
                  </a:cubicBezTo>
                  <a:lnTo>
                    <a:pt x="1431" y="4913"/>
                  </a:lnTo>
                  <a:cubicBezTo>
                    <a:pt x="1431" y="4913"/>
                    <a:pt x="1537" y="5011"/>
                    <a:pt x="1636" y="5011"/>
                  </a:cubicBezTo>
                  <a:cubicBezTo>
                    <a:pt x="1636" y="5011"/>
                    <a:pt x="1742" y="5117"/>
                    <a:pt x="1840" y="5117"/>
                  </a:cubicBezTo>
                  <a:lnTo>
                    <a:pt x="2150" y="5117"/>
                  </a:lnTo>
                  <a:cubicBezTo>
                    <a:pt x="2249" y="5215"/>
                    <a:pt x="2249" y="5215"/>
                    <a:pt x="2355" y="5215"/>
                  </a:cubicBezTo>
                  <a:cubicBezTo>
                    <a:pt x="2862" y="5215"/>
                    <a:pt x="3270" y="5215"/>
                    <a:pt x="3679" y="5011"/>
                  </a:cubicBezTo>
                  <a:cubicBezTo>
                    <a:pt x="3679" y="5011"/>
                    <a:pt x="3785" y="4913"/>
                    <a:pt x="3883" y="4913"/>
                  </a:cubicBezTo>
                  <a:cubicBezTo>
                    <a:pt x="3883" y="4807"/>
                    <a:pt x="3989" y="4807"/>
                    <a:pt x="4088" y="4807"/>
                  </a:cubicBezTo>
                  <a:lnTo>
                    <a:pt x="4292" y="4602"/>
                  </a:lnTo>
                  <a:lnTo>
                    <a:pt x="4602" y="4300"/>
                  </a:lnTo>
                  <a:cubicBezTo>
                    <a:pt x="4905" y="3989"/>
                    <a:pt x="5011" y="3581"/>
                    <a:pt x="5109" y="3172"/>
                  </a:cubicBezTo>
                  <a:lnTo>
                    <a:pt x="5215" y="3074"/>
                  </a:lnTo>
                  <a:lnTo>
                    <a:pt x="5215" y="2968"/>
                  </a:lnTo>
                  <a:lnTo>
                    <a:pt x="5215" y="2870"/>
                  </a:lnTo>
                  <a:lnTo>
                    <a:pt x="5215" y="2665"/>
                  </a:lnTo>
                  <a:lnTo>
                    <a:pt x="5215" y="2559"/>
                  </a:lnTo>
                  <a:lnTo>
                    <a:pt x="5215" y="2355"/>
                  </a:lnTo>
                  <a:lnTo>
                    <a:pt x="5215" y="2257"/>
                  </a:lnTo>
                  <a:lnTo>
                    <a:pt x="5215" y="2150"/>
                  </a:lnTo>
                  <a:lnTo>
                    <a:pt x="5109" y="2052"/>
                  </a:lnTo>
                  <a:lnTo>
                    <a:pt x="5109" y="1848"/>
                  </a:lnTo>
                  <a:lnTo>
                    <a:pt x="5109" y="1742"/>
                  </a:lnTo>
                  <a:cubicBezTo>
                    <a:pt x="5011" y="1742"/>
                    <a:pt x="5011" y="1644"/>
                    <a:pt x="5011" y="1644"/>
                  </a:cubicBezTo>
                  <a:lnTo>
                    <a:pt x="5011" y="1537"/>
                  </a:lnTo>
                  <a:lnTo>
                    <a:pt x="4905" y="1439"/>
                  </a:lnTo>
                  <a:lnTo>
                    <a:pt x="4905" y="1333"/>
                  </a:lnTo>
                  <a:cubicBezTo>
                    <a:pt x="4496" y="622"/>
                    <a:pt x="3679" y="107"/>
                    <a:pt x="2862" y="9"/>
                  </a:cubicBezTo>
                  <a:cubicBezTo>
                    <a:pt x="2792" y="3"/>
                    <a:pt x="2723" y="1"/>
                    <a:pt x="2654" y="1"/>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17"/>
            <p:cNvSpPr/>
            <p:nvPr/>
          </p:nvSpPr>
          <p:spPr>
            <a:xfrm>
              <a:off x="2353875" y="6034013"/>
              <a:ext cx="148175" cy="130050"/>
            </a:xfrm>
            <a:custGeom>
              <a:rect b="b" l="l" r="r" t="t"/>
              <a:pathLst>
                <a:path extrusionOk="0" h="5202" w="5927">
                  <a:moveTo>
                    <a:pt x="3007" y="1"/>
                  </a:moveTo>
                  <a:cubicBezTo>
                    <a:pt x="2584" y="1"/>
                    <a:pt x="2149" y="105"/>
                    <a:pt x="1733" y="329"/>
                  </a:cubicBezTo>
                  <a:cubicBezTo>
                    <a:pt x="507" y="942"/>
                    <a:pt x="0" y="2577"/>
                    <a:pt x="712" y="3803"/>
                  </a:cubicBezTo>
                  <a:cubicBezTo>
                    <a:pt x="1138" y="4723"/>
                    <a:pt x="2010" y="5202"/>
                    <a:pt x="2947" y="5202"/>
                  </a:cubicBezTo>
                  <a:cubicBezTo>
                    <a:pt x="3358" y="5202"/>
                    <a:pt x="3782" y="5110"/>
                    <a:pt x="4185" y="4923"/>
                  </a:cubicBezTo>
                  <a:cubicBezTo>
                    <a:pt x="5411" y="4212"/>
                    <a:pt x="5926" y="2675"/>
                    <a:pt x="5313" y="1351"/>
                  </a:cubicBezTo>
                  <a:cubicBezTo>
                    <a:pt x="4818" y="508"/>
                    <a:pt x="3940" y="1"/>
                    <a:pt x="3007" y="1"/>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17"/>
            <p:cNvSpPr/>
            <p:nvPr/>
          </p:nvSpPr>
          <p:spPr>
            <a:xfrm>
              <a:off x="2386975" y="6042238"/>
              <a:ext cx="115075" cy="122175"/>
            </a:xfrm>
            <a:custGeom>
              <a:rect b="b" l="l" r="r" t="t"/>
              <a:pathLst>
                <a:path extrusionOk="0" h="4887" w="4603">
                  <a:moveTo>
                    <a:pt x="2861" y="0"/>
                  </a:moveTo>
                  <a:cubicBezTo>
                    <a:pt x="3066" y="205"/>
                    <a:pt x="3270" y="409"/>
                    <a:pt x="3474" y="711"/>
                  </a:cubicBezTo>
                  <a:cubicBezTo>
                    <a:pt x="4193" y="2044"/>
                    <a:pt x="3679" y="3572"/>
                    <a:pt x="2354" y="4291"/>
                  </a:cubicBezTo>
                  <a:cubicBezTo>
                    <a:pt x="2021" y="4481"/>
                    <a:pt x="1646" y="4559"/>
                    <a:pt x="1268" y="4559"/>
                  </a:cubicBezTo>
                  <a:cubicBezTo>
                    <a:pt x="829" y="4559"/>
                    <a:pt x="387" y="4454"/>
                    <a:pt x="1" y="4291"/>
                  </a:cubicBezTo>
                  <a:lnTo>
                    <a:pt x="1" y="4291"/>
                  </a:lnTo>
                  <a:cubicBezTo>
                    <a:pt x="498" y="4665"/>
                    <a:pt x="1111" y="4886"/>
                    <a:pt x="1721" y="4886"/>
                  </a:cubicBezTo>
                  <a:cubicBezTo>
                    <a:pt x="2113" y="4886"/>
                    <a:pt x="2503" y="4795"/>
                    <a:pt x="2861" y="4594"/>
                  </a:cubicBezTo>
                  <a:cubicBezTo>
                    <a:pt x="4087" y="3883"/>
                    <a:pt x="4602" y="2346"/>
                    <a:pt x="3989" y="1022"/>
                  </a:cubicBezTo>
                  <a:cubicBezTo>
                    <a:pt x="3679" y="613"/>
                    <a:pt x="3270" y="205"/>
                    <a:pt x="2861"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17"/>
            <p:cNvSpPr/>
            <p:nvPr/>
          </p:nvSpPr>
          <p:spPr>
            <a:xfrm>
              <a:off x="2371650" y="6070238"/>
              <a:ext cx="117525" cy="66425"/>
            </a:xfrm>
            <a:custGeom>
              <a:rect b="b" l="l" r="r" t="t"/>
              <a:pathLst>
                <a:path extrusionOk="0" h="2657" w="4701">
                  <a:moveTo>
                    <a:pt x="4602" y="0"/>
                  </a:moveTo>
                  <a:lnTo>
                    <a:pt x="1" y="2354"/>
                  </a:lnTo>
                  <a:lnTo>
                    <a:pt x="1" y="2452"/>
                  </a:lnTo>
                  <a:cubicBezTo>
                    <a:pt x="1" y="2558"/>
                    <a:pt x="107" y="2558"/>
                    <a:pt x="107" y="2656"/>
                  </a:cubicBezTo>
                  <a:lnTo>
                    <a:pt x="4700" y="311"/>
                  </a:lnTo>
                  <a:cubicBezTo>
                    <a:pt x="4700" y="204"/>
                    <a:pt x="4700" y="106"/>
                    <a:pt x="4602"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9" name="Google Shape;1019;p17"/>
            <p:cNvSpPr/>
            <p:nvPr/>
          </p:nvSpPr>
          <p:spPr>
            <a:xfrm>
              <a:off x="2369200" y="6065113"/>
              <a:ext cx="117525" cy="69100"/>
            </a:xfrm>
            <a:custGeom>
              <a:rect b="b" l="l" r="r" t="t"/>
              <a:pathLst>
                <a:path extrusionOk="0" h="2764" w="4701">
                  <a:moveTo>
                    <a:pt x="4594" y="1"/>
                  </a:moveTo>
                  <a:lnTo>
                    <a:pt x="0" y="2453"/>
                  </a:lnTo>
                  <a:cubicBezTo>
                    <a:pt x="0" y="2453"/>
                    <a:pt x="0" y="2559"/>
                    <a:pt x="99" y="2559"/>
                  </a:cubicBezTo>
                  <a:lnTo>
                    <a:pt x="99" y="2763"/>
                  </a:lnTo>
                  <a:lnTo>
                    <a:pt x="4700" y="311"/>
                  </a:lnTo>
                  <a:lnTo>
                    <a:pt x="4700" y="107"/>
                  </a:lnTo>
                  <a:cubicBezTo>
                    <a:pt x="4700" y="107"/>
                    <a:pt x="4594" y="107"/>
                    <a:pt x="4594" y="1"/>
                  </a:cubicBez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0" name="Google Shape;1020;p17"/>
            <p:cNvSpPr/>
            <p:nvPr/>
          </p:nvSpPr>
          <p:spPr>
            <a:xfrm>
              <a:off x="1832825" y="6506888"/>
              <a:ext cx="130175" cy="130400"/>
            </a:xfrm>
            <a:custGeom>
              <a:rect b="b" l="l" r="r" t="t"/>
              <a:pathLst>
                <a:path extrusionOk="0" h="5216" w="5207">
                  <a:moveTo>
                    <a:pt x="2652" y="0"/>
                  </a:moveTo>
                  <a:cubicBezTo>
                    <a:pt x="1403" y="0"/>
                    <a:pt x="292" y="896"/>
                    <a:pt x="98" y="2150"/>
                  </a:cubicBezTo>
                  <a:lnTo>
                    <a:pt x="0" y="2150"/>
                  </a:lnTo>
                  <a:lnTo>
                    <a:pt x="0" y="2355"/>
                  </a:lnTo>
                  <a:lnTo>
                    <a:pt x="0" y="2461"/>
                  </a:lnTo>
                  <a:lnTo>
                    <a:pt x="0" y="2559"/>
                  </a:lnTo>
                  <a:lnTo>
                    <a:pt x="0" y="2665"/>
                  </a:lnTo>
                  <a:cubicBezTo>
                    <a:pt x="0" y="2968"/>
                    <a:pt x="98" y="3172"/>
                    <a:pt x="98" y="3376"/>
                  </a:cubicBezTo>
                  <a:cubicBezTo>
                    <a:pt x="205" y="3482"/>
                    <a:pt x="205" y="3581"/>
                    <a:pt x="205" y="3581"/>
                  </a:cubicBezTo>
                  <a:lnTo>
                    <a:pt x="205" y="3687"/>
                  </a:lnTo>
                  <a:cubicBezTo>
                    <a:pt x="303" y="3687"/>
                    <a:pt x="303" y="3785"/>
                    <a:pt x="303" y="3785"/>
                  </a:cubicBezTo>
                  <a:lnTo>
                    <a:pt x="303" y="3891"/>
                  </a:lnTo>
                  <a:lnTo>
                    <a:pt x="507" y="4095"/>
                  </a:lnTo>
                  <a:cubicBezTo>
                    <a:pt x="507" y="4095"/>
                    <a:pt x="507" y="4194"/>
                    <a:pt x="613" y="4300"/>
                  </a:cubicBezTo>
                  <a:cubicBezTo>
                    <a:pt x="711" y="4300"/>
                    <a:pt x="711" y="4398"/>
                    <a:pt x="711" y="4398"/>
                  </a:cubicBezTo>
                  <a:cubicBezTo>
                    <a:pt x="818" y="4398"/>
                    <a:pt x="818" y="4504"/>
                    <a:pt x="818" y="4504"/>
                  </a:cubicBezTo>
                  <a:lnTo>
                    <a:pt x="916" y="4602"/>
                  </a:lnTo>
                  <a:lnTo>
                    <a:pt x="1022" y="4602"/>
                  </a:lnTo>
                  <a:cubicBezTo>
                    <a:pt x="1022" y="4708"/>
                    <a:pt x="1120" y="4708"/>
                    <a:pt x="1120" y="4807"/>
                  </a:cubicBezTo>
                  <a:lnTo>
                    <a:pt x="1226" y="4807"/>
                  </a:lnTo>
                  <a:cubicBezTo>
                    <a:pt x="1226" y="4807"/>
                    <a:pt x="1324" y="4807"/>
                    <a:pt x="1324" y="4913"/>
                  </a:cubicBezTo>
                  <a:lnTo>
                    <a:pt x="1431" y="4913"/>
                  </a:lnTo>
                  <a:cubicBezTo>
                    <a:pt x="1431" y="4913"/>
                    <a:pt x="1529" y="5011"/>
                    <a:pt x="1635" y="5011"/>
                  </a:cubicBezTo>
                  <a:cubicBezTo>
                    <a:pt x="1733" y="5011"/>
                    <a:pt x="1733" y="5117"/>
                    <a:pt x="1839" y="5117"/>
                  </a:cubicBezTo>
                  <a:lnTo>
                    <a:pt x="2044" y="5117"/>
                  </a:lnTo>
                  <a:cubicBezTo>
                    <a:pt x="2044" y="5117"/>
                    <a:pt x="2142" y="5117"/>
                    <a:pt x="2142" y="5215"/>
                  </a:cubicBezTo>
                  <a:lnTo>
                    <a:pt x="2346" y="5215"/>
                  </a:lnTo>
                  <a:cubicBezTo>
                    <a:pt x="2861" y="5215"/>
                    <a:pt x="3270" y="5215"/>
                    <a:pt x="3678" y="5011"/>
                  </a:cubicBezTo>
                  <a:cubicBezTo>
                    <a:pt x="3678" y="5011"/>
                    <a:pt x="3776" y="4913"/>
                    <a:pt x="3883" y="4913"/>
                  </a:cubicBezTo>
                  <a:cubicBezTo>
                    <a:pt x="3981" y="4807"/>
                    <a:pt x="3981" y="4807"/>
                    <a:pt x="4087" y="4807"/>
                  </a:cubicBezTo>
                  <a:lnTo>
                    <a:pt x="4291" y="4602"/>
                  </a:lnTo>
                  <a:lnTo>
                    <a:pt x="4594" y="4300"/>
                  </a:lnTo>
                  <a:cubicBezTo>
                    <a:pt x="4904" y="3989"/>
                    <a:pt x="5109" y="3581"/>
                    <a:pt x="5109" y="3172"/>
                  </a:cubicBezTo>
                  <a:lnTo>
                    <a:pt x="5207" y="3172"/>
                  </a:lnTo>
                  <a:lnTo>
                    <a:pt x="5207" y="3074"/>
                  </a:lnTo>
                  <a:lnTo>
                    <a:pt x="5207" y="2968"/>
                  </a:lnTo>
                  <a:lnTo>
                    <a:pt x="5207" y="2869"/>
                  </a:lnTo>
                  <a:lnTo>
                    <a:pt x="5207" y="2665"/>
                  </a:lnTo>
                  <a:lnTo>
                    <a:pt x="5207" y="2559"/>
                  </a:lnTo>
                  <a:lnTo>
                    <a:pt x="5207" y="2355"/>
                  </a:lnTo>
                  <a:lnTo>
                    <a:pt x="5207" y="2256"/>
                  </a:lnTo>
                  <a:lnTo>
                    <a:pt x="5207" y="2150"/>
                  </a:lnTo>
                  <a:lnTo>
                    <a:pt x="5207" y="2052"/>
                  </a:lnTo>
                  <a:cubicBezTo>
                    <a:pt x="5109" y="1946"/>
                    <a:pt x="5109" y="1946"/>
                    <a:pt x="5109" y="1848"/>
                  </a:cubicBezTo>
                  <a:lnTo>
                    <a:pt x="5109" y="1742"/>
                  </a:lnTo>
                  <a:lnTo>
                    <a:pt x="5002" y="1643"/>
                  </a:lnTo>
                  <a:lnTo>
                    <a:pt x="5002" y="1537"/>
                  </a:lnTo>
                  <a:lnTo>
                    <a:pt x="4904" y="1439"/>
                  </a:lnTo>
                  <a:lnTo>
                    <a:pt x="4904" y="1333"/>
                  </a:lnTo>
                  <a:cubicBezTo>
                    <a:pt x="4496" y="622"/>
                    <a:pt x="3776" y="107"/>
                    <a:pt x="2861" y="9"/>
                  </a:cubicBezTo>
                  <a:cubicBezTo>
                    <a:pt x="2791" y="3"/>
                    <a:pt x="2722" y="0"/>
                    <a:pt x="2652"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17"/>
            <p:cNvSpPr/>
            <p:nvPr/>
          </p:nvSpPr>
          <p:spPr>
            <a:xfrm>
              <a:off x="1809725" y="6504063"/>
              <a:ext cx="148175" cy="129975"/>
            </a:xfrm>
            <a:custGeom>
              <a:rect b="b" l="l" r="r" t="t"/>
              <a:pathLst>
                <a:path extrusionOk="0" h="5199" w="5927">
                  <a:moveTo>
                    <a:pt x="2994" y="0"/>
                  </a:moveTo>
                  <a:cubicBezTo>
                    <a:pt x="2577" y="0"/>
                    <a:pt x="2149" y="105"/>
                    <a:pt x="1742" y="326"/>
                  </a:cubicBezTo>
                  <a:cubicBezTo>
                    <a:pt x="516" y="939"/>
                    <a:pt x="1" y="2574"/>
                    <a:pt x="720" y="3800"/>
                  </a:cubicBezTo>
                  <a:cubicBezTo>
                    <a:pt x="1146" y="4720"/>
                    <a:pt x="2066" y="5198"/>
                    <a:pt x="2999" y="5198"/>
                  </a:cubicBezTo>
                  <a:cubicBezTo>
                    <a:pt x="3408" y="5198"/>
                    <a:pt x="3820" y="5106"/>
                    <a:pt x="4194" y="4920"/>
                  </a:cubicBezTo>
                  <a:cubicBezTo>
                    <a:pt x="5518" y="4208"/>
                    <a:pt x="5926" y="2672"/>
                    <a:pt x="5313" y="1446"/>
                  </a:cubicBezTo>
                  <a:cubicBezTo>
                    <a:pt x="4821" y="529"/>
                    <a:pt x="3933" y="0"/>
                    <a:pt x="2994" y="0"/>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p17"/>
            <p:cNvSpPr/>
            <p:nvPr/>
          </p:nvSpPr>
          <p:spPr>
            <a:xfrm>
              <a:off x="1843025" y="6512213"/>
              <a:ext cx="114875" cy="122175"/>
            </a:xfrm>
            <a:custGeom>
              <a:rect b="b" l="l" r="r" t="t"/>
              <a:pathLst>
                <a:path extrusionOk="0" h="4887" w="4595">
                  <a:moveTo>
                    <a:pt x="2862" y="0"/>
                  </a:moveTo>
                  <a:lnTo>
                    <a:pt x="2862" y="0"/>
                  </a:lnTo>
                  <a:cubicBezTo>
                    <a:pt x="3066" y="204"/>
                    <a:pt x="3270" y="409"/>
                    <a:pt x="3475" y="711"/>
                  </a:cubicBezTo>
                  <a:cubicBezTo>
                    <a:pt x="4186" y="2043"/>
                    <a:pt x="3679" y="3572"/>
                    <a:pt x="2347" y="4291"/>
                  </a:cubicBezTo>
                  <a:cubicBezTo>
                    <a:pt x="1991" y="4495"/>
                    <a:pt x="1582" y="4598"/>
                    <a:pt x="1174" y="4598"/>
                  </a:cubicBezTo>
                  <a:cubicBezTo>
                    <a:pt x="765" y="4598"/>
                    <a:pt x="356" y="4495"/>
                    <a:pt x="1" y="4291"/>
                  </a:cubicBezTo>
                  <a:lnTo>
                    <a:pt x="1" y="4291"/>
                  </a:lnTo>
                  <a:cubicBezTo>
                    <a:pt x="499" y="4664"/>
                    <a:pt x="1109" y="4886"/>
                    <a:pt x="1718" y="4886"/>
                  </a:cubicBezTo>
                  <a:cubicBezTo>
                    <a:pt x="2109" y="4886"/>
                    <a:pt x="2501" y="4795"/>
                    <a:pt x="2862" y="4594"/>
                  </a:cubicBezTo>
                  <a:cubicBezTo>
                    <a:pt x="4186" y="3882"/>
                    <a:pt x="4594" y="2346"/>
                    <a:pt x="3981" y="1120"/>
                  </a:cubicBezTo>
                  <a:cubicBezTo>
                    <a:pt x="3679" y="613"/>
                    <a:pt x="3270" y="204"/>
                    <a:pt x="2862"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17"/>
            <p:cNvSpPr/>
            <p:nvPr/>
          </p:nvSpPr>
          <p:spPr>
            <a:xfrm>
              <a:off x="1827700" y="6540188"/>
              <a:ext cx="117525" cy="66450"/>
            </a:xfrm>
            <a:custGeom>
              <a:rect b="b" l="l" r="r" t="t"/>
              <a:pathLst>
                <a:path extrusionOk="0" h="2658" w="4701">
                  <a:moveTo>
                    <a:pt x="4594" y="1"/>
                  </a:moveTo>
                  <a:lnTo>
                    <a:pt x="1" y="2355"/>
                  </a:lnTo>
                  <a:lnTo>
                    <a:pt x="1" y="2453"/>
                  </a:lnTo>
                  <a:cubicBezTo>
                    <a:pt x="99" y="2559"/>
                    <a:pt x="99" y="2559"/>
                    <a:pt x="99" y="2657"/>
                  </a:cubicBezTo>
                  <a:lnTo>
                    <a:pt x="4701" y="311"/>
                  </a:lnTo>
                  <a:cubicBezTo>
                    <a:pt x="4701" y="205"/>
                    <a:pt x="4701" y="107"/>
                    <a:pt x="4594" y="1"/>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17"/>
            <p:cNvSpPr/>
            <p:nvPr/>
          </p:nvSpPr>
          <p:spPr>
            <a:xfrm>
              <a:off x="1825050" y="6535088"/>
              <a:ext cx="120175" cy="69100"/>
            </a:xfrm>
            <a:custGeom>
              <a:rect b="b" l="l" r="r" t="t"/>
              <a:pathLst>
                <a:path extrusionOk="0" h="2764" w="4807">
                  <a:moveTo>
                    <a:pt x="4602" y="1"/>
                  </a:moveTo>
                  <a:lnTo>
                    <a:pt x="1" y="2453"/>
                  </a:lnTo>
                  <a:cubicBezTo>
                    <a:pt x="1" y="2453"/>
                    <a:pt x="1" y="2559"/>
                    <a:pt x="107" y="2559"/>
                  </a:cubicBezTo>
                  <a:lnTo>
                    <a:pt x="107" y="2763"/>
                  </a:lnTo>
                  <a:lnTo>
                    <a:pt x="4807" y="311"/>
                  </a:lnTo>
                  <a:cubicBezTo>
                    <a:pt x="4700" y="311"/>
                    <a:pt x="4700" y="205"/>
                    <a:pt x="4700" y="205"/>
                  </a:cubicBezTo>
                  <a:cubicBezTo>
                    <a:pt x="4700" y="107"/>
                    <a:pt x="4602" y="107"/>
                    <a:pt x="4602" y="1"/>
                  </a:cubicBez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5" name="Google Shape;1025;p17"/>
            <p:cNvSpPr/>
            <p:nvPr/>
          </p:nvSpPr>
          <p:spPr>
            <a:xfrm>
              <a:off x="1988525" y="6425163"/>
              <a:ext cx="130400" cy="130375"/>
            </a:xfrm>
            <a:custGeom>
              <a:rect b="b" l="l" r="r" t="t"/>
              <a:pathLst>
                <a:path extrusionOk="0" h="5215" w="5216">
                  <a:moveTo>
                    <a:pt x="2638" y="0"/>
                  </a:moveTo>
                  <a:cubicBezTo>
                    <a:pt x="1305" y="0"/>
                    <a:pt x="194" y="895"/>
                    <a:pt x="0" y="2150"/>
                  </a:cubicBezTo>
                  <a:lnTo>
                    <a:pt x="0" y="2354"/>
                  </a:lnTo>
                  <a:lnTo>
                    <a:pt x="0" y="2460"/>
                  </a:lnTo>
                  <a:lnTo>
                    <a:pt x="0" y="2558"/>
                  </a:lnTo>
                  <a:lnTo>
                    <a:pt x="0" y="2665"/>
                  </a:lnTo>
                  <a:cubicBezTo>
                    <a:pt x="0" y="2967"/>
                    <a:pt x="0" y="3171"/>
                    <a:pt x="107" y="3376"/>
                  </a:cubicBezTo>
                  <a:cubicBezTo>
                    <a:pt x="107" y="3482"/>
                    <a:pt x="107" y="3580"/>
                    <a:pt x="205" y="3580"/>
                  </a:cubicBezTo>
                  <a:lnTo>
                    <a:pt x="205" y="3686"/>
                  </a:lnTo>
                  <a:cubicBezTo>
                    <a:pt x="205" y="3686"/>
                    <a:pt x="205" y="3785"/>
                    <a:pt x="311" y="3785"/>
                  </a:cubicBezTo>
                  <a:lnTo>
                    <a:pt x="311" y="3891"/>
                  </a:lnTo>
                  <a:cubicBezTo>
                    <a:pt x="311" y="3989"/>
                    <a:pt x="409" y="3989"/>
                    <a:pt x="409" y="4095"/>
                  </a:cubicBezTo>
                  <a:cubicBezTo>
                    <a:pt x="515" y="4095"/>
                    <a:pt x="515" y="4193"/>
                    <a:pt x="515" y="4193"/>
                  </a:cubicBezTo>
                  <a:lnTo>
                    <a:pt x="613" y="4299"/>
                  </a:lnTo>
                  <a:lnTo>
                    <a:pt x="720" y="4398"/>
                  </a:lnTo>
                  <a:lnTo>
                    <a:pt x="720" y="4504"/>
                  </a:lnTo>
                  <a:cubicBezTo>
                    <a:pt x="818" y="4504"/>
                    <a:pt x="818" y="4602"/>
                    <a:pt x="924" y="4602"/>
                  </a:cubicBezTo>
                  <a:cubicBezTo>
                    <a:pt x="1022" y="4708"/>
                    <a:pt x="1022" y="4708"/>
                    <a:pt x="1128" y="4708"/>
                  </a:cubicBezTo>
                  <a:lnTo>
                    <a:pt x="1128" y="4806"/>
                  </a:lnTo>
                  <a:cubicBezTo>
                    <a:pt x="1226" y="4806"/>
                    <a:pt x="1226" y="4806"/>
                    <a:pt x="1333" y="4912"/>
                  </a:cubicBezTo>
                  <a:cubicBezTo>
                    <a:pt x="1431" y="4912"/>
                    <a:pt x="1537" y="5011"/>
                    <a:pt x="1537" y="5011"/>
                  </a:cubicBezTo>
                  <a:cubicBezTo>
                    <a:pt x="1635" y="5011"/>
                    <a:pt x="1741" y="5117"/>
                    <a:pt x="1839" y="5117"/>
                  </a:cubicBezTo>
                  <a:lnTo>
                    <a:pt x="2150" y="5117"/>
                  </a:lnTo>
                  <a:cubicBezTo>
                    <a:pt x="2150" y="5215"/>
                    <a:pt x="2248" y="5215"/>
                    <a:pt x="2354" y="5215"/>
                  </a:cubicBezTo>
                  <a:cubicBezTo>
                    <a:pt x="2763" y="5215"/>
                    <a:pt x="3172" y="5215"/>
                    <a:pt x="3580" y="5011"/>
                  </a:cubicBezTo>
                  <a:cubicBezTo>
                    <a:pt x="3678" y="5011"/>
                    <a:pt x="3785" y="4912"/>
                    <a:pt x="3785" y="4912"/>
                  </a:cubicBezTo>
                  <a:cubicBezTo>
                    <a:pt x="3883" y="4806"/>
                    <a:pt x="3989" y="4806"/>
                    <a:pt x="4087" y="4806"/>
                  </a:cubicBezTo>
                  <a:cubicBezTo>
                    <a:pt x="4087" y="4708"/>
                    <a:pt x="4193" y="4708"/>
                    <a:pt x="4193" y="4602"/>
                  </a:cubicBezTo>
                  <a:cubicBezTo>
                    <a:pt x="4398" y="4504"/>
                    <a:pt x="4496" y="4398"/>
                    <a:pt x="4602" y="4299"/>
                  </a:cubicBezTo>
                  <a:cubicBezTo>
                    <a:pt x="4806" y="3989"/>
                    <a:pt x="5011" y="3580"/>
                    <a:pt x="5109" y="3171"/>
                  </a:cubicBezTo>
                  <a:lnTo>
                    <a:pt x="5109" y="3073"/>
                  </a:lnTo>
                  <a:lnTo>
                    <a:pt x="5109" y="2967"/>
                  </a:lnTo>
                  <a:lnTo>
                    <a:pt x="5215" y="2967"/>
                  </a:lnTo>
                  <a:lnTo>
                    <a:pt x="5215" y="2869"/>
                  </a:lnTo>
                  <a:lnTo>
                    <a:pt x="5215" y="2665"/>
                  </a:lnTo>
                  <a:lnTo>
                    <a:pt x="5215" y="2558"/>
                  </a:lnTo>
                  <a:lnTo>
                    <a:pt x="5215" y="2354"/>
                  </a:lnTo>
                  <a:lnTo>
                    <a:pt x="5215" y="2256"/>
                  </a:lnTo>
                  <a:cubicBezTo>
                    <a:pt x="5109" y="2256"/>
                    <a:pt x="5109" y="2150"/>
                    <a:pt x="5109" y="2150"/>
                  </a:cubicBezTo>
                  <a:lnTo>
                    <a:pt x="5109" y="2052"/>
                  </a:lnTo>
                  <a:lnTo>
                    <a:pt x="5109" y="1847"/>
                  </a:lnTo>
                  <a:lnTo>
                    <a:pt x="5011" y="1741"/>
                  </a:lnTo>
                  <a:lnTo>
                    <a:pt x="5011" y="1643"/>
                  </a:lnTo>
                  <a:cubicBezTo>
                    <a:pt x="5011" y="1643"/>
                    <a:pt x="5011" y="1537"/>
                    <a:pt x="4904" y="1537"/>
                  </a:cubicBezTo>
                  <a:lnTo>
                    <a:pt x="4904" y="1439"/>
                  </a:lnTo>
                  <a:cubicBezTo>
                    <a:pt x="4904" y="1439"/>
                    <a:pt x="4904" y="1332"/>
                    <a:pt x="4806" y="1332"/>
                  </a:cubicBezTo>
                  <a:cubicBezTo>
                    <a:pt x="4398" y="621"/>
                    <a:pt x="3678" y="106"/>
                    <a:pt x="2861" y="8"/>
                  </a:cubicBezTo>
                  <a:cubicBezTo>
                    <a:pt x="2786" y="3"/>
                    <a:pt x="2712" y="0"/>
                    <a:pt x="2638"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17"/>
            <p:cNvSpPr/>
            <p:nvPr/>
          </p:nvSpPr>
          <p:spPr>
            <a:xfrm>
              <a:off x="1965625" y="6422313"/>
              <a:ext cx="148175" cy="129975"/>
            </a:xfrm>
            <a:custGeom>
              <a:rect b="b" l="l" r="r" t="t"/>
              <a:pathLst>
                <a:path extrusionOk="0" h="5199" w="5927">
                  <a:moveTo>
                    <a:pt x="2987" y="1"/>
                  </a:moveTo>
                  <a:cubicBezTo>
                    <a:pt x="2572" y="1"/>
                    <a:pt x="2144" y="105"/>
                    <a:pt x="1734" y="327"/>
                  </a:cubicBezTo>
                  <a:cubicBezTo>
                    <a:pt x="508" y="940"/>
                    <a:pt x="1" y="2574"/>
                    <a:pt x="614" y="3800"/>
                  </a:cubicBezTo>
                  <a:cubicBezTo>
                    <a:pt x="1108" y="4721"/>
                    <a:pt x="2002" y="5199"/>
                    <a:pt x="2945" y="5199"/>
                  </a:cubicBezTo>
                  <a:cubicBezTo>
                    <a:pt x="3359" y="5199"/>
                    <a:pt x="3782" y="5107"/>
                    <a:pt x="4186" y="4920"/>
                  </a:cubicBezTo>
                  <a:cubicBezTo>
                    <a:pt x="5412" y="4209"/>
                    <a:pt x="5927" y="2672"/>
                    <a:pt x="5207" y="1446"/>
                  </a:cubicBezTo>
                  <a:cubicBezTo>
                    <a:pt x="4783" y="530"/>
                    <a:pt x="3920" y="1"/>
                    <a:pt x="2987" y="1"/>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7" name="Google Shape;1027;p17"/>
            <p:cNvSpPr/>
            <p:nvPr/>
          </p:nvSpPr>
          <p:spPr>
            <a:xfrm>
              <a:off x="1998750" y="6430463"/>
              <a:ext cx="115050" cy="122175"/>
            </a:xfrm>
            <a:custGeom>
              <a:rect b="b" l="l" r="r" t="t"/>
              <a:pathLst>
                <a:path extrusionOk="0" h="4887" w="4602">
                  <a:moveTo>
                    <a:pt x="2763" y="1"/>
                  </a:moveTo>
                  <a:lnTo>
                    <a:pt x="2763" y="1"/>
                  </a:lnTo>
                  <a:cubicBezTo>
                    <a:pt x="3065" y="205"/>
                    <a:pt x="3269" y="409"/>
                    <a:pt x="3474" y="712"/>
                  </a:cubicBezTo>
                  <a:cubicBezTo>
                    <a:pt x="4087" y="2044"/>
                    <a:pt x="3580" y="3573"/>
                    <a:pt x="2354" y="4292"/>
                  </a:cubicBezTo>
                  <a:cubicBezTo>
                    <a:pt x="1945" y="4496"/>
                    <a:pt x="1537" y="4598"/>
                    <a:pt x="1140" y="4598"/>
                  </a:cubicBezTo>
                  <a:cubicBezTo>
                    <a:pt x="744" y="4598"/>
                    <a:pt x="360" y="4496"/>
                    <a:pt x="0" y="4292"/>
                  </a:cubicBezTo>
                  <a:lnTo>
                    <a:pt x="0" y="4292"/>
                  </a:lnTo>
                  <a:cubicBezTo>
                    <a:pt x="438" y="4665"/>
                    <a:pt x="1025" y="4887"/>
                    <a:pt x="1647" y="4887"/>
                  </a:cubicBezTo>
                  <a:cubicBezTo>
                    <a:pt x="2047" y="4887"/>
                    <a:pt x="2461" y="4795"/>
                    <a:pt x="2861" y="4594"/>
                  </a:cubicBezTo>
                  <a:cubicBezTo>
                    <a:pt x="4087" y="3883"/>
                    <a:pt x="4602" y="2346"/>
                    <a:pt x="3882" y="1120"/>
                  </a:cubicBezTo>
                  <a:cubicBezTo>
                    <a:pt x="3678" y="614"/>
                    <a:pt x="3269" y="205"/>
                    <a:pt x="2763" y="1"/>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8" name="Google Shape;1028;p17"/>
            <p:cNvSpPr/>
            <p:nvPr/>
          </p:nvSpPr>
          <p:spPr>
            <a:xfrm>
              <a:off x="1980950" y="6458463"/>
              <a:ext cx="119975" cy="66425"/>
            </a:xfrm>
            <a:custGeom>
              <a:rect b="b" l="l" r="r" t="t"/>
              <a:pathLst>
                <a:path extrusionOk="0" h="2657" w="4799">
                  <a:moveTo>
                    <a:pt x="4594" y="0"/>
                  </a:moveTo>
                  <a:lnTo>
                    <a:pt x="1" y="2354"/>
                  </a:lnTo>
                  <a:lnTo>
                    <a:pt x="99" y="2453"/>
                  </a:lnTo>
                  <a:cubicBezTo>
                    <a:pt x="99" y="2559"/>
                    <a:pt x="205" y="2559"/>
                    <a:pt x="205" y="2657"/>
                  </a:cubicBezTo>
                  <a:lnTo>
                    <a:pt x="4799" y="311"/>
                  </a:lnTo>
                  <a:cubicBezTo>
                    <a:pt x="4799" y="205"/>
                    <a:pt x="4701" y="107"/>
                    <a:pt x="4701"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9" name="Google Shape;1029;p17"/>
            <p:cNvSpPr/>
            <p:nvPr/>
          </p:nvSpPr>
          <p:spPr>
            <a:xfrm>
              <a:off x="1980950" y="6453363"/>
              <a:ext cx="117525" cy="69075"/>
            </a:xfrm>
            <a:custGeom>
              <a:rect b="b" l="l" r="r" t="t"/>
              <a:pathLst>
                <a:path extrusionOk="0" h="2763" w="4701">
                  <a:moveTo>
                    <a:pt x="4594" y="0"/>
                  </a:moveTo>
                  <a:lnTo>
                    <a:pt x="1" y="2452"/>
                  </a:lnTo>
                  <a:lnTo>
                    <a:pt x="1" y="2558"/>
                  </a:lnTo>
                  <a:cubicBezTo>
                    <a:pt x="99" y="2657"/>
                    <a:pt x="99" y="2657"/>
                    <a:pt x="99" y="2763"/>
                  </a:cubicBezTo>
                  <a:lnTo>
                    <a:pt x="4701" y="311"/>
                  </a:lnTo>
                  <a:cubicBezTo>
                    <a:pt x="4701" y="311"/>
                    <a:pt x="4701" y="204"/>
                    <a:pt x="4594" y="204"/>
                  </a:cubicBezTo>
                  <a:lnTo>
                    <a:pt x="4594" y="0"/>
                  </a:ln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0" name="Google Shape;1030;p17"/>
            <p:cNvSpPr/>
            <p:nvPr/>
          </p:nvSpPr>
          <p:spPr>
            <a:xfrm>
              <a:off x="2141775" y="6343413"/>
              <a:ext cx="130400" cy="130400"/>
            </a:xfrm>
            <a:custGeom>
              <a:rect b="b" l="l" r="r" t="t"/>
              <a:pathLst>
                <a:path extrusionOk="0" h="5216" w="5216">
                  <a:moveTo>
                    <a:pt x="2654" y="1"/>
                  </a:moveTo>
                  <a:cubicBezTo>
                    <a:pt x="1411" y="1"/>
                    <a:pt x="300" y="896"/>
                    <a:pt x="107" y="2150"/>
                  </a:cubicBezTo>
                  <a:lnTo>
                    <a:pt x="107" y="2355"/>
                  </a:lnTo>
                  <a:cubicBezTo>
                    <a:pt x="0" y="2355"/>
                    <a:pt x="0" y="2461"/>
                    <a:pt x="0" y="2461"/>
                  </a:cubicBezTo>
                  <a:lnTo>
                    <a:pt x="0" y="2559"/>
                  </a:lnTo>
                  <a:lnTo>
                    <a:pt x="0" y="2665"/>
                  </a:lnTo>
                  <a:cubicBezTo>
                    <a:pt x="107" y="2968"/>
                    <a:pt x="107" y="3172"/>
                    <a:pt x="205" y="3376"/>
                  </a:cubicBezTo>
                  <a:lnTo>
                    <a:pt x="205" y="3581"/>
                  </a:lnTo>
                  <a:lnTo>
                    <a:pt x="311" y="3687"/>
                  </a:lnTo>
                  <a:lnTo>
                    <a:pt x="311" y="3785"/>
                  </a:lnTo>
                  <a:lnTo>
                    <a:pt x="409" y="3891"/>
                  </a:lnTo>
                  <a:cubicBezTo>
                    <a:pt x="409" y="3891"/>
                    <a:pt x="409" y="3989"/>
                    <a:pt x="515" y="4096"/>
                  </a:cubicBezTo>
                  <a:lnTo>
                    <a:pt x="613" y="4194"/>
                  </a:lnTo>
                  <a:cubicBezTo>
                    <a:pt x="613" y="4300"/>
                    <a:pt x="613" y="4300"/>
                    <a:pt x="720" y="4300"/>
                  </a:cubicBezTo>
                  <a:cubicBezTo>
                    <a:pt x="720" y="4300"/>
                    <a:pt x="720" y="4398"/>
                    <a:pt x="818" y="4398"/>
                  </a:cubicBezTo>
                  <a:lnTo>
                    <a:pt x="818" y="4504"/>
                  </a:lnTo>
                  <a:cubicBezTo>
                    <a:pt x="924" y="4504"/>
                    <a:pt x="924" y="4602"/>
                    <a:pt x="1022" y="4602"/>
                  </a:cubicBezTo>
                  <a:cubicBezTo>
                    <a:pt x="1022" y="4709"/>
                    <a:pt x="1128" y="4709"/>
                    <a:pt x="1128" y="4709"/>
                  </a:cubicBezTo>
                  <a:lnTo>
                    <a:pt x="1226" y="4807"/>
                  </a:lnTo>
                  <a:cubicBezTo>
                    <a:pt x="1226" y="4807"/>
                    <a:pt x="1333" y="4807"/>
                    <a:pt x="1333" y="4913"/>
                  </a:cubicBezTo>
                  <a:lnTo>
                    <a:pt x="1431" y="4913"/>
                  </a:lnTo>
                  <a:cubicBezTo>
                    <a:pt x="1537" y="4913"/>
                    <a:pt x="1537" y="5011"/>
                    <a:pt x="1635" y="5011"/>
                  </a:cubicBezTo>
                  <a:cubicBezTo>
                    <a:pt x="1741" y="5011"/>
                    <a:pt x="1741" y="5011"/>
                    <a:pt x="1839" y="5117"/>
                  </a:cubicBezTo>
                  <a:lnTo>
                    <a:pt x="2150" y="5117"/>
                  </a:lnTo>
                  <a:cubicBezTo>
                    <a:pt x="2248" y="5215"/>
                    <a:pt x="2354" y="5215"/>
                    <a:pt x="2354" y="5215"/>
                  </a:cubicBezTo>
                  <a:cubicBezTo>
                    <a:pt x="2861" y="5215"/>
                    <a:pt x="3270" y="5117"/>
                    <a:pt x="3678" y="5011"/>
                  </a:cubicBezTo>
                  <a:cubicBezTo>
                    <a:pt x="3785" y="5011"/>
                    <a:pt x="3785" y="4913"/>
                    <a:pt x="3883" y="4913"/>
                  </a:cubicBezTo>
                  <a:cubicBezTo>
                    <a:pt x="3989" y="4807"/>
                    <a:pt x="3989" y="4807"/>
                    <a:pt x="4087" y="4807"/>
                  </a:cubicBezTo>
                  <a:lnTo>
                    <a:pt x="4291" y="4602"/>
                  </a:lnTo>
                  <a:cubicBezTo>
                    <a:pt x="4398" y="4504"/>
                    <a:pt x="4602" y="4398"/>
                    <a:pt x="4700" y="4300"/>
                  </a:cubicBezTo>
                  <a:cubicBezTo>
                    <a:pt x="4904" y="3989"/>
                    <a:pt x="5109" y="3581"/>
                    <a:pt x="5215" y="3172"/>
                  </a:cubicBezTo>
                  <a:lnTo>
                    <a:pt x="5215" y="3074"/>
                  </a:lnTo>
                  <a:lnTo>
                    <a:pt x="5215" y="2968"/>
                  </a:lnTo>
                  <a:lnTo>
                    <a:pt x="5215" y="2870"/>
                  </a:lnTo>
                  <a:lnTo>
                    <a:pt x="5215" y="2665"/>
                  </a:lnTo>
                  <a:lnTo>
                    <a:pt x="5215" y="2559"/>
                  </a:lnTo>
                  <a:lnTo>
                    <a:pt x="5215" y="2355"/>
                  </a:lnTo>
                  <a:lnTo>
                    <a:pt x="5215" y="2257"/>
                  </a:lnTo>
                  <a:lnTo>
                    <a:pt x="5215" y="2150"/>
                  </a:lnTo>
                  <a:lnTo>
                    <a:pt x="5215" y="2052"/>
                  </a:lnTo>
                  <a:cubicBezTo>
                    <a:pt x="5215" y="1946"/>
                    <a:pt x="5109" y="1946"/>
                    <a:pt x="5109" y="1848"/>
                  </a:cubicBezTo>
                  <a:lnTo>
                    <a:pt x="5109" y="1742"/>
                  </a:lnTo>
                  <a:cubicBezTo>
                    <a:pt x="5109" y="1742"/>
                    <a:pt x="5109" y="1644"/>
                    <a:pt x="5011" y="1644"/>
                  </a:cubicBezTo>
                  <a:lnTo>
                    <a:pt x="5011" y="1537"/>
                  </a:lnTo>
                  <a:lnTo>
                    <a:pt x="5011" y="1439"/>
                  </a:lnTo>
                  <a:cubicBezTo>
                    <a:pt x="4904" y="1439"/>
                    <a:pt x="4904" y="1333"/>
                    <a:pt x="4904" y="1333"/>
                  </a:cubicBezTo>
                  <a:cubicBezTo>
                    <a:pt x="4496" y="622"/>
                    <a:pt x="3785" y="107"/>
                    <a:pt x="2861" y="9"/>
                  </a:cubicBezTo>
                  <a:cubicBezTo>
                    <a:pt x="2792" y="3"/>
                    <a:pt x="2723" y="1"/>
                    <a:pt x="2654" y="1"/>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1" name="Google Shape;1031;p17"/>
            <p:cNvSpPr/>
            <p:nvPr/>
          </p:nvSpPr>
          <p:spPr>
            <a:xfrm>
              <a:off x="2118900" y="6340513"/>
              <a:ext cx="150600" cy="130050"/>
            </a:xfrm>
            <a:custGeom>
              <a:rect b="b" l="l" r="r" t="t"/>
              <a:pathLst>
                <a:path extrusionOk="0" h="5202" w="6024">
                  <a:moveTo>
                    <a:pt x="3063" y="1"/>
                  </a:moveTo>
                  <a:cubicBezTo>
                    <a:pt x="2644" y="1"/>
                    <a:pt x="2222" y="105"/>
                    <a:pt x="1839" y="329"/>
                  </a:cubicBezTo>
                  <a:cubicBezTo>
                    <a:pt x="507" y="942"/>
                    <a:pt x="0" y="2577"/>
                    <a:pt x="711" y="3803"/>
                  </a:cubicBezTo>
                  <a:cubicBezTo>
                    <a:pt x="1137" y="4724"/>
                    <a:pt x="2057" y="5202"/>
                    <a:pt x="2990" y="5202"/>
                  </a:cubicBezTo>
                  <a:cubicBezTo>
                    <a:pt x="3399" y="5202"/>
                    <a:pt x="3811" y="5110"/>
                    <a:pt x="4185" y="4923"/>
                  </a:cubicBezTo>
                  <a:cubicBezTo>
                    <a:pt x="5517" y="4212"/>
                    <a:pt x="6024" y="2675"/>
                    <a:pt x="5313" y="1351"/>
                  </a:cubicBezTo>
                  <a:cubicBezTo>
                    <a:pt x="4891" y="508"/>
                    <a:pt x="3986" y="1"/>
                    <a:pt x="3063" y="1"/>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p17"/>
            <p:cNvSpPr/>
            <p:nvPr/>
          </p:nvSpPr>
          <p:spPr>
            <a:xfrm>
              <a:off x="2152000" y="6348738"/>
              <a:ext cx="117500" cy="122175"/>
            </a:xfrm>
            <a:custGeom>
              <a:rect b="b" l="l" r="r" t="t"/>
              <a:pathLst>
                <a:path extrusionOk="0" h="4887" w="4700">
                  <a:moveTo>
                    <a:pt x="2861" y="0"/>
                  </a:moveTo>
                  <a:lnTo>
                    <a:pt x="2861" y="0"/>
                  </a:lnTo>
                  <a:cubicBezTo>
                    <a:pt x="3171" y="205"/>
                    <a:pt x="3376" y="409"/>
                    <a:pt x="3474" y="711"/>
                  </a:cubicBezTo>
                  <a:cubicBezTo>
                    <a:pt x="4193" y="2044"/>
                    <a:pt x="3678" y="3572"/>
                    <a:pt x="2452" y="4291"/>
                  </a:cubicBezTo>
                  <a:cubicBezTo>
                    <a:pt x="2074" y="4481"/>
                    <a:pt x="1674" y="4560"/>
                    <a:pt x="1282" y="4560"/>
                  </a:cubicBezTo>
                  <a:cubicBezTo>
                    <a:pt x="829" y="4560"/>
                    <a:pt x="386" y="4454"/>
                    <a:pt x="0" y="4291"/>
                  </a:cubicBezTo>
                  <a:lnTo>
                    <a:pt x="0" y="4291"/>
                  </a:lnTo>
                  <a:cubicBezTo>
                    <a:pt x="498" y="4665"/>
                    <a:pt x="1111" y="4887"/>
                    <a:pt x="1721" y="4887"/>
                  </a:cubicBezTo>
                  <a:cubicBezTo>
                    <a:pt x="2113" y="4887"/>
                    <a:pt x="2503" y="4795"/>
                    <a:pt x="2861" y="4594"/>
                  </a:cubicBezTo>
                  <a:cubicBezTo>
                    <a:pt x="4193" y="3883"/>
                    <a:pt x="4700" y="2346"/>
                    <a:pt x="3989" y="1022"/>
                  </a:cubicBezTo>
                  <a:cubicBezTo>
                    <a:pt x="3784" y="613"/>
                    <a:pt x="3376" y="205"/>
                    <a:pt x="2861"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3" name="Google Shape;1033;p17"/>
            <p:cNvSpPr/>
            <p:nvPr/>
          </p:nvSpPr>
          <p:spPr>
            <a:xfrm>
              <a:off x="2136675" y="6376738"/>
              <a:ext cx="117500" cy="66425"/>
            </a:xfrm>
            <a:custGeom>
              <a:rect b="b" l="l" r="r" t="t"/>
              <a:pathLst>
                <a:path extrusionOk="0" h="2657" w="4700">
                  <a:moveTo>
                    <a:pt x="4602" y="0"/>
                  </a:moveTo>
                  <a:lnTo>
                    <a:pt x="0" y="2354"/>
                  </a:lnTo>
                  <a:lnTo>
                    <a:pt x="0" y="2452"/>
                  </a:lnTo>
                  <a:lnTo>
                    <a:pt x="204" y="2656"/>
                  </a:lnTo>
                  <a:lnTo>
                    <a:pt x="4700" y="311"/>
                  </a:lnTo>
                  <a:lnTo>
                    <a:pt x="4700" y="0"/>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4" name="Google Shape;1034;p17"/>
            <p:cNvSpPr/>
            <p:nvPr/>
          </p:nvSpPr>
          <p:spPr>
            <a:xfrm>
              <a:off x="2134225" y="6371613"/>
              <a:ext cx="119950" cy="66450"/>
            </a:xfrm>
            <a:custGeom>
              <a:rect b="b" l="l" r="r" t="t"/>
              <a:pathLst>
                <a:path extrusionOk="0" h="2658" w="4798">
                  <a:moveTo>
                    <a:pt x="4593" y="1"/>
                  </a:moveTo>
                  <a:lnTo>
                    <a:pt x="0" y="2453"/>
                  </a:lnTo>
                  <a:lnTo>
                    <a:pt x="98" y="2559"/>
                  </a:lnTo>
                  <a:cubicBezTo>
                    <a:pt x="98" y="2657"/>
                    <a:pt x="98" y="2657"/>
                    <a:pt x="204" y="2657"/>
                  </a:cubicBezTo>
                  <a:lnTo>
                    <a:pt x="4798" y="311"/>
                  </a:lnTo>
                  <a:cubicBezTo>
                    <a:pt x="4798" y="205"/>
                    <a:pt x="4700" y="205"/>
                    <a:pt x="4700" y="107"/>
                  </a:cubicBezTo>
                  <a:lnTo>
                    <a:pt x="4593" y="1"/>
                  </a:ln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5" name="Google Shape;1035;p17"/>
            <p:cNvSpPr/>
            <p:nvPr/>
          </p:nvSpPr>
          <p:spPr>
            <a:xfrm>
              <a:off x="2297675" y="6261688"/>
              <a:ext cx="130200" cy="130400"/>
            </a:xfrm>
            <a:custGeom>
              <a:rect b="b" l="l" r="r" t="t"/>
              <a:pathLst>
                <a:path extrusionOk="0" h="5216" w="5208">
                  <a:moveTo>
                    <a:pt x="2638" y="0"/>
                  </a:moveTo>
                  <a:cubicBezTo>
                    <a:pt x="1305" y="0"/>
                    <a:pt x="194" y="895"/>
                    <a:pt x="1" y="2150"/>
                  </a:cubicBezTo>
                  <a:lnTo>
                    <a:pt x="1" y="2354"/>
                  </a:lnTo>
                  <a:lnTo>
                    <a:pt x="1" y="2461"/>
                  </a:lnTo>
                  <a:lnTo>
                    <a:pt x="1" y="2559"/>
                  </a:lnTo>
                  <a:lnTo>
                    <a:pt x="1" y="2665"/>
                  </a:lnTo>
                  <a:cubicBezTo>
                    <a:pt x="1" y="2967"/>
                    <a:pt x="1" y="3172"/>
                    <a:pt x="99" y="3376"/>
                  </a:cubicBezTo>
                  <a:cubicBezTo>
                    <a:pt x="99" y="3482"/>
                    <a:pt x="205" y="3580"/>
                    <a:pt x="205" y="3580"/>
                  </a:cubicBezTo>
                  <a:lnTo>
                    <a:pt x="205" y="3687"/>
                  </a:lnTo>
                  <a:lnTo>
                    <a:pt x="303" y="3785"/>
                  </a:lnTo>
                  <a:lnTo>
                    <a:pt x="303" y="3891"/>
                  </a:lnTo>
                  <a:cubicBezTo>
                    <a:pt x="409" y="3891"/>
                    <a:pt x="409" y="3989"/>
                    <a:pt x="409" y="4095"/>
                  </a:cubicBezTo>
                  <a:lnTo>
                    <a:pt x="507" y="4095"/>
                  </a:lnTo>
                  <a:cubicBezTo>
                    <a:pt x="507" y="4095"/>
                    <a:pt x="507" y="4193"/>
                    <a:pt x="614" y="4193"/>
                  </a:cubicBezTo>
                  <a:lnTo>
                    <a:pt x="614" y="4300"/>
                  </a:lnTo>
                  <a:lnTo>
                    <a:pt x="712" y="4398"/>
                  </a:lnTo>
                  <a:cubicBezTo>
                    <a:pt x="712" y="4398"/>
                    <a:pt x="818" y="4398"/>
                    <a:pt x="818" y="4504"/>
                  </a:cubicBezTo>
                  <a:lnTo>
                    <a:pt x="916" y="4602"/>
                  </a:lnTo>
                  <a:cubicBezTo>
                    <a:pt x="1022" y="4708"/>
                    <a:pt x="1022" y="4708"/>
                    <a:pt x="1121" y="4708"/>
                  </a:cubicBezTo>
                  <a:cubicBezTo>
                    <a:pt x="1121" y="4806"/>
                    <a:pt x="1121" y="4806"/>
                    <a:pt x="1227" y="4806"/>
                  </a:cubicBezTo>
                  <a:cubicBezTo>
                    <a:pt x="1227" y="4806"/>
                    <a:pt x="1325" y="4806"/>
                    <a:pt x="1325" y="4913"/>
                  </a:cubicBezTo>
                  <a:lnTo>
                    <a:pt x="1431" y="4913"/>
                  </a:lnTo>
                  <a:cubicBezTo>
                    <a:pt x="1431" y="4913"/>
                    <a:pt x="1529" y="5011"/>
                    <a:pt x="1635" y="5011"/>
                  </a:cubicBezTo>
                  <a:cubicBezTo>
                    <a:pt x="1635" y="5011"/>
                    <a:pt x="1734" y="5011"/>
                    <a:pt x="1840" y="5117"/>
                  </a:cubicBezTo>
                  <a:lnTo>
                    <a:pt x="2142" y="5117"/>
                  </a:lnTo>
                  <a:cubicBezTo>
                    <a:pt x="2248" y="5215"/>
                    <a:pt x="2248" y="5215"/>
                    <a:pt x="2347" y="5215"/>
                  </a:cubicBezTo>
                  <a:cubicBezTo>
                    <a:pt x="2755" y="5215"/>
                    <a:pt x="3270" y="5117"/>
                    <a:pt x="3573" y="5011"/>
                  </a:cubicBezTo>
                  <a:cubicBezTo>
                    <a:pt x="3679" y="5011"/>
                    <a:pt x="3777" y="4913"/>
                    <a:pt x="3883" y="4913"/>
                  </a:cubicBezTo>
                  <a:cubicBezTo>
                    <a:pt x="3883" y="4806"/>
                    <a:pt x="3981" y="4806"/>
                    <a:pt x="4087" y="4806"/>
                  </a:cubicBezTo>
                  <a:cubicBezTo>
                    <a:pt x="4087" y="4708"/>
                    <a:pt x="4186" y="4708"/>
                    <a:pt x="4292" y="4602"/>
                  </a:cubicBezTo>
                  <a:lnTo>
                    <a:pt x="4594" y="4300"/>
                  </a:lnTo>
                  <a:cubicBezTo>
                    <a:pt x="4905" y="3989"/>
                    <a:pt x="5003" y="3580"/>
                    <a:pt x="5109" y="3172"/>
                  </a:cubicBezTo>
                  <a:cubicBezTo>
                    <a:pt x="5109" y="3074"/>
                    <a:pt x="5207" y="3074"/>
                    <a:pt x="5207" y="2967"/>
                  </a:cubicBezTo>
                  <a:lnTo>
                    <a:pt x="5207" y="2869"/>
                  </a:lnTo>
                  <a:lnTo>
                    <a:pt x="5207" y="2665"/>
                  </a:lnTo>
                  <a:lnTo>
                    <a:pt x="5207" y="2559"/>
                  </a:lnTo>
                  <a:lnTo>
                    <a:pt x="5207" y="2354"/>
                  </a:lnTo>
                  <a:lnTo>
                    <a:pt x="5207" y="2256"/>
                  </a:lnTo>
                  <a:lnTo>
                    <a:pt x="5207" y="2150"/>
                  </a:lnTo>
                  <a:lnTo>
                    <a:pt x="5109" y="2052"/>
                  </a:lnTo>
                  <a:lnTo>
                    <a:pt x="5109" y="1848"/>
                  </a:lnTo>
                  <a:lnTo>
                    <a:pt x="5109" y="1741"/>
                  </a:lnTo>
                  <a:cubicBezTo>
                    <a:pt x="5003" y="1741"/>
                    <a:pt x="5003" y="1643"/>
                    <a:pt x="5003" y="1643"/>
                  </a:cubicBezTo>
                  <a:lnTo>
                    <a:pt x="5003" y="1537"/>
                  </a:lnTo>
                  <a:lnTo>
                    <a:pt x="4905" y="1439"/>
                  </a:lnTo>
                  <a:lnTo>
                    <a:pt x="4905" y="1333"/>
                  </a:lnTo>
                  <a:cubicBezTo>
                    <a:pt x="4496" y="622"/>
                    <a:pt x="3679" y="107"/>
                    <a:pt x="2861" y="9"/>
                  </a:cubicBezTo>
                  <a:cubicBezTo>
                    <a:pt x="2786" y="3"/>
                    <a:pt x="2712" y="0"/>
                    <a:pt x="2638"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6" name="Google Shape;1036;p17"/>
            <p:cNvSpPr/>
            <p:nvPr/>
          </p:nvSpPr>
          <p:spPr>
            <a:xfrm>
              <a:off x="2274600" y="6258788"/>
              <a:ext cx="148150" cy="129600"/>
            </a:xfrm>
            <a:custGeom>
              <a:rect b="b" l="l" r="r" t="t"/>
              <a:pathLst>
                <a:path extrusionOk="0" h="5184" w="5926">
                  <a:moveTo>
                    <a:pt x="3011" y="0"/>
                  </a:moveTo>
                  <a:cubicBezTo>
                    <a:pt x="2588" y="0"/>
                    <a:pt x="2154" y="105"/>
                    <a:pt x="1741" y="329"/>
                  </a:cubicBezTo>
                  <a:cubicBezTo>
                    <a:pt x="515" y="942"/>
                    <a:pt x="0" y="2577"/>
                    <a:pt x="719" y="3803"/>
                  </a:cubicBezTo>
                  <a:cubicBezTo>
                    <a:pt x="1155" y="4675"/>
                    <a:pt x="2055" y="5183"/>
                    <a:pt x="3017" y="5183"/>
                  </a:cubicBezTo>
                  <a:cubicBezTo>
                    <a:pt x="3408" y="5183"/>
                    <a:pt x="3809" y="5099"/>
                    <a:pt x="4193" y="4922"/>
                  </a:cubicBezTo>
                  <a:cubicBezTo>
                    <a:pt x="5419" y="4211"/>
                    <a:pt x="5926" y="2675"/>
                    <a:pt x="5313" y="1351"/>
                  </a:cubicBezTo>
                  <a:cubicBezTo>
                    <a:pt x="4824" y="507"/>
                    <a:pt x="3944" y="0"/>
                    <a:pt x="3011" y="0"/>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7" name="Google Shape;1037;p17"/>
            <p:cNvSpPr/>
            <p:nvPr/>
          </p:nvSpPr>
          <p:spPr>
            <a:xfrm>
              <a:off x="2307900" y="6267013"/>
              <a:ext cx="114850" cy="122175"/>
            </a:xfrm>
            <a:custGeom>
              <a:rect b="b" l="l" r="r" t="t"/>
              <a:pathLst>
                <a:path extrusionOk="0" h="4887" w="4594">
                  <a:moveTo>
                    <a:pt x="2861" y="0"/>
                  </a:moveTo>
                  <a:lnTo>
                    <a:pt x="2861" y="0"/>
                  </a:lnTo>
                  <a:cubicBezTo>
                    <a:pt x="3065" y="204"/>
                    <a:pt x="3270" y="409"/>
                    <a:pt x="3474" y="711"/>
                  </a:cubicBezTo>
                  <a:cubicBezTo>
                    <a:pt x="4087" y="2043"/>
                    <a:pt x="3678" y="3572"/>
                    <a:pt x="2346" y="4291"/>
                  </a:cubicBezTo>
                  <a:cubicBezTo>
                    <a:pt x="2017" y="4480"/>
                    <a:pt x="1642" y="4559"/>
                    <a:pt x="1263" y="4559"/>
                  </a:cubicBezTo>
                  <a:cubicBezTo>
                    <a:pt x="825" y="4559"/>
                    <a:pt x="382" y="4453"/>
                    <a:pt x="0" y="4291"/>
                  </a:cubicBezTo>
                  <a:lnTo>
                    <a:pt x="0" y="4291"/>
                  </a:lnTo>
                  <a:cubicBezTo>
                    <a:pt x="433" y="4664"/>
                    <a:pt x="1058" y="4886"/>
                    <a:pt x="1688" y="4886"/>
                  </a:cubicBezTo>
                  <a:cubicBezTo>
                    <a:pt x="2093" y="4886"/>
                    <a:pt x="2500" y="4795"/>
                    <a:pt x="2861" y="4593"/>
                  </a:cubicBezTo>
                  <a:cubicBezTo>
                    <a:pt x="4087" y="3882"/>
                    <a:pt x="4594" y="2346"/>
                    <a:pt x="3981" y="1022"/>
                  </a:cubicBezTo>
                  <a:cubicBezTo>
                    <a:pt x="3678" y="613"/>
                    <a:pt x="3270" y="204"/>
                    <a:pt x="2861"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8" name="Google Shape;1038;p17"/>
            <p:cNvSpPr/>
            <p:nvPr/>
          </p:nvSpPr>
          <p:spPr>
            <a:xfrm>
              <a:off x="2292575" y="6292538"/>
              <a:ext cx="117525" cy="68900"/>
            </a:xfrm>
            <a:custGeom>
              <a:rect b="b" l="l" r="r" t="t"/>
              <a:pathLst>
                <a:path extrusionOk="0" h="2756" w="4701">
                  <a:moveTo>
                    <a:pt x="4594" y="1"/>
                  </a:moveTo>
                  <a:lnTo>
                    <a:pt x="0" y="2453"/>
                  </a:lnTo>
                  <a:lnTo>
                    <a:pt x="0" y="2551"/>
                  </a:lnTo>
                  <a:cubicBezTo>
                    <a:pt x="0" y="2657"/>
                    <a:pt x="98" y="2657"/>
                    <a:pt x="98" y="2755"/>
                  </a:cubicBezTo>
                  <a:lnTo>
                    <a:pt x="4700" y="303"/>
                  </a:lnTo>
                  <a:cubicBezTo>
                    <a:pt x="4700" y="303"/>
                    <a:pt x="4594" y="205"/>
                    <a:pt x="4594" y="99"/>
                  </a:cubicBezTo>
                  <a:lnTo>
                    <a:pt x="4594" y="1"/>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9" name="Google Shape;1039;p17"/>
            <p:cNvSpPr/>
            <p:nvPr/>
          </p:nvSpPr>
          <p:spPr>
            <a:xfrm>
              <a:off x="2289925" y="6289888"/>
              <a:ext cx="117500" cy="66425"/>
            </a:xfrm>
            <a:custGeom>
              <a:rect b="b" l="l" r="r" t="t"/>
              <a:pathLst>
                <a:path extrusionOk="0" h="2657" w="4700">
                  <a:moveTo>
                    <a:pt x="4602" y="0"/>
                  </a:moveTo>
                  <a:lnTo>
                    <a:pt x="0" y="2452"/>
                  </a:lnTo>
                  <a:cubicBezTo>
                    <a:pt x="0" y="2452"/>
                    <a:pt x="0" y="2559"/>
                    <a:pt x="106" y="2559"/>
                  </a:cubicBezTo>
                  <a:lnTo>
                    <a:pt x="106" y="2657"/>
                  </a:lnTo>
                  <a:lnTo>
                    <a:pt x="4700" y="311"/>
                  </a:lnTo>
                  <a:lnTo>
                    <a:pt x="4700" y="107"/>
                  </a:lnTo>
                  <a:cubicBezTo>
                    <a:pt x="4602" y="107"/>
                    <a:pt x="4602" y="0"/>
                    <a:pt x="4602" y="0"/>
                  </a:cubicBez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0" name="Google Shape;1040;p17"/>
            <p:cNvSpPr/>
            <p:nvPr/>
          </p:nvSpPr>
          <p:spPr>
            <a:xfrm>
              <a:off x="2453375" y="6179963"/>
              <a:ext cx="130400" cy="130375"/>
            </a:xfrm>
            <a:custGeom>
              <a:rect b="b" l="l" r="r" t="t"/>
              <a:pathLst>
                <a:path extrusionOk="0" h="5215" w="5216">
                  <a:moveTo>
                    <a:pt x="2638" y="0"/>
                  </a:moveTo>
                  <a:cubicBezTo>
                    <a:pt x="1305" y="0"/>
                    <a:pt x="194" y="895"/>
                    <a:pt x="1" y="2150"/>
                  </a:cubicBezTo>
                  <a:lnTo>
                    <a:pt x="1" y="2354"/>
                  </a:lnTo>
                  <a:lnTo>
                    <a:pt x="1" y="2460"/>
                  </a:lnTo>
                  <a:lnTo>
                    <a:pt x="1" y="2558"/>
                  </a:lnTo>
                  <a:lnTo>
                    <a:pt x="1" y="2665"/>
                  </a:lnTo>
                  <a:cubicBezTo>
                    <a:pt x="1" y="2967"/>
                    <a:pt x="1" y="3171"/>
                    <a:pt x="107" y="3376"/>
                  </a:cubicBezTo>
                  <a:cubicBezTo>
                    <a:pt x="107" y="3482"/>
                    <a:pt x="107" y="3482"/>
                    <a:pt x="205" y="3580"/>
                  </a:cubicBezTo>
                  <a:lnTo>
                    <a:pt x="205" y="3686"/>
                  </a:lnTo>
                  <a:cubicBezTo>
                    <a:pt x="205" y="3686"/>
                    <a:pt x="205" y="3784"/>
                    <a:pt x="311" y="3784"/>
                  </a:cubicBezTo>
                  <a:lnTo>
                    <a:pt x="311" y="3891"/>
                  </a:lnTo>
                  <a:cubicBezTo>
                    <a:pt x="311" y="3891"/>
                    <a:pt x="410" y="3989"/>
                    <a:pt x="410" y="4095"/>
                  </a:cubicBezTo>
                  <a:lnTo>
                    <a:pt x="516" y="4193"/>
                  </a:lnTo>
                  <a:cubicBezTo>
                    <a:pt x="516" y="4299"/>
                    <a:pt x="614" y="4299"/>
                    <a:pt x="614" y="4299"/>
                  </a:cubicBezTo>
                  <a:cubicBezTo>
                    <a:pt x="614" y="4299"/>
                    <a:pt x="614" y="4397"/>
                    <a:pt x="720" y="4397"/>
                  </a:cubicBezTo>
                  <a:lnTo>
                    <a:pt x="720" y="4504"/>
                  </a:lnTo>
                  <a:cubicBezTo>
                    <a:pt x="818" y="4504"/>
                    <a:pt x="818" y="4602"/>
                    <a:pt x="924" y="4602"/>
                  </a:cubicBezTo>
                  <a:cubicBezTo>
                    <a:pt x="1023" y="4708"/>
                    <a:pt x="1023" y="4708"/>
                    <a:pt x="1129" y="4708"/>
                  </a:cubicBezTo>
                  <a:lnTo>
                    <a:pt x="1129" y="4806"/>
                  </a:lnTo>
                  <a:cubicBezTo>
                    <a:pt x="1227" y="4806"/>
                    <a:pt x="1227" y="4806"/>
                    <a:pt x="1333" y="4912"/>
                  </a:cubicBezTo>
                  <a:cubicBezTo>
                    <a:pt x="1431" y="4912"/>
                    <a:pt x="1537" y="5010"/>
                    <a:pt x="1537" y="5010"/>
                  </a:cubicBezTo>
                  <a:cubicBezTo>
                    <a:pt x="1636" y="5010"/>
                    <a:pt x="1742" y="5010"/>
                    <a:pt x="1742" y="5117"/>
                  </a:cubicBezTo>
                  <a:lnTo>
                    <a:pt x="2044" y="5117"/>
                  </a:lnTo>
                  <a:cubicBezTo>
                    <a:pt x="2150" y="5215"/>
                    <a:pt x="2249" y="5215"/>
                    <a:pt x="2355" y="5215"/>
                  </a:cubicBezTo>
                  <a:cubicBezTo>
                    <a:pt x="2763" y="5215"/>
                    <a:pt x="3172" y="5117"/>
                    <a:pt x="3581" y="5010"/>
                  </a:cubicBezTo>
                  <a:cubicBezTo>
                    <a:pt x="3679" y="4912"/>
                    <a:pt x="3785" y="4912"/>
                    <a:pt x="3785" y="4912"/>
                  </a:cubicBezTo>
                  <a:cubicBezTo>
                    <a:pt x="3883" y="4806"/>
                    <a:pt x="3989" y="4806"/>
                    <a:pt x="3989" y="4708"/>
                  </a:cubicBezTo>
                  <a:cubicBezTo>
                    <a:pt x="4088" y="4708"/>
                    <a:pt x="4194" y="4708"/>
                    <a:pt x="4194" y="4602"/>
                  </a:cubicBezTo>
                  <a:cubicBezTo>
                    <a:pt x="4398" y="4504"/>
                    <a:pt x="4496" y="4397"/>
                    <a:pt x="4602" y="4299"/>
                  </a:cubicBezTo>
                  <a:cubicBezTo>
                    <a:pt x="4807" y="3989"/>
                    <a:pt x="5011" y="3580"/>
                    <a:pt x="5109" y="3171"/>
                  </a:cubicBezTo>
                  <a:lnTo>
                    <a:pt x="5109" y="2967"/>
                  </a:lnTo>
                  <a:lnTo>
                    <a:pt x="5109" y="2869"/>
                  </a:lnTo>
                  <a:cubicBezTo>
                    <a:pt x="5215" y="2763"/>
                    <a:pt x="5215" y="2763"/>
                    <a:pt x="5215" y="2665"/>
                  </a:cubicBezTo>
                  <a:lnTo>
                    <a:pt x="5215" y="2558"/>
                  </a:lnTo>
                  <a:cubicBezTo>
                    <a:pt x="5215" y="2460"/>
                    <a:pt x="5215" y="2460"/>
                    <a:pt x="5109" y="2354"/>
                  </a:cubicBezTo>
                  <a:lnTo>
                    <a:pt x="5109" y="2256"/>
                  </a:lnTo>
                  <a:lnTo>
                    <a:pt x="5109" y="2150"/>
                  </a:lnTo>
                  <a:lnTo>
                    <a:pt x="5109" y="2052"/>
                  </a:lnTo>
                  <a:cubicBezTo>
                    <a:pt x="5109" y="1945"/>
                    <a:pt x="5109" y="1945"/>
                    <a:pt x="5011" y="1847"/>
                  </a:cubicBezTo>
                  <a:lnTo>
                    <a:pt x="5011" y="1741"/>
                  </a:lnTo>
                  <a:lnTo>
                    <a:pt x="5011" y="1643"/>
                  </a:lnTo>
                  <a:cubicBezTo>
                    <a:pt x="5011" y="1537"/>
                    <a:pt x="4905" y="1537"/>
                    <a:pt x="4905" y="1537"/>
                  </a:cubicBezTo>
                  <a:lnTo>
                    <a:pt x="4905" y="1439"/>
                  </a:lnTo>
                  <a:cubicBezTo>
                    <a:pt x="4905" y="1332"/>
                    <a:pt x="4807" y="1332"/>
                    <a:pt x="4807" y="1332"/>
                  </a:cubicBezTo>
                  <a:cubicBezTo>
                    <a:pt x="4398" y="621"/>
                    <a:pt x="3679" y="106"/>
                    <a:pt x="2862" y="8"/>
                  </a:cubicBezTo>
                  <a:cubicBezTo>
                    <a:pt x="2787" y="3"/>
                    <a:pt x="2712" y="0"/>
                    <a:pt x="2638"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1" name="Google Shape;1041;p17"/>
            <p:cNvSpPr/>
            <p:nvPr/>
          </p:nvSpPr>
          <p:spPr>
            <a:xfrm>
              <a:off x="2430500" y="6177038"/>
              <a:ext cx="148175" cy="129600"/>
            </a:xfrm>
            <a:custGeom>
              <a:rect b="b" l="l" r="r" t="t"/>
              <a:pathLst>
                <a:path extrusionOk="0" h="5184" w="5927">
                  <a:moveTo>
                    <a:pt x="2957" y="1"/>
                  </a:moveTo>
                  <a:cubicBezTo>
                    <a:pt x="2538" y="1"/>
                    <a:pt x="2116" y="105"/>
                    <a:pt x="1733" y="330"/>
                  </a:cubicBezTo>
                  <a:cubicBezTo>
                    <a:pt x="409" y="943"/>
                    <a:pt x="0" y="2577"/>
                    <a:pt x="613" y="3803"/>
                  </a:cubicBezTo>
                  <a:cubicBezTo>
                    <a:pt x="1119" y="4676"/>
                    <a:pt x="2043" y="5184"/>
                    <a:pt x="3011" y="5184"/>
                  </a:cubicBezTo>
                  <a:cubicBezTo>
                    <a:pt x="3403" y="5184"/>
                    <a:pt x="3803" y="5100"/>
                    <a:pt x="4185" y="4923"/>
                  </a:cubicBezTo>
                  <a:cubicBezTo>
                    <a:pt x="5411" y="4212"/>
                    <a:pt x="5926" y="2675"/>
                    <a:pt x="5207" y="1351"/>
                  </a:cubicBezTo>
                  <a:cubicBezTo>
                    <a:pt x="4785" y="508"/>
                    <a:pt x="3880" y="1"/>
                    <a:pt x="2957" y="1"/>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2" name="Google Shape;1042;p17"/>
            <p:cNvSpPr/>
            <p:nvPr/>
          </p:nvSpPr>
          <p:spPr>
            <a:xfrm>
              <a:off x="2461150" y="6182613"/>
              <a:ext cx="117525" cy="124825"/>
            </a:xfrm>
            <a:custGeom>
              <a:rect b="b" l="l" r="r" t="t"/>
              <a:pathLst>
                <a:path extrusionOk="0" h="4993" w="4701">
                  <a:moveTo>
                    <a:pt x="2861" y="0"/>
                  </a:moveTo>
                  <a:lnTo>
                    <a:pt x="2861" y="0"/>
                  </a:lnTo>
                  <a:cubicBezTo>
                    <a:pt x="3164" y="311"/>
                    <a:pt x="3368" y="515"/>
                    <a:pt x="3572" y="818"/>
                  </a:cubicBezTo>
                  <a:cubicBezTo>
                    <a:pt x="4185" y="2150"/>
                    <a:pt x="3678" y="3678"/>
                    <a:pt x="2452" y="4398"/>
                  </a:cubicBezTo>
                  <a:cubicBezTo>
                    <a:pt x="2074" y="4587"/>
                    <a:pt x="1695" y="4666"/>
                    <a:pt x="1317" y="4666"/>
                  </a:cubicBezTo>
                  <a:cubicBezTo>
                    <a:pt x="878" y="4666"/>
                    <a:pt x="439" y="4560"/>
                    <a:pt x="0" y="4398"/>
                  </a:cubicBezTo>
                  <a:lnTo>
                    <a:pt x="0" y="4398"/>
                  </a:lnTo>
                  <a:cubicBezTo>
                    <a:pt x="498" y="4771"/>
                    <a:pt x="1108" y="4993"/>
                    <a:pt x="1740" y="4993"/>
                  </a:cubicBezTo>
                  <a:cubicBezTo>
                    <a:pt x="2145" y="4993"/>
                    <a:pt x="2560" y="4901"/>
                    <a:pt x="2959" y="4700"/>
                  </a:cubicBezTo>
                  <a:cubicBezTo>
                    <a:pt x="4185" y="3989"/>
                    <a:pt x="4700" y="2452"/>
                    <a:pt x="3981" y="1128"/>
                  </a:cubicBezTo>
                  <a:cubicBezTo>
                    <a:pt x="3777" y="720"/>
                    <a:pt x="3368" y="311"/>
                    <a:pt x="2861"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p17"/>
            <p:cNvSpPr/>
            <p:nvPr/>
          </p:nvSpPr>
          <p:spPr>
            <a:xfrm>
              <a:off x="2445825" y="6210813"/>
              <a:ext cx="119975" cy="68875"/>
            </a:xfrm>
            <a:custGeom>
              <a:rect b="b" l="l" r="r" t="t"/>
              <a:pathLst>
                <a:path extrusionOk="0" h="2755" w="4799">
                  <a:moveTo>
                    <a:pt x="4594" y="0"/>
                  </a:moveTo>
                  <a:lnTo>
                    <a:pt x="0" y="2452"/>
                  </a:lnTo>
                  <a:cubicBezTo>
                    <a:pt x="0" y="2452"/>
                    <a:pt x="0" y="2550"/>
                    <a:pt x="99" y="2550"/>
                  </a:cubicBezTo>
                  <a:cubicBezTo>
                    <a:pt x="99" y="2657"/>
                    <a:pt x="99" y="2657"/>
                    <a:pt x="205" y="2755"/>
                  </a:cubicBezTo>
                  <a:lnTo>
                    <a:pt x="4798" y="303"/>
                  </a:lnTo>
                  <a:cubicBezTo>
                    <a:pt x="4700" y="303"/>
                    <a:pt x="4700" y="205"/>
                    <a:pt x="4700" y="98"/>
                  </a:cubicBezTo>
                  <a:cubicBezTo>
                    <a:pt x="4700" y="98"/>
                    <a:pt x="4594" y="98"/>
                    <a:pt x="4594"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4" name="Google Shape;1044;p17"/>
            <p:cNvSpPr/>
            <p:nvPr/>
          </p:nvSpPr>
          <p:spPr>
            <a:xfrm>
              <a:off x="2443175" y="6208163"/>
              <a:ext cx="120175" cy="66425"/>
            </a:xfrm>
            <a:custGeom>
              <a:rect b="b" l="l" r="r" t="t"/>
              <a:pathLst>
                <a:path extrusionOk="0" h="2657" w="4807">
                  <a:moveTo>
                    <a:pt x="4602" y="0"/>
                  </a:moveTo>
                  <a:lnTo>
                    <a:pt x="0" y="2354"/>
                  </a:lnTo>
                  <a:cubicBezTo>
                    <a:pt x="106" y="2452"/>
                    <a:pt x="106" y="2452"/>
                    <a:pt x="106" y="2558"/>
                  </a:cubicBezTo>
                  <a:lnTo>
                    <a:pt x="205" y="2656"/>
                  </a:lnTo>
                  <a:lnTo>
                    <a:pt x="4806" y="311"/>
                  </a:lnTo>
                  <a:cubicBezTo>
                    <a:pt x="4806" y="204"/>
                    <a:pt x="4806" y="204"/>
                    <a:pt x="4700" y="106"/>
                  </a:cubicBezTo>
                  <a:cubicBezTo>
                    <a:pt x="4700" y="106"/>
                    <a:pt x="4700" y="0"/>
                    <a:pt x="4602" y="0"/>
                  </a:cubicBez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45" name="Google Shape;1045;p17"/>
          <p:cNvSpPr txBox="1"/>
          <p:nvPr>
            <p:ph type="title"/>
          </p:nvPr>
        </p:nvSpPr>
        <p:spPr>
          <a:xfrm>
            <a:off x="1157864" y="1931375"/>
            <a:ext cx="5126400" cy="9144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3600"/>
              <a:buNone/>
              <a:defRPr sz="45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046" name="Google Shape;1046;p17"/>
          <p:cNvSpPr txBox="1"/>
          <p:nvPr>
            <p:ph idx="1" type="subTitle"/>
          </p:nvPr>
        </p:nvSpPr>
        <p:spPr>
          <a:xfrm>
            <a:off x="1157864" y="2846425"/>
            <a:ext cx="5121900" cy="3657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1800"/>
              <a:buNone/>
              <a:defRPr/>
            </a:lvl1pPr>
            <a:lvl2pPr lvl="1" rtl="0" algn="ctr">
              <a:spcBef>
                <a:spcPts val="0"/>
              </a:spcBef>
              <a:spcAft>
                <a:spcPts val="0"/>
              </a:spcAft>
              <a:buSzPts val="1400"/>
              <a:buNone/>
              <a:defRPr/>
            </a:lvl2pPr>
            <a:lvl3pPr lvl="2" rtl="0" algn="ctr">
              <a:spcBef>
                <a:spcPts val="1600"/>
              </a:spcBef>
              <a:spcAft>
                <a:spcPts val="0"/>
              </a:spcAft>
              <a:buSzPts val="1400"/>
              <a:buNone/>
              <a:defRPr/>
            </a:lvl3pPr>
            <a:lvl4pPr lvl="3" rtl="0" algn="ctr">
              <a:spcBef>
                <a:spcPts val="1600"/>
              </a:spcBef>
              <a:spcAft>
                <a:spcPts val="0"/>
              </a:spcAft>
              <a:buSzPts val="1400"/>
              <a:buNone/>
              <a:defRPr/>
            </a:lvl4pPr>
            <a:lvl5pPr lvl="4" rtl="0" algn="ctr">
              <a:spcBef>
                <a:spcPts val="1600"/>
              </a:spcBef>
              <a:spcAft>
                <a:spcPts val="0"/>
              </a:spcAft>
              <a:buSzPts val="1400"/>
              <a:buNone/>
              <a:defRPr/>
            </a:lvl5pPr>
            <a:lvl6pPr lvl="5" rtl="0" algn="ctr">
              <a:spcBef>
                <a:spcPts val="1600"/>
              </a:spcBef>
              <a:spcAft>
                <a:spcPts val="0"/>
              </a:spcAft>
              <a:buSzPts val="1400"/>
              <a:buNone/>
              <a:defRPr/>
            </a:lvl6pPr>
            <a:lvl7pPr lvl="6" rtl="0" algn="ctr">
              <a:spcBef>
                <a:spcPts val="1600"/>
              </a:spcBef>
              <a:spcAft>
                <a:spcPts val="0"/>
              </a:spcAft>
              <a:buSzPts val="1400"/>
              <a:buNone/>
              <a:defRPr/>
            </a:lvl7pPr>
            <a:lvl8pPr lvl="7" rtl="0" algn="ctr">
              <a:spcBef>
                <a:spcPts val="1600"/>
              </a:spcBef>
              <a:spcAft>
                <a:spcPts val="0"/>
              </a:spcAft>
              <a:buSzPts val="1400"/>
              <a:buNone/>
              <a:defRPr/>
            </a:lvl8pPr>
            <a:lvl9pPr lvl="8" rtl="0" algn="ctr">
              <a:spcBef>
                <a:spcPts val="1600"/>
              </a:spcBef>
              <a:spcAft>
                <a:spcPts val="1600"/>
              </a:spcAft>
              <a:buSzPts val="1400"/>
              <a:buNone/>
              <a:defRPr/>
            </a:lvl9pPr>
          </a:lstStyle>
          <a:p/>
        </p:txBody>
      </p:sp>
      <p:sp>
        <p:nvSpPr>
          <p:cNvPr id="1047" name="Google Shape;1047;p17"/>
          <p:cNvSpPr txBox="1"/>
          <p:nvPr>
            <p:ph hasCustomPrompt="1" idx="2" type="title"/>
          </p:nvPr>
        </p:nvSpPr>
        <p:spPr>
          <a:xfrm>
            <a:off x="6646198" y="2404575"/>
            <a:ext cx="1125000" cy="4461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4500"/>
            </a:lvl1pPr>
            <a:lvl2pPr lvl="1" rtl="0" algn="ctr">
              <a:spcBef>
                <a:spcPts val="0"/>
              </a:spcBef>
              <a:spcAft>
                <a:spcPts val="0"/>
              </a:spcAft>
              <a:buSzPts val="3000"/>
              <a:buFont typeface="Neucha"/>
              <a:buNone/>
              <a:defRPr b="1" sz="3000">
                <a:latin typeface="Neucha"/>
                <a:ea typeface="Neucha"/>
                <a:cs typeface="Neucha"/>
                <a:sym typeface="Neucha"/>
              </a:defRPr>
            </a:lvl2pPr>
            <a:lvl3pPr lvl="2" rtl="0" algn="ctr">
              <a:spcBef>
                <a:spcPts val="0"/>
              </a:spcBef>
              <a:spcAft>
                <a:spcPts val="0"/>
              </a:spcAft>
              <a:buSzPts val="3000"/>
              <a:buFont typeface="Neucha"/>
              <a:buNone/>
              <a:defRPr b="1" sz="3000">
                <a:latin typeface="Neucha"/>
                <a:ea typeface="Neucha"/>
                <a:cs typeface="Neucha"/>
                <a:sym typeface="Neucha"/>
              </a:defRPr>
            </a:lvl3pPr>
            <a:lvl4pPr lvl="3" rtl="0" algn="ctr">
              <a:spcBef>
                <a:spcPts val="0"/>
              </a:spcBef>
              <a:spcAft>
                <a:spcPts val="0"/>
              </a:spcAft>
              <a:buSzPts val="3000"/>
              <a:buFont typeface="Neucha"/>
              <a:buNone/>
              <a:defRPr b="1" sz="3000">
                <a:latin typeface="Neucha"/>
                <a:ea typeface="Neucha"/>
                <a:cs typeface="Neucha"/>
                <a:sym typeface="Neucha"/>
              </a:defRPr>
            </a:lvl4pPr>
            <a:lvl5pPr lvl="4" rtl="0" algn="ctr">
              <a:spcBef>
                <a:spcPts val="0"/>
              </a:spcBef>
              <a:spcAft>
                <a:spcPts val="0"/>
              </a:spcAft>
              <a:buSzPts val="3000"/>
              <a:buFont typeface="Neucha"/>
              <a:buNone/>
              <a:defRPr b="1" sz="3000">
                <a:latin typeface="Neucha"/>
                <a:ea typeface="Neucha"/>
                <a:cs typeface="Neucha"/>
                <a:sym typeface="Neucha"/>
              </a:defRPr>
            </a:lvl5pPr>
            <a:lvl6pPr lvl="5" rtl="0" algn="ctr">
              <a:spcBef>
                <a:spcPts val="0"/>
              </a:spcBef>
              <a:spcAft>
                <a:spcPts val="0"/>
              </a:spcAft>
              <a:buSzPts val="3000"/>
              <a:buFont typeface="Neucha"/>
              <a:buNone/>
              <a:defRPr b="1" sz="3000">
                <a:latin typeface="Neucha"/>
                <a:ea typeface="Neucha"/>
                <a:cs typeface="Neucha"/>
                <a:sym typeface="Neucha"/>
              </a:defRPr>
            </a:lvl6pPr>
            <a:lvl7pPr lvl="6" rtl="0" algn="ctr">
              <a:spcBef>
                <a:spcPts val="0"/>
              </a:spcBef>
              <a:spcAft>
                <a:spcPts val="0"/>
              </a:spcAft>
              <a:buSzPts val="3000"/>
              <a:buFont typeface="Neucha"/>
              <a:buNone/>
              <a:defRPr b="1" sz="3000">
                <a:latin typeface="Neucha"/>
                <a:ea typeface="Neucha"/>
                <a:cs typeface="Neucha"/>
                <a:sym typeface="Neucha"/>
              </a:defRPr>
            </a:lvl7pPr>
            <a:lvl8pPr lvl="7" rtl="0" algn="ctr">
              <a:spcBef>
                <a:spcPts val="0"/>
              </a:spcBef>
              <a:spcAft>
                <a:spcPts val="0"/>
              </a:spcAft>
              <a:buSzPts val="3000"/>
              <a:buFont typeface="Neucha"/>
              <a:buNone/>
              <a:defRPr b="1" sz="3000">
                <a:latin typeface="Neucha"/>
                <a:ea typeface="Neucha"/>
                <a:cs typeface="Neucha"/>
                <a:sym typeface="Neucha"/>
              </a:defRPr>
            </a:lvl8pPr>
            <a:lvl9pPr lvl="8" rtl="0" algn="ctr">
              <a:spcBef>
                <a:spcPts val="0"/>
              </a:spcBef>
              <a:spcAft>
                <a:spcPts val="0"/>
              </a:spcAft>
              <a:buSzPts val="3000"/>
              <a:buFont typeface="Neucha"/>
              <a:buNone/>
              <a:defRPr b="1" sz="3000">
                <a:latin typeface="Neucha"/>
                <a:ea typeface="Neucha"/>
                <a:cs typeface="Neucha"/>
                <a:sym typeface="Neucha"/>
              </a:defRPr>
            </a:lvl9pPr>
          </a:lstStyle>
          <a:p>
            <a:r>
              <a:t>xx%</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5">
  <p:cSld name="CUSTOM_8">
    <p:spTree>
      <p:nvGrpSpPr>
        <p:cNvPr id="1048" name="Shape 1048"/>
        <p:cNvGrpSpPr/>
        <p:nvPr/>
      </p:nvGrpSpPr>
      <p:grpSpPr>
        <a:xfrm>
          <a:off x="0" y="0"/>
          <a:ext cx="0" cy="0"/>
          <a:chOff x="0" y="0"/>
          <a:chExt cx="0" cy="0"/>
        </a:xfrm>
      </p:grpSpPr>
      <p:sp>
        <p:nvSpPr>
          <p:cNvPr id="1049" name="Google Shape;1049;p18"/>
          <p:cNvSpPr txBox="1"/>
          <p:nvPr>
            <p:ph idx="1" type="subTitle"/>
          </p:nvPr>
        </p:nvSpPr>
        <p:spPr>
          <a:xfrm>
            <a:off x="1536150" y="2567625"/>
            <a:ext cx="6071700" cy="914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800"/>
              <a:buNone/>
              <a:defRPr sz="16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050" name="Google Shape;1050;p18"/>
          <p:cNvSpPr txBox="1"/>
          <p:nvPr>
            <p:ph type="title"/>
          </p:nvPr>
        </p:nvSpPr>
        <p:spPr>
          <a:xfrm>
            <a:off x="1536150" y="1661475"/>
            <a:ext cx="6071700" cy="9144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sz="65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51" name="Google Shape;1051;p18"/>
          <p:cNvSpPr/>
          <p:nvPr/>
        </p:nvSpPr>
        <p:spPr>
          <a:xfrm rot="10800000">
            <a:off x="0" y="0"/>
            <a:ext cx="2623950" cy="1957425"/>
          </a:xfrm>
          <a:custGeom>
            <a:rect b="b" l="l" r="r" t="t"/>
            <a:pathLst>
              <a:path extrusionOk="0" h="78297" w="104958">
                <a:moveTo>
                  <a:pt x="104958" y="1"/>
                </a:moveTo>
                <a:cubicBezTo>
                  <a:pt x="104958" y="1"/>
                  <a:pt x="64314" y="12023"/>
                  <a:pt x="60558" y="37706"/>
                </a:cubicBezTo>
                <a:cubicBezTo>
                  <a:pt x="58414" y="52416"/>
                  <a:pt x="47851" y="54938"/>
                  <a:pt x="40487" y="54938"/>
                </a:cubicBezTo>
                <a:cubicBezTo>
                  <a:pt x="38699" y="54938"/>
                  <a:pt x="37100" y="54789"/>
                  <a:pt x="35855" y="54630"/>
                </a:cubicBezTo>
                <a:cubicBezTo>
                  <a:pt x="34728" y="54476"/>
                  <a:pt x="33609" y="54400"/>
                  <a:pt x="32504" y="54400"/>
                </a:cubicBezTo>
                <a:cubicBezTo>
                  <a:pt x="24597" y="54400"/>
                  <a:pt x="17364" y="58288"/>
                  <a:pt x="12349" y="65403"/>
                </a:cubicBezTo>
                <a:cubicBezTo>
                  <a:pt x="6638" y="73509"/>
                  <a:pt x="4623" y="75250"/>
                  <a:pt x="0" y="78297"/>
                </a:cubicBezTo>
                <a:lnTo>
                  <a:pt x="104958" y="78297"/>
                </a:lnTo>
                <a:lnTo>
                  <a:pt x="104958"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52" name="Google Shape;1052;p18"/>
          <p:cNvGrpSpPr/>
          <p:nvPr/>
        </p:nvGrpSpPr>
        <p:grpSpPr>
          <a:xfrm flipH="1">
            <a:off x="294513" y="168438"/>
            <a:ext cx="837425" cy="742113"/>
            <a:chOff x="6215925" y="6858088"/>
            <a:chExt cx="837425" cy="742113"/>
          </a:xfrm>
        </p:grpSpPr>
        <p:sp>
          <p:nvSpPr>
            <p:cNvPr id="1053" name="Google Shape;1053;p18"/>
            <p:cNvSpPr/>
            <p:nvPr/>
          </p:nvSpPr>
          <p:spPr>
            <a:xfrm>
              <a:off x="6215925" y="7421400"/>
              <a:ext cx="201900" cy="178800"/>
            </a:xfrm>
            <a:custGeom>
              <a:rect b="b" l="l" r="r" t="t"/>
              <a:pathLst>
                <a:path extrusionOk="0" h="7152" w="8076">
                  <a:moveTo>
                    <a:pt x="7561" y="0"/>
                  </a:moveTo>
                  <a:lnTo>
                    <a:pt x="0" y="6637"/>
                  </a:lnTo>
                  <a:lnTo>
                    <a:pt x="515" y="7152"/>
                  </a:lnTo>
                  <a:lnTo>
                    <a:pt x="8076" y="507"/>
                  </a:lnTo>
                  <a:lnTo>
                    <a:pt x="7561" y="0"/>
                  </a:lnTo>
                  <a:close/>
                </a:path>
              </a:pathLst>
            </a:custGeom>
            <a:solidFill>
              <a:srgbClr val="F1F0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4" name="Google Shape;1054;p18"/>
            <p:cNvSpPr/>
            <p:nvPr/>
          </p:nvSpPr>
          <p:spPr>
            <a:xfrm>
              <a:off x="6401775" y="7430925"/>
              <a:ext cx="25575" cy="22900"/>
            </a:xfrm>
            <a:custGeom>
              <a:rect b="b" l="l" r="r" t="t"/>
              <a:pathLst>
                <a:path extrusionOk="0" h="916" w="1023">
                  <a:moveTo>
                    <a:pt x="508" y="0"/>
                  </a:moveTo>
                  <a:lnTo>
                    <a:pt x="1" y="507"/>
                  </a:lnTo>
                  <a:lnTo>
                    <a:pt x="508" y="915"/>
                  </a:lnTo>
                  <a:lnTo>
                    <a:pt x="1023" y="507"/>
                  </a:lnTo>
                  <a:lnTo>
                    <a:pt x="508" y="0"/>
                  </a:lnTo>
                  <a:close/>
                </a:path>
              </a:pathLst>
            </a:custGeom>
            <a:solidFill>
              <a:srgbClr val="C1C0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55" name="Google Shape;1055;p18"/>
            <p:cNvGrpSpPr/>
            <p:nvPr/>
          </p:nvGrpSpPr>
          <p:grpSpPr>
            <a:xfrm>
              <a:off x="6361025" y="6858088"/>
              <a:ext cx="692325" cy="623250"/>
              <a:chOff x="6361025" y="6858088"/>
              <a:chExt cx="692325" cy="623250"/>
            </a:xfrm>
          </p:grpSpPr>
          <p:sp>
            <p:nvSpPr>
              <p:cNvPr id="1056" name="Google Shape;1056;p18"/>
              <p:cNvSpPr/>
              <p:nvPr/>
            </p:nvSpPr>
            <p:spPr>
              <a:xfrm>
                <a:off x="6361025" y="7011338"/>
                <a:ext cx="510875" cy="470000"/>
              </a:xfrm>
              <a:custGeom>
                <a:rect b="b" l="l" r="r" t="t"/>
                <a:pathLst>
                  <a:path extrusionOk="0" h="18800" w="20435">
                    <a:moveTo>
                      <a:pt x="15228" y="0"/>
                    </a:moveTo>
                    <a:lnTo>
                      <a:pt x="1946" y="11647"/>
                    </a:lnTo>
                    <a:lnTo>
                      <a:pt x="1129" y="15530"/>
                    </a:lnTo>
                    <a:lnTo>
                      <a:pt x="107" y="16445"/>
                    </a:lnTo>
                    <a:cubicBezTo>
                      <a:pt x="107" y="16445"/>
                      <a:pt x="1" y="17164"/>
                      <a:pt x="720" y="17982"/>
                    </a:cubicBezTo>
                    <a:cubicBezTo>
                      <a:pt x="1431" y="18799"/>
                      <a:pt x="2150" y="18799"/>
                      <a:pt x="2150" y="18799"/>
                    </a:cubicBezTo>
                    <a:lnTo>
                      <a:pt x="3172" y="17875"/>
                    </a:lnTo>
                    <a:lnTo>
                      <a:pt x="7152" y="17573"/>
                    </a:lnTo>
                    <a:lnTo>
                      <a:pt x="20434" y="5926"/>
                    </a:lnTo>
                    <a:lnTo>
                      <a:pt x="15228"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7" name="Google Shape;1057;p18"/>
              <p:cNvSpPr/>
              <p:nvPr/>
            </p:nvSpPr>
            <p:spPr>
              <a:xfrm>
                <a:off x="6795250" y="6896288"/>
                <a:ext cx="217225" cy="207025"/>
              </a:xfrm>
              <a:custGeom>
                <a:rect b="b" l="l" r="r" t="t"/>
                <a:pathLst>
                  <a:path extrusionOk="0" h="8281" w="8689">
                    <a:moveTo>
                      <a:pt x="6539" y="1"/>
                    </a:moveTo>
                    <a:lnTo>
                      <a:pt x="0" y="5828"/>
                    </a:lnTo>
                    <a:lnTo>
                      <a:pt x="2150" y="8280"/>
                    </a:lnTo>
                    <a:lnTo>
                      <a:pt x="8688" y="2453"/>
                    </a:lnTo>
                    <a:lnTo>
                      <a:pt x="6539" y="1"/>
                    </a:lnTo>
                    <a:close/>
                  </a:path>
                </a:pathLst>
              </a:custGeom>
              <a:solidFill>
                <a:srgbClr val="F1F0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8" name="Google Shape;1058;p18"/>
              <p:cNvSpPr/>
              <p:nvPr/>
            </p:nvSpPr>
            <p:spPr>
              <a:xfrm>
                <a:off x="6795250" y="7018888"/>
                <a:ext cx="79300" cy="84425"/>
              </a:xfrm>
              <a:custGeom>
                <a:rect b="b" l="l" r="r" t="t"/>
                <a:pathLst>
                  <a:path extrusionOk="0" h="3377" w="3172">
                    <a:moveTo>
                      <a:pt x="1022" y="1"/>
                    </a:moveTo>
                    <a:lnTo>
                      <a:pt x="0" y="924"/>
                    </a:lnTo>
                    <a:lnTo>
                      <a:pt x="2150" y="3376"/>
                    </a:lnTo>
                    <a:lnTo>
                      <a:pt x="3171" y="2453"/>
                    </a:lnTo>
                    <a:lnTo>
                      <a:pt x="1022" y="1"/>
                    </a:lnTo>
                    <a:close/>
                  </a:path>
                </a:pathLst>
              </a:custGeom>
              <a:solidFill>
                <a:srgbClr val="C2C2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9" name="Google Shape;1059;p18"/>
              <p:cNvSpPr/>
              <p:nvPr/>
            </p:nvSpPr>
            <p:spPr>
              <a:xfrm>
                <a:off x="6946050" y="6858088"/>
                <a:ext cx="107300" cy="114850"/>
              </a:xfrm>
              <a:custGeom>
                <a:rect b="b" l="l" r="r" t="t"/>
                <a:pathLst>
                  <a:path extrusionOk="0" h="4594" w="4292">
                    <a:moveTo>
                      <a:pt x="1120" y="0"/>
                    </a:moveTo>
                    <a:lnTo>
                      <a:pt x="0" y="1022"/>
                    </a:lnTo>
                    <a:lnTo>
                      <a:pt x="3163" y="4594"/>
                    </a:lnTo>
                    <a:lnTo>
                      <a:pt x="4291" y="3678"/>
                    </a:lnTo>
                    <a:lnTo>
                      <a:pt x="1120" y="0"/>
                    </a:lnTo>
                    <a:close/>
                  </a:path>
                </a:pathLst>
              </a:custGeom>
              <a:solidFill>
                <a:srgbClr val="FF78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0" name="Google Shape;1060;p18"/>
              <p:cNvSpPr/>
              <p:nvPr/>
            </p:nvSpPr>
            <p:spPr>
              <a:xfrm>
                <a:off x="6721275" y="6990888"/>
                <a:ext cx="176150" cy="189050"/>
              </a:xfrm>
              <a:custGeom>
                <a:rect b="b" l="l" r="r" t="t"/>
                <a:pathLst>
                  <a:path extrusionOk="0" h="7562" w="7046">
                    <a:moveTo>
                      <a:pt x="1733" y="1"/>
                    </a:moveTo>
                    <a:lnTo>
                      <a:pt x="0" y="1529"/>
                    </a:lnTo>
                    <a:lnTo>
                      <a:pt x="5313" y="7561"/>
                    </a:lnTo>
                    <a:lnTo>
                      <a:pt x="7046" y="6025"/>
                    </a:lnTo>
                    <a:lnTo>
                      <a:pt x="1733" y="1"/>
                    </a:lnTo>
                    <a:close/>
                  </a:path>
                </a:pathLst>
              </a:custGeom>
              <a:solidFill>
                <a:srgbClr val="FF78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1" name="Google Shape;1061;p18"/>
              <p:cNvSpPr/>
              <p:nvPr/>
            </p:nvSpPr>
            <p:spPr>
              <a:xfrm>
                <a:off x="6739050" y="7149263"/>
                <a:ext cx="69100" cy="74000"/>
              </a:xfrm>
              <a:custGeom>
                <a:rect b="b" l="l" r="r" t="t"/>
                <a:pathLst>
                  <a:path extrusionOk="0" h="2960" w="2764">
                    <a:moveTo>
                      <a:pt x="409" y="0"/>
                    </a:moveTo>
                    <a:lnTo>
                      <a:pt x="0" y="303"/>
                    </a:lnTo>
                    <a:lnTo>
                      <a:pt x="2354" y="2959"/>
                    </a:lnTo>
                    <a:lnTo>
                      <a:pt x="2763" y="2657"/>
                    </a:lnTo>
                    <a:lnTo>
                      <a:pt x="409" y="0"/>
                    </a:lnTo>
                    <a:close/>
                  </a:path>
                </a:pathLst>
              </a:custGeom>
              <a:solidFill>
                <a:srgbClr val="C2C2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2" name="Google Shape;1062;p18"/>
              <p:cNvSpPr/>
              <p:nvPr/>
            </p:nvSpPr>
            <p:spPr>
              <a:xfrm>
                <a:off x="6690625" y="7192588"/>
                <a:ext cx="66425" cy="74200"/>
              </a:xfrm>
              <a:custGeom>
                <a:rect b="b" l="l" r="r" t="t"/>
                <a:pathLst>
                  <a:path extrusionOk="0" h="2968" w="2657">
                    <a:moveTo>
                      <a:pt x="409" y="0"/>
                    </a:moveTo>
                    <a:lnTo>
                      <a:pt x="0" y="311"/>
                    </a:lnTo>
                    <a:lnTo>
                      <a:pt x="2346" y="2967"/>
                    </a:lnTo>
                    <a:lnTo>
                      <a:pt x="2657" y="2656"/>
                    </a:lnTo>
                    <a:lnTo>
                      <a:pt x="409" y="0"/>
                    </a:lnTo>
                    <a:close/>
                  </a:path>
                </a:pathLst>
              </a:custGeom>
              <a:solidFill>
                <a:srgbClr val="C2C2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3" name="Google Shape;1063;p18"/>
              <p:cNvSpPr/>
              <p:nvPr/>
            </p:nvSpPr>
            <p:spPr>
              <a:xfrm>
                <a:off x="6642000" y="7236113"/>
                <a:ext cx="66425" cy="73975"/>
              </a:xfrm>
              <a:custGeom>
                <a:rect b="b" l="l" r="r" t="t"/>
                <a:pathLst>
                  <a:path extrusionOk="0" h="2959" w="2657">
                    <a:moveTo>
                      <a:pt x="409" y="0"/>
                    </a:moveTo>
                    <a:lnTo>
                      <a:pt x="0" y="302"/>
                    </a:lnTo>
                    <a:lnTo>
                      <a:pt x="2248" y="2959"/>
                    </a:lnTo>
                    <a:lnTo>
                      <a:pt x="2656" y="2656"/>
                    </a:lnTo>
                    <a:lnTo>
                      <a:pt x="409" y="0"/>
                    </a:lnTo>
                    <a:close/>
                  </a:path>
                </a:pathLst>
              </a:custGeom>
              <a:solidFill>
                <a:srgbClr val="C2C2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4" name="Google Shape;1064;p18"/>
              <p:cNvSpPr/>
              <p:nvPr/>
            </p:nvSpPr>
            <p:spPr>
              <a:xfrm>
                <a:off x="6384125" y="7207913"/>
                <a:ext cx="268100" cy="252975"/>
              </a:xfrm>
              <a:custGeom>
                <a:rect b="b" l="l" r="r" t="t"/>
                <a:pathLst>
                  <a:path extrusionOk="0" h="10119" w="10724">
                    <a:moveTo>
                      <a:pt x="6539" y="0"/>
                    </a:moveTo>
                    <a:lnTo>
                      <a:pt x="2142" y="3882"/>
                    </a:lnTo>
                    <a:lnTo>
                      <a:pt x="1226" y="7765"/>
                    </a:lnTo>
                    <a:lnTo>
                      <a:pt x="0" y="8688"/>
                    </a:lnTo>
                    <a:cubicBezTo>
                      <a:pt x="0" y="8688"/>
                      <a:pt x="0" y="9195"/>
                      <a:pt x="409" y="9604"/>
                    </a:cubicBezTo>
                    <a:cubicBezTo>
                      <a:pt x="818" y="10119"/>
                      <a:pt x="1226" y="10119"/>
                      <a:pt x="1226" y="10119"/>
                    </a:cubicBezTo>
                    <a:lnTo>
                      <a:pt x="2346" y="8991"/>
                    </a:lnTo>
                    <a:lnTo>
                      <a:pt x="6228" y="8688"/>
                    </a:lnTo>
                    <a:lnTo>
                      <a:pt x="10724" y="4700"/>
                    </a:lnTo>
                    <a:lnTo>
                      <a:pt x="6539" y="0"/>
                    </a:ln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5" name="Google Shape;1065;p18"/>
              <p:cNvSpPr/>
              <p:nvPr/>
            </p:nvSpPr>
            <p:spPr>
              <a:xfrm>
                <a:off x="6384125" y="7312738"/>
                <a:ext cx="268100" cy="148150"/>
              </a:xfrm>
              <a:custGeom>
                <a:rect b="b" l="l" r="r" t="t"/>
                <a:pathLst>
                  <a:path extrusionOk="0" h="5926" w="10724">
                    <a:moveTo>
                      <a:pt x="10217" y="0"/>
                    </a:moveTo>
                    <a:lnTo>
                      <a:pt x="6228" y="3572"/>
                    </a:lnTo>
                    <a:lnTo>
                      <a:pt x="2346" y="3882"/>
                    </a:lnTo>
                    <a:lnTo>
                      <a:pt x="1226" y="5002"/>
                    </a:lnTo>
                    <a:cubicBezTo>
                      <a:pt x="1226" y="5002"/>
                      <a:pt x="818" y="5002"/>
                      <a:pt x="409" y="4495"/>
                    </a:cubicBezTo>
                    <a:cubicBezTo>
                      <a:pt x="303" y="4495"/>
                      <a:pt x="303" y="4389"/>
                      <a:pt x="205" y="4389"/>
                    </a:cubicBezTo>
                    <a:lnTo>
                      <a:pt x="0" y="4495"/>
                    </a:lnTo>
                    <a:cubicBezTo>
                      <a:pt x="0" y="4495"/>
                      <a:pt x="0" y="5002"/>
                      <a:pt x="409" y="5411"/>
                    </a:cubicBezTo>
                    <a:cubicBezTo>
                      <a:pt x="818" y="5926"/>
                      <a:pt x="1226" y="5926"/>
                      <a:pt x="1226" y="5926"/>
                    </a:cubicBezTo>
                    <a:lnTo>
                      <a:pt x="2346" y="4798"/>
                    </a:lnTo>
                    <a:lnTo>
                      <a:pt x="6228" y="4495"/>
                    </a:lnTo>
                    <a:lnTo>
                      <a:pt x="10724" y="507"/>
                    </a:lnTo>
                    <a:lnTo>
                      <a:pt x="10217" y="0"/>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066" name="Google Shape;1066;p18"/>
          <p:cNvSpPr/>
          <p:nvPr/>
        </p:nvSpPr>
        <p:spPr>
          <a:xfrm flipH="1">
            <a:off x="1460188" y="643424"/>
            <a:ext cx="261014" cy="257301"/>
          </a:xfrm>
          <a:custGeom>
            <a:rect b="b" l="l" r="r" t="t"/>
            <a:pathLst>
              <a:path extrusionOk="0" h="3971" w="4028">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p18"/>
          <p:cNvSpPr/>
          <p:nvPr/>
        </p:nvSpPr>
        <p:spPr>
          <a:xfrm flipH="1">
            <a:off x="1530690" y="357743"/>
            <a:ext cx="60199" cy="60130"/>
          </a:xfrm>
          <a:custGeom>
            <a:rect b="b" l="l" r="r" t="t"/>
            <a:pathLst>
              <a:path extrusionOk="0" h="928" w="929">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8" name="Google Shape;1068;p18"/>
          <p:cNvSpPr/>
          <p:nvPr/>
        </p:nvSpPr>
        <p:spPr>
          <a:xfrm flipH="1">
            <a:off x="1372189" y="1292152"/>
            <a:ext cx="59875" cy="59871"/>
          </a:xfrm>
          <a:custGeom>
            <a:rect b="b" l="l" r="r" t="t"/>
            <a:pathLst>
              <a:path extrusionOk="0" h="924" w="924">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9" name="Google Shape;1069;p18"/>
          <p:cNvSpPr/>
          <p:nvPr/>
        </p:nvSpPr>
        <p:spPr>
          <a:xfrm flipH="1">
            <a:off x="1131937" y="692519"/>
            <a:ext cx="60134" cy="60130"/>
          </a:xfrm>
          <a:custGeom>
            <a:rect b="b" l="l" r="r" t="t"/>
            <a:pathLst>
              <a:path extrusionOk="0" h="928" w="928">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0" name="Google Shape;1070;p18"/>
          <p:cNvSpPr/>
          <p:nvPr/>
        </p:nvSpPr>
        <p:spPr>
          <a:xfrm>
            <a:off x="8540889" y="875441"/>
            <a:ext cx="257321" cy="257560"/>
          </a:xfrm>
          <a:custGeom>
            <a:rect b="b" l="l" r="r" t="t"/>
            <a:pathLst>
              <a:path extrusionOk="0" h="3975" w="3971">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1" name="Google Shape;1071;p18"/>
          <p:cNvSpPr/>
          <p:nvPr/>
        </p:nvSpPr>
        <p:spPr>
          <a:xfrm>
            <a:off x="7176201" y="85720"/>
            <a:ext cx="243518" cy="243435"/>
          </a:xfrm>
          <a:custGeom>
            <a:rect b="b" l="l" r="r" t="t"/>
            <a:pathLst>
              <a:path extrusionOk="0" h="3757" w="3758">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18"/>
          <p:cNvSpPr/>
          <p:nvPr/>
        </p:nvSpPr>
        <p:spPr>
          <a:xfrm>
            <a:off x="8910962" y="1298488"/>
            <a:ext cx="56441" cy="60195"/>
          </a:xfrm>
          <a:custGeom>
            <a:rect b="b" l="l" r="r" t="t"/>
            <a:pathLst>
              <a:path extrusionOk="0" h="929" w="871">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18"/>
          <p:cNvSpPr/>
          <p:nvPr/>
        </p:nvSpPr>
        <p:spPr>
          <a:xfrm>
            <a:off x="8449197" y="600451"/>
            <a:ext cx="56506" cy="60130"/>
          </a:xfrm>
          <a:custGeom>
            <a:rect b="b" l="l" r="r" t="t"/>
            <a:pathLst>
              <a:path extrusionOk="0" h="928" w="872">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4" name="Google Shape;1074;p18"/>
          <p:cNvSpPr/>
          <p:nvPr/>
        </p:nvSpPr>
        <p:spPr>
          <a:xfrm>
            <a:off x="8350507" y="184402"/>
            <a:ext cx="56441" cy="56501"/>
          </a:xfrm>
          <a:custGeom>
            <a:rect b="b" l="l" r="r" t="t"/>
            <a:pathLst>
              <a:path extrusionOk="0" h="872" w="871">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5" name="Google Shape;1075;p18"/>
          <p:cNvSpPr/>
          <p:nvPr/>
        </p:nvSpPr>
        <p:spPr>
          <a:xfrm>
            <a:off x="6696681" y="293841"/>
            <a:ext cx="60199" cy="59871"/>
          </a:xfrm>
          <a:custGeom>
            <a:rect b="b" l="l" r="r" t="t"/>
            <a:pathLst>
              <a:path extrusionOk="0" h="924" w="929">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6" name="Google Shape;1076;p18"/>
          <p:cNvSpPr/>
          <p:nvPr/>
        </p:nvSpPr>
        <p:spPr>
          <a:xfrm flipH="1">
            <a:off x="236474" y="4645166"/>
            <a:ext cx="257321" cy="257560"/>
          </a:xfrm>
          <a:custGeom>
            <a:rect b="b" l="l" r="r" t="t"/>
            <a:pathLst>
              <a:path extrusionOk="0" h="3975" w="3971">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7" name="Google Shape;1077;p18"/>
          <p:cNvSpPr/>
          <p:nvPr/>
        </p:nvSpPr>
        <p:spPr>
          <a:xfrm flipH="1">
            <a:off x="1614964" y="3855445"/>
            <a:ext cx="243518" cy="243435"/>
          </a:xfrm>
          <a:custGeom>
            <a:rect b="b" l="l" r="r" t="t"/>
            <a:pathLst>
              <a:path extrusionOk="0" h="3757" w="3758">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8" name="Google Shape;1078;p18"/>
          <p:cNvSpPr/>
          <p:nvPr/>
        </p:nvSpPr>
        <p:spPr>
          <a:xfrm flipH="1">
            <a:off x="67281" y="5068213"/>
            <a:ext cx="56441" cy="60195"/>
          </a:xfrm>
          <a:custGeom>
            <a:rect b="b" l="l" r="r" t="t"/>
            <a:pathLst>
              <a:path extrusionOk="0" h="929" w="871">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18"/>
          <p:cNvSpPr/>
          <p:nvPr/>
        </p:nvSpPr>
        <p:spPr>
          <a:xfrm flipH="1">
            <a:off x="528981" y="4370176"/>
            <a:ext cx="56506" cy="60130"/>
          </a:xfrm>
          <a:custGeom>
            <a:rect b="b" l="l" r="r" t="t"/>
            <a:pathLst>
              <a:path extrusionOk="0" h="928" w="872">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0" name="Google Shape;1080;p18"/>
          <p:cNvSpPr/>
          <p:nvPr/>
        </p:nvSpPr>
        <p:spPr>
          <a:xfrm flipH="1">
            <a:off x="627736" y="3954127"/>
            <a:ext cx="56441" cy="56501"/>
          </a:xfrm>
          <a:custGeom>
            <a:rect b="b" l="l" r="r" t="t"/>
            <a:pathLst>
              <a:path extrusionOk="0" h="872" w="871">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1" name="Google Shape;1081;p18"/>
          <p:cNvSpPr/>
          <p:nvPr/>
        </p:nvSpPr>
        <p:spPr>
          <a:xfrm flipH="1">
            <a:off x="2277803" y="4063566"/>
            <a:ext cx="60199" cy="59871"/>
          </a:xfrm>
          <a:custGeom>
            <a:rect b="b" l="l" r="r" t="t"/>
            <a:pathLst>
              <a:path extrusionOk="0" h="924" w="929">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p18"/>
          <p:cNvSpPr/>
          <p:nvPr/>
        </p:nvSpPr>
        <p:spPr>
          <a:xfrm>
            <a:off x="6520050" y="3186075"/>
            <a:ext cx="2623950" cy="1957425"/>
          </a:xfrm>
          <a:custGeom>
            <a:rect b="b" l="l" r="r" t="t"/>
            <a:pathLst>
              <a:path extrusionOk="0" h="78297" w="104958">
                <a:moveTo>
                  <a:pt x="104958" y="1"/>
                </a:moveTo>
                <a:cubicBezTo>
                  <a:pt x="104958" y="1"/>
                  <a:pt x="64314" y="12023"/>
                  <a:pt x="60558" y="37706"/>
                </a:cubicBezTo>
                <a:cubicBezTo>
                  <a:pt x="58414" y="52416"/>
                  <a:pt x="47851" y="54938"/>
                  <a:pt x="40487" y="54938"/>
                </a:cubicBezTo>
                <a:cubicBezTo>
                  <a:pt x="38699" y="54938"/>
                  <a:pt x="37100" y="54789"/>
                  <a:pt x="35855" y="54630"/>
                </a:cubicBezTo>
                <a:cubicBezTo>
                  <a:pt x="34728" y="54476"/>
                  <a:pt x="33609" y="54400"/>
                  <a:pt x="32504" y="54400"/>
                </a:cubicBezTo>
                <a:cubicBezTo>
                  <a:pt x="24597" y="54400"/>
                  <a:pt x="17364" y="58288"/>
                  <a:pt x="12349" y="65403"/>
                </a:cubicBezTo>
                <a:cubicBezTo>
                  <a:pt x="6638" y="73509"/>
                  <a:pt x="4623" y="75250"/>
                  <a:pt x="0" y="78297"/>
                </a:cubicBezTo>
                <a:lnTo>
                  <a:pt x="104958" y="78297"/>
                </a:lnTo>
                <a:lnTo>
                  <a:pt x="104958"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3" name="Google Shape;1083;p18"/>
          <p:cNvSpPr/>
          <p:nvPr/>
        </p:nvSpPr>
        <p:spPr>
          <a:xfrm>
            <a:off x="7792737" y="3471749"/>
            <a:ext cx="261014" cy="257301"/>
          </a:xfrm>
          <a:custGeom>
            <a:rect b="b" l="l" r="r" t="t"/>
            <a:pathLst>
              <a:path extrusionOk="0" h="3971" w="4028">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4" name="Google Shape;1084;p18"/>
          <p:cNvSpPr/>
          <p:nvPr/>
        </p:nvSpPr>
        <p:spPr>
          <a:xfrm>
            <a:off x="7923050" y="3186068"/>
            <a:ext cx="60199" cy="60130"/>
          </a:xfrm>
          <a:custGeom>
            <a:rect b="b" l="l" r="r" t="t"/>
            <a:pathLst>
              <a:path extrusionOk="0" h="928" w="929">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5" name="Google Shape;1085;p18"/>
          <p:cNvSpPr/>
          <p:nvPr/>
        </p:nvSpPr>
        <p:spPr>
          <a:xfrm>
            <a:off x="8081875" y="4120477"/>
            <a:ext cx="59875" cy="59871"/>
          </a:xfrm>
          <a:custGeom>
            <a:rect b="b" l="l" r="r" t="t"/>
            <a:pathLst>
              <a:path extrusionOk="0" h="924" w="924">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6" name="Google Shape;1086;p18"/>
          <p:cNvSpPr/>
          <p:nvPr/>
        </p:nvSpPr>
        <p:spPr>
          <a:xfrm>
            <a:off x="8321868" y="3520844"/>
            <a:ext cx="60134" cy="60130"/>
          </a:xfrm>
          <a:custGeom>
            <a:rect b="b" l="l" r="r" t="t"/>
            <a:pathLst>
              <a:path extrusionOk="0" h="928" w="928">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87" name="Google Shape;1087;p18"/>
          <p:cNvGrpSpPr/>
          <p:nvPr/>
        </p:nvGrpSpPr>
        <p:grpSpPr>
          <a:xfrm flipH="1">
            <a:off x="7339075" y="4119838"/>
            <a:ext cx="985925" cy="744150"/>
            <a:chOff x="1666700" y="5967688"/>
            <a:chExt cx="985925" cy="744150"/>
          </a:xfrm>
        </p:grpSpPr>
        <p:sp>
          <p:nvSpPr>
            <p:cNvPr id="1088" name="Google Shape;1088;p18"/>
            <p:cNvSpPr/>
            <p:nvPr/>
          </p:nvSpPr>
          <p:spPr>
            <a:xfrm>
              <a:off x="1666700" y="5967688"/>
              <a:ext cx="985925" cy="744150"/>
            </a:xfrm>
            <a:custGeom>
              <a:rect b="b" l="l" r="r" t="t"/>
              <a:pathLst>
                <a:path extrusionOk="0" h="29766" w="39437">
                  <a:moveTo>
                    <a:pt x="31419" y="0"/>
                  </a:moveTo>
                  <a:cubicBezTo>
                    <a:pt x="30988" y="0"/>
                    <a:pt x="30551" y="105"/>
                    <a:pt x="30144" y="326"/>
                  </a:cubicBezTo>
                  <a:lnTo>
                    <a:pt x="1839" y="15340"/>
                  </a:lnTo>
                  <a:cubicBezTo>
                    <a:pt x="515" y="16060"/>
                    <a:pt x="0" y="17694"/>
                    <a:pt x="720" y="19018"/>
                  </a:cubicBezTo>
                  <a:lnTo>
                    <a:pt x="5624" y="28320"/>
                  </a:lnTo>
                  <a:cubicBezTo>
                    <a:pt x="6116" y="29236"/>
                    <a:pt x="7051" y="29765"/>
                    <a:pt x="8022" y="29765"/>
                  </a:cubicBezTo>
                  <a:cubicBezTo>
                    <a:pt x="8453" y="29765"/>
                    <a:pt x="8892" y="29661"/>
                    <a:pt x="9302" y="29440"/>
                  </a:cubicBezTo>
                  <a:lnTo>
                    <a:pt x="37598" y="14523"/>
                  </a:lnTo>
                  <a:cubicBezTo>
                    <a:pt x="38930" y="13812"/>
                    <a:pt x="39437" y="12177"/>
                    <a:pt x="38726" y="10845"/>
                  </a:cubicBezTo>
                  <a:lnTo>
                    <a:pt x="33822" y="1446"/>
                  </a:lnTo>
                  <a:cubicBezTo>
                    <a:pt x="33324" y="529"/>
                    <a:pt x="32387" y="0"/>
                    <a:pt x="31419" y="0"/>
                  </a:cubicBezTo>
                  <a:close/>
                </a:path>
              </a:pathLst>
            </a:custGeom>
            <a:solidFill>
              <a:srgbClr val="F1F0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9" name="Google Shape;1089;p18"/>
            <p:cNvSpPr/>
            <p:nvPr/>
          </p:nvSpPr>
          <p:spPr>
            <a:xfrm>
              <a:off x="1758650" y="6363863"/>
              <a:ext cx="130375" cy="130375"/>
            </a:xfrm>
            <a:custGeom>
              <a:rect b="b" l="l" r="r" t="t"/>
              <a:pathLst>
                <a:path extrusionOk="0" h="5215" w="5215">
                  <a:moveTo>
                    <a:pt x="2555" y="0"/>
                  </a:moveTo>
                  <a:cubicBezTo>
                    <a:pt x="1305" y="0"/>
                    <a:pt x="194" y="901"/>
                    <a:pt x="0" y="2256"/>
                  </a:cubicBezTo>
                  <a:lnTo>
                    <a:pt x="0" y="2354"/>
                  </a:lnTo>
                  <a:lnTo>
                    <a:pt x="0" y="2460"/>
                  </a:lnTo>
                  <a:lnTo>
                    <a:pt x="0" y="2558"/>
                  </a:lnTo>
                  <a:lnTo>
                    <a:pt x="0" y="2665"/>
                  </a:lnTo>
                  <a:lnTo>
                    <a:pt x="0" y="2763"/>
                  </a:lnTo>
                  <a:cubicBezTo>
                    <a:pt x="0" y="2967"/>
                    <a:pt x="0" y="3171"/>
                    <a:pt x="107" y="3376"/>
                  </a:cubicBezTo>
                  <a:cubicBezTo>
                    <a:pt x="107" y="3482"/>
                    <a:pt x="107" y="3580"/>
                    <a:pt x="205" y="3580"/>
                  </a:cubicBezTo>
                  <a:lnTo>
                    <a:pt x="205" y="3686"/>
                  </a:lnTo>
                  <a:cubicBezTo>
                    <a:pt x="205" y="3686"/>
                    <a:pt x="205" y="3784"/>
                    <a:pt x="311" y="3784"/>
                  </a:cubicBezTo>
                  <a:lnTo>
                    <a:pt x="311" y="3891"/>
                  </a:lnTo>
                  <a:cubicBezTo>
                    <a:pt x="311" y="3989"/>
                    <a:pt x="409" y="3989"/>
                    <a:pt x="409" y="4095"/>
                  </a:cubicBezTo>
                  <a:cubicBezTo>
                    <a:pt x="409" y="4193"/>
                    <a:pt x="515" y="4193"/>
                    <a:pt x="515" y="4299"/>
                  </a:cubicBezTo>
                  <a:lnTo>
                    <a:pt x="613" y="4299"/>
                  </a:lnTo>
                  <a:cubicBezTo>
                    <a:pt x="613" y="4397"/>
                    <a:pt x="613" y="4397"/>
                    <a:pt x="720" y="4397"/>
                  </a:cubicBezTo>
                  <a:lnTo>
                    <a:pt x="720" y="4504"/>
                  </a:lnTo>
                  <a:cubicBezTo>
                    <a:pt x="818" y="4504"/>
                    <a:pt x="818" y="4602"/>
                    <a:pt x="924" y="4602"/>
                  </a:cubicBezTo>
                  <a:lnTo>
                    <a:pt x="1128" y="4806"/>
                  </a:lnTo>
                  <a:cubicBezTo>
                    <a:pt x="1226" y="4806"/>
                    <a:pt x="1226" y="4912"/>
                    <a:pt x="1333" y="4912"/>
                  </a:cubicBezTo>
                  <a:cubicBezTo>
                    <a:pt x="1431" y="4912"/>
                    <a:pt x="1537" y="5010"/>
                    <a:pt x="1537" y="5010"/>
                  </a:cubicBezTo>
                  <a:cubicBezTo>
                    <a:pt x="1635" y="5010"/>
                    <a:pt x="1741" y="5117"/>
                    <a:pt x="1741" y="5117"/>
                  </a:cubicBezTo>
                  <a:lnTo>
                    <a:pt x="2044" y="5117"/>
                  </a:lnTo>
                  <a:lnTo>
                    <a:pt x="2044" y="5215"/>
                  </a:lnTo>
                  <a:lnTo>
                    <a:pt x="2354" y="5215"/>
                  </a:lnTo>
                  <a:cubicBezTo>
                    <a:pt x="2763" y="5215"/>
                    <a:pt x="3172" y="5215"/>
                    <a:pt x="3580" y="5010"/>
                  </a:cubicBezTo>
                  <a:cubicBezTo>
                    <a:pt x="3678" y="5010"/>
                    <a:pt x="3785" y="4912"/>
                    <a:pt x="3785" y="4912"/>
                  </a:cubicBezTo>
                  <a:cubicBezTo>
                    <a:pt x="3883" y="4912"/>
                    <a:pt x="3989" y="4806"/>
                    <a:pt x="3989" y="4806"/>
                  </a:cubicBezTo>
                  <a:cubicBezTo>
                    <a:pt x="4087" y="4708"/>
                    <a:pt x="4193" y="4708"/>
                    <a:pt x="4193" y="4602"/>
                  </a:cubicBezTo>
                  <a:cubicBezTo>
                    <a:pt x="4398" y="4504"/>
                    <a:pt x="4496" y="4397"/>
                    <a:pt x="4602" y="4299"/>
                  </a:cubicBezTo>
                  <a:cubicBezTo>
                    <a:pt x="4806" y="3989"/>
                    <a:pt x="5011" y="3580"/>
                    <a:pt x="5109" y="3171"/>
                  </a:cubicBezTo>
                  <a:lnTo>
                    <a:pt x="5109" y="3073"/>
                  </a:lnTo>
                  <a:lnTo>
                    <a:pt x="5109" y="2967"/>
                  </a:lnTo>
                  <a:lnTo>
                    <a:pt x="5109" y="2869"/>
                  </a:lnTo>
                  <a:cubicBezTo>
                    <a:pt x="5215" y="2763"/>
                    <a:pt x="5215" y="2763"/>
                    <a:pt x="5215" y="2665"/>
                  </a:cubicBezTo>
                  <a:lnTo>
                    <a:pt x="5215" y="2558"/>
                  </a:lnTo>
                  <a:cubicBezTo>
                    <a:pt x="5215" y="2460"/>
                    <a:pt x="5215" y="2460"/>
                    <a:pt x="5109" y="2354"/>
                  </a:cubicBezTo>
                  <a:lnTo>
                    <a:pt x="5109" y="2256"/>
                  </a:lnTo>
                  <a:lnTo>
                    <a:pt x="5109" y="2150"/>
                  </a:lnTo>
                  <a:lnTo>
                    <a:pt x="5109" y="2052"/>
                  </a:lnTo>
                  <a:cubicBezTo>
                    <a:pt x="5109" y="1945"/>
                    <a:pt x="5109" y="1945"/>
                    <a:pt x="5011" y="1847"/>
                  </a:cubicBezTo>
                  <a:lnTo>
                    <a:pt x="5011" y="1741"/>
                  </a:lnTo>
                  <a:lnTo>
                    <a:pt x="5011" y="1643"/>
                  </a:lnTo>
                  <a:lnTo>
                    <a:pt x="4904" y="1537"/>
                  </a:lnTo>
                  <a:lnTo>
                    <a:pt x="4904" y="1439"/>
                  </a:lnTo>
                  <a:lnTo>
                    <a:pt x="4806" y="1332"/>
                  </a:lnTo>
                  <a:cubicBezTo>
                    <a:pt x="4398" y="621"/>
                    <a:pt x="3678" y="106"/>
                    <a:pt x="2763" y="8"/>
                  </a:cubicBezTo>
                  <a:cubicBezTo>
                    <a:pt x="2693" y="3"/>
                    <a:pt x="2624" y="0"/>
                    <a:pt x="2555"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18"/>
            <p:cNvSpPr/>
            <p:nvPr/>
          </p:nvSpPr>
          <p:spPr>
            <a:xfrm>
              <a:off x="1735750" y="6361013"/>
              <a:ext cx="148175" cy="131150"/>
            </a:xfrm>
            <a:custGeom>
              <a:rect b="b" l="l" r="r" t="t"/>
              <a:pathLst>
                <a:path extrusionOk="0" h="5246" w="5927">
                  <a:moveTo>
                    <a:pt x="2940" y="1"/>
                  </a:moveTo>
                  <a:cubicBezTo>
                    <a:pt x="2527" y="1"/>
                    <a:pt x="2111" y="105"/>
                    <a:pt x="1734" y="327"/>
                  </a:cubicBezTo>
                  <a:cubicBezTo>
                    <a:pt x="410" y="940"/>
                    <a:pt x="1" y="2574"/>
                    <a:pt x="614" y="3800"/>
                  </a:cubicBezTo>
                  <a:cubicBezTo>
                    <a:pt x="1106" y="4717"/>
                    <a:pt x="1994" y="5246"/>
                    <a:pt x="2901" y="5246"/>
                  </a:cubicBezTo>
                  <a:cubicBezTo>
                    <a:pt x="3304" y="5246"/>
                    <a:pt x="3710" y="5141"/>
                    <a:pt x="4088" y="4920"/>
                  </a:cubicBezTo>
                  <a:cubicBezTo>
                    <a:pt x="5412" y="4307"/>
                    <a:pt x="5927" y="2672"/>
                    <a:pt x="5207" y="1446"/>
                  </a:cubicBezTo>
                  <a:cubicBezTo>
                    <a:pt x="4783" y="530"/>
                    <a:pt x="3869" y="1"/>
                    <a:pt x="2940" y="1"/>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1" name="Google Shape;1091;p18"/>
            <p:cNvSpPr/>
            <p:nvPr/>
          </p:nvSpPr>
          <p:spPr>
            <a:xfrm>
              <a:off x="1766400" y="6369163"/>
              <a:ext cx="117525" cy="122175"/>
            </a:xfrm>
            <a:custGeom>
              <a:rect b="b" l="l" r="r" t="t"/>
              <a:pathLst>
                <a:path extrusionOk="0" h="4887" w="4701">
                  <a:moveTo>
                    <a:pt x="2862" y="1"/>
                  </a:moveTo>
                  <a:lnTo>
                    <a:pt x="2862" y="1"/>
                  </a:lnTo>
                  <a:cubicBezTo>
                    <a:pt x="3164" y="205"/>
                    <a:pt x="3368" y="409"/>
                    <a:pt x="3573" y="818"/>
                  </a:cubicBezTo>
                  <a:cubicBezTo>
                    <a:pt x="4186" y="2044"/>
                    <a:pt x="3679" y="3572"/>
                    <a:pt x="2453" y="4292"/>
                  </a:cubicBezTo>
                  <a:cubicBezTo>
                    <a:pt x="2044" y="4496"/>
                    <a:pt x="1636" y="4598"/>
                    <a:pt x="1227" y="4598"/>
                  </a:cubicBezTo>
                  <a:cubicBezTo>
                    <a:pt x="818" y="4598"/>
                    <a:pt x="410" y="4496"/>
                    <a:pt x="1" y="4292"/>
                  </a:cubicBezTo>
                  <a:lnTo>
                    <a:pt x="1" y="4292"/>
                  </a:lnTo>
                  <a:cubicBezTo>
                    <a:pt x="499" y="4665"/>
                    <a:pt x="1109" y="4887"/>
                    <a:pt x="1718" y="4887"/>
                  </a:cubicBezTo>
                  <a:cubicBezTo>
                    <a:pt x="2109" y="4887"/>
                    <a:pt x="2501" y="4795"/>
                    <a:pt x="2862" y="4594"/>
                  </a:cubicBezTo>
                  <a:cubicBezTo>
                    <a:pt x="4186" y="3981"/>
                    <a:pt x="4701" y="2346"/>
                    <a:pt x="3981" y="1120"/>
                  </a:cubicBezTo>
                  <a:cubicBezTo>
                    <a:pt x="3777" y="614"/>
                    <a:pt x="3368" y="205"/>
                    <a:pt x="2862" y="1"/>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2" name="Google Shape;1092;p18"/>
            <p:cNvSpPr/>
            <p:nvPr/>
          </p:nvSpPr>
          <p:spPr>
            <a:xfrm>
              <a:off x="1751075" y="6397163"/>
              <a:ext cx="119975" cy="66425"/>
            </a:xfrm>
            <a:custGeom>
              <a:rect b="b" l="l" r="r" t="t"/>
              <a:pathLst>
                <a:path extrusionOk="0" h="2657" w="4799">
                  <a:moveTo>
                    <a:pt x="4594" y="0"/>
                  </a:moveTo>
                  <a:lnTo>
                    <a:pt x="1" y="2354"/>
                  </a:lnTo>
                  <a:cubicBezTo>
                    <a:pt x="1" y="2354"/>
                    <a:pt x="1" y="2452"/>
                    <a:pt x="99" y="2452"/>
                  </a:cubicBezTo>
                  <a:cubicBezTo>
                    <a:pt x="99" y="2559"/>
                    <a:pt x="99" y="2559"/>
                    <a:pt x="205" y="2657"/>
                  </a:cubicBezTo>
                  <a:lnTo>
                    <a:pt x="4799" y="311"/>
                  </a:lnTo>
                  <a:cubicBezTo>
                    <a:pt x="4701" y="205"/>
                    <a:pt x="4701" y="107"/>
                    <a:pt x="4701" y="107"/>
                  </a:cubicBezTo>
                  <a:cubicBezTo>
                    <a:pt x="4701" y="0"/>
                    <a:pt x="4594" y="0"/>
                    <a:pt x="4594"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3" name="Google Shape;1093;p18"/>
            <p:cNvSpPr/>
            <p:nvPr/>
          </p:nvSpPr>
          <p:spPr>
            <a:xfrm>
              <a:off x="1748425" y="6392063"/>
              <a:ext cx="120175" cy="69075"/>
            </a:xfrm>
            <a:custGeom>
              <a:rect b="b" l="l" r="r" t="t"/>
              <a:pathLst>
                <a:path extrusionOk="0" h="2763" w="4807">
                  <a:moveTo>
                    <a:pt x="4602" y="0"/>
                  </a:moveTo>
                  <a:lnTo>
                    <a:pt x="1" y="2452"/>
                  </a:lnTo>
                  <a:cubicBezTo>
                    <a:pt x="107" y="2452"/>
                    <a:pt x="107" y="2558"/>
                    <a:pt x="107" y="2558"/>
                  </a:cubicBezTo>
                  <a:cubicBezTo>
                    <a:pt x="107" y="2656"/>
                    <a:pt x="205" y="2656"/>
                    <a:pt x="205" y="2763"/>
                  </a:cubicBezTo>
                  <a:lnTo>
                    <a:pt x="4807" y="311"/>
                  </a:lnTo>
                  <a:cubicBezTo>
                    <a:pt x="4807" y="311"/>
                    <a:pt x="4807" y="204"/>
                    <a:pt x="4700" y="204"/>
                  </a:cubicBezTo>
                  <a:cubicBezTo>
                    <a:pt x="4700" y="106"/>
                    <a:pt x="4700" y="106"/>
                    <a:pt x="4602" y="0"/>
                  </a:cubicBez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4" name="Google Shape;1094;p18"/>
            <p:cNvSpPr/>
            <p:nvPr/>
          </p:nvSpPr>
          <p:spPr>
            <a:xfrm>
              <a:off x="1911900" y="6282113"/>
              <a:ext cx="130375" cy="130400"/>
            </a:xfrm>
            <a:custGeom>
              <a:rect b="b" l="l" r="r" t="t"/>
              <a:pathLst>
                <a:path extrusionOk="0" h="5216" w="5215">
                  <a:moveTo>
                    <a:pt x="2654" y="1"/>
                  </a:moveTo>
                  <a:cubicBezTo>
                    <a:pt x="1412" y="1"/>
                    <a:pt x="300" y="901"/>
                    <a:pt x="107" y="2257"/>
                  </a:cubicBezTo>
                  <a:lnTo>
                    <a:pt x="107" y="2150"/>
                  </a:lnTo>
                  <a:cubicBezTo>
                    <a:pt x="0" y="2257"/>
                    <a:pt x="0" y="2355"/>
                    <a:pt x="0" y="2355"/>
                  </a:cubicBezTo>
                  <a:lnTo>
                    <a:pt x="0" y="2461"/>
                  </a:lnTo>
                  <a:lnTo>
                    <a:pt x="0" y="2559"/>
                  </a:lnTo>
                  <a:lnTo>
                    <a:pt x="0" y="2665"/>
                  </a:lnTo>
                  <a:cubicBezTo>
                    <a:pt x="0" y="2968"/>
                    <a:pt x="107" y="3172"/>
                    <a:pt x="107" y="3376"/>
                  </a:cubicBezTo>
                  <a:cubicBezTo>
                    <a:pt x="205" y="3483"/>
                    <a:pt x="205" y="3581"/>
                    <a:pt x="205" y="3581"/>
                  </a:cubicBezTo>
                  <a:lnTo>
                    <a:pt x="205" y="3687"/>
                  </a:lnTo>
                  <a:cubicBezTo>
                    <a:pt x="311" y="3687"/>
                    <a:pt x="311" y="3785"/>
                    <a:pt x="311" y="3785"/>
                  </a:cubicBezTo>
                  <a:lnTo>
                    <a:pt x="311" y="3891"/>
                  </a:lnTo>
                  <a:lnTo>
                    <a:pt x="515" y="4096"/>
                  </a:lnTo>
                  <a:cubicBezTo>
                    <a:pt x="515" y="4194"/>
                    <a:pt x="515" y="4194"/>
                    <a:pt x="613" y="4300"/>
                  </a:cubicBezTo>
                  <a:lnTo>
                    <a:pt x="720" y="4398"/>
                  </a:lnTo>
                  <a:cubicBezTo>
                    <a:pt x="818" y="4398"/>
                    <a:pt x="818" y="4504"/>
                    <a:pt x="818" y="4504"/>
                  </a:cubicBezTo>
                  <a:cubicBezTo>
                    <a:pt x="818" y="4504"/>
                    <a:pt x="924" y="4602"/>
                    <a:pt x="1022" y="4602"/>
                  </a:cubicBezTo>
                  <a:cubicBezTo>
                    <a:pt x="1022" y="4709"/>
                    <a:pt x="1128" y="4709"/>
                    <a:pt x="1128" y="4807"/>
                  </a:cubicBezTo>
                  <a:lnTo>
                    <a:pt x="1226" y="4807"/>
                  </a:lnTo>
                  <a:lnTo>
                    <a:pt x="1333" y="4913"/>
                  </a:lnTo>
                  <a:lnTo>
                    <a:pt x="1431" y="4913"/>
                  </a:lnTo>
                  <a:cubicBezTo>
                    <a:pt x="1431" y="4913"/>
                    <a:pt x="1537" y="5011"/>
                    <a:pt x="1635" y="5011"/>
                  </a:cubicBezTo>
                  <a:cubicBezTo>
                    <a:pt x="1741" y="5011"/>
                    <a:pt x="1741" y="5117"/>
                    <a:pt x="1839" y="5117"/>
                  </a:cubicBezTo>
                  <a:lnTo>
                    <a:pt x="2044" y="5117"/>
                  </a:lnTo>
                  <a:cubicBezTo>
                    <a:pt x="2150" y="5117"/>
                    <a:pt x="2150" y="5215"/>
                    <a:pt x="2150" y="5215"/>
                  </a:cubicBezTo>
                  <a:lnTo>
                    <a:pt x="2354" y="5215"/>
                  </a:lnTo>
                  <a:cubicBezTo>
                    <a:pt x="2861" y="5215"/>
                    <a:pt x="3270" y="5215"/>
                    <a:pt x="3678" y="5011"/>
                  </a:cubicBezTo>
                  <a:cubicBezTo>
                    <a:pt x="3678" y="5011"/>
                    <a:pt x="3785" y="4913"/>
                    <a:pt x="3883" y="4913"/>
                  </a:cubicBezTo>
                  <a:cubicBezTo>
                    <a:pt x="3989" y="4913"/>
                    <a:pt x="3989" y="4807"/>
                    <a:pt x="4087" y="4807"/>
                  </a:cubicBezTo>
                  <a:lnTo>
                    <a:pt x="4291" y="4602"/>
                  </a:lnTo>
                  <a:lnTo>
                    <a:pt x="4602" y="4300"/>
                  </a:lnTo>
                  <a:cubicBezTo>
                    <a:pt x="4904" y="3989"/>
                    <a:pt x="5109" y="3581"/>
                    <a:pt x="5215" y="3172"/>
                  </a:cubicBezTo>
                  <a:lnTo>
                    <a:pt x="5215" y="3074"/>
                  </a:lnTo>
                  <a:lnTo>
                    <a:pt x="5215" y="2968"/>
                  </a:lnTo>
                  <a:lnTo>
                    <a:pt x="5215" y="2870"/>
                  </a:lnTo>
                  <a:lnTo>
                    <a:pt x="5215" y="2665"/>
                  </a:lnTo>
                  <a:lnTo>
                    <a:pt x="5215" y="2559"/>
                  </a:lnTo>
                  <a:lnTo>
                    <a:pt x="5215" y="2355"/>
                  </a:lnTo>
                  <a:lnTo>
                    <a:pt x="5215" y="2257"/>
                  </a:lnTo>
                  <a:lnTo>
                    <a:pt x="5215" y="2150"/>
                  </a:lnTo>
                  <a:lnTo>
                    <a:pt x="5215" y="2052"/>
                  </a:lnTo>
                  <a:cubicBezTo>
                    <a:pt x="5109" y="1946"/>
                    <a:pt x="5109" y="1946"/>
                    <a:pt x="5109" y="1848"/>
                  </a:cubicBezTo>
                  <a:lnTo>
                    <a:pt x="5109" y="1742"/>
                  </a:lnTo>
                  <a:lnTo>
                    <a:pt x="5011" y="1644"/>
                  </a:lnTo>
                  <a:lnTo>
                    <a:pt x="5011" y="1537"/>
                  </a:lnTo>
                  <a:cubicBezTo>
                    <a:pt x="5011" y="1537"/>
                    <a:pt x="5011" y="1439"/>
                    <a:pt x="4904" y="1439"/>
                  </a:cubicBezTo>
                  <a:lnTo>
                    <a:pt x="4904" y="1333"/>
                  </a:lnTo>
                  <a:cubicBezTo>
                    <a:pt x="4496" y="622"/>
                    <a:pt x="3785" y="107"/>
                    <a:pt x="2861" y="9"/>
                  </a:cubicBezTo>
                  <a:cubicBezTo>
                    <a:pt x="2792" y="3"/>
                    <a:pt x="2723" y="1"/>
                    <a:pt x="2654" y="1"/>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5" name="Google Shape;1095;p18"/>
            <p:cNvSpPr/>
            <p:nvPr/>
          </p:nvSpPr>
          <p:spPr>
            <a:xfrm>
              <a:off x="1889000" y="6279288"/>
              <a:ext cx="148175" cy="129975"/>
            </a:xfrm>
            <a:custGeom>
              <a:rect b="b" l="l" r="r" t="t"/>
              <a:pathLst>
                <a:path extrusionOk="0" h="5199" w="5927">
                  <a:moveTo>
                    <a:pt x="3025" y="1"/>
                  </a:moveTo>
                  <a:cubicBezTo>
                    <a:pt x="2623" y="1"/>
                    <a:pt x="2217" y="105"/>
                    <a:pt x="1840" y="326"/>
                  </a:cubicBezTo>
                  <a:cubicBezTo>
                    <a:pt x="508" y="939"/>
                    <a:pt x="1" y="2574"/>
                    <a:pt x="712" y="3800"/>
                  </a:cubicBezTo>
                  <a:cubicBezTo>
                    <a:pt x="1138" y="4721"/>
                    <a:pt x="2058" y="5199"/>
                    <a:pt x="2991" y="5199"/>
                  </a:cubicBezTo>
                  <a:cubicBezTo>
                    <a:pt x="3400" y="5199"/>
                    <a:pt x="3812" y="5107"/>
                    <a:pt x="4186" y="4920"/>
                  </a:cubicBezTo>
                  <a:cubicBezTo>
                    <a:pt x="5518" y="4209"/>
                    <a:pt x="5927" y="2672"/>
                    <a:pt x="5314" y="1446"/>
                  </a:cubicBezTo>
                  <a:cubicBezTo>
                    <a:pt x="4816" y="529"/>
                    <a:pt x="3930" y="1"/>
                    <a:pt x="3025" y="1"/>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18"/>
            <p:cNvSpPr/>
            <p:nvPr/>
          </p:nvSpPr>
          <p:spPr>
            <a:xfrm>
              <a:off x="1922125" y="6287438"/>
              <a:ext cx="115050" cy="122175"/>
            </a:xfrm>
            <a:custGeom>
              <a:rect b="b" l="l" r="r" t="t"/>
              <a:pathLst>
                <a:path extrusionOk="0" h="4887" w="4602">
                  <a:moveTo>
                    <a:pt x="2861" y="0"/>
                  </a:moveTo>
                  <a:lnTo>
                    <a:pt x="2861" y="0"/>
                  </a:lnTo>
                  <a:cubicBezTo>
                    <a:pt x="3065" y="205"/>
                    <a:pt x="3376" y="409"/>
                    <a:pt x="3474" y="711"/>
                  </a:cubicBezTo>
                  <a:cubicBezTo>
                    <a:pt x="4193" y="2044"/>
                    <a:pt x="3678" y="3572"/>
                    <a:pt x="2354" y="4291"/>
                  </a:cubicBezTo>
                  <a:cubicBezTo>
                    <a:pt x="1994" y="4496"/>
                    <a:pt x="1586" y="4598"/>
                    <a:pt x="1177" y="4598"/>
                  </a:cubicBezTo>
                  <a:cubicBezTo>
                    <a:pt x="768" y="4598"/>
                    <a:pt x="360" y="4496"/>
                    <a:pt x="0" y="4291"/>
                  </a:cubicBezTo>
                  <a:lnTo>
                    <a:pt x="0" y="4291"/>
                  </a:lnTo>
                  <a:cubicBezTo>
                    <a:pt x="498" y="4665"/>
                    <a:pt x="1111" y="4886"/>
                    <a:pt x="1721" y="4886"/>
                  </a:cubicBezTo>
                  <a:cubicBezTo>
                    <a:pt x="2112" y="4886"/>
                    <a:pt x="2503" y="4795"/>
                    <a:pt x="2861" y="4594"/>
                  </a:cubicBezTo>
                  <a:cubicBezTo>
                    <a:pt x="4193" y="3883"/>
                    <a:pt x="4602" y="2346"/>
                    <a:pt x="3989" y="1120"/>
                  </a:cubicBezTo>
                  <a:cubicBezTo>
                    <a:pt x="3678" y="613"/>
                    <a:pt x="3269" y="205"/>
                    <a:pt x="2861"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7" name="Google Shape;1097;p18"/>
            <p:cNvSpPr/>
            <p:nvPr/>
          </p:nvSpPr>
          <p:spPr>
            <a:xfrm>
              <a:off x="1906800" y="6315438"/>
              <a:ext cx="117500" cy="66425"/>
            </a:xfrm>
            <a:custGeom>
              <a:rect b="b" l="l" r="r" t="t"/>
              <a:pathLst>
                <a:path extrusionOk="0" h="2657" w="4700">
                  <a:moveTo>
                    <a:pt x="4602" y="0"/>
                  </a:moveTo>
                  <a:lnTo>
                    <a:pt x="0" y="2354"/>
                  </a:lnTo>
                  <a:lnTo>
                    <a:pt x="0" y="2452"/>
                  </a:lnTo>
                  <a:cubicBezTo>
                    <a:pt x="106" y="2558"/>
                    <a:pt x="106" y="2558"/>
                    <a:pt x="106" y="2656"/>
                  </a:cubicBezTo>
                  <a:lnTo>
                    <a:pt x="4700" y="311"/>
                  </a:lnTo>
                  <a:cubicBezTo>
                    <a:pt x="4700" y="204"/>
                    <a:pt x="4700" y="106"/>
                    <a:pt x="4602"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8" name="Google Shape;1098;p18"/>
            <p:cNvSpPr/>
            <p:nvPr/>
          </p:nvSpPr>
          <p:spPr>
            <a:xfrm>
              <a:off x="1904325" y="6310313"/>
              <a:ext cx="119975" cy="69100"/>
            </a:xfrm>
            <a:custGeom>
              <a:rect b="b" l="l" r="r" t="t"/>
              <a:pathLst>
                <a:path extrusionOk="0" h="2764" w="4799">
                  <a:moveTo>
                    <a:pt x="4594" y="1"/>
                  </a:moveTo>
                  <a:lnTo>
                    <a:pt x="1" y="2453"/>
                  </a:lnTo>
                  <a:cubicBezTo>
                    <a:pt x="1" y="2453"/>
                    <a:pt x="1" y="2559"/>
                    <a:pt x="99" y="2559"/>
                  </a:cubicBezTo>
                  <a:cubicBezTo>
                    <a:pt x="99" y="2657"/>
                    <a:pt x="99" y="2657"/>
                    <a:pt x="205" y="2763"/>
                  </a:cubicBezTo>
                  <a:lnTo>
                    <a:pt x="4799" y="311"/>
                  </a:lnTo>
                  <a:cubicBezTo>
                    <a:pt x="4701" y="311"/>
                    <a:pt x="4701" y="205"/>
                    <a:pt x="4701" y="205"/>
                  </a:cubicBezTo>
                  <a:cubicBezTo>
                    <a:pt x="4701" y="107"/>
                    <a:pt x="4594" y="107"/>
                    <a:pt x="4594" y="1"/>
                  </a:cubicBez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9" name="Google Shape;1099;p18"/>
            <p:cNvSpPr/>
            <p:nvPr/>
          </p:nvSpPr>
          <p:spPr>
            <a:xfrm>
              <a:off x="2067800" y="6200388"/>
              <a:ext cx="130200" cy="130400"/>
            </a:xfrm>
            <a:custGeom>
              <a:rect b="b" l="l" r="r" t="t"/>
              <a:pathLst>
                <a:path extrusionOk="0" h="5216" w="5208">
                  <a:moveTo>
                    <a:pt x="2638" y="0"/>
                  </a:moveTo>
                  <a:cubicBezTo>
                    <a:pt x="1305" y="0"/>
                    <a:pt x="194" y="895"/>
                    <a:pt x="1" y="2150"/>
                  </a:cubicBezTo>
                  <a:lnTo>
                    <a:pt x="1" y="2354"/>
                  </a:lnTo>
                  <a:lnTo>
                    <a:pt x="1" y="2461"/>
                  </a:lnTo>
                  <a:lnTo>
                    <a:pt x="1" y="2559"/>
                  </a:lnTo>
                  <a:lnTo>
                    <a:pt x="1" y="2665"/>
                  </a:lnTo>
                  <a:cubicBezTo>
                    <a:pt x="1" y="2967"/>
                    <a:pt x="1" y="3172"/>
                    <a:pt x="99" y="3376"/>
                  </a:cubicBezTo>
                  <a:cubicBezTo>
                    <a:pt x="99" y="3482"/>
                    <a:pt x="205" y="3580"/>
                    <a:pt x="205" y="3580"/>
                  </a:cubicBezTo>
                  <a:lnTo>
                    <a:pt x="205" y="3687"/>
                  </a:lnTo>
                  <a:lnTo>
                    <a:pt x="303" y="3785"/>
                  </a:lnTo>
                  <a:lnTo>
                    <a:pt x="303" y="3891"/>
                  </a:lnTo>
                  <a:cubicBezTo>
                    <a:pt x="303" y="3989"/>
                    <a:pt x="409" y="3989"/>
                    <a:pt x="409" y="4095"/>
                  </a:cubicBezTo>
                  <a:lnTo>
                    <a:pt x="614" y="4300"/>
                  </a:lnTo>
                  <a:lnTo>
                    <a:pt x="712" y="4398"/>
                  </a:lnTo>
                  <a:cubicBezTo>
                    <a:pt x="712" y="4398"/>
                    <a:pt x="712" y="4504"/>
                    <a:pt x="818" y="4504"/>
                  </a:cubicBezTo>
                  <a:lnTo>
                    <a:pt x="916" y="4602"/>
                  </a:lnTo>
                  <a:lnTo>
                    <a:pt x="1120" y="4806"/>
                  </a:lnTo>
                  <a:cubicBezTo>
                    <a:pt x="1227" y="4806"/>
                    <a:pt x="1227" y="4806"/>
                    <a:pt x="1325" y="4913"/>
                  </a:cubicBezTo>
                  <a:cubicBezTo>
                    <a:pt x="1431" y="4913"/>
                    <a:pt x="1529" y="5011"/>
                    <a:pt x="1529" y="5011"/>
                  </a:cubicBezTo>
                  <a:lnTo>
                    <a:pt x="1635" y="5011"/>
                  </a:lnTo>
                  <a:cubicBezTo>
                    <a:pt x="1635" y="5011"/>
                    <a:pt x="1733" y="5117"/>
                    <a:pt x="1840" y="5117"/>
                  </a:cubicBezTo>
                  <a:lnTo>
                    <a:pt x="2044" y="5117"/>
                  </a:lnTo>
                  <a:cubicBezTo>
                    <a:pt x="2044" y="5117"/>
                    <a:pt x="2044" y="5215"/>
                    <a:pt x="2142" y="5215"/>
                  </a:cubicBezTo>
                  <a:lnTo>
                    <a:pt x="2346" y="5215"/>
                  </a:lnTo>
                  <a:cubicBezTo>
                    <a:pt x="2755" y="5215"/>
                    <a:pt x="3270" y="5215"/>
                    <a:pt x="3572" y="5011"/>
                  </a:cubicBezTo>
                  <a:cubicBezTo>
                    <a:pt x="3679" y="5011"/>
                    <a:pt x="3777" y="4913"/>
                    <a:pt x="3883" y="4913"/>
                  </a:cubicBezTo>
                  <a:cubicBezTo>
                    <a:pt x="3883" y="4913"/>
                    <a:pt x="3981" y="4806"/>
                    <a:pt x="4087" y="4806"/>
                  </a:cubicBezTo>
                  <a:cubicBezTo>
                    <a:pt x="4087" y="4708"/>
                    <a:pt x="4185" y="4708"/>
                    <a:pt x="4292" y="4602"/>
                  </a:cubicBezTo>
                  <a:lnTo>
                    <a:pt x="4594" y="4300"/>
                  </a:lnTo>
                  <a:cubicBezTo>
                    <a:pt x="4798" y="3989"/>
                    <a:pt x="5003" y="3580"/>
                    <a:pt x="5109" y="3172"/>
                  </a:cubicBezTo>
                  <a:lnTo>
                    <a:pt x="5109" y="3074"/>
                  </a:lnTo>
                  <a:cubicBezTo>
                    <a:pt x="5109" y="2967"/>
                    <a:pt x="5207" y="2967"/>
                    <a:pt x="5207" y="2967"/>
                  </a:cubicBezTo>
                  <a:lnTo>
                    <a:pt x="5207" y="2869"/>
                  </a:lnTo>
                  <a:lnTo>
                    <a:pt x="5207" y="2665"/>
                  </a:lnTo>
                  <a:lnTo>
                    <a:pt x="5207" y="2559"/>
                  </a:lnTo>
                  <a:lnTo>
                    <a:pt x="5207" y="2354"/>
                  </a:lnTo>
                  <a:lnTo>
                    <a:pt x="5207" y="2256"/>
                  </a:lnTo>
                  <a:lnTo>
                    <a:pt x="5109" y="2150"/>
                  </a:lnTo>
                  <a:lnTo>
                    <a:pt x="5109" y="2052"/>
                  </a:lnTo>
                  <a:lnTo>
                    <a:pt x="5109" y="1848"/>
                  </a:lnTo>
                  <a:lnTo>
                    <a:pt x="5003" y="1741"/>
                  </a:lnTo>
                  <a:lnTo>
                    <a:pt x="5003" y="1643"/>
                  </a:lnTo>
                  <a:lnTo>
                    <a:pt x="5003" y="1537"/>
                  </a:lnTo>
                  <a:cubicBezTo>
                    <a:pt x="4905" y="1537"/>
                    <a:pt x="4905" y="1439"/>
                    <a:pt x="4905" y="1439"/>
                  </a:cubicBezTo>
                  <a:cubicBezTo>
                    <a:pt x="4905" y="1439"/>
                    <a:pt x="4905" y="1333"/>
                    <a:pt x="4798" y="1333"/>
                  </a:cubicBezTo>
                  <a:cubicBezTo>
                    <a:pt x="4390" y="622"/>
                    <a:pt x="3679" y="107"/>
                    <a:pt x="2861" y="9"/>
                  </a:cubicBezTo>
                  <a:cubicBezTo>
                    <a:pt x="2786" y="3"/>
                    <a:pt x="2712" y="0"/>
                    <a:pt x="2638"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0" name="Google Shape;1100;p18"/>
            <p:cNvSpPr/>
            <p:nvPr/>
          </p:nvSpPr>
          <p:spPr>
            <a:xfrm>
              <a:off x="2044725" y="6197563"/>
              <a:ext cx="148150" cy="129975"/>
            </a:xfrm>
            <a:custGeom>
              <a:rect b="b" l="l" r="r" t="t"/>
              <a:pathLst>
                <a:path extrusionOk="0" h="5199" w="5926">
                  <a:moveTo>
                    <a:pt x="2993" y="0"/>
                  </a:moveTo>
                  <a:cubicBezTo>
                    <a:pt x="2576" y="0"/>
                    <a:pt x="2148" y="105"/>
                    <a:pt x="1741" y="326"/>
                  </a:cubicBezTo>
                  <a:cubicBezTo>
                    <a:pt x="515" y="939"/>
                    <a:pt x="0" y="2574"/>
                    <a:pt x="613" y="3800"/>
                  </a:cubicBezTo>
                  <a:cubicBezTo>
                    <a:pt x="1113" y="4720"/>
                    <a:pt x="2004" y="5198"/>
                    <a:pt x="2948" y="5198"/>
                  </a:cubicBezTo>
                  <a:cubicBezTo>
                    <a:pt x="3363" y="5198"/>
                    <a:pt x="3787" y="5106"/>
                    <a:pt x="4193" y="4919"/>
                  </a:cubicBezTo>
                  <a:cubicBezTo>
                    <a:pt x="5419" y="4208"/>
                    <a:pt x="5926" y="2672"/>
                    <a:pt x="5313" y="1446"/>
                  </a:cubicBezTo>
                  <a:cubicBezTo>
                    <a:pt x="4821" y="529"/>
                    <a:pt x="3933" y="0"/>
                    <a:pt x="2993" y="0"/>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1" name="Google Shape;1101;p18"/>
            <p:cNvSpPr/>
            <p:nvPr/>
          </p:nvSpPr>
          <p:spPr>
            <a:xfrm>
              <a:off x="2078025" y="6205713"/>
              <a:ext cx="114850" cy="122175"/>
            </a:xfrm>
            <a:custGeom>
              <a:rect b="b" l="l" r="r" t="t"/>
              <a:pathLst>
                <a:path extrusionOk="0" h="4887" w="4594">
                  <a:moveTo>
                    <a:pt x="2755" y="0"/>
                  </a:moveTo>
                  <a:lnTo>
                    <a:pt x="2755" y="0"/>
                  </a:lnTo>
                  <a:cubicBezTo>
                    <a:pt x="3065" y="204"/>
                    <a:pt x="3270" y="409"/>
                    <a:pt x="3474" y="711"/>
                  </a:cubicBezTo>
                  <a:cubicBezTo>
                    <a:pt x="4087" y="2043"/>
                    <a:pt x="3572" y="3572"/>
                    <a:pt x="2346" y="4291"/>
                  </a:cubicBezTo>
                  <a:cubicBezTo>
                    <a:pt x="1937" y="4495"/>
                    <a:pt x="1529" y="4598"/>
                    <a:pt x="1133" y="4598"/>
                  </a:cubicBezTo>
                  <a:cubicBezTo>
                    <a:pt x="738" y="4598"/>
                    <a:pt x="356" y="4495"/>
                    <a:pt x="0" y="4291"/>
                  </a:cubicBezTo>
                  <a:lnTo>
                    <a:pt x="0" y="4291"/>
                  </a:lnTo>
                  <a:cubicBezTo>
                    <a:pt x="433" y="4664"/>
                    <a:pt x="1021" y="4886"/>
                    <a:pt x="1645" y="4886"/>
                  </a:cubicBezTo>
                  <a:cubicBezTo>
                    <a:pt x="2046" y="4886"/>
                    <a:pt x="2462" y="4795"/>
                    <a:pt x="2861" y="4593"/>
                  </a:cubicBezTo>
                  <a:cubicBezTo>
                    <a:pt x="4087" y="3882"/>
                    <a:pt x="4594" y="2346"/>
                    <a:pt x="3981" y="1120"/>
                  </a:cubicBezTo>
                  <a:cubicBezTo>
                    <a:pt x="3678" y="613"/>
                    <a:pt x="3270" y="204"/>
                    <a:pt x="2755"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2" name="Google Shape;1102;p18"/>
            <p:cNvSpPr/>
            <p:nvPr/>
          </p:nvSpPr>
          <p:spPr>
            <a:xfrm>
              <a:off x="2060050" y="6233688"/>
              <a:ext cx="120175" cy="66450"/>
            </a:xfrm>
            <a:custGeom>
              <a:rect b="b" l="l" r="r" t="t"/>
              <a:pathLst>
                <a:path extrusionOk="0" h="2658" w="4807">
                  <a:moveTo>
                    <a:pt x="4602" y="1"/>
                  </a:moveTo>
                  <a:lnTo>
                    <a:pt x="0" y="2355"/>
                  </a:lnTo>
                  <a:cubicBezTo>
                    <a:pt x="106" y="2355"/>
                    <a:pt x="106" y="2453"/>
                    <a:pt x="106" y="2453"/>
                  </a:cubicBezTo>
                  <a:cubicBezTo>
                    <a:pt x="106" y="2559"/>
                    <a:pt x="204" y="2559"/>
                    <a:pt x="204" y="2657"/>
                  </a:cubicBezTo>
                  <a:lnTo>
                    <a:pt x="4806" y="311"/>
                  </a:lnTo>
                  <a:cubicBezTo>
                    <a:pt x="4806" y="205"/>
                    <a:pt x="4700" y="107"/>
                    <a:pt x="4700" y="1"/>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3" name="Google Shape;1103;p18"/>
            <p:cNvSpPr/>
            <p:nvPr/>
          </p:nvSpPr>
          <p:spPr>
            <a:xfrm>
              <a:off x="2060050" y="6228588"/>
              <a:ext cx="117500" cy="69100"/>
            </a:xfrm>
            <a:custGeom>
              <a:rect b="b" l="l" r="r" t="t"/>
              <a:pathLst>
                <a:path extrusionOk="0" h="2764" w="4700">
                  <a:moveTo>
                    <a:pt x="4602" y="0"/>
                  </a:moveTo>
                  <a:lnTo>
                    <a:pt x="0" y="2452"/>
                  </a:lnTo>
                  <a:lnTo>
                    <a:pt x="0" y="2559"/>
                  </a:lnTo>
                  <a:cubicBezTo>
                    <a:pt x="106" y="2657"/>
                    <a:pt x="106" y="2657"/>
                    <a:pt x="106" y="2763"/>
                  </a:cubicBezTo>
                  <a:lnTo>
                    <a:pt x="4700" y="311"/>
                  </a:lnTo>
                  <a:lnTo>
                    <a:pt x="4700" y="205"/>
                  </a:lnTo>
                  <a:cubicBezTo>
                    <a:pt x="4602" y="107"/>
                    <a:pt x="4602" y="107"/>
                    <a:pt x="4602" y="0"/>
                  </a:cubicBez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4" name="Google Shape;1104;p18"/>
            <p:cNvSpPr/>
            <p:nvPr/>
          </p:nvSpPr>
          <p:spPr>
            <a:xfrm>
              <a:off x="2221050" y="6118663"/>
              <a:ext cx="130200" cy="130375"/>
            </a:xfrm>
            <a:custGeom>
              <a:rect b="b" l="l" r="r" t="t"/>
              <a:pathLst>
                <a:path extrusionOk="0" h="5215" w="5208">
                  <a:moveTo>
                    <a:pt x="2653" y="0"/>
                  </a:moveTo>
                  <a:cubicBezTo>
                    <a:pt x="1403" y="0"/>
                    <a:pt x="292" y="895"/>
                    <a:pt x="99" y="2150"/>
                  </a:cubicBezTo>
                  <a:lnTo>
                    <a:pt x="99" y="2354"/>
                  </a:lnTo>
                  <a:lnTo>
                    <a:pt x="99" y="2460"/>
                  </a:lnTo>
                  <a:lnTo>
                    <a:pt x="1" y="2460"/>
                  </a:lnTo>
                  <a:lnTo>
                    <a:pt x="1" y="2558"/>
                  </a:lnTo>
                  <a:lnTo>
                    <a:pt x="1" y="2665"/>
                  </a:lnTo>
                  <a:cubicBezTo>
                    <a:pt x="99" y="2967"/>
                    <a:pt x="99" y="3171"/>
                    <a:pt x="205" y="3376"/>
                  </a:cubicBezTo>
                  <a:lnTo>
                    <a:pt x="205" y="3580"/>
                  </a:lnTo>
                  <a:lnTo>
                    <a:pt x="303" y="3686"/>
                  </a:lnTo>
                  <a:lnTo>
                    <a:pt x="303" y="3784"/>
                  </a:lnTo>
                  <a:lnTo>
                    <a:pt x="409" y="3891"/>
                  </a:lnTo>
                  <a:cubicBezTo>
                    <a:pt x="409" y="3989"/>
                    <a:pt x="409" y="3989"/>
                    <a:pt x="507" y="4095"/>
                  </a:cubicBezTo>
                  <a:lnTo>
                    <a:pt x="614" y="4193"/>
                  </a:lnTo>
                  <a:cubicBezTo>
                    <a:pt x="614" y="4299"/>
                    <a:pt x="614" y="4299"/>
                    <a:pt x="712" y="4299"/>
                  </a:cubicBezTo>
                  <a:cubicBezTo>
                    <a:pt x="712" y="4299"/>
                    <a:pt x="712" y="4397"/>
                    <a:pt x="818" y="4397"/>
                  </a:cubicBezTo>
                  <a:lnTo>
                    <a:pt x="818" y="4504"/>
                  </a:lnTo>
                  <a:cubicBezTo>
                    <a:pt x="916" y="4504"/>
                    <a:pt x="916" y="4602"/>
                    <a:pt x="1022" y="4602"/>
                  </a:cubicBezTo>
                  <a:cubicBezTo>
                    <a:pt x="1022" y="4708"/>
                    <a:pt x="1120" y="4708"/>
                    <a:pt x="1227" y="4708"/>
                  </a:cubicBezTo>
                  <a:lnTo>
                    <a:pt x="1227" y="4806"/>
                  </a:lnTo>
                  <a:cubicBezTo>
                    <a:pt x="1325" y="4806"/>
                    <a:pt x="1325" y="4806"/>
                    <a:pt x="1325" y="4912"/>
                  </a:cubicBezTo>
                  <a:lnTo>
                    <a:pt x="1431" y="4912"/>
                  </a:lnTo>
                  <a:cubicBezTo>
                    <a:pt x="1529" y="4912"/>
                    <a:pt x="1529" y="5010"/>
                    <a:pt x="1635" y="5010"/>
                  </a:cubicBezTo>
                  <a:cubicBezTo>
                    <a:pt x="1733" y="5010"/>
                    <a:pt x="1840" y="5117"/>
                    <a:pt x="1840" y="5117"/>
                  </a:cubicBezTo>
                  <a:lnTo>
                    <a:pt x="2142" y="5117"/>
                  </a:lnTo>
                  <a:lnTo>
                    <a:pt x="2142" y="5215"/>
                  </a:lnTo>
                  <a:lnTo>
                    <a:pt x="2453" y="5215"/>
                  </a:lnTo>
                  <a:cubicBezTo>
                    <a:pt x="2861" y="5215"/>
                    <a:pt x="3270" y="5215"/>
                    <a:pt x="3679" y="5010"/>
                  </a:cubicBezTo>
                  <a:cubicBezTo>
                    <a:pt x="3777" y="5010"/>
                    <a:pt x="3777" y="4912"/>
                    <a:pt x="3883" y="4912"/>
                  </a:cubicBezTo>
                  <a:cubicBezTo>
                    <a:pt x="3981" y="4806"/>
                    <a:pt x="4087" y="4806"/>
                    <a:pt x="4087" y="4806"/>
                  </a:cubicBezTo>
                  <a:cubicBezTo>
                    <a:pt x="4186" y="4708"/>
                    <a:pt x="4292" y="4708"/>
                    <a:pt x="4292" y="4602"/>
                  </a:cubicBezTo>
                  <a:cubicBezTo>
                    <a:pt x="4390" y="4504"/>
                    <a:pt x="4594" y="4397"/>
                    <a:pt x="4700" y="4299"/>
                  </a:cubicBezTo>
                  <a:cubicBezTo>
                    <a:pt x="4905" y="3989"/>
                    <a:pt x="5109" y="3580"/>
                    <a:pt x="5207" y="3171"/>
                  </a:cubicBezTo>
                  <a:lnTo>
                    <a:pt x="5207" y="3073"/>
                  </a:lnTo>
                  <a:lnTo>
                    <a:pt x="5207" y="2967"/>
                  </a:lnTo>
                  <a:lnTo>
                    <a:pt x="5207" y="2869"/>
                  </a:lnTo>
                  <a:lnTo>
                    <a:pt x="5207" y="2665"/>
                  </a:lnTo>
                  <a:lnTo>
                    <a:pt x="5207" y="2558"/>
                  </a:lnTo>
                  <a:lnTo>
                    <a:pt x="5207" y="2354"/>
                  </a:lnTo>
                  <a:lnTo>
                    <a:pt x="5207" y="2256"/>
                  </a:lnTo>
                  <a:lnTo>
                    <a:pt x="5207" y="2150"/>
                  </a:lnTo>
                  <a:lnTo>
                    <a:pt x="5207" y="2052"/>
                  </a:lnTo>
                  <a:cubicBezTo>
                    <a:pt x="5207" y="1945"/>
                    <a:pt x="5109" y="1945"/>
                    <a:pt x="5109" y="1847"/>
                  </a:cubicBezTo>
                  <a:lnTo>
                    <a:pt x="5109" y="1741"/>
                  </a:lnTo>
                  <a:lnTo>
                    <a:pt x="5109" y="1643"/>
                  </a:lnTo>
                  <a:cubicBezTo>
                    <a:pt x="5003" y="1643"/>
                    <a:pt x="5003" y="1537"/>
                    <a:pt x="5003" y="1537"/>
                  </a:cubicBezTo>
                  <a:lnTo>
                    <a:pt x="5003" y="1439"/>
                  </a:lnTo>
                  <a:cubicBezTo>
                    <a:pt x="4905" y="1439"/>
                    <a:pt x="4905" y="1332"/>
                    <a:pt x="4905" y="1332"/>
                  </a:cubicBezTo>
                  <a:cubicBezTo>
                    <a:pt x="4496" y="621"/>
                    <a:pt x="3777" y="106"/>
                    <a:pt x="2861" y="8"/>
                  </a:cubicBezTo>
                  <a:cubicBezTo>
                    <a:pt x="2792" y="3"/>
                    <a:pt x="2722" y="0"/>
                    <a:pt x="2653"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5" name="Google Shape;1105;p18"/>
            <p:cNvSpPr/>
            <p:nvPr/>
          </p:nvSpPr>
          <p:spPr>
            <a:xfrm>
              <a:off x="2197975" y="6115813"/>
              <a:ext cx="150825" cy="129975"/>
            </a:xfrm>
            <a:custGeom>
              <a:rect b="b" l="l" r="r" t="t"/>
              <a:pathLst>
                <a:path extrusionOk="0" h="5199" w="6033">
                  <a:moveTo>
                    <a:pt x="3045" y="1"/>
                  </a:moveTo>
                  <a:cubicBezTo>
                    <a:pt x="2632" y="1"/>
                    <a:pt x="2216" y="105"/>
                    <a:pt x="1839" y="327"/>
                  </a:cubicBezTo>
                  <a:cubicBezTo>
                    <a:pt x="515" y="940"/>
                    <a:pt x="0" y="2574"/>
                    <a:pt x="719" y="3800"/>
                  </a:cubicBezTo>
                  <a:cubicBezTo>
                    <a:pt x="1146" y="4721"/>
                    <a:pt x="2065" y="5199"/>
                    <a:pt x="2998" y="5199"/>
                  </a:cubicBezTo>
                  <a:cubicBezTo>
                    <a:pt x="3408" y="5199"/>
                    <a:pt x="3819" y="5107"/>
                    <a:pt x="4193" y="4920"/>
                  </a:cubicBezTo>
                  <a:cubicBezTo>
                    <a:pt x="5517" y="4209"/>
                    <a:pt x="6032" y="2672"/>
                    <a:pt x="5313" y="1446"/>
                  </a:cubicBezTo>
                  <a:cubicBezTo>
                    <a:pt x="4888" y="530"/>
                    <a:pt x="3974" y="1"/>
                    <a:pt x="3045" y="1"/>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6" name="Google Shape;1106;p18"/>
            <p:cNvSpPr/>
            <p:nvPr/>
          </p:nvSpPr>
          <p:spPr>
            <a:xfrm>
              <a:off x="2231275" y="6123963"/>
              <a:ext cx="117525" cy="122175"/>
            </a:xfrm>
            <a:custGeom>
              <a:rect b="b" l="l" r="r" t="t"/>
              <a:pathLst>
                <a:path extrusionOk="0" h="4887" w="4701">
                  <a:moveTo>
                    <a:pt x="2861" y="1"/>
                  </a:moveTo>
                  <a:lnTo>
                    <a:pt x="2861" y="1"/>
                  </a:lnTo>
                  <a:cubicBezTo>
                    <a:pt x="3163" y="205"/>
                    <a:pt x="3368" y="409"/>
                    <a:pt x="3474" y="712"/>
                  </a:cubicBezTo>
                  <a:cubicBezTo>
                    <a:pt x="4185" y="2044"/>
                    <a:pt x="3678" y="3572"/>
                    <a:pt x="2452" y="4292"/>
                  </a:cubicBezTo>
                  <a:cubicBezTo>
                    <a:pt x="2044" y="4496"/>
                    <a:pt x="1609" y="4598"/>
                    <a:pt x="1187" y="4598"/>
                  </a:cubicBezTo>
                  <a:cubicBezTo>
                    <a:pt x="765" y="4598"/>
                    <a:pt x="356" y="4496"/>
                    <a:pt x="0" y="4292"/>
                  </a:cubicBezTo>
                  <a:lnTo>
                    <a:pt x="0" y="4292"/>
                  </a:lnTo>
                  <a:cubicBezTo>
                    <a:pt x="498" y="4665"/>
                    <a:pt x="1108" y="4887"/>
                    <a:pt x="1718" y="4887"/>
                  </a:cubicBezTo>
                  <a:cubicBezTo>
                    <a:pt x="2109" y="4887"/>
                    <a:pt x="2500" y="4795"/>
                    <a:pt x="2861" y="4594"/>
                  </a:cubicBezTo>
                  <a:cubicBezTo>
                    <a:pt x="4185" y="3883"/>
                    <a:pt x="4700" y="2346"/>
                    <a:pt x="3981" y="1120"/>
                  </a:cubicBezTo>
                  <a:cubicBezTo>
                    <a:pt x="3777" y="614"/>
                    <a:pt x="3368" y="205"/>
                    <a:pt x="2861" y="1"/>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7" name="Google Shape;1107;p18"/>
            <p:cNvSpPr/>
            <p:nvPr/>
          </p:nvSpPr>
          <p:spPr>
            <a:xfrm>
              <a:off x="2215950" y="6151963"/>
              <a:ext cx="117525" cy="66425"/>
            </a:xfrm>
            <a:custGeom>
              <a:rect b="b" l="l" r="r" t="t"/>
              <a:pathLst>
                <a:path extrusionOk="0" h="2657" w="4701">
                  <a:moveTo>
                    <a:pt x="4594" y="0"/>
                  </a:moveTo>
                  <a:lnTo>
                    <a:pt x="0" y="2354"/>
                  </a:lnTo>
                  <a:lnTo>
                    <a:pt x="0" y="2452"/>
                  </a:lnTo>
                  <a:lnTo>
                    <a:pt x="205" y="2657"/>
                  </a:lnTo>
                  <a:lnTo>
                    <a:pt x="4700" y="311"/>
                  </a:lnTo>
                  <a:lnTo>
                    <a:pt x="4700" y="0"/>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8" name="Google Shape;1108;p18"/>
            <p:cNvSpPr/>
            <p:nvPr/>
          </p:nvSpPr>
          <p:spPr>
            <a:xfrm>
              <a:off x="2213300" y="6146863"/>
              <a:ext cx="120175" cy="69075"/>
            </a:xfrm>
            <a:custGeom>
              <a:rect b="b" l="l" r="r" t="t"/>
              <a:pathLst>
                <a:path extrusionOk="0" h="2763" w="4807">
                  <a:moveTo>
                    <a:pt x="4602" y="0"/>
                  </a:moveTo>
                  <a:lnTo>
                    <a:pt x="0" y="2452"/>
                  </a:lnTo>
                  <a:lnTo>
                    <a:pt x="106" y="2558"/>
                  </a:lnTo>
                  <a:cubicBezTo>
                    <a:pt x="106" y="2656"/>
                    <a:pt x="106" y="2656"/>
                    <a:pt x="204" y="2763"/>
                  </a:cubicBezTo>
                  <a:lnTo>
                    <a:pt x="4806" y="311"/>
                  </a:lnTo>
                  <a:lnTo>
                    <a:pt x="4700" y="204"/>
                  </a:lnTo>
                  <a:cubicBezTo>
                    <a:pt x="4700" y="106"/>
                    <a:pt x="4700" y="106"/>
                    <a:pt x="4602" y="0"/>
                  </a:cubicBez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9" name="Google Shape;1109;p18"/>
            <p:cNvSpPr/>
            <p:nvPr/>
          </p:nvSpPr>
          <p:spPr>
            <a:xfrm>
              <a:off x="2376750" y="6036913"/>
              <a:ext cx="130400" cy="130400"/>
            </a:xfrm>
            <a:custGeom>
              <a:rect b="b" l="l" r="r" t="t"/>
              <a:pathLst>
                <a:path extrusionOk="0" h="5216" w="5216">
                  <a:moveTo>
                    <a:pt x="2654" y="1"/>
                  </a:moveTo>
                  <a:cubicBezTo>
                    <a:pt x="1411" y="1"/>
                    <a:pt x="295" y="896"/>
                    <a:pt x="1" y="2150"/>
                  </a:cubicBezTo>
                  <a:lnTo>
                    <a:pt x="1" y="2355"/>
                  </a:lnTo>
                  <a:lnTo>
                    <a:pt x="1" y="2461"/>
                  </a:lnTo>
                  <a:lnTo>
                    <a:pt x="1" y="2559"/>
                  </a:lnTo>
                  <a:lnTo>
                    <a:pt x="1" y="2665"/>
                  </a:lnTo>
                  <a:cubicBezTo>
                    <a:pt x="1" y="2968"/>
                    <a:pt x="107" y="3172"/>
                    <a:pt x="107" y="3376"/>
                  </a:cubicBezTo>
                  <a:cubicBezTo>
                    <a:pt x="205" y="3483"/>
                    <a:pt x="205" y="3581"/>
                    <a:pt x="205" y="3581"/>
                  </a:cubicBezTo>
                  <a:lnTo>
                    <a:pt x="205" y="3687"/>
                  </a:lnTo>
                  <a:cubicBezTo>
                    <a:pt x="311" y="3687"/>
                    <a:pt x="311" y="3785"/>
                    <a:pt x="311" y="3785"/>
                  </a:cubicBezTo>
                  <a:lnTo>
                    <a:pt x="311" y="3891"/>
                  </a:lnTo>
                  <a:cubicBezTo>
                    <a:pt x="410" y="3891"/>
                    <a:pt x="410" y="3989"/>
                    <a:pt x="410" y="4096"/>
                  </a:cubicBezTo>
                  <a:lnTo>
                    <a:pt x="516" y="4096"/>
                  </a:lnTo>
                  <a:cubicBezTo>
                    <a:pt x="516" y="4096"/>
                    <a:pt x="516" y="4194"/>
                    <a:pt x="614" y="4194"/>
                  </a:cubicBezTo>
                  <a:lnTo>
                    <a:pt x="614" y="4300"/>
                  </a:lnTo>
                  <a:cubicBezTo>
                    <a:pt x="720" y="4300"/>
                    <a:pt x="720" y="4398"/>
                    <a:pt x="720" y="4398"/>
                  </a:cubicBezTo>
                  <a:lnTo>
                    <a:pt x="818" y="4504"/>
                  </a:lnTo>
                  <a:lnTo>
                    <a:pt x="924" y="4602"/>
                  </a:lnTo>
                  <a:cubicBezTo>
                    <a:pt x="1023" y="4709"/>
                    <a:pt x="1129" y="4709"/>
                    <a:pt x="1129" y="4709"/>
                  </a:cubicBezTo>
                  <a:cubicBezTo>
                    <a:pt x="1129" y="4807"/>
                    <a:pt x="1227" y="4807"/>
                    <a:pt x="1227" y="4807"/>
                  </a:cubicBezTo>
                  <a:cubicBezTo>
                    <a:pt x="1227" y="4807"/>
                    <a:pt x="1333" y="4807"/>
                    <a:pt x="1333" y="4913"/>
                  </a:cubicBezTo>
                  <a:lnTo>
                    <a:pt x="1431" y="4913"/>
                  </a:lnTo>
                  <a:cubicBezTo>
                    <a:pt x="1431" y="4913"/>
                    <a:pt x="1537" y="5011"/>
                    <a:pt x="1636" y="5011"/>
                  </a:cubicBezTo>
                  <a:cubicBezTo>
                    <a:pt x="1636" y="5011"/>
                    <a:pt x="1742" y="5117"/>
                    <a:pt x="1840" y="5117"/>
                  </a:cubicBezTo>
                  <a:lnTo>
                    <a:pt x="2150" y="5117"/>
                  </a:lnTo>
                  <a:cubicBezTo>
                    <a:pt x="2249" y="5215"/>
                    <a:pt x="2249" y="5215"/>
                    <a:pt x="2355" y="5215"/>
                  </a:cubicBezTo>
                  <a:cubicBezTo>
                    <a:pt x="2862" y="5215"/>
                    <a:pt x="3270" y="5215"/>
                    <a:pt x="3679" y="5011"/>
                  </a:cubicBezTo>
                  <a:cubicBezTo>
                    <a:pt x="3679" y="5011"/>
                    <a:pt x="3785" y="4913"/>
                    <a:pt x="3883" y="4913"/>
                  </a:cubicBezTo>
                  <a:cubicBezTo>
                    <a:pt x="3883" y="4807"/>
                    <a:pt x="3989" y="4807"/>
                    <a:pt x="4088" y="4807"/>
                  </a:cubicBezTo>
                  <a:lnTo>
                    <a:pt x="4292" y="4602"/>
                  </a:lnTo>
                  <a:lnTo>
                    <a:pt x="4602" y="4300"/>
                  </a:lnTo>
                  <a:cubicBezTo>
                    <a:pt x="4905" y="3989"/>
                    <a:pt x="5011" y="3581"/>
                    <a:pt x="5109" y="3172"/>
                  </a:cubicBezTo>
                  <a:lnTo>
                    <a:pt x="5215" y="3074"/>
                  </a:lnTo>
                  <a:lnTo>
                    <a:pt x="5215" y="2968"/>
                  </a:lnTo>
                  <a:lnTo>
                    <a:pt x="5215" y="2870"/>
                  </a:lnTo>
                  <a:lnTo>
                    <a:pt x="5215" y="2665"/>
                  </a:lnTo>
                  <a:lnTo>
                    <a:pt x="5215" y="2559"/>
                  </a:lnTo>
                  <a:lnTo>
                    <a:pt x="5215" y="2355"/>
                  </a:lnTo>
                  <a:lnTo>
                    <a:pt x="5215" y="2257"/>
                  </a:lnTo>
                  <a:lnTo>
                    <a:pt x="5215" y="2150"/>
                  </a:lnTo>
                  <a:lnTo>
                    <a:pt x="5109" y="2052"/>
                  </a:lnTo>
                  <a:lnTo>
                    <a:pt x="5109" y="1848"/>
                  </a:lnTo>
                  <a:lnTo>
                    <a:pt x="5109" y="1742"/>
                  </a:lnTo>
                  <a:cubicBezTo>
                    <a:pt x="5011" y="1742"/>
                    <a:pt x="5011" y="1644"/>
                    <a:pt x="5011" y="1644"/>
                  </a:cubicBezTo>
                  <a:lnTo>
                    <a:pt x="5011" y="1537"/>
                  </a:lnTo>
                  <a:lnTo>
                    <a:pt x="4905" y="1439"/>
                  </a:lnTo>
                  <a:lnTo>
                    <a:pt x="4905" y="1333"/>
                  </a:lnTo>
                  <a:cubicBezTo>
                    <a:pt x="4496" y="622"/>
                    <a:pt x="3679" y="107"/>
                    <a:pt x="2862" y="9"/>
                  </a:cubicBezTo>
                  <a:cubicBezTo>
                    <a:pt x="2792" y="3"/>
                    <a:pt x="2723" y="1"/>
                    <a:pt x="2654" y="1"/>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0" name="Google Shape;1110;p18"/>
            <p:cNvSpPr/>
            <p:nvPr/>
          </p:nvSpPr>
          <p:spPr>
            <a:xfrm>
              <a:off x="2353875" y="6034013"/>
              <a:ext cx="148175" cy="130050"/>
            </a:xfrm>
            <a:custGeom>
              <a:rect b="b" l="l" r="r" t="t"/>
              <a:pathLst>
                <a:path extrusionOk="0" h="5202" w="5927">
                  <a:moveTo>
                    <a:pt x="3007" y="1"/>
                  </a:moveTo>
                  <a:cubicBezTo>
                    <a:pt x="2584" y="1"/>
                    <a:pt x="2149" y="105"/>
                    <a:pt x="1733" y="329"/>
                  </a:cubicBezTo>
                  <a:cubicBezTo>
                    <a:pt x="507" y="942"/>
                    <a:pt x="0" y="2577"/>
                    <a:pt x="712" y="3803"/>
                  </a:cubicBezTo>
                  <a:cubicBezTo>
                    <a:pt x="1138" y="4723"/>
                    <a:pt x="2010" y="5202"/>
                    <a:pt x="2947" y="5202"/>
                  </a:cubicBezTo>
                  <a:cubicBezTo>
                    <a:pt x="3358" y="5202"/>
                    <a:pt x="3782" y="5110"/>
                    <a:pt x="4185" y="4923"/>
                  </a:cubicBezTo>
                  <a:cubicBezTo>
                    <a:pt x="5411" y="4212"/>
                    <a:pt x="5926" y="2675"/>
                    <a:pt x="5313" y="1351"/>
                  </a:cubicBezTo>
                  <a:cubicBezTo>
                    <a:pt x="4818" y="508"/>
                    <a:pt x="3940" y="1"/>
                    <a:pt x="3007" y="1"/>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1" name="Google Shape;1111;p18"/>
            <p:cNvSpPr/>
            <p:nvPr/>
          </p:nvSpPr>
          <p:spPr>
            <a:xfrm>
              <a:off x="2386975" y="6042238"/>
              <a:ext cx="115075" cy="122175"/>
            </a:xfrm>
            <a:custGeom>
              <a:rect b="b" l="l" r="r" t="t"/>
              <a:pathLst>
                <a:path extrusionOk="0" h="4887" w="4603">
                  <a:moveTo>
                    <a:pt x="2861" y="0"/>
                  </a:moveTo>
                  <a:cubicBezTo>
                    <a:pt x="3066" y="205"/>
                    <a:pt x="3270" y="409"/>
                    <a:pt x="3474" y="711"/>
                  </a:cubicBezTo>
                  <a:cubicBezTo>
                    <a:pt x="4193" y="2044"/>
                    <a:pt x="3679" y="3572"/>
                    <a:pt x="2354" y="4291"/>
                  </a:cubicBezTo>
                  <a:cubicBezTo>
                    <a:pt x="2021" y="4481"/>
                    <a:pt x="1646" y="4559"/>
                    <a:pt x="1268" y="4559"/>
                  </a:cubicBezTo>
                  <a:cubicBezTo>
                    <a:pt x="829" y="4559"/>
                    <a:pt x="387" y="4454"/>
                    <a:pt x="1" y="4291"/>
                  </a:cubicBezTo>
                  <a:lnTo>
                    <a:pt x="1" y="4291"/>
                  </a:lnTo>
                  <a:cubicBezTo>
                    <a:pt x="498" y="4665"/>
                    <a:pt x="1111" y="4886"/>
                    <a:pt x="1721" y="4886"/>
                  </a:cubicBezTo>
                  <a:cubicBezTo>
                    <a:pt x="2113" y="4886"/>
                    <a:pt x="2503" y="4795"/>
                    <a:pt x="2861" y="4594"/>
                  </a:cubicBezTo>
                  <a:cubicBezTo>
                    <a:pt x="4087" y="3883"/>
                    <a:pt x="4602" y="2346"/>
                    <a:pt x="3989" y="1022"/>
                  </a:cubicBezTo>
                  <a:cubicBezTo>
                    <a:pt x="3679" y="613"/>
                    <a:pt x="3270" y="205"/>
                    <a:pt x="2861"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2" name="Google Shape;1112;p18"/>
            <p:cNvSpPr/>
            <p:nvPr/>
          </p:nvSpPr>
          <p:spPr>
            <a:xfrm>
              <a:off x="2371650" y="6070238"/>
              <a:ext cx="117525" cy="66425"/>
            </a:xfrm>
            <a:custGeom>
              <a:rect b="b" l="l" r="r" t="t"/>
              <a:pathLst>
                <a:path extrusionOk="0" h="2657" w="4701">
                  <a:moveTo>
                    <a:pt x="4602" y="0"/>
                  </a:moveTo>
                  <a:lnTo>
                    <a:pt x="1" y="2354"/>
                  </a:lnTo>
                  <a:lnTo>
                    <a:pt x="1" y="2452"/>
                  </a:lnTo>
                  <a:cubicBezTo>
                    <a:pt x="1" y="2558"/>
                    <a:pt x="107" y="2558"/>
                    <a:pt x="107" y="2656"/>
                  </a:cubicBezTo>
                  <a:lnTo>
                    <a:pt x="4700" y="311"/>
                  </a:lnTo>
                  <a:cubicBezTo>
                    <a:pt x="4700" y="204"/>
                    <a:pt x="4700" y="106"/>
                    <a:pt x="4602"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3" name="Google Shape;1113;p18"/>
            <p:cNvSpPr/>
            <p:nvPr/>
          </p:nvSpPr>
          <p:spPr>
            <a:xfrm>
              <a:off x="2369200" y="6065113"/>
              <a:ext cx="117525" cy="69100"/>
            </a:xfrm>
            <a:custGeom>
              <a:rect b="b" l="l" r="r" t="t"/>
              <a:pathLst>
                <a:path extrusionOk="0" h="2764" w="4701">
                  <a:moveTo>
                    <a:pt x="4594" y="1"/>
                  </a:moveTo>
                  <a:lnTo>
                    <a:pt x="0" y="2453"/>
                  </a:lnTo>
                  <a:cubicBezTo>
                    <a:pt x="0" y="2453"/>
                    <a:pt x="0" y="2559"/>
                    <a:pt x="99" y="2559"/>
                  </a:cubicBezTo>
                  <a:lnTo>
                    <a:pt x="99" y="2763"/>
                  </a:lnTo>
                  <a:lnTo>
                    <a:pt x="4700" y="311"/>
                  </a:lnTo>
                  <a:lnTo>
                    <a:pt x="4700" y="107"/>
                  </a:lnTo>
                  <a:cubicBezTo>
                    <a:pt x="4700" y="107"/>
                    <a:pt x="4594" y="107"/>
                    <a:pt x="4594" y="1"/>
                  </a:cubicBez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4" name="Google Shape;1114;p18"/>
            <p:cNvSpPr/>
            <p:nvPr/>
          </p:nvSpPr>
          <p:spPr>
            <a:xfrm>
              <a:off x="1832825" y="6506888"/>
              <a:ext cx="130175" cy="130400"/>
            </a:xfrm>
            <a:custGeom>
              <a:rect b="b" l="l" r="r" t="t"/>
              <a:pathLst>
                <a:path extrusionOk="0" h="5216" w="5207">
                  <a:moveTo>
                    <a:pt x="2652" y="0"/>
                  </a:moveTo>
                  <a:cubicBezTo>
                    <a:pt x="1403" y="0"/>
                    <a:pt x="292" y="896"/>
                    <a:pt x="98" y="2150"/>
                  </a:cubicBezTo>
                  <a:lnTo>
                    <a:pt x="0" y="2150"/>
                  </a:lnTo>
                  <a:lnTo>
                    <a:pt x="0" y="2355"/>
                  </a:lnTo>
                  <a:lnTo>
                    <a:pt x="0" y="2461"/>
                  </a:lnTo>
                  <a:lnTo>
                    <a:pt x="0" y="2559"/>
                  </a:lnTo>
                  <a:lnTo>
                    <a:pt x="0" y="2665"/>
                  </a:lnTo>
                  <a:cubicBezTo>
                    <a:pt x="0" y="2968"/>
                    <a:pt x="98" y="3172"/>
                    <a:pt x="98" y="3376"/>
                  </a:cubicBezTo>
                  <a:cubicBezTo>
                    <a:pt x="205" y="3482"/>
                    <a:pt x="205" y="3581"/>
                    <a:pt x="205" y="3581"/>
                  </a:cubicBezTo>
                  <a:lnTo>
                    <a:pt x="205" y="3687"/>
                  </a:lnTo>
                  <a:cubicBezTo>
                    <a:pt x="303" y="3687"/>
                    <a:pt x="303" y="3785"/>
                    <a:pt x="303" y="3785"/>
                  </a:cubicBezTo>
                  <a:lnTo>
                    <a:pt x="303" y="3891"/>
                  </a:lnTo>
                  <a:lnTo>
                    <a:pt x="507" y="4095"/>
                  </a:lnTo>
                  <a:cubicBezTo>
                    <a:pt x="507" y="4095"/>
                    <a:pt x="507" y="4194"/>
                    <a:pt x="613" y="4300"/>
                  </a:cubicBezTo>
                  <a:cubicBezTo>
                    <a:pt x="711" y="4300"/>
                    <a:pt x="711" y="4398"/>
                    <a:pt x="711" y="4398"/>
                  </a:cubicBezTo>
                  <a:cubicBezTo>
                    <a:pt x="818" y="4398"/>
                    <a:pt x="818" y="4504"/>
                    <a:pt x="818" y="4504"/>
                  </a:cubicBezTo>
                  <a:lnTo>
                    <a:pt x="916" y="4602"/>
                  </a:lnTo>
                  <a:lnTo>
                    <a:pt x="1022" y="4602"/>
                  </a:lnTo>
                  <a:cubicBezTo>
                    <a:pt x="1022" y="4708"/>
                    <a:pt x="1120" y="4708"/>
                    <a:pt x="1120" y="4807"/>
                  </a:cubicBezTo>
                  <a:lnTo>
                    <a:pt x="1226" y="4807"/>
                  </a:lnTo>
                  <a:cubicBezTo>
                    <a:pt x="1226" y="4807"/>
                    <a:pt x="1324" y="4807"/>
                    <a:pt x="1324" y="4913"/>
                  </a:cubicBezTo>
                  <a:lnTo>
                    <a:pt x="1431" y="4913"/>
                  </a:lnTo>
                  <a:cubicBezTo>
                    <a:pt x="1431" y="4913"/>
                    <a:pt x="1529" y="5011"/>
                    <a:pt x="1635" y="5011"/>
                  </a:cubicBezTo>
                  <a:cubicBezTo>
                    <a:pt x="1733" y="5011"/>
                    <a:pt x="1733" y="5117"/>
                    <a:pt x="1839" y="5117"/>
                  </a:cubicBezTo>
                  <a:lnTo>
                    <a:pt x="2044" y="5117"/>
                  </a:lnTo>
                  <a:cubicBezTo>
                    <a:pt x="2044" y="5117"/>
                    <a:pt x="2142" y="5117"/>
                    <a:pt x="2142" y="5215"/>
                  </a:cubicBezTo>
                  <a:lnTo>
                    <a:pt x="2346" y="5215"/>
                  </a:lnTo>
                  <a:cubicBezTo>
                    <a:pt x="2861" y="5215"/>
                    <a:pt x="3270" y="5215"/>
                    <a:pt x="3678" y="5011"/>
                  </a:cubicBezTo>
                  <a:cubicBezTo>
                    <a:pt x="3678" y="5011"/>
                    <a:pt x="3776" y="4913"/>
                    <a:pt x="3883" y="4913"/>
                  </a:cubicBezTo>
                  <a:cubicBezTo>
                    <a:pt x="3981" y="4807"/>
                    <a:pt x="3981" y="4807"/>
                    <a:pt x="4087" y="4807"/>
                  </a:cubicBezTo>
                  <a:lnTo>
                    <a:pt x="4291" y="4602"/>
                  </a:lnTo>
                  <a:lnTo>
                    <a:pt x="4594" y="4300"/>
                  </a:lnTo>
                  <a:cubicBezTo>
                    <a:pt x="4904" y="3989"/>
                    <a:pt x="5109" y="3581"/>
                    <a:pt x="5109" y="3172"/>
                  </a:cubicBezTo>
                  <a:lnTo>
                    <a:pt x="5207" y="3172"/>
                  </a:lnTo>
                  <a:lnTo>
                    <a:pt x="5207" y="3074"/>
                  </a:lnTo>
                  <a:lnTo>
                    <a:pt x="5207" y="2968"/>
                  </a:lnTo>
                  <a:lnTo>
                    <a:pt x="5207" y="2869"/>
                  </a:lnTo>
                  <a:lnTo>
                    <a:pt x="5207" y="2665"/>
                  </a:lnTo>
                  <a:lnTo>
                    <a:pt x="5207" y="2559"/>
                  </a:lnTo>
                  <a:lnTo>
                    <a:pt x="5207" y="2355"/>
                  </a:lnTo>
                  <a:lnTo>
                    <a:pt x="5207" y="2256"/>
                  </a:lnTo>
                  <a:lnTo>
                    <a:pt x="5207" y="2150"/>
                  </a:lnTo>
                  <a:lnTo>
                    <a:pt x="5207" y="2052"/>
                  </a:lnTo>
                  <a:cubicBezTo>
                    <a:pt x="5109" y="1946"/>
                    <a:pt x="5109" y="1946"/>
                    <a:pt x="5109" y="1848"/>
                  </a:cubicBezTo>
                  <a:lnTo>
                    <a:pt x="5109" y="1742"/>
                  </a:lnTo>
                  <a:lnTo>
                    <a:pt x="5002" y="1643"/>
                  </a:lnTo>
                  <a:lnTo>
                    <a:pt x="5002" y="1537"/>
                  </a:lnTo>
                  <a:lnTo>
                    <a:pt x="4904" y="1439"/>
                  </a:lnTo>
                  <a:lnTo>
                    <a:pt x="4904" y="1333"/>
                  </a:lnTo>
                  <a:cubicBezTo>
                    <a:pt x="4496" y="622"/>
                    <a:pt x="3776" y="107"/>
                    <a:pt x="2861" y="9"/>
                  </a:cubicBezTo>
                  <a:cubicBezTo>
                    <a:pt x="2791" y="3"/>
                    <a:pt x="2722" y="0"/>
                    <a:pt x="2652"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5" name="Google Shape;1115;p18"/>
            <p:cNvSpPr/>
            <p:nvPr/>
          </p:nvSpPr>
          <p:spPr>
            <a:xfrm>
              <a:off x="1809725" y="6504063"/>
              <a:ext cx="148175" cy="129975"/>
            </a:xfrm>
            <a:custGeom>
              <a:rect b="b" l="l" r="r" t="t"/>
              <a:pathLst>
                <a:path extrusionOk="0" h="5199" w="5927">
                  <a:moveTo>
                    <a:pt x="2994" y="0"/>
                  </a:moveTo>
                  <a:cubicBezTo>
                    <a:pt x="2577" y="0"/>
                    <a:pt x="2149" y="105"/>
                    <a:pt x="1742" y="326"/>
                  </a:cubicBezTo>
                  <a:cubicBezTo>
                    <a:pt x="516" y="939"/>
                    <a:pt x="1" y="2574"/>
                    <a:pt x="720" y="3800"/>
                  </a:cubicBezTo>
                  <a:cubicBezTo>
                    <a:pt x="1146" y="4720"/>
                    <a:pt x="2066" y="5198"/>
                    <a:pt x="2999" y="5198"/>
                  </a:cubicBezTo>
                  <a:cubicBezTo>
                    <a:pt x="3408" y="5198"/>
                    <a:pt x="3820" y="5106"/>
                    <a:pt x="4194" y="4920"/>
                  </a:cubicBezTo>
                  <a:cubicBezTo>
                    <a:pt x="5518" y="4208"/>
                    <a:pt x="5926" y="2672"/>
                    <a:pt x="5313" y="1446"/>
                  </a:cubicBezTo>
                  <a:cubicBezTo>
                    <a:pt x="4821" y="529"/>
                    <a:pt x="3933" y="0"/>
                    <a:pt x="2994" y="0"/>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6" name="Google Shape;1116;p18"/>
            <p:cNvSpPr/>
            <p:nvPr/>
          </p:nvSpPr>
          <p:spPr>
            <a:xfrm>
              <a:off x="1843025" y="6512213"/>
              <a:ext cx="114875" cy="122175"/>
            </a:xfrm>
            <a:custGeom>
              <a:rect b="b" l="l" r="r" t="t"/>
              <a:pathLst>
                <a:path extrusionOk="0" h="4887" w="4595">
                  <a:moveTo>
                    <a:pt x="2862" y="0"/>
                  </a:moveTo>
                  <a:lnTo>
                    <a:pt x="2862" y="0"/>
                  </a:lnTo>
                  <a:cubicBezTo>
                    <a:pt x="3066" y="204"/>
                    <a:pt x="3270" y="409"/>
                    <a:pt x="3475" y="711"/>
                  </a:cubicBezTo>
                  <a:cubicBezTo>
                    <a:pt x="4186" y="2043"/>
                    <a:pt x="3679" y="3572"/>
                    <a:pt x="2347" y="4291"/>
                  </a:cubicBezTo>
                  <a:cubicBezTo>
                    <a:pt x="1991" y="4495"/>
                    <a:pt x="1582" y="4598"/>
                    <a:pt x="1174" y="4598"/>
                  </a:cubicBezTo>
                  <a:cubicBezTo>
                    <a:pt x="765" y="4598"/>
                    <a:pt x="356" y="4495"/>
                    <a:pt x="1" y="4291"/>
                  </a:cubicBezTo>
                  <a:lnTo>
                    <a:pt x="1" y="4291"/>
                  </a:lnTo>
                  <a:cubicBezTo>
                    <a:pt x="499" y="4664"/>
                    <a:pt x="1109" y="4886"/>
                    <a:pt x="1718" y="4886"/>
                  </a:cubicBezTo>
                  <a:cubicBezTo>
                    <a:pt x="2109" y="4886"/>
                    <a:pt x="2501" y="4795"/>
                    <a:pt x="2862" y="4594"/>
                  </a:cubicBezTo>
                  <a:cubicBezTo>
                    <a:pt x="4186" y="3882"/>
                    <a:pt x="4594" y="2346"/>
                    <a:pt x="3981" y="1120"/>
                  </a:cubicBezTo>
                  <a:cubicBezTo>
                    <a:pt x="3679" y="613"/>
                    <a:pt x="3270" y="204"/>
                    <a:pt x="2862"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7" name="Google Shape;1117;p18"/>
            <p:cNvSpPr/>
            <p:nvPr/>
          </p:nvSpPr>
          <p:spPr>
            <a:xfrm>
              <a:off x="1827700" y="6540188"/>
              <a:ext cx="117525" cy="66450"/>
            </a:xfrm>
            <a:custGeom>
              <a:rect b="b" l="l" r="r" t="t"/>
              <a:pathLst>
                <a:path extrusionOk="0" h="2658" w="4701">
                  <a:moveTo>
                    <a:pt x="4594" y="1"/>
                  </a:moveTo>
                  <a:lnTo>
                    <a:pt x="1" y="2355"/>
                  </a:lnTo>
                  <a:lnTo>
                    <a:pt x="1" y="2453"/>
                  </a:lnTo>
                  <a:cubicBezTo>
                    <a:pt x="99" y="2559"/>
                    <a:pt x="99" y="2559"/>
                    <a:pt x="99" y="2657"/>
                  </a:cubicBezTo>
                  <a:lnTo>
                    <a:pt x="4701" y="311"/>
                  </a:lnTo>
                  <a:cubicBezTo>
                    <a:pt x="4701" y="205"/>
                    <a:pt x="4701" y="107"/>
                    <a:pt x="4594" y="1"/>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8" name="Google Shape;1118;p18"/>
            <p:cNvSpPr/>
            <p:nvPr/>
          </p:nvSpPr>
          <p:spPr>
            <a:xfrm>
              <a:off x="1825050" y="6535088"/>
              <a:ext cx="120175" cy="69100"/>
            </a:xfrm>
            <a:custGeom>
              <a:rect b="b" l="l" r="r" t="t"/>
              <a:pathLst>
                <a:path extrusionOk="0" h="2764" w="4807">
                  <a:moveTo>
                    <a:pt x="4602" y="1"/>
                  </a:moveTo>
                  <a:lnTo>
                    <a:pt x="1" y="2453"/>
                  </a:lnTo>
                  <a:cubicBezTo>
                    <a:pt x="1" y="2453"/>
                    <a:pt x="1" y="2559"/>
                    <a:pt x="107" y="2559"/>
                  </a:cubicBezTo>
                  <a:lnTo>
                    <a:pt x="107" y="2763"/>
                  </a:lnTo>
                  <a:lnTo>
                    <a:pt x="4807" y="311"/>
                  </a:lnTo>
                  <a:cubicBezTo>
                    <a:pt x="4700" y="311"/>
                    <a:pt x="4700" y="205"/>
                    <a:pt x="4700" y="205"/>
                  </a:cubicBezTo>
                  <a:cubicBezTo>
                    <a:pt x="4700" y="107"/>
                    <a:pt x="4602" y="107"/>
                    <a:pt x="4602" y="1"/>
                  </a:cubicBez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9" name="Google Shape;1119;p18"/>
            <p:cNvSpPr/>
            <p:nvPr/>
          </p:nvSpPr>
          <p:spPr>
            <a:xfrm>
              <a:off x="1988525" y="6425163"/>
              <a:ext cx="130400" cy="130375"/>
            </a:xfrm>
            <a:custGeom>
              <a:rect b="b" l="l" r="r" t="t"/>
              <a:pathLst>
                <a:path extrusionOk="0" h="5215" w="5216">
                  <a:moveTo>
                    <a:pt x="2638" y="0"/>
                  </a:moveTo>
                  <a:cubicBezTo>
                    <a:pt x="1305" y="0"/>
                    <a:pt x="194" y="895"/>
                    <a:pt x="0" y="2150"/>
                  </a:cubicBezTo>
                  <a:lnTo>
                    <a:pt x="0" y="2354"/>
                  </a:lnTo>
                  <a:lnTo>
                    <a:pt x="0" y="2460"/>
                  </a:lnTo>
                  <a:lnTo>
                    <a:pt x="0" y="2558"/>
                  </a:lnTo>
                  <a:lnTo>
                    <a:pt x="0" y="2665"/>
                  </a:lnTo>
                  <a:cubicBezTo>
                    <a:pt x="0" y="2967"/>
                    <a:pt x="0" y="3171"/>
                    <a:pt x="107" y="3376"/>
                  </a:cubicBezTo>
                  <a:cubicBezTo>
                    <a:pt x="107" y="3482"/>
                    <a:pt x="107" y="3580"/>
                    <a:pt x="205" y="3580"/>
                  </a:cubicBezTo>
                  <a:lnTo>
                    <a:pt x="205" y="3686"/>
                  </a:lnTo>
                  <a:cubicBezTo>
                    <a:pt x="205" y="3686"/>
                    <a:pt x="205" y="3785"/>
                    <a:pt x="311" y="3785"/>
                  </a:cubicBezTo>
                  <a:lnTo>
                    <a:pt x="311" y="3891"/>
                  </a:lnTo>
                  <a:cubicBezTo>
                    <a:pt x="311" y="3989"/>
                    <a:pt x="409" y="3989"/>
                    <a:pt x="409" y="4095"/>
                  </a:cubicBezTo>
                  <a:cubicBezTo>
                    <a:pt x="515" y="4095"/>
                    <a:pt x="515" y="4193"/>
                    <a:pt x="515" y="4193"/>
                  </a:cubicBezTo>
                  <a:lnTo>
                    <a:pt x="613" y="4299"/>
                  </a:lnTo>
                  <a:lnTo>
                    <a:pt x="720" y="4398"/>
                  </a:lnTo>
                  <a:lnTo>
                    <a:pt x="720" y="4504"/>
                  </a:lnTo>
                  <a:cubicBezTo>
                    <a:pt x="818" y="4504"/>
                    <a:pt x="818" y="4602"/>
                    <a:pt x="924" y="4602"/>
                  </a:cubicBezTo>
                  <a:cubicBezTo>
                    <a:pt x="1022" y="4708"/>
                    <a:pt x="1022" y="4708"/>
                    <a:pt x="1128" y="4708"/>
                  </a:cubicBezTo>
                  <a:lnTo>
                    <a:pt x="1128" y="4806"/>
                  </a:lnTo>
                  <a:cubicBezTo>
                    <a:pt x="1226" y="4806"/>
                    <a:pt x="1226" y="4806"/>
                    <a:pt x="1333" y="4912"/>
                  </a:cubicBezTo>
                  <a:cubicBezTo>
                    <a:pt x="1431" y="4912"/>
                    <a:pt x="1537" y="5011"/>
                    <a:pt x="1537" y="5011"/>
                  </a:cubicBezTo>
                  <a:cubicBezTo>
                    <a:pt x="1635" y="5011"/>
                    <a:pt x="1741" y="5117"/>
                    <a:pt x="1839" y="5117"/>
                  </a:cubicBezTo>
                  <a:lnTo>
                    <a:pt x="2150" y="5117"/>
                  </a:lnTo>
                  <a:cubicBezTo>
                    <a:pt x="2150" y="5215"/>
                    <a:pt x="2248" y="5215"/>
                    <a:pt x="2354" y="5215"/>
                  </a:cubicBezTo>
                  <a:cubicBezTo>
                    <a:pt x="2763" y="5215"/>
                    <a:pt x="3172" y="5215"/>
                    <a:pt x="3580" y="5011"/>
                  </a:cubicBezTo>
                  <a:cubicBezTo>
                    <a:pt x="3678" y="5011"/>
                    <a:pt x="3785" y="4912"/>
                    <a:pt x="3785" y="4912"/>
                  </a:cubicBezTo>
                  <a:cubicBezTo>
                    <a:pt x="3883" y="4806"/>
                    <a:pt x="3989" y="4806"/>
                    <a:pt x="4087" y="4806"/>
                  </a:cubicBezTo>
                  <a:cubicBezTo>
                    <a:pt x="4087" y="4708"/>
                    <a:pt x="4193" y="4708"/>
                    <a:pt x="4193" y="4602"/>
                  </a:cubicBezTo>
                  <a:cubicBezTo>
                    <a:pt x="4398" y="4504"/>
                    <a:pt x="4496" y="4398"/>
                    <a:pt x="4602" y="4299"/>
                  </a:cubicBezTo>
                  <a:cubicBezTo>
                    <a:pt x="4806" y="3989"/>
                    <a:pt x="5011" y="3580"/>
                    <a:pt x="5109" y="3171"/>
                  </a:cubicBezTo>
                  <a:lnTo>
                    <a:pt x="5109" y="3073"/>
                  </a:lnTo>
                  <a:lnTo>
                    <a:pt x="5109" y="2967"/>
                  </a:lnTo>
                  <a:lnTo>
                    <a:pt x="5215" y="2967"/>
                  </a:lnTo>
                  <a:lnTo>
                    <a:pt x="5215" y="2869"/>
                  </a:lnTo>
                  <a:lnTo>
                    <a:pt x="5215" y="2665"/>
                  </a:lnTo>
                  <a:lnTo>
                    <a:pt x="5215" y="2558"/>
                  </a:lnTo>
                  <a:lnTo>
                    <a:pt x="5215" y="2354"/>
                  </a:lnTo>
                  <a:lnTo>
                    <a:pt x="5215" y="2256"/>
                  </a:lnTo>
                  <a:cubicBezTo>
                    <a:pt x="5109" y="2256"/>
                    <a:pt x="5109" y="2150"/>
                    <a:pt x="5109" y="2150"/>
                  </a:cubicBezTo>
                  <a:lnTo>
                    <a:pt x="5109" y="2052"/>
                  </a:lnTo>
                  <a:lnTo>
                    <a:pt x="5109" y="1847"/>
                  </a:lnTo>
                  <a:lnTo>
                    <a:pt x="5011" y="1741"/>
                  </a:lnTo>
                  <a:lnTo>
                    <a:pt x="5011" y="1643"/>
                  </a:lnTo>
                  <a:cubicBezTo>
                    <a:pt x="5011" y="1643"/>
                    <a:pt x="5011" y="1537"/>
                    <a:pt x="4904" y="1537"/>
                  </a:cubicBezTo>
                  <a:lnTo>
                    <a:pt x="4904" y="1439"/>
                  </a:lnTo>
                  <a:cubicBezTo>
                    <a:pt x="4904" y="1439"/>
                    <a:pt x="4904" y="1332"/>
                    <a:pt x="4806" y="1332"/>
                  </a:cubicBezTo>
                  <a:cubicBezTo>
                    <a:pt x="4398" y="621"/>
                    <a:pt x="3678" y="106"/>
                    <a:pt x="2861" y="8"/>
                  </a:cubicBezTo>
                  <a:cubicBezTo>
                    <a:pt x="2786" y="3"/>
                    <a:pt x="2712" y="0"/>
                    <a:pt x="2638"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0" name="Google Shape;1120;p18"/>
            <p:cNvSpPr/>
            <p:nvPr/>
          </p:nvSpPr>
          <p:spPr>
            <a:xfrm>
              <a:off x="1965625" y="6422313"/>
              <a:ext cx="148175" cy="129975"/>
            </a:xfrm>
            <a:custGeom>
              <a:rect b="b" l="l" r="r" t="t"/>
              <a:pathLst>
                <a:path extrusionOk="0" h="5199" w="5927">
                  <a:moveTo>
                    <a:pt x="2987" y="1"/>
                  </a:moveTo>
                  <a:cubicBezTo>
                    <a:pt x="2572" y="1"/>
                    <a:pt x="2144" y="105"/>
                    <a:pt x="1734" y="327"/>
                  </a:cubicBezTo>
                  <a:cubicBezTo>
                    <a:pt x="508" y="940"/>
                    <a:pt x="1" y="2574"/>
                    <a:pt x="614" y="3800"/>
                  </a:cubicBezTo>
                  <a:cubicBezTo>
                    <a:pt x="1108" y="4721"/>
                    <a:pt x="2002" y="5199"/>
                    <a:pt x="2945" y="5199"/>
                  </a:cubicBezTo>
                  <a:cubicBezTo>
                    <a:pt x="3359" y="5199"/>
                    <a:pt x="3782" y="5107"/>
                    <a:pt x="4186" y="4920"/>
                  </a:cubicBezTo>
                  <a:cubicBezTo>
                    <a:pt x="5412" y="4209"/>
                    <a:pt x="5927" y="2672"/>
                    <a:pt x="5207" y="1446"/>
                  </a:cubicBezTo>
                  <a:cubicBezTo>
                    <a:pt x="4783" y="530"/>
                    <a:pt x="3920" y="1"/>
                    <a:pt x="2987" y="1"/>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1" name="Google Shape;1121;p18"/>
            <p:cNvSpPr/>
            <p:nvPr/>
          </p:nvSpPr>
          <p:spPr>
            <a:xfrm>
              <a:off x="1998750" y="6430463"/>
              <a:ext cx="115050" cy="122175"/>
            </a:xfrm>
            <a:custGeom>
              <a:rect b="b" l="l" r="r" t="t"/>
              <a:pathLst>
                <a:path extrusionOk="0" h="4887" w="4602">
                  <a:moveTo>
                    <a:pt x="2763" y="1"/>
                  </a:moveTo>
                  <a:lnTo>
                    <a:pt x="2763" y="1"/>
                  </a:lnTo>
                  <a:cubicBezTo>
                    <a:pt x="3065" y="205"/>
                    <a:pt x="3269" y="409"/>
                    <a:pt x="3474" y="712"/>
                  </a:cubicBezTo>
                  <a:cubicBezTo>
                    <a:pt x="4087" y="2044"/>
                    <a:pt x="3580" y="3573"/>
                    <a:pt x="2354" y="4292"/>
                  </a:cubicBezTo>
                  <a:cubicBezTo>
                    <a:pt x="1945" y="4496"/>
                    <a:pt x="1537" y="4598"/>
                    <a:pt x="1140" y="4598"/>
                  </a:cubicBezTo>
                  <a:cubicBezTo>
                    <a:pt x="744" y="4598"/>
                    <a:pt x="360" y="4496"/>
                    <a:pt x="0" y="4292"/>
                  </a:cubicBezTo>
                  <a:lnTo>
                    <a:pt x="0" y="4292"/>
                  </a:lnTo>
                  <a:cubicBezTo>
                    <a:pt x="438" y="4665"/>
                    <a:pt x="1025" y="4887"/>
                    <a:pt x="1647" y="4887"/>
                  </a:cubicBezTo>
                  <a:cubicBezTo>
                    <a:pt x="2047" y="4887"/>
                    <a:pt x="2461" y="4795"/>
                    <a:pt x="2861" y="4594"/>
                  </a:cubicBezTo>
                  <a:cubicBezTo>
                    <a:pt x="4087" y="3883"/>
                    <a:pt x="4602" y="2346"/>
                    <a:pt x="3882" y="1120"/>
                  </a:cubicBezTo>
                  <a:cubicBezTo>
                    <a:pt x="3678" y="614"/>
                    <a:pt x="3269" y="205"/>
                    <a:pt x="2763" y="1"/>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2" name="Google Shape;1122;p18"/>
            <p:cNvSpPr/>
            <p:nvPr/>
          </p:nvSpPr>
          <p:spPr>
            <a:xfrm>
              <a:off x="1980950" y="6458463"/>
              <a:ext cx="119975" cy="66425"/>
            </a:xfrm>
            <a:custGeom>
              <a:rect b="b" l="l" r="r" t="t"/>
              <a:pathLst>
                <a:path extrusionOk="0" h="2657" w="4799">
                  <a:moveTo>
                    <a:pt x="4594" y="0"/>
                  </a:moveTo>
                  <a:lnTo>
                    <a:pt x="1" y="2354"/>
                  </a:lnTo>
                  <a:lnTo>
                    <a:pt x="99" y="2453"/>
                  </a:lnTo>
                  <a:cubicBezTo>
                    <a:pt x="99" y="2559"/>
                    <a:pt x="205" y="2559"/>
                    <a:pt x="205" y="2657"/>
                  </a:cubicBezTo>
                  <a:lnTo>
                    <a:pt x="4799" y="311"/>
                  </a:lnTo>
                  <a:cubicBezTo>
                    <a:pt x="4799" y="205"/>
                    <a:pt x="4701" y="107"/>
                    <a:pt x="4701"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3" name="Google Shape;1123;p18"/>
            <p:cNvSpPr/>
            <p:nvPr/>
          </p:nvSpPr>
          <p:spPr>
            <a:xfrm>
              <a:off x="1980950" y="6453363"/>
              <a:ext cx="117525" cy="69075"/>
            </a:xfrm>
            <a:custGeom>
              <a:rect b="b" l="l" r="r" t="t"/>
              <a:pathLst>
                <a:path extrusionOk="0" h="2763" w="4701">
                  <a:moveTo>
                    <a:pt x="4594" y="0"/>
                  </a:moveTo>
                  <a:lnTo>
                    <a:pt x="1" y="2452"/>
                  </a:lnTo>
                  <a:lnTo>
                    <a:pt x="1" y="2558"/>
                  </a:lnTo>
                  <a:cubicBezTo>
                    <a:pt x="99" y="2657"/>
                    <a:pt x="99" y="2657"/>
                    <a:pt x="99" y="2763"/>
                  </a:cubicBezTo>
                  <a:lnTo>
                    <a:pt x="4701" y="311"/>
                  </a:lnTo>
                  <a:cubicBezTo>
                    <a:pt x="4701" y="311"/>
                    <a:pt x="4701" y="204"/>
                    <a:pt x="4594" y="204"/>
                  </a:cubicBezTo>
                  <a:lnTo>
                    <a:pt x="4594" y="0"/>
                  </a:ln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4" name="Google Shape;1124;p18"/>
            <p:cNvSpPr/>
            <p:nvPr/>
          </p:nvSpPr>
          <p:spPr>
            <a:xfrm>
              <a:off x="2141775" y="6343413"/>
              <a:ext cx="130400" cy="130400"/>
            </a:xfrm>
            <a:custGeom>
              <a:rect b="b" l="l" r="r" t="t"/>
              <a:pathLst>
                <a:path extrusionOk="0" h="5216" w="5216">
                  <a:moveTo>
                    <a:pt x="2654" y="1"/>
                  </a:moveTo>
                  <a:cubicBezTo>
                    <a:pt x="1411" y="1"/>
                    <a:pt x="300" y="896"/>
                    <a:pt x="107" y="2150"/>
                  </a:cubicBezTo>
                  <a:lnTo>
                    <a:pt x="107" y="2355"/>
                  </a:lnTo>
                  <a:cubicBezTo>
                    <a:pt x="0" y="2355"/>
                    <a:pt x="0" y="2461"/>
                    <a:pt x="0" y="2461"/>
                  </a:cubicBezTo>
                  <a:lnTo>
                    <a:pt x="0" y="2559"/>
                  </a:lnTo>
                  <a:lnTo>
                    <a:pt x="0" y="2665"/>
                  </a:lnTo>
                  <a:cubicBezTo>
                    <a:pt x="107" y="2968"/>
                    <a:pt x="107" y="3172"/>
                    <a:pt x="205" y="3376"/>
                  </a:cubicBezTo>
                  <a:lnTo>
                    <a:pt x="205" y="3581"/>
                  </a:lnTo>
                  <a:lnTo>
                    <a:pt x="311" y="3687"/>
                  </a:lnTo>
                  <a:lnTo>
                    <a:pt x="311" y="3785"/>
                  </a:lnTo>
                  <a:lnTo>
                    <a:pt x="409" y="3891"/>
                  </a:lnTo>
                  <a:cubicBezTo>
                    <a:pt x="409" y="3891"/>
                    <a:pt x="409" y="3989"/>
                    <a:pt x="515" y="4096"/>
                  </a:cubicBezTo>
                  <a:lnTo>
                    <a:pt x="613" y="4194"/>
                  </a:lnTo>
                  <a:cubicBezTo>
                    <a:pt x="613" y="4300"/>
                    <a:pt x="613" y="4300"/>
                    <a:pt x="720" y="4300"/>
                  </a:cubicBezTo>
                  <a:cubicBezTo>
                    <a:pt x="720" y="4300"/>
                    <a:pt x="720" y="4398"/>
                    <a:pt x="818" y="4398"/>
                  </a:cubicBezTo>
                  <a:lnTo>
                    <a:pt x="818" y="4504"/>
                  </a:lnTo>
                  <a:cubicBezTo>
                    <a:pt x="924" y="4504"/>
                    <a:pt x="924" y="4602"/>
                    <a:pt x="1022" y="4602"/>
                  </a:cubicBezTo>
                  <a:cubicBezTo>
                    <a:pt x="1022" y="4709"/>
                    <a:pt x="1128" y="4709"/>
                    <a:pt x="1128" y="4709"/>
                  </a:cubicBezTo>
                  <a:lnTo>
                    <a:pt x="1226" y="4807"/>
                  </a:lnTo>
                  <a:cubicBezTo>
                    <a:pt x="1226" y="4807"/>
                    <a:pt x="1333" y="4807"/>
                    <a:pt x="1333" y="4913"/>
                  </a:cubicBezTo>
                  <a:lnTo>
                    <a:pt x="1431" y="4913"/>
                  </a:lnTo>
                  <a:cubicBezTo>
                    <a:pt x="1537" y="4913"/>
                    <a:pt x="1537" y="5011"/>
                    <a:pt x="1635" y="5011"/>
                  </a:cubicBezTo>
                  <a:cubicBezTo>
                    <a:pt x="1741" y="5011"/>
                    <a:pt x="1741" y="5011"/>
                    <a:pt x="1839" y="5117"/>
                  </a:cubicBezTo>
                  <a:lnTo>
                    <a:pt x="2150" y="5117"/>
                  </a:lnTo>
                  <a:cubicBezTo>
                    <a:pt x="2248" y="5215"/>
                    <a:pt x="2354" y="5215"/>
                    <a:pt x="2354" y="5215"/>
                  </a:cubicBezTo>
                  <a:cubicBezTo>
                    <a:pt x="2861" y="5215"/>
                    <a:pt x="3270" y="5117"/>
                    <a:pt x="3678" y="5011"/>
                  </a:cubicBezTo>
                  <a:cubicBezTo>
                    <a:pt x="3785" y="5011"/>
                    <a:pt x="3785" y="4913"/>
                    <a:pt x="3883" y="4913"/>
                  </a:cubicBezTo>
                  <a:cubicBezTo>
                    <a:pt x="3989" y="4807"/>
                    <a:pt x="3989" y="4807"/>
                    <a:pt x="4087" y="4807"/>
                  </a:cubicBezTo>
                  <a:lnTo>
                    <a:pt x="4291" y="4602"/>
                  </a:lnTo>
                  <a:cubicBezTo>
                    <a:pt x="4398" y="4504"/>
                    <a:pt x="4602" y="4398"/>
                    <a:pt x="4700" y="4300"/>
                  </a:cubicBezTo>
                  <a:cubicBezTo>
                    <a:pt x="4904" y="3989"/>
                    <a:pt x="5109" y="3581"/>
                    <a:pt x="5215" y="3172"/>
                  </a:cubicBezTo>
                  <a:lnTo>
                    <a:pt x="5215" y="3074"/>
                  </a:lnTo>
                  <a:lnTo>
                    <a:pt x="5215" y="2968"/>
                  </a:lnTo>
                  <a:lnTo>
                    <a:pt x="5215" y="2870"/>
                  </a:lnTo>
                  <a:lnTo>
                    <a:pt x="5215" y="2665"/>
                  </a:lnTo>
                  <a:lnTo>
                    <a:pt x="5215" y="2559"/>
                  </a:lnTo>
                  <a:lnTo>
                    <a:pt x="5215" y="2355"/>
                  </a:lnTo>
                  <a:lnTo>
                    <a:pt x="5215" y="2257"/>
                  </a:lnTo>
                  <a:lnTo>
                    <a:pt x="5215" y="2150"/>
                  </a:lnTo>
                  <a:lnTo>
                    <a:pt x="5215" y="2052"/>
                  </a:lnTo>
                  <a:cubicBezTo>
                    <a:pt x="5215" y="1946"/>
                    <a:pt x="5109" y="1946"/>
                    <a:pt x="5109" y="1848"/>
                  </a:cubicBezTo>
                  <a:lnTo>
                    <a:pt x="5109" y="1742"/>
                  </a:lnTo>
                  <a:cubicBezTo>
                    <a:pt x="5109" y="1742"/>
                    <a:pt x="5109" y="1644"/>
                    <a:pt x="5011" y="1644"/>
                  </a:cubicBezTo>
                  <a:lnTo>
                    <a:pt x="5011" y="1537"/>
                  </a:lnTo>
                  <a:lnTo>
                    <a:pt x="5011" y="1439"/>
                  </a:lnTo>
                  <a:cubicBezTo>
                    <a:pt x="4904" y="1439"/>
                    <a:pt x="4904" y="1333"/>
                    <a:pt x="4904" y="1333"/>
                  </a:cubicBezTo>
                  <a:cubicBezTo>
                    <a:pt x="4496" y="622"/>
                    <a:pt x="3785" y="107"/>
                    <a:pt x="2861" y="9"/>
                  </a:cubicBezTo>
                  <a:cubicBezTo>
                    <a:pt x="2792" y="3"/>
                    <a:pt x="2723" y="1"/>
                    <a:pt x="2654" y="1"/>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5" name="Google Shape;1125;p18"/>
            <p:cNvSpPr/>
            <p:nvPr/>
          </p:nvSpPr>
          <p:spPr>
            <a:xfrm>
              <a:off x="2118900" y="6340513"/>
              <a:ext cx="150600" cy="130050"/>
            </a:xfrm>
            <a:custGeom>
              <a:rect b="b" l="l" r="r" t="t"/>
              <a:pathLst>
                <a:path extrusionOk="0" h="5202" w="6024">
                  <a:moveTo>
                    <a:pt x="3063" y="1"/>
                  </a:moveTo>
                  <a:cubicBezTo>
                    <a:pt x="2644" y="1"/>
                    <a:pt x="2222" y="105"/>
                    <a:pt x="1839" y="329"/>
                  </a:cubicBezTo>
                  <a:cubicBezTo>
                    <a:pt x="507" y="942"/>
                    <a:pt x="0" y="2577"/>
                    <a:pt x="711" y="3803"/>
                  </a:cubicBezTo>
                  <a:cubicBezTo>
                    <a:pt x="1137" y="4724"/>
                    <a:pt x="2057" y="5202"/>
                    <a:pt x="2990" y="5202"/>
                  </a:cubicBezTo>
                  <a:cubicBezTo>
                    <a:pt x="3399" y="5202"/>
                    <a:pt x="3811" y="5110"/>
                    <a:pt x="4185" y="4923"/>
                  </a:cubicBezTo>
                  <a:cubicBezTo>
                    <a:pt x="5517" y="4212"/>
                    <a:pt x="6024" y="2675"/>
                    <a:pt x="5313" y="1351"/>
                  </a:cubicBezTo>
                  <a:cubicBezTo>
                    <a:pt x="4891" y="508"/>
                    <a:pt x="3986" y="1"/>
                    <a:pt x="3063" y="1"/>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6" name="Google Shape;1126;p18"/>
            <p:cNvSpPr/>
            <p:nvPr/>
          </p:nvSpPr>
          <p:spPr>
            <a:xfrm>
              <a:off x="2152000" y="6348738"/>
              <a:ext cx="117500" cy="122175"/>
            </a:xfrm>
            <a:custGeom>
              <a:rect b="b" l="l" r="r" t="t"/>
              <a:pathLst>
                <a:path extrusionOk="0" h="4887" w="4700">
                  <a:moveTo>
                    <a:pt x="2861" y="0"/>
                  </a:moveTo>
                  <a:lnTo>
                    <a:pt x="2861" y="0"/>
                  </a:lnTo>
                  <a:cubicBezTo>
                    <a:pt x="3171" y="205"/>
                    <a:pt x="3376" y="409"/>
                    <a:pt x="3474" y="711"/>
                  </a:cubicBezTo>
                  <a:cubicBezTo>
                    <a:pt x="4193" y="2044"/>
                    <a:pt x="3678" y="3572"/>
                    <a:pt x="2452" y="4291"/>
                  </a:cubicBezTo>
                  <a:cubicBezTo>
                    <a:pt x="2074" y="4481"/>
                    <a:pt x="1674" y="4560"/>
                    <a:pt x="1282" y="4560"/>
                  </a:cubicBezTo>
                  <a:cubicBezTo>
                    <a:pt x="829" y="4560"/>
                    <a:pt x="386" y="4454"/>
                    <a:pt x="0" y="4291"/>
                  </a:cubicBezTo>
                  <a:lnTo>
                    <a:pt x="0" y="4291"/>
                  </a:lnTo>
                  <a:cubicBezTo>
                    <a:pt x="498" y="4665"/>
                    <a:pt x="1111" y="4887"/>
                    <a:pt x="1721" y="4887"/>
                  </a:cubicBezTo>
                  <a:cubicBezTo>
                    <a:pt x="2113" y="4887"/>
                    <a:pt x="2503" y="4795"/>
                    <a:pt x="2861" y="4594"/>
                  </a:cubicBezTo>
                  <a:cubicBezTo>
                    <a:pt x="4193" y="3883"/>
                    <a:pt x="4700" y="2346"/>
                    <a:pt x="3989" y="1022"/>
                  </a:cubicBezTo>
                  <a:cubicBezTo>
                    <a:pt x="3784" y="613"/>
                    <a:pt x="3376" y="205"/>
                    <a:pt x="2861"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7" name="Google Shape;1127;p18"/>
            <p:cNvSpPr/>
            <p:nvPr/>
          </p:nvSpPr>
          <p:spPr>
            <a:xfrm>
              <a:off x="2136675" y="6376738"/>
              <a:ext cx="117500" cy="66425"/>
            </a:xfrm>
            <a:custGeom>
              <a:rect b="b" l="l" r="r" t="t"/>
              <a:pathLst>
                <a:path extrusionOk="0" h="2657" w="4700">
                  <a:moveTo>
                    <a:pt x="4602" y="0"/>
                  </a:moveTo>
                  <a:lnTo>
                    <a:pt x="0" y="2354"/>
                  </a:lnTo>
                  <a:lnTo>
                    <a:pt x="0" y="2452"/>
                  </a:lnTo>
                  <a:lnTo>
                    <a:pt x="204" y="2656"/>
                  </a:lnTo>
                  <a:lnTo>
                    <a:pt x="4700" y="311"/>
                  </a:lnTo>
                  <a:lnTo>
                    <a:pt x="4700" y="0"/>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8" name="Google Shape;1128;p18"/>
            <p:cNvSpPr/>
            <p:nvPr/>
          </p:nvSpPr>
          <p:spPr>
            <a:xfrm>
              <a:off x="2134225" y="6371613"/>
              <a:ext cx="119950" cy="66450"/>
            </a:xfrm>
            <a:custGeom>
              <a:rect b="b" l="l" r="r" t="t"/>
              <a:pathLst>
                <a:path extrusionOk="0" h="2658" w="4798">
                  <a:moveTo>
                    <a:pt x="4593" y="1"/>
                  </a:moveTo>
                  <a:lnTo>
                    <a:pt x="0" y="2453"/>
                  </a:lnTo>
                  <a:lnTo>
                    <a:pt x="98" y="2559"/>
                  </a:lnTo>
                  <a:cubicBezTo>
                    <a:pt x="98" y="2657"/>
                    <a:pt x="98" y="2657"/>
                    <a:pt x="204" y="2657"/>
                  </a:cubicBezTo>
                  <a:lnTo>
                    <a:pt x="4798" y="311"/>
                  </a:lnTo>
                  <a:cubicBezTo>
                    <a:pt x="4798" y="205"/>
                    <a:pt x="4700" y="205"/>
                    <a:pt x="4700" y="107"/>
                  </a:cubicBezTo>
                  <a:lnTo>
                    <a:pt x="4593" y="1"/>
                  </a:ln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9" name="Google Shape;1129;p18"/>
            <p:cNvSpPr/>
            <p:nvPr/>
          </p:nvSpPr>
          <p:spPr>
            <a:xfrm>
              <a:off x="2297675" y="6261688"/>
              <a:ext cx="130200" cy="130400"/>
            </a:xfrm>
            <a:custGeom>
              <a:rect b="b" l="l" r="r" t="t"/>
              <a:pathLst>
                <a:path extrusionOk="0" h="5216" w="5208">
                  <a:moveTo>
                    <a:pt x="2638" y="0"/>
                  </a:moveTo>
                  <a:cubicBezTo>
                    <a:pt x="1305" y="0"/>
                    <a:pt x="194" y="895"/>
                    <a:pt x="1" y="2150"/>
                  </a:cubicBezTo>
                  <a:lnTo>
                    <a:pt x="1" y="2354"/>
                  </a:lnTo>
                  <a:lnTo>
                    <a:pt x="1" y="2461"/>
                  </a:lnTo>
                  <a:lnTo>
                    <a:pt x="1" y="2559"/>
                  </a:lnTo>
                  <a:lnTo>
                    <a:pt x="1" y="2665"/>
                  </a:lnTo>
                  <a:cubicBezTo>
                    <a:pt x="1" y="2967"/>
                    <a:pt x="1" y="3172"/>
                    <a:pt x="99" y="3376"/>
                  </a:cubicBezTo>
                  <a:cubicBezTo>
                    <a:pt x="99" y="3482"/>
                    <a:pt x="205" y="3580"/>
                    <a:pt x="205" y="3580"/>
                  </a:cubicBezTo>
                  <a:lnTo>
                    <a:pt x="205" y="3687"/>
                  </a:lnTo>
                  <a:lnTo>
                    <a:pt x="303" y="3785"/>
                  </a:lnTo>
                  <a:lnTo>
                    <a:pt x="303" y="3891"/>
                  </a:lnTo>
                  <a:cubicBezTo>
                    <a:pt x="409" y="3891"/>
                    <a:pt x="409" y="3989"/>
                    <a:pt x="409" y="4095"/>
                  </a:cubicBezTo>
                  <a:lnTo>
                    <a:pt x="507" y="4095"/>
                  </a:lnTo>
                  <a:cubicBezTo>
                    <a:pt x="507" y="4095"/>
                    <a:pt x="507" y="4193"/>
                    <a:pt x="614" y="4193"/>
                  </a:cubicBezTo>
                  <a:lnTo>
                    <a:pt x="614" y="4300"/>
                  </a:lnTo>
                  <a:lnTo>
                    <a:pt x="712" y="4398"/>
                  </a:lnTo>
                  <a:cubicBezTo>
                    <a:pt x="712" y="4398"/>
                    <a:pt x="818" y="4398"/>
                    <a:pt x="818" y="4504"/>
                  </a:cubicBezTo>
                  <a:lnTo>
                    <a:pt x="916" y="4602"/>
                  </a:lnTo>
                  <a:cubicBezTo>
                    <a:pt x="1022" y="4708"/>
                    <a:pt x="1022" y="4708"/>
                    <a:pt x="1121" y="4708"/>
                  </a:cubicBezTo>
                  <a:cubicBezTo>
                    <a:pt x="1121" y="4806"/>
                    <a:pt x="1121" y="4806"/>
                    <a:pt x="1227" y="4806"/>
                  </a:cubicBezTo>
                  <a:cubicBezTo>
                    <a:pt x="1227" y="4806"/>
                    <a:pt x="1325" y="4806"/>
                    <a:pt x="1325" y="4913"/>
                  </a:cubicBezTo>
                  <a:lnTo>
                    <a:pt x="1431" y="4913"/>
                  </a:lnTo>
                  <a:cubicBezTo>
                    <a:pt x="1431" y="4913"/>
                    <a:pt x="1529" y="5011"/>
                    <a:pt x="1635" y="5011"/>
                  </a:cubicBezTo>
                  <a:cubicBezTo>
                    <a:pt x="1635" y="5011"/>
                    <a:pt x="1734" y="5011"/>
                    <a:pt x="1840" y="5117"/>
                  </a:cubicBezTo>
                  <a:lnTo>
                    <a:pt x="2142" y="5117"/>
                  </a:lnTo>
                  <a:cubicBezTo>
                    <a:pt x="2248" y="5215"/>
                    <a:pt x="2248" y="5215"/>
                    <a:pt x="2347" y="5215"/>
                  </a:cubicBezTo>
                  <a:cubicBezTo>
                    <a:pt x="2755" y="5215"/>
                    <a:pt x="3270" y="5117"/>
                    <a:pt x="3573" y="5011"/>
                  </a:cubicBezTo>
                  <a:cubicBezTo>
                    <a:pt x="3679" y="5011"/>
                    <a:pt x="3777" y="4913"/>
                    <a:pt x="3883" y="4913"/>
                  </a:cubicBezTo>
                  <a:cubicBezTo>
                    <a:pt x="3883" y="4806"/>
                    <a:pt x="3981" y="4806"/>
                    <a:pt x="4087" y="4806"/>
                  </a:cubicBezTo>
                  <a:cubicBezTo>
                    <a:pt x="4087" y="4708"/>
                    <a:pt x="4186" y="4708"/>
                    <a:pt x="4292" y="4602"/>
                  </a:cubicBezTo>
                  <a:lnTo>
                    <a:pt x="4594" y="4300"/>
                  </a:lnTo>
                  <a:cubicBezTo>
                    <a:pt x="4905" y="3989"/>
                    <a:pt x="5003" y="3580"/>
                    <a:pt x="5109" y="3172"/>
                  </a:cubicBezTo>
                  <a:cubicBezTo>
                    <a:pt x="5109" y="3074"/>
                    <a:pt x="5207" y="3074"/>
                    <a:pt x="5207" y="2967"/>
                  </a:cubicBezTo>
                  <a:lnTo>
                    <a:pt x="5207" y="2869"/>
                  </a:lnTo>
                  <a:lnTo>
                    <a:pt x="5207" y="2665"/>
                  </a:lnTo>
                  <a:lnTo>
                    <a:pt x="5207" y="2559"/>
                  </a:lnTo>
                  <a:lnTo>
                    <a:pt x="5207" y="2354"/>
                  </a:lnTo>
                  <a:lnTo>
                    <a:pt x="5207" y="2256"/>
                  </a:lnTo>
                  <a:lnTo>
                    <a:pt x="5207" y="2150"/>
                  </a:lnTo>
                  <a:lnTo>
                    <a:pt x="5109" y="2052"/>
                  </a:lnTo>
                  <a:lnTo>
                    <a:pt x="5109" y="1848"/>
                  </a:lnTo>
                  <a:lnTo>
                    <a:pt x="5109" y="1741"/>
                  </a:lnTo>
                  <a:cubicBezTo>
                    <a:pt x="5003" y="1741"/>
                    <a:pt x="5003" y="1643"/>
                    <a:pt x="5003" y="1643"/>
                  </a:cubicBezTo>
                  <a:lnTo>
                    <a:pt x="5003" y="1537"/>
                  </a:lnTo>
                  <a:lnTo>
                    <a:pt x="4905" y="1439"/>
                  </a:lnTo>
                  <a:lnTo>
                    <a:pt x="4905" y="1333"/>
                  </a:lnTo>
                  <a:cubicBezTo>
                    <a:pt x="4496" y="622"/>
                    <a:pt x="3679" y="107"/>
                    <a:pt x="2861" y="9"/>
                  </a:cubicBezTo>
                  <a:cubicBezTo>
                    <a:pt x="2786" y="3"/>
                    <a:pt x="2712" y="0"/>
                    <a:pt x="2638"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0" name="Google Shape;1130;p18"/>
            <p:cNvSpPr/>
            <p:nvPr/>
          </p:nvSpPr>
          <p:spPr>
            <a:xfrm>
              <a:off x="2274600" y="6258788"/>
              <a:ext cx="148150" cy="129600"/>
            </a:xfrm>
            <a:custGeom>
              <a:rect b="b" l="l" r="r" t="t"/>
              <a:pathLst>
                <a:path extrusionOk="0" h="5184" w="5926">
                  <a:moveTo>
                    <a:pt x="3011" y="0"/>
                  </a:moveTo>
                  <a:cubicBezTo>
                    <a:pt x="2588" y="0"/>
                    <a:pt x="2154" y="105"/>
                    <a:pt x="1741" y="329"/>
                  </a:cubicBezTo>
                  <a:cubicBezTo>
                    <a:pt x="515" y="942"/>
                    <a:pt x="0" y="2577"/>
                    <a:pt x="719" y="3803"/>
                  </a:cubicBezTo>
                  <a:cubicBezTo>
                    <a:pt x="1155" y="4675"/>
                    <a:pt x="2055" y="5183"/>
                    <a:pt x="3017" y="5183"/>
                  </a:cubicBezTo>
                  <a:cubicBezTo>
                    <a:pt x="3408" y="5183"/>
                    <a:pt x="3809" y="5099"/>
                    <a:pt x="4193" y="4922"/>
                  </a:cubicBezTo>
                  <a:cubicBezTo>
                    <a:pt x="5419" y="4211"/>
                    <a:pt x="5926" y="2675"/>
                    <a:pt x="5313" y="1351"/>
                  </a:cubicBezTo>
                  <a:cubicBezTo>
                    <a:pt x="4824" y="507"/>
                    <a:pt x="3944" y="0"/>
                    <a:pt x="3011" y="0"/>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1" name="Google Shape;1131;p18"/>
            <p:cNvSpPr/>
            <p:nvPr/>
          </p:nvSpPr>
          <p:spPr>
            <a:xfrm>
              <a:off x="2307900" y="6267013"/>
              <a:ext cx="114850" cy="122175"/>
            </a:xfrm>
            <a:custGeom>
              <a:rect b="b" l="l" r="r" t="t"/>
              <a:pathLst>
                <a:path extrusionOk="0" h="4887" w="4594">
                  <a:moveTo>
                    <a:pt x="2861" y="0"/>
                  </a:moveTo>
                  <a:lnTo>
                    <a:pt x="2861" y="0"/>
                  </a:lnTo>
                  <a:cubicBezTo>
                    <a:pt x="3065" y="204"/>
                    <a:pt x="3270" y="409"/>
                    <a:pt x="3474" y="711"/>
                  </a:cubicBezTo>
                  <a:cubicBezTo>
                    <a:pt x="4087" y="2043"/>
                    <a:pt x="3678" y="3572"/>
                    <a:pt x="2346" y="4291"/>
                  </a:cubicBezTo>
                  <a:cubicBezTo>
                    <a:pt x="2017" y="4480"/>
                    <a:pt x="1642" y="4559"/>
                    <a:pt x="1263" y="4559"/>
                  </a:cubicBezTo>
                  <a:cubicBezTo>
                    <a:pt x="825" y="4559"/>
                    <a:pt x="382" y="4453"/>
                    <a:pt x="0" y="4291"/>
                  </a:cubicBezTo>
                  <a:lnTo>
                    <a:pt x="0" y="4291"/>
                  </a:lnTo>
                  <a:cubicBezTo>
                    <a:pt x="433" y="4664"/>
                    <a:pt x="1058" y="4886"/>
                    <a:pt x="1688" y="4886"/>
                  </a:cubicBezTo>
                  <a:cubicBezTo>
                    <a:pt x="2093" y="4886"/>
                    <a:pt x="2500" y="4795"/>
                    <a:pt x="2861" y="4593"/>
                  </a:cubicBezTo>
                  <a:cubicBezTo>
                    <a:pt x="4087" y="3882"/>
                    <a:pt x="4594" y="2346"/>
                    <a:pt x="3981" y="1022"/>
                  </a:cubicBezTo>
                  <a:cubicBezTo>
                    <a:pt x="3678" y="613"/>
                    <a:pt x="3270" y="204"/>
                    <a:pt x="2861"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2" name="Google Shape;1132;p18"/>
            <p:cNvSpPr/>
            <p:nvPr/>
          </p:nvSpPr>
          <p:spPr>
            <a:xfrm>
              <a:off x="2292575" y="6292538"/>
              <a:ext cx="117525" cy="68900"/>
            </a:xfrm>
            <a:custGeom>
              <a:rect b="b" l="l" r="r" t="t"/>
              <a:pathLst>
                <a:path extrusionOk="0" h="2756" w="4701">
                  <a:moveTo>
                    <a:pt x="4594" y="1"/>
                  </a:moveTo>
                  <a:lnTo>
                    <a:pt x="0" y="2453"/>
                  </a:lnTo>
                  <a:lnTo>
                    <a:pt x="0" y="2551"/>
                  </a:lnTo>
                  <a:cubicBezTo>
                    <a:pt x="0" y="2657"/>
                    <a:pt x="98" y="2657"/>
                    <a:pt x="98" y="2755"/>
                  </a:cubicBezTo>
                  <a:lnTo>
                    <a:pt x="4700" y="303"/>
                  </a:lnTo>
                  <a:cubicBezTo>
                    <a:pt x="4700" y="303"/>
                    <a:pt x="4594" y="205"/>
                    <a:pt x="4594" y="99"/>
                  </a:cubicBezTo>
                  <a:lnTo>
                    <a:pt x="4594" y="1"/>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3" name="Google Shape;1133;p18"/>
            <p:cNvSpPr/>
            <p:nvPr/>
          </p:nvSpPr>
          <p:spPr>
            <a:xfrm>
              <a:off x="2289925" y="6289888"/>
              <a:ext cx="117500" cy="66425"/>
            </a:xfrm>
            <a:custGeom>
              <a:rect b="b" l="l" r="r" t="t"/>
              <a:pathLst>
                <a:path extrusionOk="0" h="2657" w="4700">
                  <a:moveTo>
                    <a:pt x="4602" y="0"/>
                  </a:moveTo>
                  <a:lnTo>
                    <a:pt x="0" y="2452"/>
                  </a:lnTo>
                  <a:cubicBezTo>
                    <a:pt x="0" y="2452"/>
                    <a:pt x="0" y="2559"/>
                    <a:pt x="106" y="2559"/>
                  </a:cubicBezTo>
                  <a:lnTo>
                    <a:pt x="106" y="2657"/>
                  </a:lnTo>
                  <a:lnTo>
                    <a:pt x="4700" y="311"/>
                  </a:lnTo>
                  <a:lnTo>
                    <a:pt x="4700" y="107"/>
                  </a:lnTo>
                  <a:cubicBezTo>
                    <a:pt x="4602" y="107"/>
                    <a:pt x="4602" y="0"/>
                    <a:pt x="4602" y="0"/>
                  </a:cubicBez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4" name="Google Shape;1134;p18"/>
            <p:cNvSpPr/>
            <p:nvPr/>
          </p:nvSpPr>
          <p:spPr>
            <a:xfrm>
              <a:off x="2453375" y="6179963"/>
              <a:ext cx="130400" cy="130375"/>
            </a:xfrm>
            <a:custGeom>
              <a:rect b="b" l="l" r="r" t="t"/>
              <a:pathLst>
                <a:path extrusionOk="0" h="5215" w="5216">
                  <a:moveTo>
                    <a:pt x="2638" y="0"/>
                  </a:moveTo>
                  <a:cubicBezTo>
                    <a:pt x="1305" y="0"/>
                    <a:pt x="194" y="895"/>
                    <a:pt x="1" y="2150"/>
                  </a:cubicBezTo>
                  <a:lnTo>
                    <a:pt x="1" y="2354"/>
                  </a:lnTo>
                  <a:lnTo>
                    <a:pt x="1" y="2460"/>
                  </a:lnTo>
                  <a:lnTo>
                    <a:pt x="1" y="2558"/>
                  </a:lnTo>
                  <a:lnTo>
                    <a:pt x="1" y="2665"/>
                  </a:lnTo>
                  <a:cubicBezTo>
                    <a:pt x="1" y="2967"/>
                    <a:pt x="1" y="3171"/>
                    <a:pt x="107" y="3376"/>
                  </a:cubicBezTo>
                  <a:cubicBezTo>
                    <a:pt x="107" y="3482"/>
                    <a:pt x="107" y="3482"/>
                    <a:pt x="205" y="3580"/>
                  </a:cubicBezTo>
                  <a:lnTo>
                    <a:pt x="205" y="3686"/>
                  </a:lnTo>
                  <a:cubicBezTo>
                    <a:pt x="205" y="3686"/>
                    <a:pt x="205" y="3784"/>
                    <a:pt x="311" y="3784"/>
                  </a:cubicBezTo>
                  <a:lnTo>
                    <a:pt x="311" y="3891"/>
                  </a:lnTo>
                  <a:cubicBezTo>
                    <a:pt x="311" y="3891"/>
                    <a:pt x="410" y="3989"/>
                    <a:pt x="410" y="4095"/>
                  </a:cubicBezTo>
                  <a:lnTo>
                    <a:pt x="516" y="4193"/>
                  </a:lnTo>
                  <a:cubicBezTo>
                    <a:pt x="516" y="4299"/>
                    <a:pt x="614" y="4299"/>
                    <a:pt x="614" y="4299"/>
                  </a:cubicBezTo>
                  <a:cubicBezTo>
                    <a:pt x="614" y="4299"/>
                    <a:pt x="614" y="4397"/>
                    <a:pt x="720" y="4397"/>
                  </a:cubicBezTo>
                  <a:lnTo>
                    <a:pt x="720" y="4504"/>
                  </a:lnTo>
                  <a:cubicBezTo>
                    <a:pt x="818" y="4504"/>
                    <a:pt x="818" y="4602"/>
                    <a:pt x="924" y="4602"/>
                  </a:cubicBezTo>
                  <a:cubicBezTo>
                    <a:pt x="1023" y="4708"/>
                    <a:pt x="1023" y="4708"/>
                    <a:pt x="1129" y="4708"/>
                  </a:cubicBezTo>
                  <a:lnTo>
                    <a:pt x="1129" y="4806"/>
                  </a:lnTo>
                  <a:cubicBezTo>
                    <a:pt x="1227" y="4806"/>
                    <a:pt x="1227" y="4806"/>
                    <a:pt x="1333" y="4912"/>
                  </a:cubicBezTo>
                  <a:cubicBezTo>
                    <a:pt x="1431" y="4912"/>
                    <a:pt x="1537" y="5010"/>
                    <a:pt x="1537" y="5010"/>
                  </a:cubicBezTo>
                  <a:cubicBezTo>
                    <a:pt x="1636" y="5010"/>
                    <a:pt x="1742" y="5010"/>
                    <a:pt x="1742" y="5117"/>
                  </a:cubicBezTo>
                  <a:lnTo>
                    <a:pt x="2044" y="5117"/>
                  </a:lnTo>
                  <a:cubicBezTo>
                    <a:pt x="2150" y="5215"/>
                    <a:pt x="2249" y="5215"/>
                    <a:pt x="2355" y="5215"/>
                  </a:cubicBezTo>
                  <a:cubicBezTo>
                    <a:pt x="2763" y="5215"/>
                    <a:pt x="3172" y="5117"/>
                    <a:pt x="3581" y="5010"/>
                  </a:cubicBezTo>
                  <a:cubicBezTo>
                    <a:pt x="3679" y="4912"/>
                    <a:pt x="3785" y="4912"/>
                    <a:pt x="3785" y="4912"/>
                  </a:cubicBezTo>
                  <a:cubicBezTo>
                    <a:pt x="3883" y="4806"/>
                    <a:pt x="3989" y="4806"/>
                    <a:pt x="3989" y="4708"/>
                  </a:cubicBezTo>
                  <a:cubicBezTo>
                    <a:pt x="4088" y="4708"/>
                    <a:pt x="4194" y="4708"/>
                    <a:pt x="4194" y="4602"/>
                  </a:cubicBezTo>
                  <a:cubicBezTo>
                    <a:pt x="4398" y="4504"/>
                    <a:pt x="4496" y="4397"/>
                    <a:pt x="4602" y="4299"/>
                  </a:cubicBezTo>
                  <a:cubicBezTo>
                    <a:pt x="4807" y="3989"/>
                    <a:pt x="5011" y="3580"/>
                    <a:pt x="5109" y="3171"/>
                  </a:cubicBezTo>
                  <a:lnTo>
                    <a:pt x="5109" y="2967"/>
                  </a:lnTo>
                  <a:lnTo>
                    <a:pt x="5109" y="2869"/>
                  </a:lnTo>
                  <a:cubicBezTo>
                    <a:pt x="5215" y="2763"/>
                    <a:pt x="5215" y="2763"/>
                    <a:pt x="5215" y="2665"/>
                  </a:cubicBezTo>
                  <a:lnTo>
                    <a:pt x="5215" y="2558"/>
                  </a:lnTo>
                  <a:cubicBezTo>
                    <a:pt x="5215" y="2460"/>
                    <a:pt x="5215" y="2460"/>
                    <a:pt x="5109" y="2354"/>
                  </a:cubicBezTo>
                  <a:lnTo>
                    <a:pt x="5109" y="2256"/>
                  </a:lnTo>
                  <a:lnTo>
                    <a:pt x="5109" y="2150"/>
                  </a:lnTo>
                  <a:lnTo>
                    <a:pt x="5109" y="2052"/>
                  </a:lnTo>
                  <a:cubicBezTo>
                    <a:pt x="5109" y="1945"/>
                    <a:pt x="5109" y="1945"/>
                    <a:pt x="5011" y="1847"/>
                  </a:cubicBezTo>
                  <a:lnTo>
                    <a:pt x="5011" y="1741"/>
                  </a:lnTo>
                  <a:lnTo>
                    <a:pt x="5011" y="1643"/>
                  </a:lnTo>
                  <a:cubicBezTo>
                    <a:pt x="5011" y="1537"/>
                    <a:pt x="4905" y="1537"/>
                    <a:pt x="4905" y="1537"/>
                  </a:cubicBezTo>
                  <a:lnTo>
                    <a:pt x="4905" y="1439"/>
                  </a:lnTo>
                  <a:cubicBezTo>
                    <a:pt x="4905" y="1332"/>
                    <a:pt x="4807" y="1332"/>
                    <a:pt x="4807" y="1332"/>
                  </a:cubicBezTo>
                  <a:cubicBezTo>
                    <a:pt x="4398" y="621"/>
                    <a:pt x="3679" y="106"/>
                    <a:pt x="2862" y="8"/>
                  </a:cubicBezTo>
                  <a:cubicBezTo>
                    <a:pt x="2787" y="3"/>
                    <a:pt x="2712" y="0"/>
                    <a:pt x="2638"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5" name="Google Shape;1135;p18"/>
            <p:cNvSpPr/>
            <p:nvPr/>
          </p:nvSpPr>
          <p:spPr>
            <a:xfrm>
              <a:off x="2430500" y="6177038"/>
              <a:ext cx="148175" cy="129600"/>
            </a:xfrm>
            <a:custGeom>
              <a:rect b="b" l="l" r="r" t="t"/>
              <a:pathLst>
                <a:path extrusionOk="0" h="5184" w="5927">
                  <a:moveTo>
                    <a:pt x="2957" y="1"/>
                  </a:moveTo>
                  <a:cubicBezTo>
                    <a:pt x="2538" y="1"/>
                    <a:pt x="2116" y="105"/>
                    <a:pt x="1733" y="330"/>
                  </a:cubicBezTo>
                  <a:cubicBezTo>
                    <a:pt x="409" y="943"/>
                    <a:pt x="0" y="2577"/>
                    <a:pt x="613" y="3803"/>
                  </a:cubicBezTo>
                  <a:cubicBezTo>
                    <a:pt x="1119" y="4676"/>
                    <a:pt x="2043" y="5184"/>
                    <a:pt x="3011" y="5184"/>
                  </a:cubicBezTo>
                  <a:cubicBezTo>
                    <a:pt x="3403" y="5184"/>
                    <a:pt x="3803" y="5100"/>
                    <a:pt x="4185" y="4923"/>
                  </a:cubicBezTo>
                  <a:cubicBezTo>
                    <a:pt x="5411" y="4212"/>
                    <a:pt x="5926" y="2675"/>
                    <a:pt x="5207" y="1351"/>
                  </a:cubicBezTo>
                  <a:cubicBezTo>
                    <a:pt x="4785" y="508"/>
                    <a:pt x="3880" y="1"/>
                    <a:pt x="2957" y="1"/>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6" name="Google Shape;1136;p18"/>
            <p:cNvSpPr/>
            <p:nvPr/>
          </p:nvSpPr>
          <p:spPr>
            <a:xfrm>
              <a:off x="2461150" y="6182613"/>
              <a:ext cx="117525" cy="124825"/>
            </a:xfrm>
            <a:custGeom>
              <a:rect b="b" l="l" r="r" t="t"/>
              <a:pathLst>
                <a:path extrusionOk="0" h="4993" w="4701">
                  <a:moveTo>
                    <a:pt x="2861" y="0"/>
                  </a:moveTo>
                  <a:lnTo>
                    <a:pt x="2861" y="0"/>
                  </a:lnTo>
                  <a:cubicBezTo>
                    <a:pt x="3164" y="311"/>
                    <a:pt x="3368" y="515"/>
                    <a:pt x="3572" y="818"/>
                  </a:cubicBezTo>
                  <a:cubicBezTo>
                    <a:pt x="4185" y="2150"/>
                    <a:pt x="3678" y="3678"/>
                    <a:pt x="2452" y="4398"/>
                  </a:cubicBezTo>
                  <a:cubicBezTo>
                    <a:pt x="2074" y="4587"/>
                    <a:pt x="1695" y="4666"/>
                    <a:pt x="1317" y="4666"/>
                  </a:cubicBezTo>
                  <a:cubicBezTo>
                    <a:pt x="878" y="4666"/>
                    <a:pt x="439" y="4560"/>
                    <a:pt x="0" y="4398"/>
                  </a:cubicBezTo>
                  <a:lnTo>
                    <a:pt x="0" y="4398"/>
                  </a:lnTo>
                  <a:cubicBezTo>
                    <a:pt x="498" y="4771"/>
                    <a:pt x="1108" y="4993"/>
                    <a:pt x="1740" y="4993"/>
                  </a:cubicBezTo>
                  <a:cubicBezTo>
                    <a:pt x="2145" y="4993"/>
                    <a:pt x="2560" y="4901"/>
                    <a:pt x="2959" y="4700"/>
                  </a:cubicBezTo>
                  <a:cubicBezTo>
                    <a:pt x="4185" y="3989"/>
                    <a:pt x="4700" y="2452"/>
                    <a:pt x="3981" y="1128"/>
                  </a:cubicBezTo>
                  <a:cubicBezTo>
                    <a:pt x="3777" y="720"/>
                    <a:pt x="3368" y="311"/>
                    <a:pt x="2861"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7" name="Google Shape;1137;p18"/>
            <p:cNvSpPr/>
            <p:nvPr/>
          </p:nvSpPr>
          <p:spPr>
            <a:xfrm>
              <a:off x="2445825" y="6210813"/>
              <a:ext cx="119975" cy="68875"/>
            </a:xfrm>
            <a:custGeom>
              <a:rect b="b" l="l" r="r" t="t"/>
              <a:pathLst>
                <a:path extrusionOk="0" h="2755" w="4799">
                  <a:moveTo>
                    <a:pt x="4594" y="0"/>
                  </a:moveTo>
                  <a:lnTo>
                    <a:pt x="0" y="2452"/>
                  </a:lnTo>
                  <a:cubicBezTo>
                    <a:pt x="0" y="2452"/>
                    <a:pt x="0" y="2550"/>
                    <a:pt x="99" y="2550"/>
                  </a:cubicBezTo>
                  <a:cubicBezTo>
                    <a:pt x="99" y="2657"/>
                    <a:pt x="99" y="2657"/>
                    <a:pt x="205" y="2755"/>
                  </a:cubicBezTo>
                  <a:lnTo>
                    <a:pt x="4798" y="303"/>
                  </a:lnTo>
                  <a:cubicBezTo>
                    <a:pt x="4700" y="303"/>
                    <a:pt x="4700" y="205"/>
                    <a:pt x="4700" y="98"/>
                  </a:cubicBezTo>
                  <a:cubicBezTo>
                    <a:pt x="4700" y="98"/>
                    <a:pt x="4594" y="98"/>
                    <a:pt x="4594"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8" name="Google Shape;1138;p18"/>
            <p:cNvSpPr/>
            <p:nvPr/>
          </p:nvSpPr>
          <p:spPr>
            <a:xfrm>
              <a:off x="2443175" y="6208163"/>
              <a:ext cx="120175" cy="66425"/>
            </a:xfrm>
            <a:custGeom>
              <a:rect b="b" l="l" r="r" t="t"/>
              <a:pathLst>
                <a:path extrusionOk="0" h="2657" w="4807">
                  <a:moveTo>
                    <a:pt x="4602" y="0"/>
                  </a:moveTo>
                  <a:lnTo>
                    <a:pt x="0" y="2354"/>
                  </a:lnTo>
                  <a:cubicBezTo>
                    <a:pt x="106" y="2452"/>
                    <a:pt x="106" y="2452"/>
                    <a:pt x="106" y="2558"/>
                  </a:cubicBezTo>
                  <a:lnTo>
                    <a:pt x="205" y="2656"/>
                  </a:lnTo>
                  <a:lnTo>
                    <a:pt x="4806" y="311"/>
                  </a:lnTo>
                  <a:cubicBezTo>
                    <a:pt x="4806" y="204"/>
                    <a:pt x="4806" y="204"/>
                    <a:pt x="4700" y="106"/>
                  </a:cubicBezTo>
                  <a:cubicBezTo>
                    <a:pt x="4700" y="106"/>
                    <a:pt x="4700" y="0"/>
                    <a:pt x="4602" y="0"/>
                  </a:cubicBez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1">
  <p:cSld name="CUSTOM_7">
    <p:spTree>
      <p:nvGrpSpPr>
        <p:cNvPr id="1139" name="Shape 1139"/>
        <p:cNvGrpSpPr/>
        <p:nvPr/>
      </p:nvGrpSpPr>
      <p:grpSpPr>
        <a:xfrm>
          <a:off x="0" y="0"/>
          <a:ext cx="0" cy="0"/>
          <a:chOff x="0" y="0"/>
          <a:chExt cx="0" cy="0"/>
        </a:xfrm>
      </p:grpSpPr>
      <p:sp>
        <p:nvSpPr>
          <p:cNvPr id="1140" name="Google Shape;1140;p19"/>
          <p:cNvSpPr txBox="1"/>
          <p:nvPr>
            <p:ph type="title"/>
          </p:nvPr>
        </p:nvSpPr>
        <p:spPr>
          <a:xfrm>
            <a:off x="4078075" y="3371850"/>
            <a:ext cx="4389900" cy="1108800"/>
          </a:xfrm>
          <a:prstGeom prst="rect">
            <a:avLst/>
          </a:prstGeom>
        </p:spPr>
        <p:txBody>
          <a:bodyPr anchorCtr="0" anchor="t" bIns="91425" lIns="91425" spcFirstLastPara="1" rIns="91425" wrap="square" tIns="91425">
            <a:noAutofit/>
          </a:bodyPr>
          <a:lstStyle>
            <a:lvl1pPr lvl="0" rtl="0" algn="l">
              <a:spcBef>
                <a:spcPts val="0"/>
              </a:spcBef>
              <a:spcAft>
                <a:spcPts val="0"/>
              </a:spcAft>
              <a:buSzPts val="2800"/>
              <a:buNone/>
              <a:defRPr sz="3500">
                <a:solidFill>
                  <a:schemeClr val="dk1"/>
                </a:solidFill>
              </a:defRPr>
            </a:lvl1pPr>
            <a:lvl2pPr lvl="1" rtl="0">
              <a:spcBef>
                <a:spcPts val="0"/>
              </a:spcBef>
              <a:spcAft>
                <a:spcPts val="0"/>
              </a:spcAft>
              <a:buSzPts val="2800"/>
              <a:buNone/>
              <a:defRPr>
                <a:latin typeface="Nunito"/>
                <a:ea typeface="Nunito"/>
                <a:cs typeface="Nunito"/>
                <a:sym typeface="Nunito"/>
              </a:defRPr>
            </a:lvl2pPr>
            <a:lvl3pPr lvl="2" rtl="0">
              <a:spcBef>
                <a:spcPts val="0"/>
              </a:spcBef>
              <a:spcAft>
                <a:spcPts val="0"/>
              </a:spcAft>
              <a:buSzPts val="2800"/>
              <a:buNone/>
              <a:defRPr>
                <a:latin typeface="Nunito"/>
                <a:ea typeface="Nunito"/>
                <a:cs typeface="Nunito"/>
                <a:sym typeface="Nunito"/>
              </a:defRPr>
            </a:lvl3pPr>
            <a:lvl4pPr lvl="3" rtl="0">
              <a:spcBef>
                <a:spcPts val="0"/>
              </a:spcBef>
              <a:spcAft>
                <a:spcPts val="0"/>
              </a:spcAft>
              <a:buSzPts val="2800"/>
              <a:buNone/>
              <a:defRPr>
                <a:latin typeface="Nunito"/>
                <a:ea typeface="Nunito"/>
                <a:cs typeface="Nunito"/>
                <a:sym typeface="Nunito"/>
              </a:defRPr>
            </a:lvl4pPr>
            <a:lvl5pPr lvl="4" rtl="0">
              <a:spcBef>
                <a:spcPts val="0"/>
              </a:spcBef>
              <a:spcAft>
                <a:spcPts val="0"/>
              </a:spcAft>
              <a:buSzPts val="2800"/>
              <a:buNone/>
              <a:defRPr>
                <a:latin typeface="Nunito"/>
                <a:ea typeface="Nunito"/>
                <a:cs typeface="Nunito"/>
                <a:sym typeface="Nunito"/>
              </a:defRPr>
            </a:lvl5pPr>
            <a:lvl6pPr lvl="5" rtl="0">
              <a:spcBef>
                <a:spcPts val="0"/>
              </a:spcBef>
              <a:spcAft>
                <a:spcPts val="0"/>
              </a:spcAft>
              <a:buSzPts val="2800"/>
              <a:buNone/>
              <a:defRPr>
                <a:latin typeface="Nunito"/>
                <a:ea typeface="Nunito"/>
                <a:cs typeface="Nunito"/>
                <a:sym typeface="Nunito"/>
              </a:defRPr>
            </a:lvl6pPr>
            <a:lvl7pPr lvl="6" rtl="0">
              <a:spcBef>
                <a:spcPts val="0"/>
              </a:spcBef>
              <a:spcAft>
                <a:spcPts val="0"/>
              </a:spcAft>
              <a:buSzPts val="2800"/>
              <a:buNone/>
              <a:defRPr>
                <a:latin typeface="Nunito"/>
                <a:ea typeface="Nunito"/>
                <a:cs typeface="Nunito"/>
                <a:sym typeface="Nunito"/>
              </a:defRPr>
            </a:lvl7pPr>
            <a:lvl8pPr lvl="7" rtl="0">
              <a:spcBef>
                <a:spcPts val="0"/>
              </a:spcBef>
              <a:spcAft>
                <a:spcPts val="0"/>
              </a:spcAft>
              <a:buSzPts val="2800"/>
              <a:buNone/>
              <a:defRPr>
                <a:latin typeface="Nunito"/>
                <a:ea typeface="Nunito"/>
                <a:cs typeface="Nunito"/>
                <a:sym typeface="Nunito"/>
              </a:defRPr>
            </a:lvl8pPr>
            <a:lvl9pPr lvl="8" rtl="0">
              <a:spcBef>
                <a:spcPts val="0"/>
              </a:spcBef>
              <a:spcAft>
                <a:spcPts val="0"/>
              </a:spcAft>
              <a:buSzPts val="2800"/>
              <a:buNone/>
              <a:defRPr>
                <a:latin typeface="Nunito"/>
                <a:ea typeface="Nunito"/>
                <a:cs typeface="Nunito"/>
                <a:sym typeface="Nunito"/>
              </a:defRPr>
            </a:lvl9pPr>
          </a:lstStyle>
          <a:p/>
        </p:txBody>
      </p:sp>
      <p:sp>
        <p:nvSpPr>
          <p:cNvPr id="1141" name="Google Shape;1141;p19"/>
          <p:cNvSpPr/>
          <p:nvPr/>
        </p:nvSpPr>
        <p:spPr>
          <a:xfrm flipH="1" rot="10800000">
            <a:off x="6921177" y="-7300"/>
            <a:ext cx="2222725" cy="1383500"/>
          </a:xfrm>
          <a:custGeom>
            <a:rect b="b" l="l" r="r" t="t"/>
            <a:pathLst>
              <a:path extrusionOk="0" h="55340" w="88909">
                <a:moveTo>
                  <a:pt x="88908" y="0"/>
                </a:moveTo>
                <a:cubicBezTo>
                  <a:pt x="88908" y="0"/>
                  <a:pt x="58168" y="5172"/>
                  <a:pt x="55339" y="24595"/>
                </a:cubicBezTo>
                <a:cubicBezTo>
                  <a:pt x="53680" y="35682"/>
                  <a:pt x="45717" y="37631"/>
                  <a:pt x="40161" y="37631"/>
                </a:cubicBezTo>
                <a:cubicBezTo>
                  <a:pt x="38791" y="37631"/>
                  <a:pt x="37568" y="37513"/>
                  <a:pt x="36621" y="37383"/>
                </a:cubicBezTo>
                <a:cubicBezTo>
                  <a:pt x="35777" y="37271"/>
                  <a:pt x="34940" y="37215"/>
                  <a:pt x="34112" y="37215"/>
                </a:cubicBezTo>
                <a:cubicBezTo>
                  <a:pt x="28107" y="37215"/>
                  <a:pt x="22606" y="40140"/>
                  <a:pt x="18826" y="45545"/>
                </a:cubicBezTo>
                <a:cubicBezTo>
                  <a:pt x="14530" y="51692"/>
                  <a:pt x="6151" y="54142"/>
                  <a:pt x="0" y="55339"/>
                </a:cubicBezTo>
                <a:lnTo>
                  <a:pt x="88908" y="55339"/>
                </a:lnTo>
                <a:lnTo>
                  <a:pt x="88908"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2" name="Google Shape;1142;p19"/>
          <p:cNvSpPr/>
          <p:nvPr/>
        </p:nvSpPr>
        <p:spPr>
          <a:xfrm flipH="1">
            <a:off x="-9537" y="2862625"/>
            <a:ext cx="3057427" cy="2280792"/>
          </a:xfrm>
          <a:custGeom>
            <a:rect b="b" l="l" r="r" t="t"/>
            <a:pathLst>
              <a:path extrusionOk="0" h="78297" w="104958">
                <a:moveTo>
                  <a:pt x="104958" y="1"/>
                </a:moveTo>
                <a:cubicBezTo>
                  <a:pt x="104958" y="1"/>
                  <a:pt x="64314" y="12023"/>
                  <a:pt x="60558" y="37706"/>
                </a:cubicBezTo>
                <a:cubicBezTo>
                  <a:pt x="58414" y="52416"/>
                  <a:pt x="47851" y="54938"/>
                  <a:pt x="40487" y="54938"/>
                </a:cubicBezTo>
                <a:cubicBezTo>
                  <a:pt x="38699" y="54938"/>
                  <a:pt x="37100" y="54789"/>
                  <a:pt x="35855" y="54630"/>
                </a:cubicBezTo>
                <a:cubicBezTo>
                  <a:pt x="34728" y="54476"/>
                  <a:pt x="33609" y="54400"/>
                  <a:pt x="32504" y="54400"/>
                </a:cubicBezTo>
                <a:cubicBezTo>
                  <a:pt x="24597" y="54400"/>
                  <a:pt x="17364" y="58288"/>
                  <a:pt x="12349" y="65403"/>
                </a:cubicBezTo>
                <a:cubicBezTo>
                  <a:pt x="6638" y="73509"/>
                  <a:pt x="4623" y="75250"/>
                  <a:pt x="0" y="78297"/>
                </a:cubicBezTo>
                <a:lnTo>
                  <a:pt x="104958" y="78297"/>
                </a:lnTo>
                <a:lnTo>
                  <a:pt x="104958"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3" name="Google Shape;1143;p19"/>
          <p:cNvSpPr/>
          <p:nvPr/>
        </p:nvSpPr>
        <p:spPr>
          <a:xfrm flipH="1">
            <a:off x="1393802" y="3890824"/>
            <a:ext cx="261014" cy="257301"/>
          </a:xfrm>
          <a:custGeom>
            <a:rect b="b" l="l" r="r" t="t"/>
            <a:pathLst>
              <a:path extrusionOk="0" h="3971" w="4028">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4" name="Google Shape;1144;p19"/>
          <p:cNvSpPr/>
          <p:nvPr/>
        </p:nvSpPr>
        <p:spPr>
          <a:xfrm flipH="1">
            <a:off x="1464304" y="3605143"/>
            <a:ext cx="60199" cy="60130"/>
          </a:xfrm>
          <a:custGeom>
            <a:rect b="b" l="l" r="r" t="t"/>
            <a:pathLst>
              <a:path extrusionOk="0" h="928" w="929">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p19"/>
          <p:cNvSpPr/>
          <p:nvPr/>
        </p:nvSpPr>
        <p:spPr>
          <a:xfrm flipH="1">
            <a:off x="1305803" y="4539552"/>
            <a:ext cx="59875" cy="59871"/>
          </a:xfrm>
          <a:custGeom>
            <a:rect b="b" l="l" r="r" t="t"/>
            <a:pathLst>
              <a:path extrusionOk="0" h="924" w="924">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6" name="Google Shape;1146;p19"/>
          <p:cNvSpPr/>
          <p:nvPr/>
        </p:nvSpPr>
        <p:spPr>
          <a:xfrm flipH="1">
            <a:off x="1065551" y="3939919"/>
            <a:ext cx="60134" cy="60130"/>
          </a:xfrm>
          <a:custGeom>
            <a:rect b="b" l="l" r="r" t="t"/>
            <a:pathLst>
              <a:path extrusionOk="0" h="928" w="928">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7" name="Google Shape;1147;p19"/>
          <p:cNvSpPr/>
          <p:nvPr/>
        </p:nvSpPr>
        <p:spPr>
          <a:xfrm flipH="1">
            <a:off x="7842756" y="655934"/>
            <a:ext cx="207943" cy="207927"/>
          </a:xfrm>
          <a:custGeom>
            <a:rect b="b" l="l" r="r" t="t"/>
            <a:pathLst>
              <a:path extrusionOk="0" h="3209" w="3209">
                <a:moveTo>
                  <a:pt x="1524" y="1"/>
                </a:moveTo>
                <a:lnTo>
                  <a:pt x="1250" y="980"/>
                </a:lnTo>
                <a:lnTo>
                  <a:pt x="271" y="706"/>
                </a:lnTo>
                <a:lnTo>
                  <a:pt x="1" y="1685"/>
                </a:lnTo>
                <a:lnTo>
                  <a:pt x="980" y="1960"/>
                </a:lnTo>
                <a:lnTo>
                  <a:pt x="706" y="2939"/>
                </a:lnTo>
                <a:lnTo>
                  <a:pt x="1685" y="3209"/>
                </a:lnTo>
                <a:lnTo>
                  <a:pt x="1960" y="2230"/>
                </a:lnTo>
                <a:lnTo>
                  <a:pt x="2939" y="2504"/>
                </a:lnTo>
                <a:lnTo>
                  <a:pt x="3209" y="1524"/>
                </a:lnTo>
                <a:lnTo>
                  <a:pt x="2230" y="1250"/>
                </a:lnTo>
                <a:lnTo>
                  <a:pt x="2504" y="271"/>
                </a:lnTo>
                <a:lnTo>
                  <a:pt x="15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8" name="Google Shape;1148;p19"/>
          <p:cNvSpPr/>
          <p:nvPr/>
        </p:nvSpPr>
        <p:spPr>
          <a:xfrm flipH="1">
            <a:off x="8360896" y="779239"/>
            <a:ext cx="60134" cy="60130"/>
          </a:xfrm>
          <a:custGeom>
            <a:rect b="b" l="l" r="r" t="t"/>
            <a:pathLst>
              <a:path extrusionOk="0" h="928" w="928">
                <a:moveTo>
                  <a:pt x="436" y="0"/>
                </a:moveTo>
                <a:cubicBezTo>
                  <a:pt x="218" y="0"/>
                  <a:pt x="1" y="218"/>
                  <a:pt x="1" y="492"/>
                </a:cubicBezTo>
                <a:cubicBezTo>
                  <a:pt x="1" y="710"/>
                  <a:pt x="218" y="927"/>
                  <a:pt x="436" y="927"/>
                </a:cubicBezTo>
                <a:cubicBezTo>
                  <a:pt x="710" y="927"/>
                  <a:pt x="928" y="710"/>
                  <a:pt x="928" y="492"/>
                </a:cubicBezTo>
                <a:cubicBezTo>
                  <a:pt x="928" y="218"/>
                  <a:pt x="710"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9" name="Google Shape;1149;p19"/>
          <p:cNvSpPr/>
          <p:nvPr/>
        </p:nvSpPr>
        <p:spPr>
          <a:xfrm flipH="1">
            <a:off x="7433738" y="539498"/>
            <a:ext cx="59875" cy="56436"/>
          </a:xfrm>
          <a:custGeom>
            <a:rect b="b" l="l" r="r" t="t"/>
            <a:pathLst>
              <a:path extrusionOk="0" h="871" w="924">
                <a:moveTo>
                  <a:pt x="436" y="0"/>
                </a:moveTo>
                <a:cubicBezTo>
                  <a:pt x="219" y="0"/>
                  <a:pt x="1" y="165"/>
                  <a:pt x="1" y="435"/>
                </a:cubicBezTo>
                <a:cubicBezTo>
                  <a:pt x="1" y="710"/>
                  <a:pt x="219" y="871"/>
                  <a:pt x="436" y="871"/>
                </a:cubicBezTo>
                <a:cubicBezTo>
                  <a:pt x="706" y="871"/>
                  <a:pt x="924" y="710"/>
                  <a:pt x="924" y="435"/>
                </a:cubicBezTo>
                <a:cubicBezTo>
                  <a:pt x="924" y="165"/>
                  <a:pt x="706"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1">
  <p:cSld name="CUSTOM_9">
    <p:spTree>
      <p:nvGrpSpPr>
        <p:cNvPr id="1150" name="Shape 1150"/>
        <p:cNvGrpSpPr/>
        <p:nvPr/>
      </p:nvGrpSpPr>
      <p:grpSpPr>
        <a:xfrm>
          <a:off x="0" y="0"/>
          <a:ext cx="0" cy="0"/>
          <a:chOff x="0" y="0"/>
          <a:chExt cx="0" cy="0"/>
        </a:xfrm>
      </p:grpSpPr>
      <p:sp>
        <p:nvSpPr>
          <p:cNvPr id="1151" name="Google Shape;1151;p20"/>
          <p:cNvSpPr txBox="1"/>
          <p:nvPr>
            <p:ph type="title"/>
          </p:nvPr>
        </p:nvSpPr>
        <p:spPr>
          <a:xfrm>
            <a:off x="727200" y="1045425"/>
            <a:ext cx="7232400" cy="30525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2800"/>
              <a:buNone/>
              <a:defRPr sz="10000"/>
            </a:lvl1pPr>
            <a:lvl2pPr lvl="1" rtl="0">
              <a:spcBef>
                <a:spcPts val="0"/>
              </a:spcBef>
              <a:spcAft>
                <a:spcPts val="0"/>
              </a:spcAft>
              <a:buClr>
                <a:schemeClr val="lt2"/>
              </a:buClr>
              <a:buSzPts val="2800"/>
              <a:buNone/>
              <a:defRPr>
                <a:solidFill>
                  <a:schemeClr val="lt2"/>
                </a:solidFill>
              </a:defRPr>
            </a:lvl2pPr>
            <a:lvl3pPr lvl="2" rtl="0">
              <a:spcBef>
                <a:spcPts val="0"/>
              </a:spcBef>
              <a:spcAft>
                <a:spcPts val="0"/>
              </a:spcAft>
              <a:buClr>
                <a:schemeClr val="lt2"/>
              </a:buClr>
              <a:buSzPts val="2800"/>
              <a:buNone/>
              <a:defRPr>
                <a:solidFill>
                  <a:schemeClr val="lt2"/>
                </a:solidFill>
              </a:defRPr>
            </a:lvl3pPr>
            <a:lvl4pPr lvl="3" rtl="0">
              <a:spcBef>
                <a:spcPts val="0"/>
              </a:spcBef>
              <a:spcAft>
                <a:spcPts val="0"/>
              </a:spcAft>
              <a:buClr>
                <a:schemeClr val="lt2"/>
              </a:buClr>
              <a:buSzPts val="2800"/>
              <a:buNone/>
              <a:defRPr>
                <a:solidFill>
                  <a:schemeClr val="lt2"/>
                </a:solidFill>
              </a:defRPr>
            </a:lvl4pPr>
            <a:lvl5pPr lvl="4" rtl="0">
              <a:spcBef>
                <a:spcPts val="0"/>
              </a:spcBef>
              <a:spcAft>
                <a:spcPts val="0"/>
              </a:spcAft>
              <a:buClr>
                <a:schemeClr val="lt2"/>
              </a:buClr>
              <a:buSzPts val="2800"/>
              <a:buNone/>
              <a:defRPr>
                <a:solidFill>
                  <a:schemeClr val="lt2"/>
                </a:solidFill>
              </a:defRPr>
            </a:lvl5pPr>
            <a:lvl6pPr lvl="5" rtl="0">
              <a:spcBef>
                <a:spcPts val="0"/>
              </a:spcBef>
              <a:spcAft>
                <a:spcPts val="0"/>
              </a:spcAft>
              <a:buClr>
                <a:schemeClr val="lt2"/>
              </a:buClr>
              <a:buSzPts val="2800"/>
              <a:buNone/>
              <a:defRPr>
                <a:solidFill>
                  <a:schemeClr val="lt2"/>
                </a:solidFill>
              </a:defRPr>
            </a:lvl6pPr>
            <a:lvl7pPr lvl="6" rtl="0">
              <a:spcBef>
                <a:spcPts val="0"/>
              </a:spcBef>
              <a:spcAft>
                <a:spcPts val="0"/>
              </a:spcAft>
              <a:buClr>
                <a:schemeClr val="lt2"/>
              </a:buClr>
              <a:buSzPts val="2800"/>
              <a:buNone/>
              <a:defRPr>
                <a:solidFill>
                  <a:schemeClr val="lt2"/>
                </a:solidFill>
              </a:defRPr>
            </a:lvl7pPr>
            <a:lvl8pPr lvl="7" rtl="0">
              <a:spcBef>
                <a:spcPts val="0"/>
              </a:spcBef>
              <a:spcAft>
                <a:spcPts val="0"/>
              </a:spcAft>
              <a:buClr>
                <a:schemeClr val="lt2"/>
              </a:buClr>
              <a:buSzPts val="2800"/>
              <a:buNone/>
              <a:defRPr>
                <a:solidFill>
                  <a:schemeClr val="lt2"/>
                </a:solidFill>
              </a:defRPr>
            </a:lvl8pPr>
            <a:lvl9pPr lvl="8" rtl="0">
              <a:spcBef>
                <a:spcPts val="0"/>
              </a:spcBef>
              <a:spcAft>
                <a:spcPts val="0"/>
              </a:spcAft>
              <a:buClr>
                <a:schemeClr val="lt2"/>
              </a:buClr>
              <a:buSzPts val="2800"/>
              <a:buNone/>
              <a:defRPr>
                <a:solidFill>
                  <a:schemeClr val="lt2"/>
                </a:solidFill>
              </a:defRPr>
            </a:lvl9pPr>
          </a:lstStyle>
          <a:p/>
        </p:txBody>
      </p:sp>
      <p:grpSp>
        <p:nvGrpSpPr>
          <p:cNvPr id="1152" name="Google Shape;1152;p20"/>
          <p:cNvGrpSpPr/>
          <p:nvPr/>
        </p:nvGrpSpPr>
        <p:grpSpPr>
          <a:xfrm flipH="1">
            <a:off x="190497" y="142120"/>
            <a:ext cx="2270722" cy="1272963"/>
            <a:chOff x="5158247" y="5768045"/>
            <a:chExt cx="2270722" cy="1272963"/>
          </a:xfrm>
        </p:grpSpPr>
        <p:sp>
          <p:nvSpPr>
            <p:cNvPr id="1153" name="Google Shape;1153;p20"/>
            <p:cNvSpPr/>
            <p:nvPr/>
          </p:nvSpPr>
          <p:spPr>
            <a:xfrm>
              <a:off x="7002455" y="6557766"/>
              <a:ext cx="257321" cy="257560"/>
            </a:xfrm>
            <a:custGeom>
              <a:rect b="b" l="l" r="r" t="t"/>
              <a:pathLst>
                <a:path extrusionOk="0" h="3975" w="3971">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4" name="Google Shape;1154;p20"/>
            <p:cNvSpPr/>
            <p:nvPr/>
          </p:nvSpPr>
          <p:spPr>
            <a:xfrm>
              <a:off x="5409167" y="5768045"/>
              <a:ext cx="243518" cy="243435"/>
            </a:xfrm>
            <a:custGeom>
              <a:rect b="b" l="l" r="r" t="t"/>
              <a:pathLst>
                <a:path extrusionOk="0" h="3757" w="3758">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5" name="Google Shape;1155;p20"/>
            <p:cNvSpPr/>
            <p:nvPr/>
          </p:nvSpPr>
          <p:spPr>
            <a:xfrm>
              <a:off x="7372528" y="6980813"/>
              <a:ext cx="56441" cy="60195"/>
            </a:xfrm>
            <a:custGeom>
              <a:rect b="b" l="l" r="r" t="t"/>
              <a:pathLst>
                <a:path extrusionOk="0" h="929" w="871">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6" name="Google Shape;1156;p20"/>
            <p:cNvSpPr/>
            <p:nvPr/>
          </p:nvSpPr>
          <p:spPr>
            <a:xfrm>
              <a:off x="6910763" y="6282776"/>
              <a:ext cx="56506" cy="60130"/>
            </a:xfrm>
            <a:custGeom>
              <a:rect b="b" l="l" r="r" t="t"/>
              <a:pathLst>
                <a:path extrusionOk="0" h="928" w="872">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7" name="Google Shape;1157;p20"/>
            <p:cNvSpPr/>
            <p:nvPr/>
          </p:nvSpPr>
          <p:spPr>
            <a:xfrm>
              <a:off x="6812073" y="5866727"/>
              <a:ext cx="56441" cy="56501"/>
            </a:xfrm>
            <a:custGeom>
              <a:rect b="b" l="l" r="r" t="t"/>
              <a:pathLst>
                <a:path extrusionOk="0" h="872" w="871">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8" name="Google Shape;1158;p20"/>
            <p:cNvSpPr/>
            <p:nvPr/>
          </p:nvSpPr>
          <p:spPr>
            <a:xfrm>
              <a:off x="5158247" y="5976166"/>
              <a:ext cx="60199" cy="59871"/>
            </a:xfrm>
            <a:custGeom>
              <a:rect b="b" l="l" r="r" t="t"/>
              <a:pathLst>
                <a:path extrusionOk="0" h="924" w="929">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9" name="Google Shape;1159;p20"/>
          <p:cNvGrpSpPr/>
          <p:nvPr/>
        </p:nvGrpSpPr>
        <p:grpSpPr>
          <a:xfrm>
            <a:off x="7931973" y="328218"/>
            <a:ext cx="589265" cy="994279"/>
            <a:chOff x="3236798" y="7559043"/>
            <a:chExt cx="589265" cy="994279"/>
          </a:xfrm>
        </p:grpSpPr>
        <p:sp>
          <p:nvSpPr>
            <p:cNvPr id="1160" name="Google Shape;1160;p20"/>
            <p:cNvSpPr/>
            <p:nvPr/>
          </p:nvSpPr>
          <p:spPr>
            <a:xfrm>
              <a:off x="3236798" y="7844724"/>
              <a:ext cx="261014" cy="257301"/>
            </a:xfrm>
            <a:custGeom>
              <a:rect b="b" l="l" r="r" t="t"/>
              <a:pathLst>
                <a:path extrusionOk="0" h="3971" w="4028">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1" name="Google Shape;1161;p20"/>
            <p:cNvSpPr/>
            <p:nvPr/>
          </p:nvSpPr>
          <p:spPr>
            <a:xfrm>
              <a:off x="3367111" y="7559043"/>
              <a:ext cx="60199" cy="60130"/>
            </a:xfrm>
            <a:custGeom>
              <a:rect b="b" l="l" r="r" t="t"/>
              <a:pathLst>
                <a:path extrusionOk="0" h="928" w="929">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2" name="Google Shape;1162;p20"/>
            <p:cNvSpPr/>
            <p:nvPr/>
          </p:nvSpPr>
          <p:spPr>
            <a:xfrm>
              <a:off x="3525935" y="8493452"/>
              <a:ext cx="59875" cy="59871"/>
            </a:xfrm>
            <a:custGeom>
              <a:rect b="b" l="l" r="r" t="t"/>
              <a:pathLst>
                <a:path extrusionOk="0" h="924" w="924">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3" name="Google Shape;1163;p20"/>
            <p:cNvSpPr/>
            <p:nvPr/>
          </p:nvSpPr>
          <p:spPr>
            <a:xfrm>
              <a:off x="3765928" y="7893819"/>
              <a:ext cx="60134" cy="60130"/>
            </a:xfrm>
            <a:custGeom>
              <a:rect b="b" l="l" r="r" t="t"/>
              <a:pathLst>
                <a:path extrusionOk="0" h="928" w="928">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64" name="Google Shape;1164;p20"/>
          <p:cNvGrpSpPr/>
          <p:nvPr/>
        </p:nvGrpSpPr>
        <p:grpSpPr>
          <a:xfrm>
            <a:off x="7485508" y="4599423"/>
            <a:ext cx="987293" cy="324364"/>
            <a:chOff x="5694208" y="9209048"/>
            <a:chExt cx="987293" cy="324364"/>
          </a:xfrm>
        </p:grpSpPr>
        <p:sp>
          <p:nvSpPr>
            <p:cNvPr id="1165" name="Google Shape;1165;p20"/>
            <p:cNvSpPr/>
            <p:nvPr/>
          </p:nvSpPr>
          <p:spPr>
            <a:xfrm>
              <a:off x="6064540" y="9325484"/>
              <a:ext cx="207943" cy="207927"/>
            </a:xfrm>
            <a:custGeom>
              <a:rect b="b" l="l" r="r" t="t"/>
              <a:pathLst>
                <a:path extrusionOk="0" h="3209" w="3209">
                  <a:moveTo>
                    <a:pt x="1524" y="1"/>
                  </a:moveTo>
                  <a:lnTo>
                    <a:pt x="1250" y="980"/>
                  </a:lnTo>
                  <a:lnTo>
                    <a:pt x="271" y="706"/>
                  </a:lnTo>
                  <a:lnTo>
                    <a:pt x="1" y="1685"/>
                  </a:lnTo>
                  <a:lnTo>
                    <a:pt x="980" y="1960"/>
                  </a:lnTo>
                  <a:lnTo>
                    <a:pt x="706" y="2939"/>
                  </a:lnTo>
                  <a:lnTo>
                    <a:pt x="1685" y="3209"/>
                  </a:lnTo>
                  <a:lnTo>
                    <a:pt x="1960" y="2230"/>
                  </a:lnTo>
                  <a:lnTo>
                    <a:pt x="2939" y="2504"/>
                  </a:lnTo>
                  <a:lnTo>
                    <a:pt x="3209" y="1524"/>
                  </a:lnTo>
                  <a:lnTo>
                    <a:pt x="2230" y="1250"/>
                  </a:lnTo>
                  <a:lnTo>
                    <a:pt x="2504" y="271"/>
                  </a:lnTo>
                  <a:lnTo>
                    <a:pt x="1524"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6" name="Google Shape;1166;p20"/>
            <p:cNvSpPr/>
            <p:nvPr/>
          </p:nvSpPr>
          <p:spPr>
            <a:xfrm>
              <a:off x="5694208" y="9448789"/>
              <a:ext cx="60134" cy="60130"/>
            </a:xfrm>
            <a:custGeom>
              <a:rect b="b" l="l" r="r" t="t"/>
              <a:pathLst>
                <a:path extrusionOk="0" h="928" w="928">
                  <a:moveTo>
                    <a:pt x="436" y="0"/>
                  </a:moveTo>
                  <a:cubicBezTo>
                    <a:pt x="218" y="0"/>
                    <a:pt x="1" y="218"/>
                    <a:pt x="1" y="492"/>
                  </a:cubicBezTo>
                  <a:cubicBezTo>
                    <a:pt x="1" y="710"/>
                    <a:pt x="218" y="927"/>
                    <a:pt x="436" y="927"/>
                  </a:cubicBezTo>
                  <a:cubicBezTo>
                    <a:pt x="710" y="927"/>
                    <a:pt x="928" y="710"/>
                    <a:pt x="928" y="492"/>
                  </a:cubicBezTo>
                  <a:cubicBezTo>
                    <a:pt x="928" y="218"/>
                    <a:pt x="710"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7" name="Google Shape;1167;p20"/>
            <p:cNvSpPr/>
            <p:nvPr/>
          </p:nvSpPr>
          <p:spPr>
            <a:xfrm>
              <a:off x="6621626" y="9209048"/>
              <a:ext cx="59875" cy="56436"/>
            </a:xfrm>
            <a:custGeom>
              <a:rect b="b" l="l" r="r" t="t"/>
              <a:pathLst>
                <a:path extrusionOk="0" h="871" w="924">
                  <a:moveTo>
                    <a:pt x="436" y="0"/>
                  </a:moveTo>
                  <a:cubicBezTo>
                    <a:pt x="219" y="0"/>
                    <a:pt x="1" y="165"/>
                    <a:pt x="1" y="435"/>
                  </a:cubicBezTo>
                  <a:cubicBezTo>
                    <a:pt x="1" y="710"/>
                    <a:pt x="219" y="871"/>
                    <a:pt x="436" y="871"/>
                  </a:cubicBezTo>
                  <a:cubicBezTo>
                    <a:pt x="706" y="871"/>
                    <a:pt x="924" y="710"/>
                    <a:pt x="924" y="435"/>
                  </a:cubicBezTo>
                  <a:cubicBezTo>
                    <a:pt x="924" y="165"/>
                    <a:pt x="706"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68" name="Google Shape;1168;p20"/>
          <p:cNvSpPr/>
          <p:nvPr/>
        </p:nvSpPr>
        <p:spPr>
          <a:xfrm rot="-5400000">
            <a:off x="7033096" y="-403711"/>
            <a:ext cx="1707214" cy="2514607"/>
          </a:xfrm>
          <a:custGeom>
            <a:rect b="b" l="l" r="r" t="t"/>
            <a:pathLst>
              <a:path extrusionOk="0" h="72368" w="49132">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9" name="Google Shape;1169;p20"/>
          <p:cNvSpPr/>
          <p:nvPr/>
        </p:nvSpPr>
        <p:spPr>
          <a:xfrm>
            <a:off x="6115050" y="3258175"/>
            <a:ext cx="3028907" cy="1885295"/>
          </a:xfrm>
          <a:custGeom>
            <a:rect b="b" l="l" r="r" t="t"/>
            <a:pathLst>
              <a:path extrusionOk="0" h="55340" w="88909">
                <a:moveTo>
                  <a:pt x="88908" y="0"/>
                </a:moveTo>
                <a:cubicBezTo>
                  <a:pt x="88908" y="0"/>
                  <a:pt x="58168" y="5172"/>
                  <a:pt x="55339" y="24595"/>
                </a:cubicBezTo>
                <a:cubicBezTo>
                  <a:pt x="53680" y="35682"/>
                  <a:pt x="45717" y="37631"/>
                  <a:pt x="40161" y="37631"/>
                </a:cubicBezTo>
                <a:cubicBezTo>
                  <a:pt x="38791" y="37631"/>
                  <a:pt x="37568" y="37513"/>
                  <a:pt x="36621" y="37383"/>
                </a:cubicBezTo>
                <a:cubicBezTo>
                  <a:pt x="35777" y="37271"/>
                  <a:pt x="34940" y="37215"/>
                  <a:pt x="34112" y="37215"/>
                </a:cubicBezTo>
                <a:cubicBezTo>
                  <a:pt x="28107" y="37215"/>
                  <a:pt x="22606" y="40140"/>
                  <a:pt x="18826" y="45545"/>
                </a:cubicBezTo>
                <a:cubicBezTo>
                  <a:pt x="14530" y="51692"/>
                  <a:pt x="6151" y="54142"/>
                  <a:pt x="0" y="55339"/>
                </a:cubicBezTo>
                <a:lnTo>
                  <a:pt x="88908" y="55339"/>
                </a:lnTo>
                <a:lnTo>
                  <a:pt x="88908"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0" name="Google Shape;1170;p20"/>
          <p:cNvSpPr/>
          <p:nvPr/>
        </p:nvSpPr>
        <p:spPr>
          <a:xfrm>
            <a:off x="0" y="0"/>
            <a:ext cx="1943143" cy="2722018"/>
          </a:xfrm>
          <a:custGeom>
            <a:rect b="b" l="l" r="r" t="t"/>
            <a:pathLst>
              <a:path extrusionOk="0" h="69648" w="49719">
                <a:moveTo>
                  <a:pt x="0" y="1"/>
                </a:moveTo>
                <a:lnTo>
                  <a:pt x="0" y="69648"/>
                </a:lnTo>
                <a:cubicBezTo>
                  <a:pt x="7726" y="62086"/>
                  <a:pt x="13329" y="52510"/>
                  <a:pt x="9032" y="42442"/>
                </a:cubicBezTo>
                <a:cubicBezTo>
                  <a:pt x="684" y="23087"/>
                  <a:pt x="10447" y="12185"/>
                  <a:pt x="21914" y="12185"/>
                </a:cubicBezTo>
                <a:cubicBezTo>
                  <a:pt x="22406" y="12185"/>
                  <a:pt x="22900" y="12205"/>
                  <a:pt x="23397" y="12245"/>
                </a:cubicBezTo>
                <a:cubicBezTo>
                  <a:pt x="25475" y="12417"/>
                  <a:pt x="27419" y="12499"/>
                  <a:pt x="29233" y="12499"/>
                </a:cubicBezTo>
                <a:cubicBezTo>
                  <a:pt x="43567" y="12499"/>
                  <a:pt x="49719" y="7342"/>
                  <a:pt x="4875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1" name="Google Shape;1171;p20"/>
          <p:cNvSpPr/>
          <p:nvPr/>
        </p:nvSpPr>
        <p:spPr>
          <a:xfrm flipH="1">
            <a:off x="34" y="3181350"/>
            <a:ext cx="1332091" cy="1962258"/>
          </a:xfrm>
          <a:custGeom>
            <a:rect b="b" l="l" r="r" t="t"/>
            <a:pathLst>
              <a:path extrusionOk="0" h="72368" w="49132">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1">
    <p:spTree>
      <p:nvGrpSpPr>
        <p:cNvPr id="1172" name="Shape 1172"/>
        <p:cNvGrpSpPr/>
        <p:nvPr/>
      </p:nvGrpSpPr>
      <p:grpSpPr>
        <a:xfrm>
          <a:off x="0" y="0"/>
          <a:ext cx="0" cy="0"/>
          <a:chOff x="0" y="0"/>
          <a:chExt cx="0" cy="0"/>
        </a:xfrm>
      </p:grpSpPr>
      <p:sp>
        <p:nvSpPr>
          <p:cNvPr id="1173" name="Google Shape;1173;p21"/>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Clr>
                <a:schemeClr val="lt2"/>
              </a:buClr>
              <a:buSzPts val="2800"/>
              <a:buNone/>
              <a:defRPr>
                <a:solidFill>
                  <a:schemeClr val="lt2"/>
                </a:solidFill>
              </a:defRPr>
            </a:lvl2pPr>
            <a:lvl3pPr lvl="2" rtl="0">
              <a:spcBef>
                <a:spcPts val="0"/>
              </a:spcBef>
              <a:spcAft>
                <a:spcPts val="0"/>
              </a:spcAft>
              <a:buClr>
                <a:schemeClr val="lt2"/>
              </a:buClr>
              <a:buSzPts val="2800"/>
              <a:buNone/>
              <a:defRPr>
                <a:solidFill>
                  <a:schemeClr val="lt2"/>
                </a:solidFill>
              </a:defRPr>
            </a:lvl3pPr>
            <a:lvl4pPr lvl="3" rtl="0">
              <a:spcBef>
                <a:spcPts val="0"/>
              </a:spcBef>
              <a:spcAft>
                <a:spcPts val="0"/>
              </a:spcAft>
              <a:buClr>
                <a:schemeClr val="lt2"/>
              </a:buClr>
              <a:buSzPts val="2800"/>
              <a:buNone/>
              <a:defRPr>
                <a:solidFill>
                  <a:schemeClr val="lt2"/>
                </a:solidFill>
              </a:defRPr>
            </a:lvl4pPr>
            <a:lvl5pPr lvl="4" rtl="0">
              <a:spcBef>
                <a:spcPts val="0"/>
              </a:spcBef>
              <a:spcAft>
                <a:spcPts val="0"/>
              </a:spcAft>
              <a:buClr>
                <a:schemeClr val="lt2"/>
              </a:buClr>
              <a:buSzPts val="2800"/>
              <a:buNone/>
              <a:defRPr>
                <a:solidFill>
                  <a:schemeClr val="lt2"/>
                </a:solidFill>
              </a:defRPr>
            </a:lvl5pPr>
            <a:lvl6pPr lvl="5" rtl="0">
              <a:spcBef>
                <a:spcPts val="0"/>
              </a:spcBef>
              <a:spcAft>
                <a:spcPts val="0"/>
              </a:spcAft>
              <a:buClr>
                <a:schemeClr val="lt2"/>
              </a:buClr>
              <a:buSzPts val="2800"/>
              <a:buNone/>
              <a:defRPr>
                <a:solidFill>
                  <a:schemeClr val="lt2"/>
                </a:solidFill>
              </a:defRPr>
            </a:lvl6pPr>
            <a:lvl7pPr lvl="6" rtl="0">
              <a:spcBef>
                <a:spcPts val="0"/>
              </a:spcBef>
              <a:spcAft>
                <a:spcPts val="0"/>
              </a:spcAft>
              <a:buClr>
                <a:schemeClr val="lt2"/>
              </a:buClr>
              <a:buSzPts val="2800"/>
              <a:buNone/>
              <a:defRPr>
                <a:solidFill>
                  <a:schemeClr val="lt2"/>
                </a:solidFill>
              </a:defRPr>
            </a:lvl7pPr>
            <a:lvl8pPr lvl="7" rtl="0">
              <a:spcBef>
                <a:spcPts val="0"/>
              </a:spcBef>
              <a:spcAft>
                <a:spcPts val="0"/>
              </a:spcAft>
              <a:buClr>
                <a:schemeClr val="lt2"/>
              </a:buClr>
              <a:buSzPts val="2800"/>
              <a:buNone/>
              <a:defRPr>
                <a:solidFill>
                  <a:schemeClr val="lt2"/>
                </a:solidFill>
              </a:defRPr>
            </a:lvl8pPr>
            <a:lvl9pPr lvl="8" rtl="0">
              <a:spcBef>
                <a:spcPts val="0"/>
              </a:spcBef>
              <a:spcAft>
                <a:spcPts val="0"/>
              </a:spcAft>
              <a:buClr>
                <a:schemeClr val="lt2"/>
              </a:buClr>
              <a:buSzPts val="2800"/>
              <a:buNone/>
              <a:defRPr>
                <a:solidFill>
                  <a:schemeClr val="lt2"/>
                </a:solidFill>
              </a:defRPr>
            </a:lvl9pPr>
          </a:lstStyle>
          <a:p/>
        </p:txBody>
      </p:sp>
      <p:sp>
        <p:nvSpPr>
          <p:cNvPr id="1174" name="Google Shape;1174;p21"/>
          <p:cNvSpPr txBox="1"/>
          <p:nvPr>
            <p:ph idx="1" type="subTitle"/>
          </p:nvPr>
        </p:nvSpPr>
        <p:spPr>
          <a:xfrm>
            <a:off x="1390038" y="2667000"/>
            <a:ext cx="1228800" cy="342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a:latin typeface="Nunito ExtraBold"/>
                <a:ea typeface="Nunito ExtraBold"/>
                <a:cs typeface="Nunito ExtraBold"/>
                <a:sym typeface="Nunito ExtraBold"/>
              </a:defRPr>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175" name="Google Shape;1175;p21"/>
          <p:cNvSpPr txBox="1"/>
          <p:nvPr>
            <p:ph idx="2" type="subTitle"/>
          </p:nvPr>
        </p:nvSpPr>
        <p:spPr>
          <a:xfrm>
            <a:off x="902538" y="3048000"/>
            <a:ext cx="2203800" cy="525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176" name="Google Shape;1176;p21"/>
          <p:cNvSpPr txBox="1"/>
          <p:nvPr>
            <p:ph idx="3" type="subTitle"/>
          </p:nvPr>
        </p:nvSpPr>
        <p:spPr>
          <a:xfrm>
            <a:off x="3960234" y="2667000"/>
            <a:ext cx="1228800" cy="3429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800"/>
              <a:buNone/>
              <a:defRPr>
                <a:latin typeface="Nunito ExtraBold"/>
                <a:ea typeface="Nunito ExtraBold"/>
                <a:cs typeface="Nunito ExtraBold"/>
                <a:sym typeface="Nunito ExtraBold"/>
              </a:defRPr>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177" name="Google Shape;1177;p21"/>
          <p:cNvSpPr txBox="1"/>
          <p:nvPr>
            <p:ph idx="4" type="subTitle"/>
          </p:nvPr>
        </p:nvSpPr>
        <p:spPr>
          <a:xfrm>
            <a:off x="3473607" y="3048000"/>
            <a:ext cx="2203800" cy="525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178" name="Google Shape;1178;p21"/>
          <p:cNvSpPr txBox="1"/>
          <p:nvPr>
            <p:ph idx="5" type="subTitle"/>
          </p:nvPr>
        </p:nvSpPr>
        <p:spPr>
          <a:xfrm>
            <a:off x="6532176" y="2667000"/>
            <a:ext cx="1228800" cy="342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a:latin typeface="Nunito ExtraBold"/>
                <a:ea typeface="Nunito ExtraBold"/>
                <a:cs typeface="Nunito ExtraBold"/>
                <a:sym typeface="Nunito ExtraBold"/>
              </a:defRPr>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179" name="Google Shape;1179;p21"/>
          <p:cNvSpPr txBox="1"/>
          <p:nvPr>
            <p:ph idx="6" type="subTitle"/>
          </p:nvPr>
        </p:nvSpPr>
        <p:spPr>
          <a:xfrm>
            <a:off x="6044676" y="3048000"/>
            <a:ext cx="2203800" cy="525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180" name="Google Shape;1180;p21"/>
          <p:cNvSpPr/>
          <p:nvPr/>
        </p:nvSpPr>
        <p:spPr>
          <a:xfrm rot="10800000">
            <a:off x="2589475" y="4257675"/>
            <a:ext cx="6545012" cy="885830"/>
          </a:xfrm>
          <a:custGeom>
            <a:rect b="b" l="l" r="r" t="t"/>
            <a:pathLst>
              <a:path extrusionOk="0" h="16489" w="121830">
                <a:moveTo>
                  <a:pt x="0" y="0"/>
                </a:moveTo>
                <a:lnTo>
                  <a:pt x="0" y="16489"/>
                </a:lnTo>
                <a:cubicBezTo>
                  <a:pt x="6168" y="13464"/>
                  <a:pt x="26903" y="8978"/>
                  <a:pt x="43499" y="8978"/>
                </a:cubicBezTo>
                <a:cubicBezTo>
                  <a:pt x="49308" y="8978"/>
                  <a:pt x="54610" y="9528"/>
                  <a:pt x="58603" y="10882"/>
                </a:cubicBezTo>
                <a:cubicBezTo>
                  <a:pt x="64748" y="12941"/>
                  <a:pt x="68805" y="13769"/>
                  <a:pt x="71786" y="13769"/>
                </a:cubicBezTo>
                <a:cubicBezTo>
                  <a:pt x="79047" y="13769"/>
                  <a:pt x="79930" y="8856"/>
                  <a:pt x="89074" y="4845"/>
                </a:cubicBezTo>
                <a:cubicBezTo>
                  <a:pt x="95712" y="1907"/>
                  <a:pt x="117638" y="1741"/>
                  <a:pt x="12182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1" name="Google Shape;1181;p21"/>
          <p:cNvSpPr/>
          <p:nvPr/>
        </p:nvSpPr>
        <p:spPr>
          <a:xfrm>
            <a:off x="165448" y="4340337"/>
            <a:ext cx="261014" cy="257301"/>
          </a:xfrm>
          <a:custGeom>
            <a:rect b="b" l="l" r="r" t="t"/>
            <a:pathLst>
              <a:path extrusionOk="0" h="3971" w="4028">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2" name="Google Shape;1182;p21"/>
          <p:cNvSpPr/>
          <p:nvPr/>
        </p:nvSpPr>
        <p:spPr>
          <a:xfrm>
            <a:off x="295761" y="4054656"/>
            <a:ext cx="60199" cy="60130"/>
          </a:xfrm>
          <a:custGeom>
            <a:rect b="b" l="l" r="r" t="t"/>
            <a:pathLst>
              <a:path extrusionOk="0" h="928" w="929">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3" name="Google Shape;1183;p21"/>
          <p:cNvSpPr/>
          <p:nvPr/>
        </p:nvSpPr>
        <p:spPr>
          <a:xfrm>
            <a:off x="454585" y="4989064"/>
            <a:ext cx="59875" cy="59871"/>
          </a:xfrm>
          <a:custGeom>
            <a:rect b="b" l="l" r="r" t="t"/>
            <a:pathLst>
              <a:path extrusionOk="0" h="924" w="924">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4" name="Google Shape;1184;p21"/>
          <p:cNvSpPr/>
          <p:nvPr/>
        </p:nvSpPr>
        <p:spPr>
          <a:xfrm>
            <a:off x="694578" y="4389432"/>
            <a:ext cx="60134" cy="60130"/>
          </a:xfrm>
          <a:custGeom>
            <a:rect b="b" l="l" r="r" t="t"/>
            <a:pathLst>
              <a:path extrusionOk="0" h="928" w="928">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5" name="Google Shape;1185;p21"/>
          <p:cNvSpPr/>
          <p:nvPr/>
        </p:nvSpPr>
        <p:spPr>
          <a:xfrm flipH="1">
            <a:off x="6695531" y="76929"/>
            <a:ext cx="257321" cy="257560"/>
          </a:xfrm>
          <a:custGeom>
            <a:rect b="b" l="l" r="r" t="t"/>
            <a:pathLst>
              <a:path extrusionOk="0" h="3975" w="3971">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6" name="Google Shape;1186;p21"/>
          <p:cNvSpPr/>
          <p:nvPr/>
        </p:nvSpPr>
        <p:spPr>
          <a:xfrm flipH="1">
            <a:off x="8343646" y="83995"/>
            <a:ext cx="243518" cy="243435"/>
          </a:xfrm>
          <a:custGeom>
            <a:rect b="b" l="l" r="r" t="t"/>
            <a:pathLst>
              <a:path extrusionOk="0" h="3757" w="3758">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7" name="Google Shape;1187;p21"/>
          <p:cNvSpPr/>
          <p:nvPr/>
        </p:nvSpPr>
        <p:spPr>
          <a:xfrm flipH="1">
            <a:off x="7100763" y="229963"/>
            <a:ext cx="56441" cy="60195"/>
          </a:xfrm>
          <a:custGeom>
            <a:rect b="b" l="l" r="r" t="t"/>
            <a:pathLst>
              <a:path extrusionOk="0" h="929" w="871">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8" name="Google Shape;1188;p21"/>
          <p:cNvSpPr/>
          <p:nvPr/>
        </p:nvSpPr>
        <p:spPr>
          <a:xfrm flipH="1">
            <a:off x="7257663" y="598726"/>
            <a:ext cx="56506" cy="60130"/>
          </a:xfrm>
          <a:custGeom>
            <a:rect b="b" l="l" r="r" t="t"/>
            <a:pathLst>
              <a:path extrusionOk="0" h="928" w="872">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9" name="Google Shape;1189;p21"/>
          <p:cNvSpPr/>
          <p:nvPr/>
        </p:nvSpPr>
        <p:spPr>
          <a:xfrm flipH="1">
            <a:off x="7356418" y="182677"/>
            <a:ext cx="56441" cy="56501"/>
          </a:xfrm>
          <a:custGeom>
            <a:rect b="b" l="l" r="r" t="t"/>
            <a:pathLst>
              <a:path extrusionOk="0" h="872" w="871">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21"/>
          <p:cNvSpPr/>
          <p:nvPr/>
        </p:nvSpPr>
        <p:spPr>
          <a:xfrm flipH="1">
            <a:off x="9006485" y="292116"/>
            <a:ext cx="60199" cy="59871"/>
          </a:xfrm>
          <a:custGeom>
            <a:rect b="b" l="l" r="r" t="t"/>
            <a:pathLst>
              <a:path extrusionOk="0" h="924" w="929">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1" name="Google Shape;1191;p21"/>
          <p:cNvSpPr/>
          <p:nvPr/>
        </p:nvSpPr>
        <p:spPr>
          <a:xfrm>
            <a:off x="2594" y="0"/>
            <a:ext cx="3533375" cy="478181"/>
          </a:xfrm>
          <a:custGeom>
            <a:rect b="b" l="l" r="r" t="t"/>
            <a:pathLst>
              <a:path extrusionOk="0" h="16489" w="121830">
                <a:moveTo>
                  <a:pt x="0" y="0"/>
                </a:moveTo>
                <a:lnTo>
                  <a:pt x="0" y="16489"/>
                </a:lnTo>
                <a:cubicBezTo>
                  <a:pt x="6168" y="13464"/>
                  <a:pt x="26903" y="8978"/>
                  <a:pt x="43499" y="8978"/>
                </a:cubicBezTo>
                <a:cubicBezTo>
                  <a:pt x="49308" y="8978"/>
                  <a:pt x="54610" y="9528"/>
                  <a:pt x="58603" y="10882"/>
                </a:cubicBezTo>
                <a:cubicBezTo>
                  <a:pt x="64748" y="12941"/>
                  <a:pt x="68805" y="13769"/>
                  <a:pt x="71786" y="13769"/>
                </a:cubicBezTo>
                <a:cubicBezTo>
                  <a:pt x="79047" y="13769"/>
                  <a:pt x="79930" y="8856"/>
                  <a:pt x="89074" y="4845"/>
                </a:cubicBezTo>
                <a:cubicBezTo>
                  <a:pt x="95712" y="1907"/>
                  <a:pt x="117638" y="1741"/>
                  <a:pt x="12182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2">
  <p:cSld name="CUSTOM_1_3">
    <p:spTree>
      <p:nvGrpSpPr>
        <p:cNvPr id="1192" name="Shape 1192"/>
        <p:cNvGrpSpPr/>
        <p:nvPr/>
      </p:nvGrpSpPr>
      <p:grpSpPr>
        <a:xfrm>
          <a:off x="0" y="0"/>
          <a:ext cx="0" cy="0"/>
          <a:chOff x="0" y="0"/>
          <a:chExt cx="0" cy="0"/>
        </a:xfrm>
      </p:grpSpPr>
      <p:sp>
        <p:nvSpPr>
          <p:cNvPr id="1193" name="Google Shape;1193;p22"/>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Clr>
                <a:schemeClr val="lt2"/>
              </a:buClr>
              <a:buSzPts val="2800"/>
              <a:buNone/>
              <a:defRPr>
                <a:solidFill>
                  <a:schemeClr val="lt2"/>
                </a:solidFill>
              </a:defRPr>
            </a:lvl2pPr>
            <a:lvl3pPr lvl="2" rtl="0">
              <a:spcBef>
                <a:spcPts val="0"/>
              </a:spcBef>
              <a:spcAft>
                <a:spcPts val="0"/>
              </a:spcAft>
              <a:buClr>
                <a:schemeClr val="lt2"/>
              </a:buClr>
              <a:buSzPts val="2800"/>
              <a:buNone/>
              <a:defRPr>
                <a:solidFill>
                  <a:schemeClr val="lt2"/>
                </a:solidFill>
              </a:defRPr>
            </a:lvl3pPr>
            <a:lvl4pPr lvl="3" rtl="0">
              <a:spcBef>
                <a:spcPts val="0"/>
              </a:spcBef>
              <a:spcAft>
                <a:spcPts val="0"/>
              </a:spcAft>
              <a:buClr>
                <a:schemeClr val="lt2"/>
              </a:buClr>
              <a:buSzPts val="2800"/>
              <a:buNone/>
              <a:defRPr>
                <a:solidFill>
                  <a:schemeClr val="lt2"/>
                </a:solidFill>
              </a:defRPr>
            </a:lvl4pPr>
            <a:lvl5pPr lvl="4" rtl="0">
              <a:spcBef>
                <a:spcPts val="0"/>
              </a:spcBef>
              <a:spcAft>
                <a:spcPts val="0"/>
              </a:spcAft>
              <a:buClr>
                <a:schemeClr val="lt2"/>
              </a:buClr>
              <a:buSzPts val="2800"/>
              <a:buNone/>
              <a:defRPr>
                <a:solidFill>
                  <a:schemeClr val="lt2"/>
                </a:solidFill>
              </a:defRPr>
            </a:lvl5pPr>
            <a:lvl6pPr lvl="5" rtl="0">
              <a:spcBef>
                <a:spcPts val="0"/>
              </a:spcBef>
              <a:spcAft>
                <a:spcPts val="0"/>
              </a:spcAft>
              <a:buClr>
                <a:schemeClr val="lt2"/>
              </a:buClr>
              <a:buSzPts val="2800"/>
              <a:buNone/>
              <a:defRPr>
                <a:solidFill>
                  <a:schemeClr val="lt2"/>
                </a:solidFill>
              </a:defRPr>
            </a:lvl6pPr>
            <a:lvl7pPr lvl="6" rtl="0">
              <a:spcBef>
                <a:spcPts val="0"/>
              </a:spcBef>
              <a:spcAft>
                <a:spcPts val="0"/>
              </a:spcAft>
              <a:buClr>
                <a:schemeClr val="lt2"/>
              </a:buClr>
              <a:buSzPts val="2800"/>
              <a:buNone/>
              <a:defRPr>
                <a:solidFill>
                  <a:schemeClr val="lt2"/>
                </a:solidFill>
              </a:defRPr>
            </a:lvl7pPr>
            <a:lvl8pPr lvl="7" rtl="0">
              <a:spcBef>
                <a:spcPts val="0"/>
              </a:spcBef>
              <a:spcAft>
                <a:spcPts val="0"/>
              </a:spcAft>
              <a:buClr>
                <a:schemeClr val="lt2"/>
              </a:buClr>
              <a:buSzPts val="2800"/>
              <a:buNone/>
              <a:defRPr>
                <a:solidFill>
                  <a:schemeClr val="lt2"/>
                </a:solidFill>
              </a:defRPr>
            </a:lvl8pPr>
            <a:lvl9pPr lvl="8" rtl="0">
              <a:spcBef>
                <a:spcPts val="0"/>
              </a:spcBef>
              <a:spcAft>
                <a:spcPts val="0"/>
              </a:spcAft>
              <a:buClr>
                <a:schemeClr val="lt2"/>
              </a:buClr>
              <a:buSzPts val="2800"/>
              <a:buNone/>
              <a:defRPr>
                <a:solidFill>
                  <a:schemeClr val="lt2"/>
                </a:solidFill>
              </a:defRPr>
            </a:lvl9pPr>
          </a:lstStyle>
          <a:p/>
        </p:txBody>
      </p:sp>
      <p:sp>
        <p:nvSpPr>
          <p:cNvPr id="1194" name="Google Shape;1194;p22"/>
          <p:cNvSpPr txBox="1"/>
          <p:nvPr>
            <p:ph idx="1" type="subTitle"/>
          </p:nvPr>
        </p:nvSpPr>
        <p:spPr>
          <a:xfrm>
            <a:off x="4725401" y="1214775"/>
            <a:ext cx="2706000" cy="3657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1800"/>
              <a:buNone/>
              <a:defRPr>
                <a:latin typeface="Nunito ExtraBold"/>
                <a:ea typeface="Nunito ExtraBold"/>
                <a:cs typeface="Nunito ExtraBold"/>
                <a:sym typeface="Nunito Extra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195" name="Google Shape;1195;p22"/>
          <p:cNvSpPr txBox="1"/>
          <p:nvPr>
            <p:ph idx="2" type="subTitle"/>
          </p:nvPr>
        </p:nvSpPr>
        <p:spPr>
          <a:xfrm>
            <a:off x="4725583" y="1583722"/>
            <a:ext cx="2705400" cy="5487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1800"/>
              <a:buNone/>
              <a:defRPr sz="14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196" name="Google Shape;1196;p22"/>
          <p:cNvSpPr txBox="1"/>
          <p:nvPr>
            <p:ph idx="3" type="subTitle"/>
          </p:nvPr>
        </p:nvSpPr>
        <p:spPr>
          <a:xfrm>
            <a:off x="4725401" y="3397278"/>
            <a:ext cx="2706000" cy="3657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1800"/>
              <a:buNone/>
              <a:defRPr>
                <a:latin typeface="Nunito ExtraBold"/>
                <a:ea typeface="Nunito ExtraBold"/>
                <a:cs typeface="Nunito ExtraBold"/>
                <a:sym typeface="Nunito Extra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197" name="Google Shape;1197;p22"/>
          <p:cNvSpPr txBox="1"/>
          <p:nvPr>
            <p:ph idx="4" type="subTitle"/>
          </p:nvPr>
        </p:nvSpPr>
        <p:spPr>
          <a:xfrm>
            <a:off x="4725583" y="3766225"/>
            <a:ext cx="2705700" cy="5487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1800"/>
              <a:buNone/>
              <a:defRPr sz="14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198" name="Google Shape;1198;p22"/>
          <p:cNvSpPr txBox="1"/>
          <p:nvPr>
            <p:ph idx="5" type="subTitle"/>
          </p:nvPr>
        </p:nvSpPr>
        <p:spPr>
          <a:xfrm>
            <a:off x="4725574" y="2306026"/>
            <a:ext cx="2706000" cy="3657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1800"/>
              <a:buNone/>
              <a:defRPr>
                <a:latin typeface="Nunito ExtraBold"/>
                <a:ea typeface="Nunito ExtraBold"/>
                <a:cs typeface="Nunito ExtraBold"/>
                <a:sym typeface="Nunito Extra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199" name="Google Shape;1199;p22"/>
          <p:cNvSpPr txBox="1"/>
          <p:nvPr>
            <p:ph idx="6" type="subTitle"/>
          </p:nvPr>
        </p:nvSpPr>
        <p:spPr>
          <a:xfrm>
            <a:off x="4725756" y="2674974"/>
            <a:ext cx="2705700" cy="5487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1800"/>
              <a:buNone/>
              <a:defRPr sz="14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200" name="Google Shape;1200;p22"/>
          <p:cNvSpPr/>
          <p:nvPr/>
        </p:nvSpPr>
        <p:spPr>
          <a:xfrm rot="10800000">
            <a:off x="2589475" y="4257675"/>
            <a:ext cx="6545012" cy="885830"/>
          </a:xfrm>
          <a:custGeom>
            <a:rect b="b" l="l" r="r" t="t"/>
            <a:pathLst>
              <a:path extrusionOk="0" h="16489" w="121830">
                <a:moveTo>
                  <a:pt x="0" y="0"/>
                </a:moveTo>
                <a:lnTo>
                  <a:pt x="0" y="16489"/>
                </a:lnTo>
                <a:cubicBezTo>
                  <a:pt x="6168" y="13464"/>
                  <a:pt x="26903" y="8978"/>
                  <a:pt x="43499" y="8978"/>
                </a:cubicBezTo>
                <a:cubicBezTo>
                  <a:pt x="49308" y="8978"/>
                  <a:pt x="54610" y="9528"/>
                  <a:pt x="58603" y="10882"/>
                </a:cubicBezTo>
                <a:cubicBezTo>
                  <a:pt x="64748" y="12941"/>
                  <a:pt x="68805" y="13769"/>
                  <a:pt x="71786" y="13769"/>
                </a:cubicBezTo>
                <a:cubicBezTo>
                  <a:pt x="79047" y="13769"/>
                  <a:pt x="79930" y="8856"/>
                  <a:pt x="89074" y="4845"/>
                </a:cubicBezTo>
                <a:cubicBezTo>
                  <a:pt x="95712" y="1907"/>
                  <a:pt x="117638" y="1741"/>
                  <a:pt x="12182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1" name="Google Shape;1201;p22"/>
          <p:cNvSpPr/>
          <p:nvPr/>
        </p:nvSpPr>
        <p:spPr>
          <a:xfrm>
            <a:off x="165448" y="4340337"/>
            <a:ext cx="261014" cy="257301"/>
          </a:xfrm>
          <a:custGeom>
            <a:rect b="b" l="l" r="r" t="t"/>
            <a:pathLst>
              <a:path extrusionOk="0" h="3971" w="4028">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2" name="Google Shape;1202;p22"/>
          <p:cNvSpPr/>
          <p:nvPr/>
        </p:nvSpPr>
        <p:spPr>
          <a:xfrm>
            <a:off x="295761" y="4054656"/>
            <a:ext cx="60199" cy="60130"/>
          </a:xfrm>
          <a:custGeom>
            <a:rect b="b" l="l" r="r" t="t"/>
            <a:pathLst>
              <a:path extrusionOk="0" h="928" w="929">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3" name="Google Shape;1203;p22"/>
          <p:cNvSpPr/>
          <p:nvPr/>
        </p:nvSpPr>
        <p:spPr>
          <a:xfrm>
            <a:off x="454585" y="4989064"/>
            <a:ext cx="59875" cy="59871"/>
          </a:xfrm>
          <a:custGeom>
            <a:rect b="b" l="l" r="r" t="t"/>
            <a:pathLst>
              <a:path extrusionOk="0" h="924" w="924">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4" name="Google Shape;1204;p22"/>
          <p:cNvSpPr/>
          <p:nvPr/>
        </p:nvSpPr>
        <p:spPr>
          <a:xfrm>
            <a:off x="694578" y="4389432"/>
            <a:ext cx="60134" cy="60130"/>
          </a:xfrm>
          <a:custGeom>
            <a:rect b="b" l="l" r="r" t="t"/>
            <a:pathLst>
              <a:path extrusionOk="0" h="928" w="928">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5" name="Google Shape;1205;p22"/>
          <p:cNvSpPr/>
          <p:nvPr/>
        </p:nvSpPr>
        <p:spPr>
          <a:xfrm flipH="1">
            <a:off x="6695531" y="76929"/>
            <a:ext cx="257321" cy="257560"/>
          </a:xfrm>
          <a:custGeom>
            <a:rect b="b" l="l" r="r" t="t"/>
            <a:pathLst>
              <a:path extrusionOk="0" h="3975" w="3971">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6" name="Google Shape;1206;p22"/>
          <p:cNvSpPr/>
          <p:nvPr/>
        </p:nvSpPr>
        <p:spPr>
          <a:xfrm flipH="1">
            <a:off x="8343646" y="83995"/>
            <a:ext cx="243518" cy="243435"/>
          </a:xfrm>
          <a:custGeom>
            <a:rect b="b" l="l" r="r" t="t"/>
            <a:pathLst>
              <a:path extrusionOk="0" h="3757" w="3758">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7" name="Google Shape;1207;p22"/>
          <p:cNvSpPr/>
          <p:nvPr/>
        </p:nvSpPr>
        <p:spPr>
          <a:xfrm flipH="1">
            <a:off x="7100763" y="229963"/>
            <a:ext cx="56441" cy="60195"/>
          </a:xfrm>
          <a:custGeom>
            <a:rect b="b" l="l" r="r" t="t"/>
            <a:pathLst>
              <a:path extrusionOk="0" h="929" w="871">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8" name="Google Shape;1208;p22"/>
          <p:cNvSpPr/>
          <p:nvPr/>
        </p:nvSpPr>
        <p:spPr>
          <a:xfrm flipH="1">
            <a:off x="7257663" y="598726"/>
            <a:ext cx="56506" cy="60130"/>
          </a:xfrm>
          <a:custGeom>
            <a:rect b="b" l="l" r="r" t="t"/>
            <a:pathLst>
              <a:path extrusionOk="0" h="928" w="872">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9" name="Google Shape;1209;p22"/>
          <p:cNvSpPr/>
          <p:nvPr/>
        </p:nvSpPr>
        <p:spPr>
          <a:xfrm flipH="1">
            <a:off x="7356418" y="182677"/>
            <a:ext cx="56441" cy="56501"/>
          </a:xfrm>
          <a:custGeom>
            <a:rect b="b" l="l" r="r" t="t"/>
            <a:pathLst>
              <a:path extrusionOk="0" h="872" w="871">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0" name="Google Shape;1210;p22"/>
          <p:cNvSpPr/>
          <p:nvPr/>
        </p:nvSpPr>
        <p:spPr>
          <a:xfrm flipH="1">
            <a:off x="9006485" y="292116"/>
            <a:ext cx="60199" cy="59871"/>
          </a:xfrm>
          <a:custGeom>
            <a:rect b="b" l="l" r="r" t="t"/>
            <a:pathLst>
              <a:path extrusionOk="0" h="924" w="929">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1" name="Google Shape;1211;p22"/>
          <p:cNvSpPr/>
          <p:nvPr/>
        </p:nvSpPr>
        <p:spPr>
          <a:xfrm>
            <a:off x="2594" y="0"/>
            <a:ext cx="3533375" cy="478181"/>
          </a:xfrm>
          <a:custGeom>
            <a:rect b="b" l="l" r="r" t="t"/>
            <a:pathLst>
              <a:path extrusionOk="0" h="16489" w="121830">
                <a:moveTo>
                  <a:pt x="0" y="0"/>
                </a:moveTo>
                <a:lnTo>
                  <a:pt x="0" y="16489"/>
                </a:lnTo>
                <a:cubicBezTo>
                  <a:pt x="6168" y="13464"/>
                  <a:pt x="26903" y="8978"/>
                  <a:pt x="43499" y="8978"/>
                </a:cubicBezTo>
                <a:cubicBezTo>
                  <a:pt x="49308" y="8978"/>
                  <a:pt x="54610" y="9528"/>
                  <a:pt x="58603" y="10882"/>
                </a:cubicBezTo>
                <a:cubicBezTo>
                  <a:pt x="64748" y="12941"/>
                  <a:pt x="68805" y="13769"/>
                  <a:pt x="71786" y="13769"/>
                </a:cubicBezTo>
                <a:cubicBezTo>
                  <a:pt x="79047" y="13769"/>
                  <a:pt x="79930" y="8856"/>
                  <a:pt x="89074" y="4845"/>
                </a:cubicBezTo>
                <a:cubicBezTo>
                  <a:pt x="95712" y="1907"/>
                  <a:pt x="117638" y="1741"/>
                  <a:pt x="12182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3">
  <p:cSld name="CUSTOM_1_3_1">
    <p:spTree>
      <p:nvGrpSpPr>
        <p:cNvPr id="1212" name="Shape 1212"/>
        <p:cNvGrpSpPr/>
        <p:nvPr/>
      </p:nvGrpSpPr>
      <p:grpSpPr>
        <a:xfrm>
          <a:off x="0" y="0"/>
          <a:ext cx="0" cy="0"/>
          <a:chOff x="0" y="0"/>
          <a:chExt cx="0" cy="0"/>
        </a:xfrm>
      </p:grpSpPr>
      <p:sp>
        <p:nvSpPr>
          <p:cNvPr id="1213" name="Google Shape;1213;p23"/>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Clr>
                <a:schemeClr val="lt2"/>
              </a:buClr>
              <a:buSzPts val="2800"/>
              <a:buNone/>
              <a:defRPr>
                <a:solidFill>
                  <a:schemeClr val="lt2"/>
                </a:solidFill>
              </a:defRPr>
            </a:lvl2pPr>
            <a:lvl3pPr lvl="2" rtl="0">
              <a:spcBef>
                <a:spcPts val="0"/>
              </a:spcBef>
              <a:spcAft>
                <a:spcPts val="0"/>
              </a:spcAft>
              <a:buClr>
                <a:schemeClr val="lt2"/>
              </a:buClr>
              <a:buSzPts val="2800"/>
              <a:buNone/>
              <a:defRPr>
                <a:solidFill>
                  <a:schemeClr val="lt2"/>
                </a:solidFill>
              </a:defRPr>
            </a:lvl3pPr>
            <a:lvl4pPr lvl="3" rtl="0">
              <a:spcBef>
                <a:spcPts val="0"/>
              </a:spcBef>
              <a:spcAft>
                <a:spcPts val="0"/>
              </a:spcAft>
              <a:buClr>
                <a:schemeClr val="lt2"/>
              </a:buClr>
              <a:buSzPts val="2800"/>
              <a:buNone/>
              <a:defRPr>
                <a:solidFill>
                  <a:schemeClr val="lt2"/>
                </a:solidFill>
              </a:defRPr>
            </a:lvl4pPr>
            <a:lvl5pPr lvl="4" rtl="0">
              <a:spcBef>
                <a:spcPts val="0"/>
              </a:spcBef>
              <a:spcAft>
                <a:spcPts val="0"/>
              </a:spcAft>
              <a:buClr>
                <a:schemeClr val="lt2"/>
              </a:buClr>
              <a:buSzPts val="2800"/>
              <a:buNone/>
              <a:defRPr>
                <a:solidFill>
                  <a:schemeClr val="lt2"/>
                </a:solidFill>
              </a:defRPr>
            </a:lvl5pPr>
            <a:lvl6pPr lvl="5" rtl="0">
              <a:spcBef>
                <a:spcPts val="0"/>
              </a:spcBef>
              <a:spcAft>
                <a:spcPts val="0"/>
              </a:spcAft>
              <a:buClr>
                <a:schemeClr val="lt2"/>
              </a:buClr>
              <a:buSzPts val="2800"/>
              <a:buNone/>
              <a:defRPr>
                <a:solidFill>
                  <a:schemeClr val="lt2"/>
                </a:solidFill>
              </a:defRPr>
            </a:lvl6pPr>
            <a:lvl7pPr lvl="6" rtl="0">
              <a:spcBef>
                <a:spcPts val="0"/>
              </a:spcBef>
              <a:spcAft>
                <a:spcPts val="0"/>
              </a:spcAft>
              <a:buClr>
                <a:schemeClr val="lt2"/>
              </a:buClr>
              <a:buSzPts val="2800"/>
              <a:buNone/>
              <a:defRPr>
                <a:solidFill>
                  <a:schemeClr val="lt2"/>
                </a:solidFill>
              </a:defRPr>
            </a:lvl7pPr>
            <a:lvl8pPr lvl="7" rtl="0">
              <a:spcBef>
                <a:spcPts val="0"/>
              </a:spcBef>
              <a:spcAft>
                <a:spcPts val="0"/>
              </a:spcAft>
              <a:buClr>
                <a:schemeClr val="lt2"/>
              </a:buClr>
              <a:buSzPts val="2800"/>
              <a:buNone/>
              <a:defRPr>
                <a:solidFill>
                  <a:schemeClr val="lt2"/>
                </a:solidFill>
              </a:defRPr>
            </a:lvl8pPr>
            <a:lvl9pPr lvl="8" rtl="0">
              <a:spcBef>
                <a:spcPts val="0"/>
              </a:spcBef>
              <a:spcAft>
                <a:spcPts val="0"/>
              </a:spcAft>
              <a:buClr>
                <a:schemeClr val="lt2"/>
              </a:buClr>
              <a:buSzPts val="2800"/>
              <a:buNone/>
              <a:defRPr>
                <a:solidFill>
                  <a:schemeClr val="lt2"/>
                </a:solidFill>
              </a:defRPr>
            </a:lvl9pPr>
          </a:lstStyle>
          <a:p/>
        </p:txBody>
      </p:sp>
      <p:sp>
        <p:nvSpPr>
          <p:cNvPr id="1214" name="Google Shape;1214;p23"/>
          <p:cNvSpPr txBox="1"/>
          <p:nvPr>
            <p:ph idx="1" type="subTitle"/>
          </p:nvPr>
        </p:nvSpPr>
        <p:spPr>
          <a:xfrm>
            <a:off x="713227" y="2090259"/>
            <a:ext cx="2370000" cy="365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800"/>
              <a:buNone/>
              <a:defRPr>
                <a:latin typeface="Nunito ExtraBold"/>
                <a:ea typeface="Nunito ExtraBold"/>
                <a:cs typeface="Nunito ExtraBold"/>
                <a:sym typeface="Nunito Extra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215" name="Google Shape;1215;p23"/>
          <p:cNvSpPr txBox="1"/>
          <p:nvPr>
            <p:ph idx="2" type="subTitle"/>
          </p:nvPr>
        </p:nvSpPr>
        <p:spPr>
          <a:xfrm>
            <a:off x="713677" y="2459206"/>
            <a:ext cx="2369100" cy="731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800"/>
              <a:buNone/>
              <a:defRPr sz="14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216" name="Google Shape;1216;p23"/>
          <p:cNvSpPr txBox="1"/>
          <p:nvPr>
            <p:ph idx="3" type="subTitle"/>
          </p:nvPr>
        </p:nvSpPr>
        <p:spPr>
          <a:xfrm>
            <a:off x="3387002" y="3064528"/>
            <a:ext cx="2370000" cy="365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800"/>
              <a:buNone/>
              <a:defRPr>
                <a:latin typeface="Nunito ExtraBold"/>
                <a:ea typeface="Nunito ExtraBold"/>
                <a:cs typeface="Nunito ExtraBold"/>
                <a:sym typeface="Nunito Extra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217" name="Google Shape;1217;p23"/>
          <p:cNvSpPr txBox="1"/>
          <p:nvPr>
            <p:ph idx="4" type="subTitle"/>
          </p:nvPr>
        </p:nvSpPr>
        <p:spPr>
          <a:xfrm>
            <a:off x="3387302" y="3433475"/>
            <a:ext cx="2369400" cy="731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800"/>
              <a:buNone/>
              <a:defRPr sz="14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218" name="Google Shape;1218;p23"/>
          <p:cNvSpPr txBox="1"/>
          <p:nvPr>
            <p:ph idx="5" type="subTitle"/>
          </p:nvPr>
        </p:nvSpPr>
        <p:spPr>
          <a:xfrm>
            <a:off x="6060773" y="2153360"/>
            <a:ext cx="2370000" cy="365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800"/>
              <a:buNone/>
              <a:defRPr>
                <a:latin typeface="Nunito ExtraBold"/>
                <a:ea typeface="Nunito ExtraBold"/>
                <a:cs typeface="Nunito ExtraBold"/>
                <a:sym typeface="Nunito Extra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219" name="Google Shape;1219;p23"/>
          <p:cNvSpPr txBox="1"/>
          <p:nvPr>
            <p:ph idx="6" type="subTitle"/>
          </p:nvPr>
        </p:nvSpPr>
        <p:spPr>
          <a:xfrm>
            <a:off x="6061073" y="2522307"/>
            <a:ext cx="2369400" cy="731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800"/>
              <a:buNone/>
              <a:defRPr sz="14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220" name="Google Shape;1220;p23"/>
          <p:cNvSpPr/>
          <p:nvPr/>
        </p:nvSpPr>
        <p:spPr>
          <a:xfrm rot="10800000">
            <a:off x="2589475" y="4257675"/>
            <a:ext cx="6545012" cy="885830"/>
          </a:xfrm>
          <a:custGeom>
            <a:rect b="b" l="l" r="r" t="t"/>
            <a:pathLst>
              <a:path extrusionOk="0" h="16489" w="121830">
                <a:moveTo>
                  <a:pt x="0" y="0"/>
                </a:moveTo>
                <a:lnTo>
                  <a:pt x="0" y="16489"/>
                </a:lnTo>
                <a:cubicBezTo>
                  <a:pt x="6168" y="13464"/>
                  <a:pt x="26903" y="8978"/>
                  <a:pt x="43499" y="8978"/>
                </a:cubicBezTo>
                <a:cubicBezTo>
                  <a:pt x="49308" y="8978"/>
                  <a:pt x="54610" y="9528"/>
                  <a:pt x="58603" y="10882"/>
                </a:cubicBezTo>
                <a:cubicBezTo>
                  <a:pt x="64748" y="12941"/>
                  <a:pt x="68805" y="13769"/>
                  <a:pt x="71786" y="13769"/>
                </a:cubicBezTo>
                <a:cubicBezTo>
                  <a:pt x="79047" y="13769"/>
                  <a:pt x="79930" y="8856"/>
                  <a:pt x="89074" y="4845"/>
                </a:cubicBezTo>
                <a:cubicBezTo>
                  <a:pt x="95712" y="1907"/>
                  <a:pt x="117638" y="1741"/>
                  <a:pt x="12182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1" name="Google Shape;1221;p23"/>
          <p:cNvSpPr/>
          <p:nvPr/>
        </p:nvSpPr>
        <p:spPr>
          <a:xfrm>
            <a:off x="165448" y="4340337"/>
            <a:ext cx="261014" cy="257301"/>
          </a:xfrm>
          <a:custGeom>
            <a:rect b="b" l="l" r="r" t="t"/>
            <a:pathLst>
              <a:path extrusionOk="0" h="3971" w="4028">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2" name="Google Shape;1222;p23"/>
          <p:cNvSpPr/>
          <p:nvPr/>
        </p:nvSpPr>
        <p:spPr>
          <a:xfrm>
            <a:off x="295761" y="4054656"/>
            <a:ext cx="60199" cy="60130"/>
          </a:xfrm>
          <a:custGeom>
            <a:rect b="b" l="l" r="r" t="t"/>
            <a:pathLst>
              <a:path extrusionOk="0" h="928" w="929">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3" name="Google Shape;1223;p23"/>
          <p:cNvSpPr/>
          <p:nvPr/>
        </p:nvSpPr>
        <p:spPr>
          <a:xfrm>
            <a:off x="454585" y="4989064"/>
            <a:ext cx="59875" cy="59871"/>
          </a:xfrm>
          <a:custGeom>
            <a:rect b="b" l="l" r="r" t="t"/>
            <a:pathLst>
              <a:path extrusionOk="0" h="924" w="924">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4" name="Google Shape;1224;p23"/>
          <p:cNvSpPr/>
          <p:nvPr/>
        </p:nvSpPr>
        <p:spPr>
          <a:xfrm>
            <a:off x="694578" y="4389432"/>
            <a:ext cx="60134" cy="60130"/>
          </a:xfrm>
          <a:custGeom>
            <a:rect b="b" l="l" r="r" t="t"/>
            <a:pathLst>
              <a:path extrusionOk="0" h="928" w="928">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5" name="Google Shape;1225;p23"/>
          <p:cNvSpPr/>
          <p:nvPr/>
        </p:nvSpPr>
        <p:spPr>
          <a:xfrm flipH="1">
            <a:off x="6695531" y="76929"/>
            <a:ext cx="257321" cy="257560"/>
          </a:xfrm>
          <a:custGeom>
            <a:rect b="b" l="l" r="r" t="t"/>
            <a:pathLst>
              <a:path extrusionOk="0" h="3975" w="3971">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6" name="Google Shape;1226;p23"/>
          <p:cNvSpPr/>
          <p:nvPr/>
        </p:nvSpPr>
        <p:spPr>
          <a:xfrm flipH="1">
            <a:off x="8343646" y="83995"/>
            <a:ext cx="243518" cy="243435"/>
          </a:xfrm>
          <a:custGeom>
            <a:rect b="b" l="l" r="r" t="t"/>
            <a:pathLst>
              <a:path extrusionOk="0" h="3757" w="3758">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7" name="Google Shape;1227;p23"/>
          <p:cNvSpPr/>
          <p:nvPr/>
        </p:nvSpPr>
        <p:spPr>
          <a:xfrm flipH="1">
            <a:off x="7100763" y="229963"/>
            <a:ext cx="56441" cy="60195"/>
          </a:xfrm>
          <a:custGeom>
            <a:rect b="b" l="l" r="r" t="t"/>
            <a:pathLst>
              <a:path extrusionOk="0" h="929" w="871">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8" name="Google Shape;1228;p23"/>
          <p:cNvSpPr/>
          <p:nvPr/>
        </p:nvSpPr>
        <p:spPr>
          <a:xfrm flipH="1">
            <a:off x="7257663" y="598726"/>
            <a:ext cx="56506" cy="60130"/>
          </a:xfrm>
          <a:custGeom>
            <a:rect b="b" l="l" r="r" t="t"/>
            <a:pathLst>
              <a:path extrusionOk="0" h="928" w="872">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9" name="Google Shape;1229;p23"/>
          <p:cNvSpPr/>
          <p:nvPr/>
        </p:nvSpPr>
        <p:spPr>
          <a:xfrm flipH="1">
            <a:off x="7356418" y="182677"/>
            <a:ext cx="56441" cy="56501"/>
          </a:xfrm>
          <a:custGeom>
            <a:rect b="b" l="l" r="r" t="t"/>
            <a:pathLst>
              <a:path extrusionOk="0" h="872" w="871">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0" name="Google Shape;1230;p23"/>
          <p:cNvSpPr/>
          <p:nvPr/>
        </p:nvSpPr>
        <p:spPr>
          <a:xfrm flipH="1">
            <a:off x="9006485" y="292116"/>
            <a:ext cx="60199" cy="59871"/>
          </a:xfrm>
          <a:custGeom>
            <a:rect b="b" l="l" r="r" t="t"/>
            <a:pathLst>
              <a:path extrusionOk="0" h="924" w="929">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1" name="Google Shape;1231;p23"/>
          <p:cNvSpPr/>
          <p:nvPr/>
        </p:nvSpPr>
        <p:spPr>
          <a:xfrm>
            <a:off x="2594" y="0"/>
            <a:ext cx="3533375" cy="478181"/>
          </a:xfrm>
          <a:custGeom>
            <a:rect b="b" l="l" r="r" t="t"/>
            <a:pathLst>
              <a:path extrusionOk="0" h="16489" w="121830">
                <a:moveTo>
                  <a:pt x="0" y="0"/>
                </a:moveTo>
                <a:lnTo>
                  <a:pt x="0" y="16489"/>
                </a:lnTo>
                <a:cubicBezTo>
                  <a:pt x="6168" y="13464"/>
                  <a:pt x="26903" y="8978"/>
                  <a:pt x="43499" y="8978"/>
                </a:cubicBezTo>
                <a:cubicBezTo>
                  <a:pt x="49308" y="8978"/>
                  <a:pt x="54610" y="9528"/>
                  <a:pt x="58603" y="10882"/>
                </a:cubicBezTo>
                <a:cubicBezTo>
                  <a:pt x="64748" y="12941"/>
                  <a:pt x="68805" y="13769"/>
                  <a:pt x="71786" y="13769"/>
                </a:cubicBezTo>
                <a:cubicBezTo>
                  <a:pt x="79047" y="13769"/>
                  <a:pt x="79930" y="8856"/>
                  <a:pt x="89074" y="4845"/>
                </a:cubicBezTo>
                <a:cubicBezTo>
                  <a:pt x="95712" y="1907"/>
                  <a:pt x="117638" y="1741"/>
                  <a:pt x="12182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1_2">
    <p:spTree>
      <p:nvGrpSpPr>
        <p:cNvPr id="1232" name="Shape 1232"/>
        <p:cNvGrpSpPr/>
        <p:nvPr/>
      </p:nvGrpSpPr>
      <p:grpSpPr>
        <a:xfrm>
          <a:off x="0" y="0"/>
          <a:ext cx="0" cy="0"/>
          <a:chOff x="0" y="0"/>
          <a:chExt cx="0" cy="0"/>
        </a:xfrm>
      </p:grpSpPr>
      <p:sp>
        <p:nvSpPr>
          <p:cNvPr id="1233" name="Google Shape;1233;p24"/>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Clr>
                <a:schemeClr val="lt2"/>
              </a:buClr>
              <a:buSzPts val="2800"/>
              <a:buNone/>
              <a:defRPr>
                <a:solidFill>
                  <a:schemeClr val="lt2"/>
                </a:solidFill>
              </a:defRPr>
            </a:lvl2pPr>
            <a:lvl3pPr lvl="2" rtl="0">
              <a:spcBef>
                <a:spcPts val="0"/>
              </a:spcBef>
              <a:spcAft>
                <a:spcPts val="0"/>
              </a:spcAft>
              <a:buClr>
                <a:schemeClr val="lt2"/>
              </a:buClr>
              <a:buSzPts val="2800"/>
              <a:buNone/>
              <a:defRPr>
                <a:solidFill>
                  <a:schemeClr val="lt2"/>
                </a:solidFill>
              </a:defRPr>
            </a:lvl3pPr>
            <a:lvl4pPr lvl="3" rtl="0">
              <a:spcBef>
                <a:spcPts val="0"/>
              </a:spcBef>
              <a:spcAft>
                <a:spcPts val="0"/>
              </a:spcAft>
              <a:buClr>
                <a:schemeClr val="lt2"/>
              </a:buClr>
              <a:buSzPts val="2800"/>
              <a:buNone/>
              <a:defRPr>
                <a:solidFill>
                  <a:schemeClr val="lt2"/>
                </a:solidFill>
              </a:defRPr>
            </a:lvl4pPr>
            <a:lvl5pPr lvl="4" rtl="0">
              <a:spcBef>
                <a:spcPts val="0"/>
              </a:spcBef>
              <a:spcAft>
                <a:spcPts val="0"/>
              </a:spcAft>
              <a:buClr>
                <a:schemeClr val="lt2"/>
              </a:buClr>
              <a:buSzPts val="2800"/>
              <a:buNone/>
              <a:defRPr>
                <a:solidFill>
                  <a:schemeClr val="lt2"/>
                </a:solidFill>
              </a:defRPr>
            </a:lvl5pPr>
            <a:lvl6pPr lvl="5" rtl="0">
              <a:spcBef>
                <a:spcPts val="0"/>
              </a:spcBef>
              <a:spcAft>
                <a:spcPts val="0"/>
              </a:spcAft>
              <a:buClr>
                <a:schemeClr val="lt2"/>
              </a:buClr>
              <a:buSzPts val="2800"/>
              <a:buNone/>
              <a:defRPr>
                <a:solidFill>
                  <a:schemeClr val="lt2"/>
                </a:solidFill>
              </a:defRPr>
            </a:lvl6pPr>
            <a:lvl7pPr lvl="6" rtl="0">
              <a:spcBef>
                <a:spcPts val="0"/>
              </a:spcBef>
              <a:spcAft>
                <a:spcPts val="0"/>
              </a:spcAft>
              <a:buClr>
                <a:schemeClr val="lt2"/>
              </a:buClr>
              <a:buSzPts val="2800"/>
              <a:buNone/>
              <a:defRPr>
                <a:solidFill>
                  <a:schemeClr val="lt2"/>
                </a:solidFill>
              </a:defRPr>
            </a:lvl7pPr>
            <a:lvl8pPr lvl="7" rtl="0">
              <a:spcBef>
                <a:spcPts val="0"/>
              </a:spcBef>
              <a:spcAft>
                <a:spcPts val="0"/>
              </a:spcAft>
              <a:buClr>
                <a:schemeClr val="lt2"/>
              </a:buClr>
              <a:buSzPts val="2800"/>
              <a:buNone/>
              <a:defRPr>
                <a:solidFill>
                  <a:schemeClr val="lt2"/>
                </a:solidFill>
              </a:defRPr>
            </a:lvl8pPr>
            <a:lvl9pPr lvl="8" rtl="0">
              <a:spcBef>
                <a:spcPts val="0"/>
              </a:spcBef>
              <a:spcAft>
                <a:spcPts val="0"/>
              </a:spcAft>
              <a:buClr>
                <a:schemeClr val="lt2"/>
              </a:buClr>
              <a:buSzPts val="2800"/>
              <a:buNone/>
              <a:defRPr>
                <a:solidFill>
                  <a:schemeClr val="lt2"/>
                </a:solidFill>
              </a:defRPr>
            </a:lvl9pPr>
          </a:lstStyle>
          <a:p/>
        </p:txBody>
      </p:sp>
      <p:sp>
        <p:nvSpPr>
          <p:cNvPr id="1234" name="Google Shape;1234;p24"/>
          <p:cNvSpPr txBox="1"/>
          <p:nvPr>
            <p:ph idx="1" type="subTitle"/>
          </p:nvPr>
        </p:nvSpPr>
        <p:spPr>
          <a:xfrm>
            <a:off x="1658373" y="1112566"/>
            <a:ext cx="3136500" cy="3429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800"/>
              <a:buNone/>
              <a:defRPr>
                <a:latin typeface="Nunito ExtraBold"/>
                <a:ea typeface="Nunito ExtraBold"/>
                <a:cs typeface="Nunito ExtraBold"/>
                <a:sym typeface="Nunito Extra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235" name="Google Shape;1235;p24"/>
          <p:cNvSpPr txBox="1"/>
          <p:nvPr>
            <p:ph idx="2" type="subTitle"/>
          </p:nvPr>
        </p:nvSpPr>
        <p:spPr>
          <a:xfrm>
            <a:off x="1658373" y="1457400"/>
            <a:ext cx="3136200" cy="5259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800"/>
              <a:buNone/>
              <a:defRPr sz="14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236" name="Google Shape;1236;p24"/>
          <p:cNvSpPr txBox="1"/>
          <p:nvPr>
            <p:ph idx="3" type="subTitle"/>
          </p:nvPr>
        </p:nvSpPr>
        <p:spPr>
          <a:xfrm>
            <a:off x="1658373" y="2310366"/>
            <a:ext cx="3136500" cy="3429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800"/>
              <a:buNone/>
              <a:defRPr>
                <a:latin typeface="Nunito ExtraBold"/>
                <a:ea typeface="Nunito ExtraBold"/>
                <a:cs typeface="Nunito ExtraBold"/>
                <a:sym typeface="Nunito Extra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237" name="Google Shape;1237;p24"/>
          <p:cNvSpPr txBox="1"/>
          <p:nvPr>
            <p:ph idx="4" type="subTitle"/>
          </p:nvPr>
        </p:nvSpPr>
        <p:spPr>
          <a:xfrm>
            <a:off x="1658373" y="2655200"/>
            <a:ext cx="3136200" cy="5259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800"/>
              <a:buNone/>
              <a:defRPr sz="14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238" name="Google Shape;1238;p24"/>
          <p:cNvSpPr txBox="1"/>
          <p:nvPr>
            <p:ph idx="5" type="subTitle"/>
          </p:nvPr>
        </p:nvSpPr>
        <p:spPr>
          <a:xfrm>
            <a:off x="1658373" y="3504705"/>
            <a:ext cx="3136500" cy="3429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800"/>
              <a:buNone/>
              <a:defRPr>
                <a:latin typeface="Nunito ExtraBold"/>
                <a:ea typeface="Nunito ExtraBold"/>
                <a:cs typeface="Nunito ExtraBold"/>
                <a:sym typeface="Nunito Extra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239" name="Google Shape;1239;p24"/>
          <p:cNvSpPr txBox="1"/>
          <p:nvPr>
            <p:ph idx="6" type="subTitle"/>
          </p:nvPr>
        </p:nvSpPr>
        <p:spPr>
          <a:xfrm>
            <a:off x="1658373" y="3849539"/>
            <a:ext cx="3136200" cy="5259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800"/>
              <a:buNone/>
              <a:defRPr sz="14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240" name="Google Shape;1240;p24"/>
          <p:cNvSpPr/>
          <p:nvPr/>
        </p:nvSpPr>
        <p:spPr>
          <a:xfrm rot="10800000">
            <a:off x="2589475" y="4257675"/>
            <a:ext cx="6545012" cy="885830"/>
          </a:xfrm>
          <a:custGeom>
            <a:rect b="b" l="l" r="r" t="t"/>
            <a:pathLst>
              <a:path extrusionOk="0" h="16489" w="121830">
                <a:moveTo>
                  <a:pt x="0" y="0"/>
                </a:moveTo>
                <a:lnTo>
                  <a:pt x="0" y="16489"/>
                </a:lnTo>
                <a:cubicBezTo>
                  <a:pt x="6168" y="13464"/>
                  <a:pt x="26903" y="8978"/>
                  <a:pt x="43499" y="8978"/>
                </a:cubicBezTo>
                <a:cubicBezTo>
                  <a:pt x="49308" y="8978"/>
                  <a:pt x="54610" y="9528"/>
                  <a:pt x="58603" y="10882"/>
                </a:cubicBezTo>
                <a:cubicBezTo>
                  <a:pt x="64748" y="12941"/>
                  <a:pt x="68805" y="13769"/>
                  <a:pt x="71786" y="13769"/>
                </a:cubicBezTo>
                <a:cubicBezTo>
                  <a:pt x="79047" y="13769"/>
                  <a:pt x="79930" y="8856"/>
                  <a:pt x="89074" y="4845"/>
                </a:cubicBezTo>
                <a:cubicBezTo>
                  <a:pt x="95712" y="1907"/>
                  <a:pt x="117638" y="1741"/>
                  <a:pt x="12182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1" name="Google Shape;1241;p24"/>
          <p:cNvSpPr/>
          <p:nvPr/>
        </p:nvSpPr>
        <p:spPr>
          <a:xfrm>
            <a:off x="165448" y="4340337"/>
            <a:ext cx="261014" cy="257301"/>
          </a:xfrm>
          <a:custGeom>
            <a:rect b="b" l="l" r="r" t="t"/>
            <a:pathLst>
              <a:path extrusionOk="0" h="3971" w="4028">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24"/>
          <p:cNvSpPr/>
          <p:nvPr/>
        </p:nvSpPr>
        <p:spPr>
          <a:xfrm>
            <a:off x="295761" y="4054656"/>
            <a:ext cx="60199" cy="60130"/>
          </a:xfrm>
          <a:custGeom>
            <a:rect b="b" l="l" r="r" t="t"/>
            <a:pathLst>
              <a:path extrusionOk="0" h="928" w="929">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3" name="Google Shape;1243;p24"/>
          <p:cNvSpPr/>
          <p:nvPr/>
        </p:nvSpPr>
        <p:spPr>
          <a:xfrm>
            <a:off x="454585" y="4989064"/>
            <a:ext cx="59875" cy="59871"/>
          </a:xfrm>
          <a:custGeom>
            <a:rect b="b" l="l" r="r" t="t"/>
            <a:pathLst>
              <a:path extrusionOk="0" h="924" w="924">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4" name="Google Shape;1244;p24"/>
          <p:cNvSpPr/>
          <p:nvPr/>
        </p:nvSpPr>
        <p:spPr>
          <a:xfrm>
            <a:off x="694578" y="4389432"/>
            <a:ext cx="60134" cy="60130"/>
          </a:xfrm>
          <a:custGeom>
            <a:rect b="b" l="l" r="r" t="t"/>
            <a:pathLst>
              <a:path extrusionOk="0" h="928" w="928">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5" name="Google Shape;1245;p24"/>
          <p:cNvSpPr/>
          <p:nvPr/>
        </p:nvSpPr>
        <p:spPr>
          <a:xfrm flipH="1">
            <a:off x="6695531" y="76929"/>
            <a:ext cx="257321" cy="257560"/>
          </a:xfrm>
          <a:custGeom>
            <a:rect b="b" l="l" r="r" t="t"/>
            <a:pathLst>
              <a:path extrusionOk="0" h="3975" w="3971">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6" name="Google Shape;1246;p24"/>
          <p:cNvSpPr/>
          <p:nvPr/>
        </p:nvSpPr>
        <p:spPr>
          <a:xfrm flipH="1">
            <a:off x="8343646" y="83995"/>
            <a:ext cx="243518" cy="243435"/>
          </a:xfrm>
          <a:custGeom>
            <a:rect b="b" l="l" r="r" t="t"/>
            <a:pathLst>
              <a:path extrusionOk="0" h="3757" w="3758">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7" name="Google Shape;1247;p24"/>
          <p:cNvSpPr/>
          <p:nvPr/>
        </p:nvSpPr>
        <p:spPr>
          <a:xfrm flipH="1">
            <a:off x="7100763" y="229963"/>
            <a:ext cx="56441" cy="60195"/>
          </a:xfrm>
          <a:custGeom>
            <a:rect b="b" l="l" r="r" t="t"/>
            <a:pathLst>
              <a:path extrusionOk="0" h="929" w="871">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8" name="Google Shape;1248;p24"/>
          <p:cNvSpPr/>
          <p:nvPr/>
        </p:nvSpPr>
        <p:spPr>
          <a:xfrm flipH="1">
            <a:off x="7257663" y="598726"/>
            <a:ext cx="56506" cy="60130"/>
          </a:xfrm>
          <a:custGeom>
            <a:rect b="b" l="l" r="r" t="t"/>
            <a:pathLst>
              <a:path extrusionOk="0" h="928" w="872">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9" name="Google Shape;1249;p24"/>
          <p:cNvSpPr/>
          <p:nvPr/>
        </p:nvSpPr>
        <p:spPr>
          <a:xfrm flipH="1">
            <a:off x="7356418" y="182677"/>
            <a:ext cx="56441" cy="56501"/>
          </a:xfrm>
          <a:custGeom>
            <a:rect b="b" l="l" r="r" t="t"/>
            <a:pathLst>
              <a:path extrusionOk="0" h="872" w="871">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0" name="Google Shape;1250;p24"/>
          <p:cNvSpPr/>
          <p:nvPr/>
        </p:nvSpPr>
        <p:spPr>
          <a:xfrm flipH="1">
            <a:off x="9006485" y="292116"/>
            <a:ext cx="60199" cy="59871"/>
          </a:xfrm>
          <a:custGeom>
            <a:rect b="b" l="l" r="r" t="t"/>
            <a:pathLst>
              <a:path extrusionOk="0" h="924" w="929">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1" name="Google Shape;1251;p24"/>
          <p:cNvSpPr/>
          <p:nvPr/>
        </p:nvSpPr>
        <p:spPr>
          <a:xfrm>
            <a:off x="2594" y="0"/>
            <a:ext cx="3533375" cy="478181"/>
          </a:xfrm>
          <a:custGeom>
            <a:rect b="b" l="l" r="r" t="t"/>
            <a:pathLst>
              <a:path extrusionOk="0" h="16489" w="121830">
                <a:moveTo>
                  <a:pt x="0" y="0"/>
                </a:moveTo>
                <a:lnTo>
                  <a:pt x="0" y="16489"/>
                </a:lnTo>
                <a:cubicBezTo>
                  <a:pt x="6168" y="13464"/>
                  <a:pt x="26903" y="8978"/>
                  <a:pt x="43499" y="8978"/>
                </a:cubicBezTo>
                <a:cubicBezTo>
                  <a:pt x="49308" y="8978"/>
                  <a:pt x="54610" y="9528"/>
                  <a:pt x="58603" y="10882"/>
                </a:cubicBezTo>
                <a:cubicBezTo>
                  <a:pt x="64748" y="12941"/>
                  <a:pt x="68805" y="13769"/>
                  <a:pt x="71786" y="13769"/>
                </a:cubicBezTo>
                <a:cubicBezTo>
                  <a:pt x="79047" y="13769"/>
                  <a:pt x="79930" y="8856"/>
                  <a:pt x="89074" y="4845"/>
                </a:cubicBezTo>
                <a:cubicBezTo>
                  <a:pt x="95712" y="1907"/>
                  <a:pt x="117638" y="1741"/>
                  <a:pt x="12182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_1">
    <p:spTree>
      <p:nvGrpSpPr>
        <p:cNvPr id="1252" name="Shape 1252"/>
        <p:cNvGrpSpPr/>
        <p:nvPr/>
      </p:nvGrpSpPr>
      <p:grpSpPr>
        <a:xfrm>
          <a:off x="0" y="0"/>
          <a:ext cx="0" cy="0"/>
          <a:chOff x="0" y="0"/>
          <a:chExt cx="0" cy="0"/>
        </a:xfrm>
      </p:grpSpPr>
      <p:sp>
        <p:nvSpPr>
          <p:cNvPr id="1253" name="Google Shape;1253;p25"/>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Clr>
                <a:schemeClr val="lt2"/>
              </a:buClr>
              <a:buSzPts val="2800"/>
              <a:buNone/>
              <a:defRPr>
                <a:solidFill>
                  <a:schemeClr val="lt2"/>
                </a:solidFill>
              </a:defRPr>
            </a:lvl2pPr>
            <a:lvl3pPr lvl="2" rtl="0">
              <a:spcBef>
                <a:spcPts val="0"/>
              </a:spcBef>
              <a:spcAft>
                <a:spcPts val="0"/>
              </a:spcAft>
              <a:buClr>
                <a:schemeClr val="lt2"/>
              </a:buClr>
              <a:buSzPts val="2800"/>
              <a:buNone/>
              <a:defRPr>
                <a:solidFill>
                  <a:schemeClr val="lt2"/>
                </a:solidFill>
              </a:defRPr>
            </a:lvl3pPr>
            <a:lvl4pPr lvl="3" rtl="0">
              <a:spcBef>
                <a:spcPts val="0"/>
              </a:spcBef>
              <a:spcAft>
                <a:spcPts val="0"/>
              </a:spcAft>
              <a:buClr>
                <a:schemeClr val="lt2"/>
              </a:buClr>
              <a:buSzPts val="2800"/>
              <a:buNone/>
              <a:defRPr>
                <a:solidFill>
                  <a:schemeClr val="lt2"/>
                </a:solidFill>
              </a:defRPr>
            </a:lvl4pPr>
            <a:lvl5pPr lvl="4" rtl="0">
              <a:spcBef>
                <a:spcPts val="0"/>
              </a:spcBef>
              <a:spcAft>
                <a:spcPts val="0"/>
              </a:spcAft>
              <a:buClr>
                <a:schemeClr val="lt2"/>
              </a:buClr>
              <a:buSzPts val="2800"/>
              <a:buNone/>
              <a:defRPr>
                <a:solidFill>
                  <a:schemeClr val="lt2"/>
                </a:solidFill>
              </a:defRPr>
            </a:lvl5pPr>
            <a:lvl6pPr lvl="5" rtl="0">
              <a:spcBef>
                <a:spcPts val="0"/>
              </a:spcBef>
              <a:spcAft>
                <a:spcPts val="0"/>
              </a:spcAft>
              <a:buClr>
                <a:schemeClr val="lt2"/>
              </a:buClr>
              <a:buSzPts val="2800"/>
              <a:buNone/>
              <a:defRPr>
                <a:solidFill>
                  <a:schemeClr val="lt2"/>
                </a:solidFill>
              </a:defRPr>
            </a:lvl6pPr>
            <a:lvl7pPr lvl="6" rtl="0">
              <a:spcBef>
                <a:spcPts val="0"/>
              </a:spcBef>
              <a:spcAft>
                <a:spcPts val="0"/>
              </a:spcAft>
              <a:buClr>
                <a:schemeClr val="lt2"/>
              </a:buClr>
              <a:buSzPts val="2800"/>
              <a:buNone/>
              <a:defRPr>
                <a:solidFill>
                  <a:schemeClr val="lt2"/>
                </a:solidFill>
              </a:defRPr>
            </a:lvl7pPr>
            <a:lvl8pPr lvl="7" rtl="0">
              <a:spcBef>
                <a:spcPts val="0"/>
              </a:spcBef>
              <a:spcAft>
                <a:spcPts val="0"/>
              </a:spcAft>
              <a:buClr>
                <a:schemeClr val="lt2"/>
              </a:buClr>
              <a:buSzPts val="2800"/>
              <a:buNone/>
              <a:defRPr>
                <a:solidFill>
                  <a:schemeClr val="lt2"/>
                </a:solidFill>
              </a:defRPr>
            </a:lvl8pPr>
            <a:lvl9pPr lvl="8" rtl="0">
              <a:spcBef>
                <a:spcPts val="0"/>
              </a:spcBef>
              <a:spcAft>
                <a:spcPts val="0"/>
              </a:spcAft>
              <a:buClr>
                <a:schemeClr val="lt2"/>
              </a:buClr>
              <a:buSzPts val="2800"/>
              <a:buNone/>
              <a:defRPr>
                <a:solidFill>
                  <a:schemeClr val="lt2"/>
                </a:solidFill>
              </a:defRPr>
            </a:lvl9pPr>
          </a:lstStyle>
          <a:p/>
        </p:txBody>
      </p:sp>
      <p:sp>
        <p:nvSpPr>
          <p:cNvPr id="1254" name="Google Shape;1254;p25"/>
          <p:cNvSpPr/>
          <p:nvPr/>
        </p:nvSpPr>
        <p:spPr>
          <a:xfrm flipH="1">
            <a:off x="4456895" y="0"/>
            <a:ext cx="4687105" cy="634373"/>
          </a:xfrm>
          <a:custGeom>
            <a:rect b="b" l="l" r="r" t="t"/>
            <a:pathLst>
              <a:path extrusionOk="0" h="16489" w="121830">
                <a:moveTo>
                  <a:pt x="0" y="0"/>
                </a:moveTo>
                <a:lnTo>
                  <a:pt x="0" y="16489"/>
                </a:lnTo>
                <a:cubicBezTo>
                  <a:pt x="6168" y="13464"/>
                  <a:pt x="26903" y="8978"/>
                  <a:pt x="43499" y="8978"/>
                </a:cubicBezTo>
                <a:cubicBezTo>
                  <a:pt x="49308" y="8978"/>
                  <a:pt x="54610" y="9528"/>
                  <a:pt x="58603" y="10882"/>
                </a:cubicBezTo>
                <a:cubicBezTo>
                  <a:pt x="64748" y="12941"/>
                  <a:pt x="68805" y="13769"/>
                  <a:pt x="71786" y="13769"/>
                </a:cubicBezTo>
                <a:cubicBezTo>
                  <a:pt x="79047" y="13769"/>
                  <a:pt x="79930" y="8856"/>
                  <a:pt x="89074" y="4845"/>
                </a:cubicBezTo>
                <a:cubicBezTo>
                  <a:pt x="95712" y="1907"/>
                  <a:pt x="117638" y="1741"/>
                  <a:pt x="12182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55" name="Google Shape;1255;p25"/>
          <p:cNvGrpSpPr/>
          <p:nvPr/>
        </p:nvGrpSpPr>
        <p:grpSpPr>
          <a:xfrm>
            <a:off x="7561808" y="539498"/>
            <a:ext cx="987293" cy="324364"/>
            <a:chOff x="5694208" y="9209048"/>
            <a:chExt cx="987293" cy="324364"/>
          </a:xfrm>
        </p:grpSpPr>
        <p:sp>
          <p:nvSpPr>
            <p:cNvPr id="1256" name="Google Shape;1256;p25"/>
            <p:cNvSpPr/>
            <p:nvPr/>
          </p:nvSpPr>
          <p:spPr>
            <a:xfrm>
              <a:off x="6064540" y="9325484"/>
              <a:ext cx="207943" cy="207927"/>
            </a:xfrm>
            <a:custGeom>
              <a:rect b="b" l="l" r="r" t="t"/>
              <a:pathLst>
                <a:path extrusionOk="0" h="3209" w="3209">
                  <a:moveTo>
                    <a:pt x="1524" y="1"/>
                  </a:moveTo>
                  <a:lnTo>
                    <a:pt x="1250" y="980"/>
                  </a:lnTo>
                  <a:lnTo>
                    <a:pt x="271" y="706"/>
                  </a:lnTo>
                  <a:lnTo>
                    <a:pt x="1" y="1685"/>
                  </a:lnTo>
                  <a:lnTo>
                    <a:pt x="980" y="1960"/>
                  </a:lnTo>
                  <a:lnTo>
                    <a:pt x="706" y="2939"/>
                  </a:lnTo>
                  <a:lnTo>
                    <a:pt x="1685" y="3209"/>
                  </a:lnTo>
                  <a:lnTo>
                    <a:pt x="1960" y="2230"/>
                  </a:lnTo>
                  <a:lnTo>
                    <a:pt x="2939" y="2504"/>
                  </a:lnTo>
                  <a:lnTo>
                    <a:pt x="3209" y="1524"/>
                  </a:lnTo>
                  <a:lnTo>
                    <a:pt x="2230" y="1250"/>
                  </a:lnTo>
                  <a:lnTo>
                    <a:pt x="2504" y="271"/>
                  </a:lnTo>
                  <a:lnTo>
                    <a:pt x="15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7" name="Google Shape;1257;p25"/>
            <p:cNvSpPr/>
            <p:nvPr/>
          </p:nvSpPr>
          <p:spPr>
            <a:xfrm>
              <a:off x="5694208" y="9448789"/>
              <a:ext cx="60134" cy="60130"/>
            </a:xfrm>
            <a:custGeom>
              <a:rect b="b" l="l" r="r" t="t"/>
              <a:pathLst>
                <a:path extrusionOk="0" h="928" w="928">
                  <a:moveTo>
                    <a:pt x="436" y="0"/>
                  </a:moveTo>
                  <a:cubicBezTo>
                    <a:pt x="218" y="0"/>
                    <a:pt x="1" y="218"/>
                    <a:pt x="1" y="492"/>
                  </a:cubicBezTo>
                  <a:cubicBezTo>
                    <a:pt x="1" y="710"/>
                    <a:pt x="218" y="927"/>
                    <a:pt x="436" y="927"/>
                  </a:cubicBezTo>
                  <a:cubicBezTo>
                    <a:pt x="710" y="927"/>
                    <a:pt x="928" y="710"/>
                    <a:pt x="928" y="492"/>
                  </a:cubicBezTo>
                  <a:cubicBezTo>
                    <a:pt x="928" y="218"/>
                    <a:pt x="710"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8" name="Google Shape;1258;p25"/>
            <p:cNvSpPr/>
            <p:nvPr/>
          </p:nvSpPr>
          <p:spPr>
            <a:xfrm>
              <a:off x="6621626" y="9209048"/>
              <a:ext cx="59875" cy="56436"/>
            </a:xfrm>
            <a:custGeom>
              <a:rect b="b" l="l" r="r" t="t"/>
              <a:pathLst>
                <a:path extrusionOk="0" h="871" w="924">
                  <a:moveTo>
                    <a:pt x="436" y="0"/>
                  </a:moveTo>
                  <a:cubicBezTo>
                    <a:pt x="219" y="0"/>
                    <a:pt x="1" y="165"/>
                    <a:pt x="1" y="435"/>
                  </a:cubicBezTo>
                  <a:cubicBezTo>
                    <a:pt x="1" y="710"/>
                    <a:pt x="219" y="871"/>
                    <a:pt x="436" y="871"/>
                  </a:cubicBezTo>
                  <a:cubicBezTo>
                    <a:pt x="706" y="871"/>
                    <a:pt x="924" y="710"/>
                    <a:pt x="924" y="435"/>
                  </a:cubicBezTo>
                  <a:cubicBezTo>
                    <a:pt x="924" y="165"/>
                    <a:pt x="706"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59" name="Google Shape;1259;p25"/>
          <p:cNvGrpSpPr/>
          <p:nvPr/>
        </p:nvGrpSpPr>
        <p:grpSpPr>
          <a:xfrm>
            <a:off x="713223" y="634368"/>
            <a:ext cx="589265" cy="994279"/>
            <a:chOff x="3236798" y="7559043"/>
            <a:chExt cx="589265" cy="994279"/>
          </a:xfrm>
        </p:grpSpPr>
        <p:sp>
          <p:nvSpPr>
            <p:cNvPr id="1260" name="Google Shape;1260;p25"/>
            <p:cNvSpPr/>
            <p:nvPr/>
          </p:nvSpPr>
          <p:spPr>
            <a:xfrm>
              <a:off x="3236798" y="7844724"/>
              <a:ext cx="261014" cy="257301"/>
            </a:xfrm>
            <a:custGeom>
              <a:rect b="b" l="l" r="r" t="t"/>
              <a:pathLst>
                <a:path extrusionOk="0" h="3971" w="4028">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1" name="Google Shape;1261;p25"/>
            <p:cNvSpPr/>
            <p:nvPr/>
          </p:nvSpPr>
          <p:spPr>
            <a:xfrm>
              <a:off x="3367111" y="7559043"/>
              <a:ext cx="60199" cy="60130"/>
            </a:xfrm>
            <a:custGeom>
              <a:rect b="b" l="l" r="r" t="t"/>
              <a:pathLst>
                <a:path extrusionOk="0" h="928" w="929">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2" name="Google Shape;1262;p25"/>
            <p:cNvSpPr/>
            <p:nvPr/>
          </p:nvSpPr>
          <p:spPr>
            <a:xfrm>
              <a:off x="3525935" y="8493452"/>
              <a:ext cx="59875" cy="59871"/>
            </a:xfrm>
            <a:custGeom>
              <a:rect b="b" l="l" r="r" t="t"/>
              <a:pathLst>
                <a:path extrusionOk="0" h="924" w="924">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3" name="Google Shape;1263;p25"/>
            <p:cNvSpPr/>
            <p:nvPr/>
          </p:nvSpPr>
          <p:spPr>
            <a:xfrm>
              <a:off x="3765928" y="7893819"/>
              <a:ext cx="60134" cy="60130"/>
            </a:xfrm>
            <a:custGeom>
              <a:rect b="b" l="l" r="r" t="t"/>
              <a:pathLst>
                <a:path extrusionOk="0" h="928" w="928">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64" name="Google Shape;1264;p25"/>
          <p:cNvSpPr/>
          <p:nvPr/>
        </p:nvSpPr>
        <p:spPr>
          <a:xfrm rot="10800000">
            <a:off x="44" y="70"/>
            <a:ext cx="2238331" cy="3296905"/>
          </a:xfrm>
          <a:custGeom>
            <a:rect b="b" l="l" r="r" t="t"/>
            <a:pathLst>
              <a:path extrusionOk="0" h="72368" w="49132">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_1_1_1_3">
    <p:spTree>
      <p:nvGrpSpPr>
        <p:cNvPr id="1265" name="Shape 1265"/>
        <p:cNvGrpSpPr/>
        <p:nvPr/>
      </p:nvGrpSpPr>
      <p:grpSpPr>
        <a:xfrm>
          <a:off x="0" y="0"/>
          <a:ext cx="0" cy="0"/>
          <a:chOff x="0" y="0"/>
          <a:chExt cx="0" cy="0"/>
        </a:xfrm>
      </p:grpSpPr>
      <p:sp>
        <p:nvSpPr>
          <p:cNvPr id="1266" name="Google Shape;1266;p26"/>
          <p:cNvSpPr/>
          <p:nvPr/>
        </p:nvSpPr>
        <p:spPr>
          <a:xfrm>
            <a:off x="6531425" y="3186075"/>
            <a:ext cx="2623950" cy="1957425"/>
          </a:xfrm>
          <a:custGeom>
            <a:rect b="b" l="l" r="r" t="t"/>
            <a:pathLst>
              <a:path extrusionOk="0" h="78297" w="104958">
                <a:moveTo>
                  <a:pt x="104958" y="1"/>
                </a:moveTo>
                <a:cubicBezTo>
                  <a:pt x="104958" y="1"/>
                  <a:pt x="64314" y="12023"/>
                  <a:pt x="60558" y="37706"/>
                </a:cubicBezTo>
                <a:cubicBezTo>
                  <a:pt x="58414" y="52416"/>
                  <a:pt x="47851" y="54938"/>
                  <a:pt x="40487" y="54938"/>
                </a:cubicBezTo>
                <a:cubicBezTo>
                  <a:pt x="38699" y="54938"/>
                  <a:pt x="37100" y="54789"/>
                  <a:pt x="35855" y="54630"/>
                </a:cubicBezTo>
                <a:cubicBezTo>
                  <a:pt x="34728" y="54476"/>
                  <a:pt x="33609" y="54400"/>
                  <a:pt x="32504" y="54400"/>
                </a:cubicBezTo>
                <a:cubicBezTo>
                  <a:pt x="24597" y="54400"/>
                  <a:pt x="17364" y="58288"/>
                  <a:pt x="12349" y="65403"/>
                </a:cubicBezTo>
                <a:cubicBezTo>
                  <a:pt x="6638" y="73509"/>
                  <a:pt x="4623" y="75250"/>
                  <a:pt x="0" y="78297"/>
                </a:cubicBezTo>
                <a:lnTo>
                  <a:pt x="104958" y="78297"/>
                </a:lnTo>
                <a:lnTo>
                  <a:pt x="104958"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7" name="Google Shape;1267;p26"/>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Clr>
                <a:schemeClr val="lt2"/>
              </a:buClr>
              <a:buSzPts val="2800"/>
              <a:buNone/>
              <a:defRPr>
                <a:solidFill>
                  <a:schemeClr val="lt2"/>
                </a:solidFill>
              </a:defRPr>
            </a:lvl2pPr>
            <a:lvl3pPr lvl="2" rtl="0">
              <a:spcBef>
                <a:spcPts val="0"/>
              </a:spcBef>
              <a:spcAft>
                <a:spcPts val="0"/>
              </a:spcAft>
              <a:buClr>
                <a:schemeClr val="lt2"/>
              </a:buClr>
              <a:buSzPts val="2800"/>
              <a:buNone/>
              <a:defRPr>
                <a:solidFill>
                  <a:schemeClr val="lt2"/>
                </a:solidFill>
              </a:defRPr>
            </a:lvl3pPr>
            <a:lvl4pPr lvl="3" rtl="0">
              <a:spcBef>
                <a:spcPts val="0"/>
              </a:spcBef>
              <a:spcAft>
                <a:spcPts val="0"/>
              </a:spcAft>
              <a:buClr>
                <a:schemeClr val="lt2"/>
              </a:buClr>
              <a:buSzPts val="2800"/>
              <a:buNone/>
              <a:defRPr>
                <a:solidFill>
                  <a:schemeClr val="lt2"/>
                </a:solidFill>
              </a:defRPr>
            </a:lvl4pPr>
            <a:lvl5pPr lvl="4" rtl="0">
              <a:spcBef>
                <a:spcPts val="0"/>
              </a:spcBef>
              <a:spcAft>
                <a:spcPts val="0"/>
              </a:spcAft>
              <a:buClr>
                <a:schemeClr val="lt2"/>
              </a:buClr>
              <a:buSzPts val="2800"/>
              <a:buNone/>
              <a:defRPr>
                <a:solidFill>
                  <a:schemeClr val="lt2"/>
                </a:solidFill>
              </a:defRPr>
            </a:lvl5pPr>
            <a:lvl6pPr lvl="5" rtl="0">
              <a:spcBef>
                <a:spcPts val="0"/>
              </a:spcBef>
              <a:spcAft>
                <a:spcPts val="0"/>
              </a:spcAft>
              <a:buClr>
                <a:schemeClr val="lt2"/>
              </a:buClr>
              <a:buSzPts val="2800"/>
              <a:buNone/>
              <a:defRPr>
                <a:solidFill>
                  <a:schemeClr val="lt2"/>
                </a:solidFill>
              </a:defRPr>
            </a:lvl6pPr>
            <a:lvl7pPr lvl="6" rtl="0">
              <a:spcBef>
                <a:spcPts val="0"/>
              </a:spcBef>
              <a:spcAft>
                <a:spcPts val="0"/>
              </a:spcAft>
              <a:buClr>
                <a:schemeClr val="lt2"/>
              </a:buClr>
              <a:buSzPts val="2800"/>
              <a:buNone/>
              <a:defRPr>
                <a:solidFill>
                  <a:schemeClr val="lt2"/>
                </a:solidFill>
              </a:defRPr>
            </a:lvl7pPr>
            <a:lvl8pPr lvl="7" rtl="0">
              <a:spcBef>
                <a:spcPts val="0"/>
              </a:spcBef>
              <a:spcAft>
                <a:spcPts val="0"/>
              </a:spcAft>
              <a:buClr>
                <a:schemeClr val="lt2"/>
              </a:buClr>
              <a:buSzPts val="2800"/>
              <a:buNone/>
              <a:defRPr>
                <a:solidFill>
                  <a:schemeClr val="lt2"/>
                </a:solidFill>
              </a:defRPr>
            </a:lvl8pPr>
            <a:lvl9pPr lvl="8" rtl="0">
              <a:spcBef>
                <a:spcPts val="0"/>
              </a:spcBef>
              <a:spcAft>
                <a:spcPts val="0"/>
              </a:spcAft>
              <a:buClr>
                <a:schemeClr val="lt2"/>
              </a:buClr>
              <a:buSzPts val="2800"/>
              <a:buNone/>
              <a:defRPr>
                <a:solidFill>
                  <a:schemeClr val="lt2"/>
                </a:solidFill>
              </a:defRPr>
            </a:lvl9pPr>
          </a:lstStyle>
          <a:p/>
        </p:txBody>
      </p:sp>
      <p:grpSp>
        <p:nvGrpSpPr>
          <p:cNvPr id="1268" name="Google Shape;1268;p26"/>
          <p:cNvGrpSpPr/>
          <p:nvPr/>
        </p:nvGrpSpPr>
        <p:grpSpPr>
          <a:xfrm>
            <a:off x="215138" y="4345425"/>
            <a:ext cx="996175" cy="685800"/>
            <a:chOff x="1379925" y="685000"/>
            <a:chExt cx="996175" cy="685800"/>
          </a:xfrm>
        </p:grpSpPr>
        <p:sp>
          <p:nvSpPr>
            <p:cNvPr id="1269" name="Google Shape;1269;p26"/>
            <p:cNvSpPr/>
            <p:nvPr/>
          </p:nvSpPr>
          <p:spPr>
            <a:xfrm>
              <a:off x="1379925" y="685000"/>
              <a:ext cx="996175" cy="685800"/>
            </a:xfrm>
            <a:custGeom>
              <a:rect b="b" l="l" r="r" t="t"/>
              <a:pathLst>
                <a:path extrusionOk="0" h="27432" w="39847">
                  <a:moveTo>
                    <a:pt x="7049" y="1"/>
                  </a:moveTo>
                  <a:cubicBezTo>
                    <a:pt x="6004" y="1"/>
                    <a:pt x="5047" y="612"/>
                    <a:pt x="4594" y="1668"/>
                  </a:cubicBezTo>
                  <a:lnTo>
                    <a:pt x="614" y="11370"/>
                  </a:lnTo>
                  <a:cubicBezTo>
                    <a:pt x="1" y="12800"/>
                    <a:pt x="712" y="14435"/>
                    <a:pt x="2044" y="14950"/>
                  </a:cubicBezTo>
                  <a:lnTo>
                    <a:pt x="31673" y="27210"/>
                  </a:lnTo>
                  <a:cubicBezTo>
                    <a:pt x="32026" y="27361"/>
                    <a:pt x="32384" y="27431"/>
                    <a:pt x="32734" y="27431"/>
                  </a:cubicBezTo>
                  <a:cubicBezTo>
                    <a:pt x="33802" y="27431"/>
                    <a:pt x="34783" y="26777"/>
                    <a:pt x="35245" y="25779"/>
                  </a:cubicBezTo>
                  <a:lnTo>
                    <a:pt x="39233" y="15971"/>
                  </a:lnTo>
                  <a:cubicBezTo>
                    <a:pt x="39846" y="14639"/>
                    <a:pt x="39127" y="13004"/>
                    <a:pt x="37803" y="12391"/>
                  </a:cubicBezTo>
                  <a:lnTo>
                    <a:pt x="8174" y="238"/>
                  </a:lnTo>
                  <a:cubicBezTo>
                    <a:pt x="7800" y="77"/>
                    <a:pt x="7419" y="1"/>
                    <a:pt x="7049" y="1"/>
                  </a:cubicBezTo>
                  <a:close/>
                </a:path>
              </a:pathLst>
            </a:custGeom>
            <a:solidFill>
              <a:srgbClr val="F1F0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0" name="Google Shape;1270;p26"/>
            <p:cNvSpPr/>
            <p:nvPr/>
          </p:nvSpPr>
          <p:spPr>
            <a:xfrm>
              <a:off x="1530525" y="760450"/>
              <a:ext cx="132850" cy="129725"/>
            </a:xfrm>
            <a:custGeom>
              <a:rect b="b" l="l" r="r" t="t"/>
              <a:pathLst>
                <a:path extrusionOk="0" h="5189" w="5314">
                  <a:moveTo>
                    <a:pt x="2604" y="0"/>
                  </a:moveTo>
                  <a:cubicBezTo>
                    <a:pt x="2144" y="0"/>
                    <a:pt x="1672" y="125"/>
                    <a:pt x="1227" y="383"/>
                  </a:cubicBezTo>
                  <a:cubicBezTo>
                    <a:pt x="1227" y="383"/>
                    <a:pt x="1129" y="383"/>
                    <a:pt x="1129" y="489"/>
                  </a:cubicBezTo>
                  <a:lnTo>
                    <a:pt x="924" y="489"/>
                  </a:lnTo>
                  <a:lnTo>
                    <a:pt x="924" y="587"/>
                  </a:lnTo>
                  <a:lnTo>
                    <a:pt x="818" y="587"/>
                  </a:lnTo>
                  <a:lnTo>
                    <a:pt x="818" y="693"/>
                  </a:lnTo>
                  <a:cubicBezTo>
                    <a:pt x="614" y="791"/>
                    <a:pt x="516" y="996"/>
                    <a:pt x="409" y="1200"/>
                  </a:cubicBezTo>
                  <a:lnTo>
                    <a:pt x="311" y="1200"/>
                  </a:lnTo>
                  <a:lnTo>
                    <a:pt x="311" y="1404"/>
                  </a:lnTo>
                  <a:lnTo>
                    <a:pt x="205" y="1404"/>
                  </a:lnTo>
                  <a:lnTo>
                    <a:pt x="205" y="1609"/>
                  </a:lnTo>
                  <a:lnTo>
                    <a:pt x="107" y="1609"/>
                  </a:lnTo>
                  <a:lnTo>
                    <a:pt x="107" y="1813"/>
                  </a:lnTo>
                  <a:lnTo>
                    <a:pt x="1" y="1919"/>
                  </a:lnTo>
                  <a:lnTo>
                    <a:pt x="1" y="2124"/>
                  </a:lnTo>
                  <a:lnTo>
                    <a:pt x="1" y="2328"/>
                  </a:lnTo>
                  <a:lnTo>
                    <a:pt x="1" y="2630"/>
                  </a:lnTo>
                  <a:lnTo>
                    <a:pt x="1" y="2835"/>
                  </a:lnTo>
                  <a:lnTo>
                    <a:pt x="1" y="2941"/>
                  </a:lnTo>
                  <a:lnTo>
                    <a:pt x="1" y="3039"/>
                  </a:lnTo>
                  <a:lnTo>
                    <a:pt x="1" y="3145"/>
                  </a:lnTo>
                  <a:cubicBezTo>
                    <a:pt x="1" y="3243"/>
                    <a:pt x="1" y="3243"/>
                    <a:pt x="107" y="3350"/>
                  </a:cubicBezTo>
                  <a:lnTo>
                    <a:pt x="107" y="3554"/>
                  </a:lnTo>
                  <a:lnTo>
                    <a:pt x="205" y="3652"/>
                  </a:lnTo>
                  <a:lnTo>
                    <a:pt x="205" y="3758"/>
                  </a:lnTo>
                  <a:cubicBezTo>
                    <a:pt x="311" y="3758"/>
                    <a:pt x="311" y="3856"/>
                    <a:pt x="311" y="3856"/>
                  </a:cubicBezTo>
                  <a:cubicBezTo>
                    <a:pt x="311" y="3963"/>
                    <a:pt x="409" y="3963"/>
                    <a:pt x="409" y="4061"/>
                  </a:cubicBezTo>
                  <a:cubicBezTo>
                    <a:pt x="614" y="4469"/>
                    <a:pt x="1022" y="4674"/>
                    <a:pt x="1333" y="4878"/>
                  </a:cubicBezTo>
                  <a:cubicBezTo>
                    <a:pt x="1431" y="4984"/>
                    <a:pt x="1537" y="4984"/>
                    <a:pt x="1635" y="4984"/>
                  </a:cubicBezTo>
                  <a:cubicBezTo>
                    <a:pt x="1635" y="5082"/>
                    <a:pt x="1742" y="5082"/>
                    <a:pt x="1840" y="5082"/>
                  </a:cubicBezTo>
                  <a:cubicBezTo>
                    <a:pt x="1946" y="5082"/>
                    <a:pt x="1946" y="5082"/>
                    <a:pt x="2044" y="5189"/>
                  </a:cubicBezTo>
                  <a:lnTo>
                    <a:pt x="2559" y="5189"/>
                  </a:lnTo>
                  <a:cubicBezTo>
                    <a:pt x="2968" y="5189"/>
                    <a:pt x="3376" y="5082"/>
                    <a:pt x="3679" y="4878"/>
                  </a:cubicBezTo>
                  <a:lnTo>
                    <a:pt x="3883" y="4878"/>
                  </a:lnTo>
                  <a:lnTo>
                    <a:pt x="3883" y="4780"/>
                  </a:lnTo>
                  <a:lnTo>
                    <a:pt x="3989" y="4780"/>
                  </a:lnTo>
                  <a:cubicBezTo>
                    <a:pt x="4087" y="4674"/>
                    <a:pt x="4087" y="4674"/>
                    <a:pt x="4194" y="4674"/>
                  </a:cubicBezTo>
                  <a:lnTo>
                    <a:pt x="4194" y="4576"/>
                  </a:lnTo>
                  <a:lnTo>
                    <a:pt x="4292" y="4576"/>
                  </a:lnTo>
                  <a:cubicBezTo>
                    <a:pt x="4292" y="4469"/>
                    <a:pt x="4398" y="4469"/>
                    <a:pt x="4398" y="4469"/>
                  </a:cubicBezTo>
                  <a:cubicBezTo>
                    <a:pt x="4398" y="4371"/>
                    <a:pt x="4398" y="4371"/>
                    <a:pt x="4496" y="4371"/>
                  </a:cubicBezTo>
                  <a:cubicBezTo>
                    <a:pt x="4496" y="4371"/>
                    <a:pt x="4496" y="4265"/>
                    <a:pt x="4602" y="4265"/>
                  </a:cubicBezTo>
                  <a:lnTo>
                    <a:pt x="4602" y="4167"/>
                  </a:lnTo>
                  <a:cubicBezTo>
                    <a:pt x="4700" y="4167"/>
                    <a:pt x="4700" y="4061"/>
                    <a:pt x="4700" y="4061"/>
                  </a:cubicBezTo>
                  <a:cubicBezTo>
                    <a:pt x="4700" y="3963"/>
                    <a:pt x="4807" y="3963"/>
                    <a:pt x="4807" y="3963"/>
                  </a:cubicBezTo>
                  <a:lnTo>
                    <a:pt x="4807" y="3856"/>
                  </a:lnTo>
                  <a:lnTo>
                    <a:pt x="4905" y="3758"/>
                  </a:lnTo>
                  <a:lnTo>
                    <a:pt x="4905" y="3652"/>
                  </a:lnTo>
                  <a:lnTo>
                    <a:pt x="5011" y="3554"/>
                  </a:lnTo>
                  <a:lnTo>
                    <a:pt x="5011" y="3448"/>
                  </a:lnTo>
                  <a:cubicBezTo>
                    <a:pt x="5313" y="2737"/>
                    <a:pt x="5215" y="1813"/>
                    <a:pt x="4700" y="1102"/>
                  </a:cubicBezTo>
                  <a:cubicBezTo>
                    <a:pt x="4180" y="384"/>
                    <a:pt x="3410" y="0"/>
                    <a:pt x="2604"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1" name="Google Shape;1271;p26"/>
            <p:cNvSpPr/>
            <p:nvPr/>
          </p:nvSpPr>
          <p:spPr>
            <a:xfrm>
              <a:off x="1515200" y="747700"/>
              <a:ext cx="145725" cy="130475"/>
            </a:xfrm>
            <a:custGeom>
              <a:rect b="b" l="l" r="r" t="t"/>
              <a:pathLst>
                <a:path extrusionOk="0" h="5219" w="5829">
                  <a:moveTo>
                    <a:pt x="2916" y="0"/>
                  </a:moveTo>
                  <a:cubicBezTo>
                    <a:pt x="1884" y="0"/>
                    <a:pt x="901" y="598"/>
                    <a:pt x="516" y="1612"/>
                  </a:cubicBezTo>
                  <a:cubicBezTo>
                    <a:pt x="1" y="2936"/>
                    <a:pt x="614" y="4473"/>
                    <a:pt x="1946" y="4979"/>
                  </a:cubicBezTo>
                  <a:cubicBezTo>
                    <a:pt x="2296" y="5142"/>
                    <a:pt x="2662" y="5218"/>
                    <a:pt x="3019" y="5218"/>
                  </a:cubicBezTo>
                  <a:cubicBezTo>
                    <a:pt x="4011" y="5218"/>
                    <a:pt x="4941" y="4629"/>
                    <a:pt x="5313" y="3655"/>
                  </a:cubicBezTo>
                  <a:cubicBezTo>
                    <a:pt x="5828" y="2323"/>
                    <a:pt x="5215" y="795"/>
                    <a:pt x="3883" y="182"/>
                  </a:cubicBezTo>
                  <a:cubicBezTo>
                    <a:pt x="3567" y="59"/>
                    <a:pt x="3239" y="0"/>
                    <a:pt x="2916" y="0"/>
                  </a:cubicBezTo>
                  <a:close/>
                </a:path>
              </a:pathLst>
            </a:custGeom>
            <a:solidFill>
              <a:srgbClr val="FF78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2" name="Google Shape;1272;p26"/>
            <p:cNvSpPr/>
            <p:nvPr/>
          </p:nvSpPr>
          <p:spPr>
            <a:xfrm>
              <a:off x="1522975" y="798200"/>
              <a:ext cx="130175" cy="79975"/>
            </a:xfrm>
            <a:custGeom>
              <a:rect b="b" l="l" r="r" t="t"/>
              <a:pathLst>
                <a:path extrusionOk="0" h="3199" w="5207">
                  <a:moveTo>
                    <a:pt x="5109" y="1"/>
                  </a:moveTo>
                  <a:cubicBezTo>
                    <a:pt x="5109" y="303"/>
                    <a:pt x="5109" y="712"/>
                    <a:pt x="4904" y="1022"/>
                  </a:cubicBezTo>
                  <a:cubicBezTo>
                    <a:pt x="4511" y="2033"/>
                    <a:pt x="3527" y="2630"/>
                    <a:pt x="2491" y="2630"/>
                  </a:cubicBezTo>
                  <a:cubicBezTo>
                    <a:pt x="2170" y="2630"/>
                    <a:pt x="1844" y="2573"/>
                    <a:pt x="1529" y="2453"/>
                  </a:cubicBezTo>
                  <a:cubicBezTo>
                    <a:pt x="711" y="2044"/>
                    <a:pt x="205" y="1325"/>
                    <a:pt x="0" y="614"/>
                  </a:cubicBezTo>
                  <a:lnTo>
                    <a:pt x="0" y="614"/>
                  </a:lnTo>
                  <a:cubicBezTo>
                    <a:pt x="0" y="1635"/>
                    <a:pt x="613" y="2551"/>
                    <a:pt x="1635" y="2959"/>
                  </a:cubicBezTo>
                  <a:cubicBezTo>
                    <a:pt x="1985" y="3122"/>
                    <a:pt x="2351" y="3198"/>
                    <a:pt x="2708" y="3198"/>
                  </a:cubicBezTo>
                  <a:cubicBezTo>
                    <a:pt x="3700" y="3198"/>
                    <a:pt x="4630" y="2609"/>
                    <a:pt x="5002" y="1635"/>
                  </a:cubicBezTo>
                  <a:cubicBezTo>
                    <a:pt x="5207" y="1022"/>
                    <a:pt x="5207" y="507"/>
                    <a:pt x="5109" y="1"/>
                  </a:cubicBezTo>
                  <a:close/>
                </a:path>
              </a:pathLst>
            </a:custGeom>
            <a:solidFill>
              <a:srgbClr val="F56E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3" name="Google Shape;1273;p26"/>
            <p:cNvSpPr/>
            <p:nvPr/>
          </p:nvSpPr>
          <p:spPr>
            <a:xfrm>
              <a:off x="1525425" y="788000"/>
              <a:ext cx="122625" cy="58650"/>
            </a:xfrm>
            <a:custGeom>
              <a:rect b="b" l="l" r="r" t="t"/>
              <a:pathLst>
                <a:path extrusionOk="0" h="2346" w="4905">
                  <a:moveTo>
                    <a:pt x="107" y="0"/>
                  </a:moveTo>
                  <a:lnTo>
                    <a:pt x="107" y="98"/>
                  </a:lnTo>
                  <a:cubicBezTo>
                    <a:pt x="0" y="98"/>
                    <a:pt x="0" y="204"/>
                    <a:pt x="0" y="302"/>
                  </a:cubicBezTo>
                  <a:lnTo>
                    <a:pt x="4700" y="2346"/>
                  </a:lnTo>
                  <a:cubicBezTo>
                    <a:pt x="4806" y="2248"/>
                    <a:pt x="4806" y="2141"/>
                    <a:pt x="4904" y="2043"/>
                  </a:cubicBezTo>
                  <a:lnTo>
                    <a:pt x="107" y="0"/>
                  </a:lnTo>
                  <a:close/>
                </a:path>
              </a:pathLst>
            </a:custGeom>
            <a:solidFill>
              <a:srgbClr val="F56E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4" name="Google Shape;1274;p26"/>
            <p:cNvSpPr/>
            <p:nvPr/>
          </p:nvSpPr>
          <p:spPr>
            <a:xfrm>
              <a:off x="1525425" y="782875"/>
              <a:ext cx="125275" cy="58675"/>
            </a:xfrm>
            <a:custGeom>
              <a:rect b="b" l="l" r="r" t="t"/>
              <a:pathLst>
                <a:path extrusionOk="0" h="2347" w="5011">
                  <a:moveTo>
                    <a:pt x="205" y="1"/>
                  </a:moveTo>
                  <a:cubicBezTo>
                    <a:pt x="107" y="99"/>
                    <a:pt x="107" y="99"/>
                    <a:pt x="107" y="205"/>
                  </a:cubicBezTo>
                  <a:cubicBezTo>
                    <a:pt x="107" y="205"/>
                    <a:pt x="107" y="303"/>
                    <a:pt x="0" y="303"/>
                  </a:cubicBezTo>
                  <a:lnTo>
                    <a:pt x="4806" y="2346"/>
                  </a:lnTo>
                  <a:cubicBezTo>
                    <a:pt x="4904" y="2346"/>
                    <a:pt x="4904" y="2248"/>
                    <a:pt x="4904" y="2248"/>
                  </a:cubicBezTo>
                  <a:cubicBezTo>
                    <a:pt x="4904" y="2142"/>
                    <a:pt x="4904" y="2142"/>
                    <a:pt x="5011" y="2044"/>
                  </a:cubicBezTo>
                  <a:lnTo>
                    <a:pt x="20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26"/>
            <p:cNvSpPr/>
            <p:nvPr/>
          </p:nvSpPr>
          <p:spPr>
            <a:xfrm>
              <a:off x="1691550" y="826850"/>
              <a:ext cx="132850" cy="129750"/>
            </a:xfrm>
            <a:custGeom>
              <a:rect b="b" l="l" r="r" t="t"/>
              <a:pathLst>
                <a:path extrusionOk="0" h="5190" w="5314">
                  <a:moveTo>
                    <a:pt x="2628" y="0"/>
                  </a:moveTo>
                  <a:cubicBezTo>
                    <a:pt x="2156" y="0"/>
                    <a:pt x="1671" y="125"/>
                    <a:pt x="1226" y="383"/>
                  </a:cubicBezTo>
                  <a:cubicBezTo>
                    <a:pt x="1226" y="383"/>
                    <a:pt x="1120" y="383"/>
                    <a:pt x="1120" y="489"/>
                  </a:cubicBezTo>
                  <a:lnTo>
                    <a:pt x="1022" y="489"/>
                  </a:lnTo>
                  <a:lnTo>
                    <a:pt x="1022" y="587"/>
                  </a:lnTo>
                  <a:cubicBezTo>
                    <a:pt x="916" y="587"/>
                    <a:pt x="916" y="587"/>
                    <a:pt x="916" y="694"/>
                  </a:cubicBezTo>
                  <a:lnTo>
                    <a:pt x="818" y="694"/>
                  </a:lnTo>
                  <a:cubicBezTo>
                    <a:pt x="711" y="792"/>
                    <a:pt x="507" y="996"/>
                    <a:pt x="409" y="1200"/>
                  </a:cubicBezTo>
                  <a:cubicBezTo>
                    <a:pt x="303" y="1307"/>
                    <a:pt x="303" y="1307"/>
                    <a:pt x="303" y="1405"/>
                  </a:cubicBezTo>
                  <a:cubicBezTo>
                    <a:pt x="205" y="1511"/>
                    <a:pt x="205" y="1511"/>
                    <a:pt x="205" y="1609"/>
                  </a:cubicBezTo>
                  <a:lnTo>
                    <a:pt x="205" y="1715"/>
                  </a:lnTo>
                  <a:cubicBezTo>
                    <a:pt x="98" y="1715"/>
                    <a:pt x="98" y="1813"/>
                    <a:pt x="98" y="1920"/>
                  </a:cubicBezTo>
                  <a:cubicBezTo>
                    <a:pt x="98" y="1920"/>
                    <a:pt x="98" y="2018"/>
                    <a:pt x="0" y="2124"/>
                  </a:cubicBezTo>
                  <a:lnTo>
                    <a:pt x="0" y="2328"/>
                  </a:lnTo>
                  <a:lnTo>
                    <a:pt x="0" y="2426"/>
                  </a:lnTo>
                  <a:lnTo>
                    <a:pt x="0" y="2631"/>
                  </a:lnTo>
                  <a:lnTo>
                    <a:pt x="0" y="2835"/>
                  </a:lnTo>
                  <a:lnTo>
                    <a:pt x="0" y="2941"/>
                  </a:lnTo>
                  <a:lnTo>
                    <a:pt x="0" y="3039"/>
                  </a:lnTo>
                  <a:lnTo>
                    <a:pt x="0" y="3146"/>
                  </a:lnTo>
                  <a:cubicBezTo>
                    <a:pt x="98" y="3244"/>
                    <a:pt x="98" y="3244"/>
                    <a:pt x="98" y="3350"/>
                  </a:cubicBezTo>
                  <a:cubicBezTo>
                    <a:pt x="98" y="3448"/>
                    <a:pt x="98" y="3554"/>
                    <a:pt x="205" y="3554"/>
                  </a:cubicBezTo>
                  <a:lnTo>
                    <a:pt x="205" y="3652"/>
                  </a:lnTo>
                  <a:cubicBezTo>
                    <a:pt x="205" y="3652"/>
                    <a:pt x="205" y="3759"/>
                    <a:pt x="303" y="3759"/>
                  </a:cubicBezTo>
                  <a:lnTo>
                    <a:pt x="303" y="3857"/>
                  </a:lnTo>
                  <a:cubicBezTo>
                    <a:pt x="303" y="3963"/>
                    <a:pt x="409" y="3963"/>
                    <a:pt x="409" y="4061"/>
                  </a:cubicBezTo>
                  <a:cubicBezTo>
                    <a:pt x="711" y="4470"/>
                    <a:pt x="1022" y="4780"/>
                    <a:pt x="1431" y="4878"/>
                  </a:cubicBezTo>
                  <a:cubicBezTo>
                    <a:pt x="1431" y="4985"/>
                    <a:pt x="1529" y="4985"/>
                    <a:pt x="1635" y="4985"/>
                  </a:cubicBezTo>
                  <a:cubicBezTo>
                    <a:pt x="1733" y="5083"/>
                    <a:pt x="1733" y="5083"/>
                    <a:pt x="1839" y="5083"/>
                  </a:cubicBezTo>
                  <a:cubicBezTo>
                    <a:pt x="1937" y="5083"/>
                    <a:pt x="2044" y="5189"/>
                    <a:pt x="2142" y="5189"/>
                  </a:cubicBezTo>
                  <a:lnTo>
                    <a:pt x="2550" y="5189"/>
                  </a:lnTo>
                  <a:cubicBezTo>
                    <a:pt x="2959" y="5189"/>
                    <a:pt x="3368" y="5083"/>
                    <a:pt x="3776" y="4985"/>
                  </a:cubicBezTo>
                  <a:lnTo>
                    <a:pt x="3776" y="4878"/>
                  </a:lnTo>
                  <a:lnTo>
                    <a:pt x="3883" y="4878"/>
                  </a:lnTo>
                  <a:cubicBezTo>
                    <a:pt x="3883" y="4878"/>
                    <a:pt x="3981" y="4878"/>
                    <a:pt x="3981" y="4780"/>
                  </a:cubicBezTo>
                  <a:lnTo>
                    <a:pt x="4087" y="4780"/>
                  </a:lnTo>
                  <a:lnTo>
                    <a:pt x="4185" y="4674"/>
                  </a:lnTo>
                  <a:lnTo>
                    <a:pt x="4291" y="4576"/>
                  </a:lnTo>
                  <a:cubicBezTo>
                    <a:pt x="4389" y="4576"/>
                    <a:pt x="4389" y="4470"/>
                    <a:pt x="4389" y="4470"/>
                  </a:cubicBezTo>
                  <a:cubicBezTo>
                    <a:pt x="4496" y="4470"/>
                    <a:pt x="4496" y="4372"/>
                    <a:pt x="4496" y="4372"/>
                  </a:cubicBezTo>
                  <a:lnTo>
                    <a:pt x="4594" y="4265"/>
                  </a:lnTo>
                  <a:lnTo>
                    <a:pt x="4594" y="4167"/>
                  </a:lnTo>
                  <a:cubicBezTo>
                    <a:pt x="4700" y="4167"/>
                    <a:pt x="4700" y="4061"/>
                    <a:pt x="4798" y="4061"/>
                  </a:cubicBezTo>
                  <a:lnTo>
                    <a:pt x="4798" y="3963"/>
                  </a:lnTo>
                  <a:lnTo>
                    <a:pt x="4904" y="3857"/>
                  </a:lnTo>
                  <a:lnTo>
                    <a:pt x="4904" y="3759"/>
                  </a:lnTo>
                  <a:lnTo>
                    <a:pt x="5002" y="3652"/>
                  </a:lnTo>
                  <a:lnTo>
                    <a:pt x="5002" y="3554"/>
                  </a:lnTo>
                  <a:cubicBezTo>
                    <a:pt x="5313" y="2737"/>
                    <a:pt x="5207" y="1920"/>
                    <a:pt x="4700" y="1102"/>
                  </a:cubicBezTo>
                  <a:cubicBezTo>
                    <a:pt x="4242" y="384"/>
                    <a:pt x="3455" y="0"/>
                    <a:pt x="2628"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26"/>
            <p:cNvSpPr/>
            <p:nvPr/>
          </p:nvSpPr>
          <p:spPr>
            <a:xfrm>
              <a:off x="1676225" y="814100"/>
              <a:ext cx="148175" cy="130475"/>
            </a:xfrm>
            <a:custGeom>
              <a:rect b="b" l="l" r="r" t="t"/>
              <a:pathLst>
                <a:path extrusionOk="0" h="5219" w="5927">
                  <a:moveTo>
                    <a:pt x="3012" y="1"/>
                  </a:moveTo>
                  <a:cubicBezTo>
                    <a:pt x="1976" y="1"/>
                    <a:pt x="974" y="598"/>
                    <a:pt x="507" y="1612"/>
                  </a:cubicBezTo>
                  <a:cubicBezTo>
                    <a:pt x="0" y="2936"/>
                    <a:pt x="613" y="4473"/>
                    <a:pt x="1937" y="4980"/>
                  </a:cubicBezTo>
                  <a:cubicBezTo>
                    <a:pt x="2290" y="5142"/>
                    <a:pt x="2657" y="5218"/>
                    <a:pt x="3014" y="5218"/>
                  </a:cubicBezTo>
                  <a:cubicBezTo>
                    <a:pt x="4008" y="5218"/>
                    <a:pt x="4934" y="4629"/>
                    <a:pt x="5313" y="3656"/>
                  </a:cubicBezTo>
                  <a:cubicBezTo>
                    <a:pt x="5926" y="2323"/>
                    <a:pt x="5313" y="795"/>
                    <a:pt x="3981" y="182"/>
                  </a:cubicBezTo>
                  <a:cubicBezTo>
                    <a:pt x="3665" y="59"/>
                    <a:pt x="3337" y="1"/>
                    <a:pt x="3012" y="1"/>
                  </a:cubicBezTo>
                  <a:close/>
                </a:path>
              </a:pathLst>
            </a:custGeom>
            <a:solidFill>
              <a:srgbClr val="FF78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26"/>
            <p:cNvSpPr/>
            <p:nvPr/>
          </p:nvSpPr>
          <p:spPr>
            <a:xfrm>
              <a:off x="1683775" y="864625"/>
              <a:ext cx="132850" cy="79950"/>
            </a:xfrm>
            <a:custGeom>
              <a:rect b="b" l="l" r="r" t="t"/>
              <a:pathLst>
                <a:path extrusionOk="0" h="3198" w="5314">
                  <a:moveTo>
                    <a:pt x="5215" y="0"/>
                  </a:moveTo>
                  <a:cubicBezTo>
                    <a:pt x="5215" y="409"/>
                    <a:pt x="5109" y="711"/>
                    <a:pt x="5011" y="1022"/>
                  </a:cubicBezTo>
                  <a:cubicBezTo>
                    <a:pt x="4543" y="2033"/>
                    <a:pt x="3537" y="2629"/>
                    <a:pt x="2497" y="2629"/>
                  </a:cubicBezTo>
                  <a:cubicBezTo>
                    <a:pt x="2175" y="2629"/>
                    <a:pt x="1850" y="2572"/>
                    <a:pt x="1537" y="2452"/>
                  </a:cubicBezTo>
                  <a:cubicBezTo>
                    <a:pt x="720" y="2043"/>
                    <a:pt x="205" y="1430"/>
                    <a:pt x="1" y="613"/>
                  </a:cubicBezTo>
                  <a:lnTo>
                    <a:pt x="1" y="613"/>
                  </a:lnTo>
                  <a:cubicBezTo>
                    <a:pt x="1" y="1635"/>
                    <a:pt x="614" y="2550"/>
                    <a:pt x="1635" y="2959"/>
                  </a:cubicBezTo>
                  <a:cubicBezTo>
                    <a:pt x="1988" y="3121"/>
                    <a:pt x="2355" y="3197"/>
                    <a:pt x="2712" y="3197"/>
                  </a:cubicBezTo>
                  <a:cubicBezTo>
                    <a:pt x="3706" y="3197"/>
                    <a:pt x="4632" y="2608"/>
                    <a:pt x="5011" y="1635"/>
                  </a:cubicBezTo>
                  <a:cubicBezTo>
                    <a:pt x="5215" y="1120"/>
                    <a:pt x="5313" y="507"/>
                    <a:pt x="5215" y="0"/>
                  </a:cubicBezTo>
                  <a:close/>
                </a:path>
              </a:pathLst>
            </a:custGeom>
            <a:solidFill>
              <a:srgbClr val="F56E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8" name="Google Shape;1278;p26"/>
            <p:cNvSpPr/>
            <p:nvPr/>
          </p:nvSpPr>
          <p:spPr>
            <a:xfrm>
              <a:off x="1686450" y="854400"/>
              <a:ext cx="122625" cy="58675"/>
            </a:xfrm>
            <a:custGeom>
              <a:rect b="b" l="l" r="r" t="t"/>
              <a:pathLst>
                <a:path extrusionOk="0" h="2347" w="4905">
                  <a:moveTo>
                    <a:pt x="98" y="0"/>
                  </a:moveTo>
                  <a:lnTo>
                    <a:pt x="98" y="98"/>
                  </a:lnTo>
                  <a:cubicBezTo>
                    <a:pt x="98" y="205"/>
                    <a:pt x="0" y="205"/>
                    <a:pt x="0" y="303"/>
                  </a:cubicBezTo>
                  <a:lnTo>
                    <a:pt x="4798" y="2346"/>
                  </a:lnTo>
                  <a:cubicBezTo>
                    <a:pt x="4798" y="2248"/>
                    <a:pt x="4904" y="2142"/>
                    <a:pt x="4904" y="2142"/>
                  </a:cubicBezTo>
                  <a:lnTo>
                    <a:pt x="4904" y="2044"/>
                  </a:lnTo>
                  <a:lnTo>
                    <a:pt x="98" y="0"/>
                  </a:lnTo>
                  <a:close/>
                </a:path>
              </a:pathLst>
            </a:custGeom>
            <a:solidFill>
              <a:srgbClr val="F56E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p26"/>
            <p:cNvSpPr/>
            <p:nvPr/>
          </p:nvSpPr>
          <p:spPr>
            <a:xfrm>
              <a:off x="1688900" y="851750"/>
              <a:ext cx="122625" cy="56200"/>
            </a:xfrm>
            <a:custGeom>
              <a:rect b="b" l="l" r="r" t="t"/>
              <a:pathLst>
                <a:path extrusionOk="0" h="2248" w="4905">
                  <a:moveTo>
                    <a:pt x="106" y="0"/>
                  </a:moveTo>
                  <a:cubicBezTo>
                    <a:pt x="106" y="0"/>
                    <a:pt x="106" y="106"/>
                    <a:pt x="0" y="106"/>
                  </a:cubicBezTo>
                  <a:lnTo>
                    <a:pt x="0" y="311"/>
                  </a:lnTo>
                  <a:lnTo>
                    <a:pt x="4806" y="2248"/>
                  </a:lnTo>
                  <a:lnTo>
                    <a:pt x="4806" y="2150"/>
                  </a:lnTo>
                  <a:cubicBezTo>
                    <a:pt x="4904" y="2043"/>
                    <a:pt x="4904" y="2043"/>
                    <a:pt x="4904" y="1945"/>
                  </a:cubicBezTo>
                  <a:lnTo>
                    <a:pt x="106"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0" name="Google Shape;1280;p26"/>
            <p:cNvSpPr/>
            <p:nvPr/>
          </p:nvSpPr>
          <p:spPr>
            <a:xfrm>
              <a:off x="1852350" y="893375"/>
              <a:ext cx="132850" cy="129625"/>
            </a:xfrm>
            <a:custGeom>
              <a:rect b="b" l="l" r="r" t="t"/>
              <a:pathLst>
                <a:path extrusionOk="0" h="5185" w="5314">
                  <a:moveTo>
                    <a:pt x="2638" y="0"/>
                  </a:moveTo>
                  <a:cubicBezTo>
                    <a:pt x="2184" y="0"/>
                    <a:pt x="1732" y="125"/>
                    <a:pt x="1333" y="378"/>
                  </a:cubicBezTo>
                  <a:cubicBezTo>
                    <a:pt x="1227" y="378"/>
                    <a:pt x="1227" y="485"/>
                    <a:pt x="1129" y="485"/>
                  </a:cubicBezTo>
                  <a:lnTo>
                    <a:pt x="1022" y="583"/>
                  </a:lnTo>
                  <a:lnTo>
                    <a:pt x="924" y="689"/>
                  </a:lnTo>
                  <a:lnTo>
                    <a:pt x="409" y="1196"/>
                  </a:lnTo>
                  <a:cubicBezTo>
                    <a:pt x="409" y="1302"/>
                    <a:pt x="409" y="1302"/>
                    <a:pt x="311" y="1400"/>
                  </a:cubicBezTo>
                  <a:lnTo>
                    <a:pt x="311" y="1506"/>
                  </a:lnTo>
                  <a:lnTo>
                    <a:pt x="205" y="1604"/>
                  </a:lnTo>
                  <a:lnTo>
                    <a:pt x="205" y="1711"/>
                  </a:lnTo>
                  <a:cubicBezTo>
                    <a:pt x="205" y="1711"/>
                    <a:pt x="107" y="1809"/>
                    <a:pt x="107" y="1915"/>
                  </a:cubicBezTo>
                  <a:lnTo>
                    <a:pt x="107" y="2119"/>
                  </a:lnTo>
                  <a:lnTo>
                    <a:pt x="107" y="2217"/>
                  </a:lnTo>
                  <a:lnTo>
                    <a:pt x="1" y="2324"/>
                  </a:lnTo>
                  <a:lnTo>
                    <a:pt x="1" y="2422"/>
                  </a:lnTo>
                  <a:lnTo>
                    <a:pt x="1" y="2626"/>
                  </a:lnTo>
                  <a:lnTo>
                    <a:pt x="1" y="2830"/>
                  </a:lnTo>
                  <a:lnTo>
                    <a:pt x="1" y="2937"/>
                  </a:lnTo>
                  <a:cubicBezTo>
                    <a:pt x="1" y="3035"/>
                    <a:pt x="107" y="3035"/>
                    <a:pt x="107" y="3141"/>
                  </a:cubicBezTo>
                  <a:lnTo>
                    <a:pt x="107" y="3345"/>
                  </a:lnTo>
                  <a:cubicBezTo>
                    <a:pt x="205" y="3443"/>
                    <a:pt x="205" y="3550"/>
                    <a:pt x="205" y="3648"/>
                  </a:cubicBezTo>
                  <a:cubicBezTo>
                    <a:pt x="311" y="3754"/>
                    <a:pt x="311" y="3754"/>
                    <a:pt x="311" y="3852"/>
                  </a:cubicBezTo>
                  <a:cubicBezTo>
                    <a:pt x="409" y="3958"/>
                    <a:pt x="409" y="4056"/>
                    <a:pt x="516" y="4056"/>
                  </a:cubicBezTo>
                  <a:cubicBezTo>
                    <a:pt x="720" y="4465"/>
                    <a:pt x="1022" y="4776"/>
                    <a:pt x="1431" y="4980"/>
                  </a:cubicBezTo>
                  <a:cubicBezTo>
                    <a:pt x="1537" y="4980"/>
                    <a:pt x="1635" y="4980"/>
                    <a:pt x="1635" y="5078"/>
                  </a:cubicBezTo>
                  <a:lnTo>
                    <a:pt x="1946" y="5078"/>
                  </a:lnTo>
                  <a:cubicBezTo>
                    <a:pt x="1946" y="5184"/>
                    <a:pt x="2044" y="5184"/>
                    <a:pt x="2150" y="5184"/>
                  </a:cubicBezTo>
                  <a:lnTo>
                    <a:pt x="2657" y="5184"/>
                  </a:lnTo>
                  <a:cubicBezTo>
                    <a:pt x="3066" y="5184"/>
                    <a:pt x="3475" y="5184"/>
                    <a:pt x="3785" y="4980"/>
                  </a:cubicBezTo>
                  <a:cubicBezTo>
                    <a:pt x="3883" y="4874"/>
                    <a:pt x="3883" y="4874"/>
                    <a:pt x="3989" y="4874"/>
                  </a:cubicBezTo>
                  <a:lnTo>
                    <a:pt x="3989" y="4776"/>
                  </a:lnTo>
                  <a:lnTo>
                    <a:pt x="4088" y="4776"/>
                  </a:lnTo>
                  <a:cubicBezTo>
                    <a:pt x="4194" y="4776"/>
                    <a:pt x="4194" y="4669"/>
                    <a:pt x="4194" y="4669"/>
                  </a:cubicBezTo>
                  <a:lnTo>
                    <a:pt x="4292" y="4669"/>
                  </a:lnTo>
                  <a:cubicBezTo>
                    <a:pt x="4292" y="4571"/>
                    <a:pt x="4292" y="4571"/>
                    <a:pt x="4398" y="4571"/>
                  </a:cubicBezTo>
                  <a:cubicBezTo>
                    <a:pt x="4398" y="4571"/>
                    <a:pt x="4398" y="4465"/>
                    <a:pt x="4496" y="4465"/>
                  </a:cubicBezTo>
                  <a:lnTo>
                    <a:pt x="4496" y="4367"/>
                  </a:lnTo>
                  <a:cubicBezTo>
                    <a:pt x="4602" y="4367"/>
                    <a:pt x="4602" y="4367"/>
                    <a:pt x="4602" y="4261"/>
                  </a:cubicBezTo>
                  <a:lnTo>
                    <a:pt x="4701" y="4261"/>
                  </a:lnTo>
                  <a:cubicBezTo>
                    <a:pt x="4701" y="4163"/>
                    <a:pt x="4807" y="4163"/>
                    <a:pt x="4807" y="4056"/>
                  </a:cubicBezTo>
                  <a:lnTo>
                    <a:pt x="4807" y="3958"/>
                  </a:lnTo>
                  <a:cubicBezTo>
                    <a:pt x="4905" y="3958"/>
                    <a:pt x="4905" y="3852"/>
                    <a:pt x="4905" y="3852"/>
                  </a:cubicBezTo>
                  <a:cubicBezTo>
                    <a:pt x="4905" y="3852"/>
                    <a:pt x="4905" y="3754"/>
                    <a:pt x="5011" y="3754"/>
                  </a:cubicBezTo>
                  <a:lnTo>
                    <a:pt x="5011" y="3648"/>
                  </a:lnTo>
                  <a:cubicBezTo>
                    <a:pt x="5011" y="3648"/>
                    <a:pt x="5011" y="3550"/>
                    <a:pt x="5109" y="3550"/>
                  </a:cubicBezTo>
                  <a:cubicBezTo>
                    <a:pt x="5314" y="2732"/>
                    <a:pt x="5314" y="1915"/>
                    <a:pt x="4807" y="1196"/>
                  </a:cubicBezTo>
                  <a:cubicBezTo>
                    <a:pt x="4281" y="407"/>
                    <a:pt x="3457" y="0"/>
                    <a:pt x="2638"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1" name="Google Shape;1281;p26"/>
            <p:cNvSpPr/>
            <p:nvPr/>
          </p:nvSpPr>
          <p:spPr>
            <a:xfrm>
              <a:off x="1837025" y="881525"/>
              <a:ext cx="148175" cy="130575"/>
            </a:xfrm>
            <a:custGeom>
              <a:rect b="b" l="l" r="r" t="t"/>
              <a:pathLst>
                <a:path extrusionOk="0" h="5223" w="5927">
                  <a:moveTo>
                    <a:pt x="2914" y="1"/>
                  </a:moveTo>
                  <a:cubicBezTo>
                    <a:pt x="1920" y="1"/>
                    <a:pt x="993" y="592"/>
                    <a:pt x="614" y="1572"/>
                  </a:cubicBezTo>
                  <a:cubicBezTo>
                    <a:pt x="1" y="2896"/>
                    <a:pt x="614" y="4432"/>
                    <a:pt x="1946" y="5045"/>
                  </a:cubicBezTo>
                  <a:cubicBezTo>
                    <a:pt x="2259" y="5165"/>
                    <a:pt x="2584" y="5222"/>
                    <a:pt x="2906" y="5222"/>
                  </a:cubicBezTo>
                  <a:cubicBezTo>
                    <a:pt x="3945" y="5222"/>
                    <a:pt x="4952" y="4626"/>
                    <a:pt x="5420" y="3615"/>
                  </a:cubicBezTo>
                  <a:cubicBezTo>
                    <a:pt x="5927" y="2283"/>
                    <a:pt x="5314" y="754"/>
                    <a:pt x="3989" y="239"/>
                  </a:cubicBezTo>
                  <a:cubicBezTo>
                    <a:pt x="3637" y="77"/>
                    <a:pt x="3271" y="1"/>
                    <a:pt x="2914" y="1"/>
                  </a:cubicBezTo>
                  <a:close/>
                </a:path>
              </a:pathLst>
            </a:custGeom>
            <a:solidFill>
              <a:srgbClr val="FF78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2" name="Google Shape;1282;p26"/>
            <p:cNvSpPr/>
            <p:nvPr/>
          </p:nvSpPr>
          <p:spPr>
            <a:xfrm>
              <a:off x="1847250" y="931025"/>
              <a:ext cx="130400" cy="81075"/>
            </a:xfrm>
            <a:custGeom>
              <a:rect b="b" l="l" r="r" t="t"/>
              <a:pathLst>
                <a:path extrusionOk="0" h="3243" w="5216">
                  <a:moveTo>
                    <a:pt x="5109" y="0"/>
                  </a:moveTo>
                  <a:cubicBezTo>
                    <a:pt x="5109" y="409"/>
                    <a:pt x="5011" y="711"/>
                    <a:pt x="4905" y="1022"/>
                  </a:cubicBezTo>
                  <a:cubicBezTo>
                    <a:pt x="4518" y="2033"/>
                    <a:pt x="3530" y="2629"/>
                    <a:pt x="2496" y="2629"/>
                  </a:cubicBezTo>
                  <a:cubicBezTo>
                    <a:pt x="2175" y="2629"/>
                    <a:pt x="1850" y="2572"/>
                    <a:pt x="1537" y="2452"/>
                  </a:cubicBezTo>
                  <a:cubicBezTo>
                    <a:pt x="720" y="2142"/>
                    <a:pt x="107" y="1431"/>
                    <a:pt x="0" y="613"/>
                  </a:cubicBezTo>
                  <a:lnTo>
                    <a:pt x="0" y="613"/>
                  </a:lnTo>
                  <a:cubicBezTo>
                    <a:pt x="0" y="1635"/>
                    <a:pt x="613" y="2550"/>
                    <a:pt x="1537" y="3065"/>
                  </a:cubicBezTo>
                  <a:cubicBezTo>
                    <a:pt x="1850" y="3185"/>
                    <a:pt x="2175" y="3242"/>
                    <a:pt x="2497" y="3242"/>
                  </a:cubicBezTo>
                  <a:cubicBezTo>
                    <a:pt x="3536" y="3242"/>
                    <a:pt x="4543" y="2646"/>
                    <a:pt x="5011" y="1635"/>
                  </a:cubicBezTo>
                  <a:cubicBezTo>
                    <a:pt x="5215" y="1120"/>
                    <a:pt x="5215" y="507"/>
                    <a:pt x="5109" y="0"/>
                  </a:cubicBezTo>
                  <a:close/>
                </a:path>
              </a:pathLst>
            </a:custGeom>
            <a:solidFill>
              <a:srgbClr val="F56E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3" name="Google Shape;1283;p26"/>
            <p:cNvSpPr/>
            <p:nvPr/>
          </p:nvSpPr>
          <p:spPr>
            <a:xfrm>
              <a:off x="1849900" y="920800"/>
              <a:ext cx="122625" cy="58675"/>
            </a:xfrm>
            <a:custGeom>
              <a:rect b="b" l="l" r="r" t="t"/>
              <a:pathLst>
                <a:path extrusionOk="0" h="2347" w="4905">
                  <a:moveTo>
                    <a:pt x="99" y="1"/>
                  </a:moveTo>
                  <a:cubicBezTo>
                    <a:pt x="99" y="99"/>
                    <a:pt x="1" y="99"/>
                    <a:pt x="1" y="99"/>
                  </a:cubicBezTo>
                  <a:lnTo>
                    <a:pt x="1" y="303"/>
                  </a:lnTo>
                  <a:lnTo>
                    <a:pt x="4700" y="2346"/>
                  </a:lnTo>
                  <a:cubicBezTo>
                    <a:pt x="4799" y="2248"/>
                    <a:pt x="4799" y="2248"/>
                    <a:pt x="4799" y="2142"/>
                  </a:cubicBezTo>
                  <a:lnTo>
                    <a:pt x="4905" y="2044"/>
                  </a:lnTo>
                  <a:lnTo>
                    <a:pt x="99" y="1"/>
                  </a:lnTo>
                  <a:close/>
                </a:path>
              </a:pathLst>
            </a:custGeom>
            <a:solidFill>
              <a:srgbClr val="F56E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4" name="Google Shape;1284;p26"/>
            <p:cNvSpPr/>
            <p:nvPr/>
          </p:nvSpPr>
          <p:spPr>
            <a:xfrm>
              <a:off x="1849900" y="918150"/>
              <a:ext cx="122625" cy="56225"/>
            </a:xfrm>
            <a:custGeom>
              <a:rect b="b" l="l" r="r" t="t"/>
              <a:pathLst>
                <a:path extrusionOk="0" h="2249" w="4905">
                  <a:moveTo>
                    <a:pt x="99" y="0"/>
                  </a:moveTo>
                  <a:lnTo>
                    <a:pt x="99" y="107"/>
                  </a:lnTo>
                  <a:cubicBezTo>
                    <a:pt x="1" y="205"/>
                    <a:pt x="1" y="205"/>
                    <a:pt x="1" y="311"/>
                  </a:cubicBezTo>
                  <a:lnTo>
                    <a:pt x="4799" y="2248"/>
                  </a:lnTo>
                  <a:cubicBezTo>
                    <a:pt x="4799" y="2248"/>
                    <a:pt x="4799" y="2150"/>
                    <a:pt x="4905" y="2150"/>
                  </a:cubicBezTo>
                  <a:lnTo>
                    <a:pt x="4905" y="1946"/>
                  </a:lnTo>
                  <a:lnTo>
                    <a:pt x="9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5" name="Google Shape;1285;p26"/>
            <p:cNvSpPr/>
            <p:nvPr/>
          </p:nvSpPr>
          <p:spPr>
            <a:xfrm>
              <a:off x="2015825" y="960400"/>
              <a:ext cx="132850" cy="131450"/>
            </a:xfrm>
            <a:custGeom>
              <a:rect b="b" l="l" r="r" t="t"/>
              <a:pathLst>
                <a:path extrusionOk="0" h="5258" w="5314">
                  <a:moveTo>
                    <a:pt x="2534" y="1"/>
                  </a:moveTo>
                  <a:cubicBezTo>
                    <a:pt x="2092" y="1"/>
                    <a:pt x="1641" y="113"/>
                    <a:pt x="1227" y="354"/>
                  </a:cubicBezTo>
                  <a:cubicBezTo>
                    <a:pt x="1227" y="460"/>
                    <a:pt x="1128" y="460"/>
                    <a:pt x="1128" y="460"/>
                  </a:cubicBezTo>
                  <a:cubicBezTo>
                    <a:pt x="1022" y="460"/>
                    <a:pt x="1022" y="460"/>
                    <a:pt x="1022" y="558"/>
                  </a:cubicBezTo>
                  <a:lnTo>
                    <a:pt x="924" y="558"/>
                  </a:lnTo>
                  <a:cubicBezTo>
                    <a:pt x="924" y="558"/>
                    <a:pt x="924" y="664"/>
                    <a:pt x="818" y="664"/>
                  </a:cubicBezTo>
                  <a:cubicBezTo>
                    <a:pt x="614" y="869"/>
                    <a:pt x="515" y="967"/>
                    <a:pt x="409" y="1171"/>
                  </a:cubicBezTo>
                  <a:lnTo>
                    <a:pt x="409" y="1277"/>
                  </a:lnTo>
                  <a:cubicBezTo>
                    <a:pt x="311" y="1277"/>
                    <a:pt x="311" y="1375"/>
                    <a:pt x="311" y="1375"/>
                  </a:cubicBezTo>
                  <a:cubicBezTo>
                    <a:pt x="205" y="1375"/>
                    <a:pt x="205" y="1482"/>
                    <a:pt x="205" y="1482"/>
                  </a:cubicBezTo>
                  <a:lnTo>
                    <a:pt x="205" y="1580"/>
                  </a:lnTo>
                  <a:cubicBezTo>
                    <a:pt x="205" y="1686"/>
                    <a:pt x="107" y="1686"/>
                    <a:pt x="107" y="1686"/>
                  </a:cubicBezTo>
                  <a:lnTo>
                    <a:pt x="107" y="1890"/>
                  </a:lnTo>
                  <a:cubicBezTo>
                    <a:pt x="1" y="1988"/>
                    <a:pt x="1" y="2095"/>
                    <a:pt x="1" y="2095"/>
                  </a:cubicBezTo>
                  <a:lnTo>
                    <a:pt x="1" y="2193"/>
                  </a:lnTo>
                  <a:lnTo>
                    <a:pt x="1" y="2299"/>
                  </a:lnTo>
                  <a:lnTo>
                    <a:pt x="1" y="2397"/>
                  </a:lnTo>
                  <a:lnTo>
                    <a:pt x="1" y="2601"/>
                  </a:lnTo>
                  <a:lnTo>
                    <a:pt x="1" y="2806"/>
                  </a:lnTo>
                  <a:lnTo>
                    <a:pt x="1" y="2912"/>
                  </a:lnTo>
                  <a:lnTo>
                    <a:pt x="1" y="3116"/>
                  </a:lnTo>
                  <a:cubicBezTo>
                    <a:pt x="1" y="3214"/>
                    <a:pt x="1" y="3321"/>
                    <a:pt x="107" y="3419"/>
                  </a:cubicBezTo>
                  <a:lnTo>
                    <a:pt x="107" y="3623"/>
                  </a:lnTo>
                  <a:lnTo>
                    <a:pt x="205" y="3623"/>
                  </a:lnTo>
                  <a:lnTo>
                    <a:pt x="205" y="3827"/>
                  </a:lnTo>
                  <a:cubicBezTo>
                    <a:pt x="311" y="3827"/>
                    <a:pt x="311" y="3827"/>
                    <a:pt x="311" y="3934"/>
                  </a:cubicBezTo>
                  <a:cubicBezTo>
                    <a:pt x="311" y="3934"/>
                    <a:pt x="409" y="4032"/>
                    <a:pt x="409" y="4138"/>
                  </a:cubicBezTo>
                  <a:cubicBezTo>
                    <a:pt x="614" y="4440"/>
                    <a:pt x="1022" y="4751"/>
                    <a:pt x="1333" y="4955"/>
                  </a:cubicBezTo>
                  <a:cubicBezTo>
                    <a:pt x="1431" y="4955"/>
                    <a:pt x="1537" y="5053"/>
                    <a:pt x="1635" y="5053"/>
                  </a:cubicBezTo>
                  <a:cubicBezTo>
                    <a:pt x="1635" y="5053"/>
                    <a:pt x="1741" y="5053"/>
                    <a:pt x="1840" y="5160"/>
                  </a:cubicBezTo>
                  <a:lnTo>
                    <a:pt x="2044" y="5160"/>
                  </a:lnTo>
                  <a:cubicBezTo>
                    <a:pt x="2248" y="5258"/>
                    <a:pt x="2453" y="5258"/>
                    <a:pt x="2559" y="5258"/>
                  </a:cubicBezTo>
                  <a:cubicBezTo>
                    <a:pt x="2967" y="5258"/>
                    <a:pt x="3376" y="5160"/>
                    <a:pt x="3785" y="4955"/>
                  </a:cubicBezTo>
                  <a:lnTo>
                    <a:pt x="3883" y="4849"/>
                  </a:lnTo>
                  <a:lnTo>
                    <a:pt x="3989" y="4849"/>
                  </a:lnTo>
                  <a:lnTo>
                    <a:pt x="3989" y="4751"/>
                  </a:lnTo>
                  <a:cubicBezTo>
                    <a:pt x="4087" y="4751"/>
                    <a:pt x="4087" y="4751"/>
                    <a:pt x="4193" y="4645"/>
                  </a:cubicBezTo>
                  <a:lnTo>
                    <a:pt x="4292" y="4547"/>
                  </a:lnTo>
                  <a:cubicBezTo>
                    <a:pt x="4292" y="4547"/>
                    <a:pt x="4398" y="4547"/>
                    <a:pt x="4398" y="4440"/>
                  </a:cubicBezTo>
                  <a:lnTo>
                    <a:pt x="4496" y="4440"/>
                  </a:lnTo>
                  <a:cubicBezTo>
                    <a:pt x="4496" y="4342"/>
                    <a:pt x="4496" y="4342"/>
                    <a:pt x="4602" y="4236"/>
                  </a:cubicBezTo>
                  <a:cubicBezTo>
                    <a:pt x="4700" y="4138"/>
                    <a:pt x="4700" y="4138"/>
                    <a:pt x="4700" y="4032"/>
                  </a:cubicBezTo>
                  <a:cubicBezTo>
                    <a:pt x="4806" y="4032"/>
                    <a:pt x="4806" y="4032"/>
                    <a:pt x="4806" y="3934"/>
                  </a:cubicBezTo>
                  <a:lnTo>
                    <a:pt x="4905" y="3827"/>
                  </a:lnTo>
                  <a:lnTo>
                    <a:pt x="4905" y="3729"/>
                  </a:lnTo>
                  <a:lnTo>
                    <a:pt x="4905" y="3623"/>
                  </a:lnTo>
                  <a:cubicBezTo>
                    <a:pt x="5011" y="3623"/>
                    <a:pt x="5011" y="3623"/>
                    <a:pt x="5011" y="3525"/>
                  </a:cubicBezTo>
                  <a:cubicBezTo>
                    <a:pt x="5313" y="2806"/>
                    <a:pt x="5215" y="1890"/>
                    <a:pt x="4700" y="1171"/>
                  </a:cubicBezTo>
                  <a:cubicBezTo>
                    <a:pt x="4230" y="430"/>
                    <a:pt x="3398" y="1"/>
                    <a:pt x="2534" y="1"/>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6" name="Google Shape;1286;p26"/>
            <p:cNvSpPr/>
            <p:nvPr/>
          </p:nvSpPr>
          <p:spPr>
            <a:xfrm>
              <a:off x="2000500" y="947950"/>
              <a:ext cx="145725" cy="130550"/>
            </a:xfrm>
            <a:custGeom>
              <a:rect b="b" l="l" r="r" t="t"/>
              <a:pathLst>
                <a:path extrusionOk="0" h="5222" w="5829">
                  <a:moveTo>
                    <a:pt x="2811" y="0"/>
                  </a:moveTo>
                  <a:cubicBezTo>
                    <a:pt x="1818" y="0"/>
                    <a:pt x="888" y="591"/>
                    <a:pt x="515" y="1571"/>
                  </a:cubicBezTo>
                  <a:cubicBezTo>
                    <a:pt x="1" y="2895"/>
                    <a:pt x="614" y="4432"/>
                    <a:pt x="1946" y="5045"/>
                  </a:cubicBezTo>
                  <a:cubicBezTo>
                    <a:pt x="2259" y="5165"/>
                    <a:pt x="2584" y="5222"/>
                    <a:pt x="2904" y="5222"/>
                  </a:cubicBezTo>
                  <a:cubicBezTo>
                    <a:pt x="3939" y="5222"/>
                    <a:pt x="4926" y="4625"/>
                    <a:pt x="5313" y="3614"/>
                  </a:cubicBezTo>
                  <a:cubicBezTo>
                    <a:pt x="5828" y="2282"/>
                    <a:pt x="5215" y="754"/>
                    <a:pt x="3883" y="239"/>
                  </a:cubicBezTo>
                  <a:cubicBezTo>
                    <a:pt x="3533" y="77"/>
                    <a:pt x="3168" y="0"/>
                    <a:pt x="2811" y="0"/>
                  </a:cubicBezTo>
                  <a:close/>
                </a:path>
              </a:pathLst>
            </a:custGeom>
            <a:solidFill>
              <a:srgbClr val="FF78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7" name="Google Shape;1287;p26"/>
            <p:cNvSpPr/>
            <p:nvPr/>
          </p:nvSpPr>
          <p:spPr>
            <a:xfrm>
              <a:off x="2008275" y="999875"/>
              <a:ext cx="132825" cy="78625"/>
            </a:xfrm>
            <a:custGeom>
              <a:rect b="b" l="l" r="r" t="t"/>
              <a:pathLst>
                <a:path extrusionOk="0" h="3145" w="5313">
                  <a:moveTo>
                    <a:pt x="5108" y="1"/>
                  </a:moveTo>
                  <a:cubicBezTo>
                    <a:pt x="5108" y="311"/>
                    <a:pt x="5108" y="614"/>
                    <a:pt x="4904" y="1022"/>
                  </a:cubicBezTo>
                  <a:cubicBezTo>
                    <a:pt x="4525" y="2002"/>
                    <a:pt x="3598" y="2593"/>
                    <a:pt x="2604" y="2593"/>
                  </a:cubicBezTo>
                  <a:cubicBezTo>
                    <a:pt x="2247" y="2593"/>
                    <a:pt x="1881" y="2517"/>
                    <a:pt x="1529" y="2355"/>
                  </a:cubicBezTo>
                  <a:cubicBezTo>
                    <a:pt x="711" y="2044"/>
                    <a:pt x="204" y="1333"/>
                    <a:pt x="0" y="516"/>
                  </a:cubicBezTo>
                  <a:lnTo>
                    <a:pt x="0" y="516"/>
                  </a:lnTo>
                  <a:cubicBezTo>
                    <a:pt x="0" y="1537"/>
                    <a:pt x="613" y="2559"/>
                    <a:pt x="1635" y="2968"/>
                  </a:cubicBezTo>
                  <a:cubicBezTo>
                    <a:pt x="1948" y="3088"/>
                    <a:pt x="2273" y="3145"/>
                    <a:pt x="2593" y="3145"/>
                  </a:cubicBezTo>
                  <a:cubicBezTo>
                    <a:pt x="3628" y="3145"/>
                    <a:pt x="4615" y="2548"/>
                    <a:pt x="5002" y="1537"/>
                  </a:cubicBezTo>
                  <a:cubicBezTo>
                    <a:pt x="5207" y="1022"/>
                    <a:pt x="5313" y="516"/>
                    <a:pt x="5108" y="1"/>
                  </a:cubicBezTo>
                  <a:close/>
                </a:path>
              </a:pathLst>
            </a:custGeom>
            <a:solidFill>
              <a:srgbClr val="F56E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8" name="Google Shape;1288;p26"/>
            <p:cNvSpPr/>
            <p:nvPr/>
          </p:nvSpPr>
          <p:spPr>
            <a:xfrm>
              <a:off x="2010725" y="987225"/>
              <a:ext cx="122625" cy="58650"/>
            </a:xfrm>
            <a:custGeom>
              <a:rect b="b" l="l" r="r" t="t"/>
              <a:pathLst>
                <a:path extrusionOk="0" h="2346" w="4905">
                  <a:moveTo>
                    <a:pt x="106" y="0"/>
                  </a:moveTo>
                  <a:lnTo>
                    <a:pt x="106" y="98"/>
                  </a:lnTo>
                  <a:cubicBezTo>
                    <a:pt x="0" y="204"/>
                    <a:pt x="0" y="302"/>
                    <a:pt x="0" y="409"/>
                  </a:cubicBezTo>
                  <a:lnTo>
                    <a:pt x="4806" y="2346"/>
                  </a:lnTo>
                  <a:cubicBezTo>
                    <a:pt x="4806" y="2248"/>
                    <a:pt x="4806" y="2248"/>
                    <a:pt x="4904" y="2141"/>
                  </a:cubicBezTo>
                  <a:lnTo>
                    <a:pt x="4904" y="2043"/>
                  </a:lnTo>
                  <a:lnTo>
                    <a:pt x="106" y="0"/>
                  </a:lnTo>
                  <a:close/>
                </a:path>
              </a:pathLst>
            </a:custGeom>
            <a:solidFill>
              <a:srgbClr val="F56E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9" name="Google Shape;1289;p26"/>
            <p:cNvSpPr/>
            <p:nvPr/>
          </p:nvSpPr>
          <p:spPr>
            <a:xfrm>
              <a:off x="2010725" y="984550"/>
              <a:ext cx="125275" cy="58875"/>
            </a:xfrm>
            <a:custGeom>
              <a:rect b="b" l="l" r="r" t="t"/>
              <a:pathLst>
                <a:path extrusionOk="0" h="2355" w="5011">
                  <a:moveTo>
                    <a:pt x="205" y="1"/>
                  </a:moveTo>
                  <a:cubicBezTo>
                    <a:pt x="106" y="1"/>
                    <a:pt x="106" y="107"/>
                    <a:pt x="106" y="107"/>
                  </a:cubicBezTo>
                  <a:cubicBezTo>
                    <a:pt x="106" y="205"/>
                    <a:pt x="106" y="205"/>
                    <a:pt x="0" y="311"/>
                  </a:cubicBezTo>
                  <a:lnTo>
                    <a:pt x="4806" y="2355"/>
                  </a:lnTo>
                  <a:cubicBezTo>
                    <a:pt x="4904" y="2248"/>
                    <a:pt x="4904" y="2248"/>
                    <a:pt x="4904" y="2150"/>
                  </a:cubicBezTo>
                  <a:cubicBezTo>
                    <a:pt x="4904" y="2150"/>
                    <a:pt x="4904" y="2044"/>
                    <a:pt x="5010" y="2044"/>
                  </a:cubicBezTo>
                  <a:lnTo>
                    <a:pt x="20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0" name="Google Shape;1290;p26"/>
            <p:cNvSpPr/>
            <p:nvPr/>
          </p:nvSpPr>
          <p:spPr>
            <a:xfrm>
              <a:off x="2176850" y="1027900"/>
              <a:ext cx="132825" cy="130375"/>
            </a:xfrm>
            <a:custGeom>
              <a:rect b="b" l="l" r="r" t="t"/>
              <a:pathLst>
                <a:path extrusionOk="0" h="5215" w="5313">
                  <a:moveTo>
                    <a:pt x="2562" y="1"/>
                  </a:moveTo>
                  <a:cubicBezTo>
                    <a:pt x="2135" y="1"/>
                    <a:pt x="1707" y="102"/>
                    <a:pt x="1324" y="310"/>
                  </a:cubicBezTo>
                  <a:lnTo>
                    <a:pt x="1226" y="310"/>
                  </a:lnTo>
                  <a:cubicBezTo>
                    <a:pt x="1226" y="416"/>
                    <a:pt x="1226" y="416"/>
                    <a:pt x="1120" y="416"/>
                  </a:cubicBezTo>
                  <a:cubicBezTo>
                    <a:pt x="1120" y="416"/>
                    <a:pt x="1120" y="514"/>
                    <a:pt x="1022" y="514"/>
                  </a:cubicBezTo>
                  <a:lnTo>
                    <a:pt x="916" y="621"/>
                  </a:lnTo>
                  <a:lnTo>
                    <a:pt x="817" y="621"/>
                  </a:lnTo>
                  <a:cubicBezTo>
                    <a:pt x="711" y="825"/>
                    <a:pt x="507" y="1029"/>
                    <a:pt x="409" y="1234"/>
                  </a:cubicBezTo>
                  <a:lnTo>
                    <a:pt x="303" y="1332"/>
                  </a:lnTo>
                  <a:lnTo>
                    <a:pt x="303" y="1438"/>
                  </a:lnTo>
                  <a:cubicBezTo>
                    <a:pt x="204" y="1536"/>
                    <a:pt x="204" y="1536"/>
                    <a:pt x="204" y="1642"/>
                  </a:cubicBezTo>
                  <a:cubicBezTo>
                    <a:pt x="98" y="1740"/>
                    <a:pt x="98" y="1847"/>
                    <a:pt x="98" y="1847"/>
                  </a:cubicBezTo>
                  <a:cubicBezTo>
                    <a:pt x="98" y="1945"/>
                    <a:pt x="98" y="2051"/>
                    <a:pt x="0" y="2051"/>
                  </a:cubicBezTo>
                  <a:lnTo>
                    <a:pt x="0" y="2149"/>
                  </a:lnTo>
                  <a:lnTo>
                    <a:pt x="0" y="2353"/>
                  </a:lnTo>
                  <a:lnTo>
                    <a:pt x="0" y="2558"/>
                  </a:lnTo>
                  <a:lnTo>
                    <a:pt x="0" y="2664"/>
                  </a:lnTo>
                  <a:lnTo>
                    <a:pt x="0" y="2868"/>
                  </a:lnTo>
                  <a:lnTo>
                    <a:pt x="0" y="3073"/>
                  </a:lnTo>
                  <a:lnTo>
                    <a:pt x="0" y="3171"/>
                  </a:lnTo>
                  <a:cubicBezTo>
                    <a:pt x="98" y="3171"/>
                    <a:pt x="98" y="3277"/>
                    <a:pt x="98" y="3375"/>
                  </a:cubicBezTo>
                  <a:cubicBezTo>
                    <a:pt x="98" y="3481"/>
                    <a:pt x="204" y="3481"/>
                    <a:pt x="204" y="3580"/>
                  </a:cubicBezTo>
                  <a:lnTo>
                    <a:pt x="204" y="3686"/>
                  </a:lnTo>
                  <a:lnTo>
                    <a:pt x="303" y="3784"/>
                  </a:lnTo>
                  <a:lnTo>
                    <a:pt x="303" y="3890"/>
                  </a:lnTo>
                  <a:cubicBezTo>
                    <a:pt x="409" y="3890"/>
                    <a:pt x="409" y="3988"/>
                    <a:pt x="409" y="4094"/>
                  </a:cubicBezTo>
                  <a:cubicBezTo>
                    <a:pt x="711" y="4397"/>
                    <a:pt x="1022" y="4707"/>
                    <a:pt x="1431" y="4912"/>
                  </a:cubicBezTo>
                  <a:cubicBezTo>
                    <a:pt x="1431" y="4912"/>
                    <a:pt x="1529" y="5010"/>
                    <a:pt x="1635" y="5010"/>
                  </a:cubicBezTo>
                  <a:cubicBezTo>
                    <a:pt x="1733" y="5010"/>
                    <a:pt x="1839" y="5116"/>
                    <a:pt x="1839" y="5116"/>
                  </a:cubicBezTo>
                  <a:lnTo>
                    <a:pt x="2142" y="5116"/>
                  </a:lnTo>
                  <a:cubicBezTo>
                    <a:pt x="2248" y="5214"/>
                    <a:pt x="2452" y="5214"/>
                    <a:pt x="2657" y="5214"/>
                  </a:cubicBezTo>
                  <a:cubicBezTo>
                    <a:pt x="2959" y="5214"/>
                    <a:pt x="3368" y="5116"/>
                    <a:pt x="3776" y="4912"/>
                  </a:cubicBezTo>
                  <a:cubicBezTo>
                    <a:pt x="3883" y="4912"/>
                    <a:pt x="3883" y="4912"/>
                    <a:pt x="3883" y="4806"/>
                  </a:cubicBezTo>
                  <a:lnTo>
                    <a:pt x="3981" y="4806"/>
                  </a:lnTo>
                  <a:cubicBezTo>
                    <a:pt x="3981" y="4806"/>
                    <a:pt x="4087" y="4806"/>
                    <a:pt x="4087" y="4707"/>
                  </a:cubicBezTo>
                  <a:cubicBezTo>
                    <a:pt x="4087" y="4707"/>
                    <a:pt x="4185" y="4707"/>
                    <a:pt x="4185" y="4601"/>
                  </a:cubicBezTo>
                  <a:lnTo>
                    <a:pt x="4291" y="4601"/>
                  </a:lnTo>
                  <a:cubicBezTo>
                    <a:pt x="4389" y="4503"/>
                    <a:pt x="4389" y="4503"/>
                    <a:pt x="4389" y="4397"/>
                  </a:cubicBezTo>
                  <a:lnTo>
                    <a:pt x="4496" y="4397"/>
                  </a:lnTo>
                  <a:cubicBezTo>
                    <a:pt x="4496" y="4299"/>
                    <a:pt x="4594" y="4299"/>
                    <a:pt x="4594" y="4299"/>
                  </a:cubicBezTo>
                  <a:cubicBezTo>
                    <a:pt x="4594" y="4193"/>
                    <a:pt x="4594" y="4193"/>
                    <a:pt x="4700" y="4193"/>
                  </a:cubicBezTo>
                  <a:cubicBezTo>
                    <a:pt x="4700" y="4193"/>
                    <a:pt x="4700" y="4094"/>
                    <a:pt x="4798" y="3988"/>
                  </a:cubicBezTo>
                  <a:cubicBezTo>
                    <a:pt x="4798" y="3890"/>
                    <a:pt x="4904" y="3890"/>
                    <a:pt x="4904" y="3784"/>
                  </a:cubicBezTo>
                  <a:cubicBezTo>
                    <a:pt x="5002" y="3686"/>
                    <a:pt x="5002" y="3686"/>
                    <a:pt x="5002" y="3580"/>
                  </a:cubicBezTo>
                  <a:lnTo>
                    <a:pt x="5002" y="3481"/>
                  </a:lnTo>
                  <a:cubicBezTo>
                    <a:pt x="5313" y="2762"/>
                    <a:pt x="5207" y="1847"/>
                    <a:pt x="4700" y="1127"/>
                  </a:cubicBezTo>
                  <a:cubicBezTo>
                    <a:pt x="4224" y="387"/>
                    <a:pt x="3395" y="1"/>
                    <a:pt x="2562" y="1"/>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1" name="Google Shape;1291;p26"/>
            <p:cNvSpPr/>
            <p:nvPr/>
          </p:nvSpPr>
          <p:spPr>
            <a:xfrm>
              <a:off x="2161525" y="1015900"/>
              <a:ext cx="148150" cy="129025"/>
            </a:xfrm>
            <a:custGeom>
              <a:rect b="b" l="l" r="r" t="t"/>
              <a:pathLst>
                <a:path extrusionOk="0" h="5161" w="5926">
                  <a:moveTo>
                    <a:pt x="3021" y="0"/>
                  </a:moveTo>
                  <a:cubicBezTo>
                    <a:pt x="1981" y="0"/>
                    <a:pt x="975" y="597"/>
                    <a:pt x="507" y="1607"/>
                  </a:cubicBezTo>
                  <a:cubicBezTo>
                    <a:pt x="0" y="2940"/>
                    <a:pt x="613" y="4468"/>
                    <a:pt x="1937" y="4983"/>
                  </a:cubicBezTo>
                  <a:cubicBezTo>
                    <a:pt x="2252" y="5103"/>
                    <a:pt x="2578" y="5160"/>
                    <a:pt x="2899" y="5160"/>
                  </a:cubicBezTo>
                  <a:cubicBezTo>
                    <a:pt x="3936" y="5160"/>
                    <a:pt x="4920" y="4564"/>
                    <a:pt x="5313" y="3553"/>
                  </a:cubicBezTo>
                  <a:cubicBezTo>
                    <a:pt x="5926" y="2220"/>
                    <a:pt x="5313" y="692"/>
                    <a:pt x="3981" y="177"/>
                  </a:cubicBezTo>
                  <a:cubicBezTo>
                    <a:pt x="3667" y="57"/>
                    <a:pt x="3342" y="0"/>
                    <a:pt x="3021" y="0"/>
                  </a:cubicBezTo>
                  <a:close/>
                </a:path>
              </a:pathLst>
            </a:custGeom>
            <a:solidFill>
              <a:srgbClr val="FF78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2" name="Google Shape;1292;p26"/>
            <p:cNvSpPr/>
            <p:nvPr/>
          </p:nvSpPr>
          <p:spPr>
            <a:xfrm>
              <a:off x="2169075" y="1066300"/>
              <a:ext cx="132850" cy="78625"/>
            </a:xfrm>
            <a:custGeom>
              <a:rect b="b" l="l" r="r" t="t"/>
              <a:pathLst>
                <a:path extrusionOk="0" h="3145" w="5314">
                  <a:moveTo>
                    <a:pt x="5215" y="0"/>
                  </a:moveTo>
                  <a:cubicBezTo>
                    <a:pt x="5215" y="311"/>
                    <a:pt x="5109" y="719"/>
                    <a:pt x="5011" y="1022"/>
                  </a:cubicBezTo>
                  <a:cubicBezTo>
                    <a:pt x="4560" y="2002"/>
                    <a:pt x="3609" y="2593"/>
                    <a:pt x="2611" y="2593"/>
                  </a:cubicBezTo>
                  <a:cubicBezTo>
                    <a:pt x="2252" y="2593"/>
                    <a:pt x="1887" y="2516"/>
                    <a:pt x="1537" y="2354"/>
                  </a:cubicBezTo>
                  <a:cubicBezTo>
                    <a:pt x="818" y="2044"/>
                    <a:pt x="205" y="1332"/>
                    <a:pt x="1" y="515"/>
                  </a:cubicBezTo>
                  <a:lnTo>
                    <a:pt x="1" y="515"/>
                  </a:lnTo>
                  <a:cubicBezTo>
                    <a:pt x="1" y="1537"/>
                    <a:pt x="614" y="2558"/>
                    <a:pt x="1635" y="2967"/>
                  </a:cubicBezTo>
                  <a:cubicBezTo>
                    <a:pt x="1950" y="3087"/>
                    <a:pt x="2276" y="3144"/>
                    <a:pt x="2597" y="3144"/>
                  </a:cubicBezTo>
                  <a:cubicBezTo>
                    <a:pt x="3634" y="3144"/>
                    <a:pt x="4618" y="2548"/>
                    <a:pt x="5011" y="1537"/>
                  </a:cubicBezTo>
                  <a:cubicBezTo>
                    <a:pt x="5313" y="1022"/>
                    <a:pt x="5313" y="515"/>
                    <a:pt x="5215" y="0"/>
                  </a:cubicBezTo>
                  <a:close/>
                </a:path>
              </a:pathLst>
            </a:custGeom>
            <a:solidFill>
              <a:srgbClr val="F56E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3" name="Google Shape;1293;p26"/>
            <p:cNvSpPr/>
            <p:nvPr/>
          </p:nvSpPr>
          <p:spPr>
            <a:xfrm>
              <a:off x="2171725" y="1056075"/>
              <a:ext cx="122625" cy="56225"/>
            </a:xfrm>
            <a:custGeom>
              <a:rect b="b" l="l" r="r" t="t"/>
              <a:pathLst>
                <a:path extrusionOk="0" h="2249" w="4905">
                  <a:moveTo>
                    <a:pt x="99" y="0"/>
                  </a:moveTo>
                  <a:lnTo>
                    <a:pt x="99" y="107"/>
                  </a:lnTo>
                  <a:cubicBezTo>
                    <a:pt x="99" y="107"/>
                    <a:pt x="99" y="205"/>
                    <a:pt x="1" y="311"/>
                  </a:cubicBezTo>
                  <a:lnTo>
                    <a:pt x="4799" y="2248"/>
                  </a:lnTo>
                  <a:cubicBezTo>
                    <a:pt x="4799" y="2248"/>
                    <a:pt x="4905" y="2150"/>
                    <a:pt x="4905" y="2044"/>
                  </a:cubicBezTo>
                  <a:lnTo>
                    <a:pt x="4905" y="1946"/>
                  </a:lnTo>
                  <a:lnTo>
                    <a:pt x="99" y="0"/>
                  </a:lnTo>
                  <a:close/>
                </a:path>
              </a:pathLst>
            </a:custGeom>
            <a:solidFill>
              <a:srgbClr val="F56E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4" name="Google Shape;1294;p26"/>
            <p:cNvSpPr/>
            <p:nvPr/>
          </p:nvSpPr>
          <p:spPr>
            <a:xfrm>
              <a:off x="2174175" y="1050975"/>
              <a:ext cx="122625" cy="58875"/>
            </a:xfrm>
            <a:custGeom>
              <a:rect b="b" l="l" r="r" t="t"/>
              <a:pathLst>
                <a:path extrusionOk="0" h="2355" w="4905">
                  <a:moveTo>
                    <a:pt x="107" y="0"/>
                  </a:moveTo>
                  <a:cubicBezTo>
                    <a:pt x="107" y="106"/>
                    <a:pt x="107" y="106"/>
                    <a:pt x="1" y="204"/>
                  </a:cubicBezTo>
                  <a:lnTo>
                    <a:pt x="1" y="311"/>
                  </a:lnTo>
                  <a:lnTo>
                    <a:pt x="4807" y="2354"/>
                  </a:lnTo>
                  <a:lnTo>
                    <a:pt x="4807" y="2150"/>
                  </a:lnTo>
                  <a:cubicBezTo>
                    <a:pt x="4905" y="2150"/>
                    <a:pt x="4905" y="2043"/>
                    <a:pt x="4905" y="2043"/>
                  </a:cubicBezTo>
                  <a:lnTo>
                    <a:pt x="10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5" name="Google Shape;1295;p26"/>
            <p:cNvSpPr/>
            <p:nvPr/>
          </p:nvSpPr>
          <p:spPr>
            <a:xfrm>
              <a:off x="1466775" y="908700"/>
              <a:ext cx="132850" cy="130700"/>
            </a:xfrm>
            <a:custGeom>
              <a:rect b="b" l="l" r="r" t="t"/>
              <a:pathLst>
                <a:path extrusionOk="0" h="5228" w="5314">
                  <a:moveTo>
                    <a:pt x="2633" y="0"/>
                  </a:moveTo>
                  <a:cubicBezTo>
                    <a:pt x="2180" y="0"/>
                    <a:pt x="1727" y="125"/>
                    <a:pt x="1325" y="378"/>
                  </a:cubicBezTo>
                  <a:cubicBezTo>
                    <a:pt x="1227" y="378"/>
                    <a:pt x="1227" y="485"/>
                    <a:pt x="1120" y="485"/>
                  </a:cubicBezTo>
                  <a:lnTo>
                    <a:pt x="1120" y="583"/>
                  </a:lnTo>
                  <a:lnTo>
                    <a:pt x="1022" y="583"/>
                  </a:lnTo>
                  <a:lnTo>
                    <a:pt x="916" y="689"/>
                  </a:lnTo>
                  <a:lnTo>
                    <a:pt x="409" y="1196"/>
                  </a:lnTo>
                  <a:cubicBezTo>
                    <a:pt x="409" y="1302"/>
                    <a:pt x="409" y="1400"/>
                    <a:pt x="303" y="1400"/>
                  </a:cubicBezTo>
                  <a:lnTo>
                    <a:pt x="303" y="1506"/>
                  </a:lnTo>
                  <a:cubicBezTo>
                    <a:pt x="303" y="1506"/>
                    <a:pt x="303" y="1604"/>
                    <a:pt x="205" y="1604"/>
                  </a:cubicBezTo>
                  <a:lnTo>
                    <a:pt x="205" y="1711"/>
                  </a:lnTo>
                  <a:cubicBezTo>
                    <a:pt x="205" y="1711"/>
                    <a:pt x="205" y="1809"/>
                    <a:pt x="99" y="1915"/>
                  </a:cubicBezTo>
                  <a:lnTo>
                    <a:pt x="99" y="2119"/>
                  </a:lnTo>
                  <a:lnTo>
                    <a:pt x="99" y="2217"/>
                  </a:lnTo>
                  <a:lnTo>
                    <a:pt x="99" y="2324"/>
                  </a:lnTo>
                  <a:lnTo>
                    <a:pt x="1" y="2422"/>
                  </a:lnTo>
                  <a:lnTo>
                    <a:pt x="1" y="2626"/>
                  </a:lnTo>
                  <a:lnTo>
                    <a:pt x="1" y="2830"/>
                  </a:lnTo>
                  <a:cubicBezTo>
                    <a:pt x="1" y="2937"/>
                    <a:pt x="99" y="2937"/>
                    <a:pt x="99" y="2937"/>
                  </a:cubicBezTo>
                  <a:lnTo>
                    <a:pt x="99" y="3141"/>
                  </a:lnTo>
                  <a:lnTo>
                    <a:pt x="99" y="3345"/>
                  </a:lnTo>
                  <a:lnTo>
                    <a:pt x="99" y="3443"/>
                  </a:lnTo>
                  <a:cubicBezTo>
                    <a:pt x="205" y="3443"/>
                    <a:pt x="205" y="3550"/>
                    <a:pt x="205" y="3648"/>
                  </a:cubicBezTo>
                  <a:cubicBezTo>
                    <a:pt x="303" y="3754"/>
                    <a:pt x="303" y="3754"/>
                    <a:pt x="303" y="3852"/>
                  </a:cubicBezTo>
                  <a:lnTo>
                    <a:pt x="409" y="3852"/>
                  </a:lnTo>
                  <a:cubicBezTo>
                    <a:pt x="409" y="3958"/>
                    <a:pt x="409" y="4056"/>
                    <a:pt x="507" y="4056"/>
                  </a:cubicBezTo>
                  <a:cubicBezTo>
                    <a:pt x="712" y="4465"/>
                    <a:pt x="1120" y="4776"/>
                    <a:pt x="1431" y="4980"/>
                  </a:cubicBezTo>
                  <a:cubicBezTo>
                    <a:pt x="1529" y="4980"/>
                    <a:pt x="1635" y="4980"/>
                    <a:pt x="1635" y="5078"/>
                  </a:cubicBezTo>
                  <a:lnTo>
                    <a:pt x="1938" y="5078"/>
                  </a:lnTo>
                  <a:cubicBezTo>
                    <a:pt x="1938" y="5184"/>
                    <a:pt x="2044" y="5184"/>
                    <a:pt x="2142" y="5184"/>
                  </a:cubicBezTo>
                  <a:cubicBezTo>
                    <a:pt x="2278" y="5184"/>
                    <a:pt x="2371" y="5228"/>
                    <a:pt x="2478" y="5228"/>
                  </a:cubicBezTo>
                  <a:cubicBezTo>
                    <a:pt x="2532" y="5228"/>
                    <a:pt x="2589" y="5217"/>
                    <a:pt x="2657" y="5184"/>
                  </a:cubicBezTo>
                  <a:cubicBezTo>
                    <a:pt x="3066" y="5184"/>
                    <a:pt x="3474" y="5184"/>
                    <a:pt x="3777" y="4980"/>
                  </a:cubicBezTo>
                  <a:lnTo>
                    <a:pt x="3883" y="4980"/>
                  </a:lnTo>
                  <a:cubicBezTo>
                    <a:pt x="3883" y="4874"/>
                    <a:pt x="3883" y="4874"/>
                    <a:pt x="3981" y="4874"/>
                  </a:cubicBezTo>
                  <a:lnTo>
                    <a:pt x="4087" y="4776"/>
                  </a:lnTo>
                  <a:cubicBezTo>
                    <a:pt x="4185" y="4776"/>
                    <a:pt x="4185" y="4669"/>
                    <a:pt x="4292" y="4669"/>
                  </a:cubicBezTo>
                  <a:cubicBezTo>
                    <a:pt x="4292" y="4571"/>
                    <a:pt x="4292" y="4571"/>
                    <a:pt x="4390" y="4571"/>
                  </a:cubicBezTo>
                  <a:cubicBezTo>
                    <a:pt x="4390" y="4571"/>
                    <a:pt x="4390" y="4465"/>
                    <a:pt x="4496" y="4465"/>
                  </a:cubicBezTo>
                  <a:lnTo>
                    <a:pt x="4496" y="4367"/>
                  </a:lnTo>
                  <a:cubicBezTo>
                    <a:pt x="4594" y="4367"/>
                    <a:pt x="4594" y="4367"/>
                    <a:pt x="4594" y="4261"/>
                  </a:cubicBezTo>
                  <a:lnTo>
                    <a:pt x="4700" y="4261"/>
                  </a:lnTo>
                  <a:cubicBezTo>
                    <a:pt x="4700" y="4163"/>
                    <a:pt x="4798" y="4163"/>
                    <a:pt x="4798" y="4056"/>
                  </a:cubicBezTo>
                  <a:cubicBezTo>
                    <a:pt x="4798" y="4056"/>
                    <a:pt x="4798" y="3958"/>
                    <a:pt x="4905" y="3958"/>
                  </a:cubicBezTo>
                  <a:lnTo>
                    <a:pt x="4905" y="3852"/>
                  </a:lnTo>
                  <a:lnTo>
                    <a:pt x="5003" y="3754"/>
                  </a:lnTo>
                  <a:lnTo>
                    <a:pt x="5003" y="3648"/>
                  </a:lnTo>
                  <a:lnTo>
                    <a:pt x="5109" y="3550"/>
                  </a:lnTo>
                  <a:cubicBezTo>
                    <a:pt x="5313" y="2732"/>
                    <a:pt x="5313" y="1915"/>
                    <a:pt x="4798" y="1196"/>
                  </a:cubicBezTo>
                  <a:cubicBezTo>
                    <a:pt x="4272" y="407"/>
                    <a:pt x="3452" y="0"/>
                    <a:pt x="2633"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6" name="Google Shape;1296;p26"/>
            <p:cNvSpPr/>
            <p:nvPr/>
          </p:nvSpPr>
          <p:spPr>
            <a:xfrm>
              <a:off x="1451450" y="896850"/>
              <a:ext cx="148175" cy="130575"/>
            </a:xfrm>
            <a:custGeom>
              <a:rect b="b" l="l" r="r" t="t"/>
              <a:pathLst>
                <a:path extrusionOk="0" h="5223" w="5927">
                  <a:moveTo>
                    <a:pt x="2909" y="1"/>
                  </a:moveTo>
                  <a:cubicBezTo>
                    <a:pt x="1916" y="1"/>
                    <a:pt x="986" y="592"/>
                    <a:pt x="614" y="1572"/>
                  </a:cubicBezTo>
                  <a:cubicBezTo>
                    <a:pt x="1" y="2896"/>
                    <a:pt x="614" y="4432"/>
                    <a:pt x="1938" y="5045"/>
                  </a:cubicBezTo>
                  <a:cubicBezTo>
                    <a:pt x="2253" y="5165"/>
                    <a:pt x="2579" y="5222"/>
                    <a:pt x="2901" y="5222"/>
                  </a:cubicBezTo>
                  <a:cubicBezTo>
                    <a:pt x="3942" y="5222"/>
                    <a:pt x="4943" y="4626"/>
                    <a:pt x="5411" y="3615"/>
                  </a:cubicBezTo>
                  <a:cubicBezTo>
                    <a:pt x="5926" y="2283"/>
                    <a:pt x="5313" y="754"/>
                    <a:pt x="3981" y="239"/>
                  </a:cubicBezTo>
                  <a:cubicBezTo>
                    <a:pt x="3631" y="77"/>
                    <a:pt x="3266" y="1"/>
                    <a:pt x="2909" y="1"/>
                  </a:cubicBezTo>
                  <a:close/>
                </a:path>
              </a:pathLst>
            </a:custGeom>
            <a:solidFill>
              <a:srgbClr val="FF78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7" name="Google Shape;1297;p26"/>
            <p:cNvSpPr/>
            <p:nvPr/>
          </p:nvSpPr>
          <p:spPr>
            <a:xfrm>
              <a:off x="1461675" y="948800"/>
              <a:ext cx="130175" cy="78625"/>
            </a:xfrm>
            <a:custGeom>
              <a:rect b="b" l="l" r="r" t="t"/>
              <a:pathLst>
                <a:path extrusionOk="0" h="3145" w="5207">
                  <a:moveTo>
                    <a:pt x="5109" y="0"/>
                  </a:moveTo>
                  <a:cubicBezTo>
                    <a:pt x="5109" y="311"/>
                    <a:pt x="5109" y="613"/>
                    <a:pt x="4904" y="924"/>
                  </a:cubicBezTo>
                  <a:cubicBezTo>
                    <a:pt x="4511" y="1935"/>
                    <a:pt x="3527" y="2531"/>
                    <a:pt x="2491" y="2531"/>
                  </a:cubicBezTo>
                  <a:cubicBezTo>
                    <a:pt x="2170" y="2531"/>
                    <a:pt x="1844" y="2474"/>
                    <a:pt x="1529" y="2354"/>
                  </a:cubicBezTo>
                  <a:cubicBezTo>
                    <a:pt x="711" y="2044"/>
                    <a:pt x="205" y="1333"/>
                    <a:pt x="0" y="515"/>
                  </a:cubicBezTo>
                  <a:lnTo>
                    <a:pt x="0" y="515"/>
                  </a:lnTo>
                  <a:cubicBezTo>
                    <a:pt x="0" y="1537"/>
                    <a:pt x="613" y="2559"/>
                    <a:pt x="1529" y="2967"/>
                  </a:cubicBezTo>
                  <a:cubicBezTo>
                    <a:pt x="1844" y="3087"/>
                    <a:pt x="2170" y="3144"/>
                    <a:pt x="2492" y="3144"/>
                  </a:cubicBezTo>
                  <a:cubicBezTo>
                    <a:pt x="3533" y="3144"/>
                    <a:pt x="4534" y="2548"/>
                    <a:pt x="5002" y="1537"/>
                  </a:cubicBezTo>
                  <a:cubicBezTo>
                    <a:pt x="5207" y="1022"/>
                    <a:pt x="5207" y="515"/>
                    <a:pt x="5109" y="0"/>
                  </a:cubicBezTo>
                  <a:close/>
                </a:path>
              </a:pathLst>
            </a:custGeom>
            <a:solidFill>
              <a:srgbClr val="F56E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8" name="Google Shape;1298;p26"/>
            <p:cNvSpPr/>
            <p:nvPr/>
          </p:nvSpPr>
          <p:spPr>
            <a:xfrm>
              <a:off x="1464125" y="936125"/>
              <a:ext cx="122625" cy="58675"/>
            </a:xfrm>
            <a:custGeom>
              <a:rect b="b" l="l" r="r" t="t"/>
              <a:pathLst>
                <a:path extrusionOk="0" h="2347" w="4905">
                  <a:moveTo>
                    <a:pt x="107" y="1"/>
                  </a:moveTo>
                  <a:cubicBezTo>
                    <a:pt x="107" y="99"/>
                    <a:pt x="107" y="99"/>
                    <a:pt x="0" y="99"/>
                  </a:cubicBezTo>
                  <a:lnTo>
                    <a:pt x="0" y="303"/>
                  </a:lnTo>
                  <a:lnTo>
                    <a:pt x="4700" y="2346"/>
                  </a:lnTo>
                  <a:cubicBezTo>
                    <a:pt x="4806" y="2248"/>
                    <a:pt x="4806" y="2248"/>
                    <a:pt x="4806" y="2142"/>
                  </a:cubicBezTo>
                  <a:cubicBezTo>
                    <a:pt x="4904" y="2142"/>
                    <a:pt x="4904" y="2044"/>
                    <a:pt x="4904" y="2044"/>
                  </a:cubicBezTo>
                  <a:lnTo>
                    <a:pt x="107" y="1"/>
                  </a:lnTo>
                  <a:close/>
                </a:path>
              </a:pathLst>
            </a:custGeom>
            <a:solidFill>
              <a:srgbClr val="F56E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9" name="Google Shape;1299;p26"/>
            <p:cNvSpPr/>
            <p:nvPr/>
          </p:nvSpPr>
          <p:spPr>
            <a:xfrm>
              <a:off x="1464125" y="933475"/>
              <a:ext cx="122625" cy="56225"/>
            </a:xfrm>
            <a:custGeom>
              <a:rect b="b" l="l" r="r" t="t"/>
              <a:pathLst>
                <a:path extrusionOk="0" h="2249" w="4905">
                  <a:moveTo>
                    <a:pt x="205" y="0"/>
                  </a:moveTo>
                  <a:cubicBezTo>
                    <a:pt x="107" y="0"/>
                    <a:pt x="107" y="107"/>
                    <a:pt x="107" y="107"/>
                  </a:cubicBezTo>
                  <a:cubicBezTo>
                    <a:pt x="107" y="205"/>
                    <a:pt x="0" y="205"/>
                    <a:pt x="0" y="311"/>
                  </a:cubicBezTo>
                  <a:lnTo>
                    <a:pt x="4806" y="2248"/>
                  </a:lnTo>
                  <a:cubicBezTo>
                    <a:pt x="4806" y="2248"/>
                    <a:pt x="4904" y="2248"/>
                    <a:pt x="4904" y="2150"/>
                  </a:cubicBezTo>
                  <a:lnTo>
                    <a:pt x="4904" y="1946"/>
                  </a:lnTo>
                  <a:lnTo>
                    <a:pt x="205"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p26"/>
            <p:cNvSpPr/>
            <p:nvPr/>
          </p:nvSpPr>
          <p:spPr>
            <a:xfrm>
              <a:off x="1630250" y="976825"/>
              <a:ext cx="132850" cy="130350"/>
            </a:xfrm>
            <a:custGeom>
              <a:rect b="b" l="l" r="r" t="t"/>
              <a:pathLst>
                <a:path extrusionOk="0" h="5214" w="5314">
                  <a:moveTo>
                    <a:pt x="2534" y="0"/>
                  </a:moveTo>
                  <a:cubicBezTo>
                    <a:pt x="2092" y="0"/>
                    <a:pt x="1642" y="102"/>
                    <a:pt x="1226" y="310"/>
                  </a:cubicBezTo>
                  <a:cubicBezTo>
                    <a:pt x="1226" y="416"/>
                    <a:pt x="1120" y="416"/>
                    <a:pt x="1120" y="416"/>
                  </a:cubicBezTo>
                  <a:cubicBezTo>
                    <a:pt x="1120" y="416"/>
                    <a:pt x="1022" y="416"/>
                    <a:pt x="1022" y="514"/>
                  </a:cubicBezTo>
                  <a:lnTo>
                    <a:pt x="916" y="514"/>
                  </a:lnTo>
                  <a:cubicBezTo>
                    <a:pt x="916" y="514"/>
                    <a:pt x="916" y="620"/>
                    <a:pt x="818" y="620"/>
                  </a:cubicBezTo>
                  <a:cubicBezTo>
                    <a:pt x="711" y="825"/>
                    <a:pt x="507" y="923"/>
                    <a:pt x="409" y="1127"/>
                  </a:cubicBezTo>
                  <a:lnTo>
                    <a:pt x="409" y="1233"/>
                  </a:lnTo>
                  <a:cubicBezTo>
                    <a:pt x="303" y="1233"/>
                    <a:pt x="303" y="1331"/>
                    <a:pt x="303" y="1331"/>
                  </a:cubicBezTo>
                  <a:lnTo>
                    <a:pt x="205" y="1438"/>
                  </a:lnTo>
                  <a:lnTo>
                    <a:pt x="205" y="1536"/>
                  </a:lnTo>
                  <a:cubicBezTo>
                    <a:pt x="205" y="1642"/>
                    <a:pt x="205" y="1642"/>
                    <a:pt x="98" y="1642"/>
                  </a:cubicBezTo>
                  <a:lnTo>
                    <a:pt x="98" y="1846"/>
                  </a:lnTo>
                  <a:cubicBezTo>
                    <a:pt x="98" y="1944"/>
                    <a:pt x="0" y="2051"/>
                    <a:pt x="0" y="2051"/>
                  </a:cubicBezTo>
                  <a:lnTo>
                    <a:pt x="0" y="2149"/>
                  </a:lnTo>
                  <a:lnTo>
                    <a:pt x="0" y="2255"/>
                  </a:lnTo>
                  <a:lnTo>
                    <a:pt x="0" y="2353"/>
                  </a:lnTo>
                  <a:lnTo>
                    <a:pt x="0" y="2557"/>
                  </a:lnTo>
                  <a:lnTo>
                    <a:pt x="0" y="2868"/>
                  </a:lnTo>
                  <a:lnTo>
                    <a:pt x="0" y="3072"/>
                  </a:lnTo>
                  <a:cubicBezTo>
                    <a:pt x="0" y="3170"/>
                    <a:pt x="98" y="3277"/>
                    <a:pt x="98" y="3375"/>
                  </a:cubicBezTo>
                  <a:cubicBezTo>
                    <a:pt x="98" y="3375"/>
                    <a:pt x="98" y="3481"/>
                    <a:pt x="205" y="3579"/>
                  </a:cubicBezTo>
                  <a:cubicBezTo>
                    <a:pt x="205" y="3685"/>
                    <a:pt x="205" y="3685"/>
                    <a:pt x="303" y="3783"/>
                  </a:cubicBezTo>
                  <a:lnTo>
                    <a:pt x="303" y="3890"/>
                  </a:lnTo>
                  <a:cubicBezTo>
                    <a:pt x="303" y="3890"/>
                    <a:pt x="409" y="3988"/>
                    <a:pt x="409" y="4094"/>
                  </a:cubicBezTo>
                  <a:cubicBezTo>
                    <a:pt x="711" y="4396"/>
                    <a:pt x="1022" y="4707"/>
                    <a:pt x="1431" y="4911"/>
                  </a:cubicBezTo>
                  <a:cubicBezTo>
                    <a:pt x="1431" y="4911"/>
                    <a:pt x="1529" y="5009"/>
                    <a:pt x="1635" y="5009"/>
                  </a:cubicBezTo>
                  <a:cubicBezTo>
                    <a:pt x="1733" y="5009"/>
                    <a:pt x="1733" y="5009"/>
                    <a:pt x="1839" y="5116"/>
                  </a:cubicBezTo>
                  <a:lnTo>
                    <a:pt x="2044" y="5116"/>
                  </a:lnTo>
                  <a:cubicBezTo>
                    <a:pt x="2248" y="5214"/>
                    <a:pt x="2452" y="5214"/>
                    <a:pt x="2550" y="5214"/>
                  </a:cubicBezTo>
                  <a:cubicBezTo>
                    <a:pt x="2959" y="5214"/>
                    <a:pt x="3368" y="5116"/>
                    <a:pt x="3776" y="4911"/>
                  </a:cubicBezTo>
                  <a:lnTo>
                    <a:pt x="3883" y="4805"/>
                  </a:lnTo>
                  <a:lnTo>
                    <a:pt x="3981" y="4805"/>
                  </a:lnTo>
                  <a:cubicBezTo>
                    <a:pt x="3981" y="4805"/>
                    <a:pt x="3981" y="4707"/>
                    <a:pt x="4087" y="4707"/>
                  </a:cubicBezTo>
                  <a:lnTo>
                    <a:pt x="4185" y="4601"/>
                  </a:lnTo>
                  <a:cubicBezTo>
                    <a:pt x="4291" y="4601"/>
                    <a:pt x="4291" y="4601"/>
                    <a:pt x="4291" y="4503"/>
                  </a:cubicBezTo>
                  <a:cubicBezTo>
                    <a:pt x="4291" y="4503"/>
                    <a:pt x="4389" y="4503"/>
                    <a:pt x="4389" y="4396"/>
                  </a:cubicBezTo>
                  <a:lnTo>
                    <a:pt x="4496" y="4396"/>
                  </a:lnTo>
                  <a:cubicBezTo>
                    <a:pt x="4496" y="4298"/>
                    <a:pt x="4496" y="4298"/>
                    <a:pt x="4594" y="4192"/>
                  </a:cubicBezTo>
                  <a:lnTo>
                    <a:pt x="4798" y="3988"/>
                  </a:lnTo>
                  <a:lnTo>
                    <a:pt x="4798" y="3890"/>
                  </a:lnTo>
                  <a:lnTo>
                    <a:pt x="4904" y="3783"/>
                  </a:lnTo>
                  <a:lnTo>
                    <a:pt x="4904" y="3685"/>
                  </a:lnTo>
                  <a:lnTo>
                    <a:pt x="5002" y="3579"/>
                  </a:lnTo>
                  <a:lnTo>
                    <a:pt x="5002" y="3481"/>
                  </a:lnTo>
                  <a:cubicBezTo>
                    <a:pt x="5313" y="2762"/>
                    <a:pt x="5207" y="1846"/>
                    <a:pt x="4700" y="1127"/>
                  </a:cubicBezTo>
                  <a:cubicBezTo>
                    <a:pt x="4225" y="387"/>
                    <a:pt x="3396" y="0"/>
                    <a:pt x="2534"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1" name="Google Shape;1301;p26"/>
            <p:cNvSpPr/>
            <p:nvPr/>
          </p:nvSpPr>
          <p:spPr>
            <a:xfrm>
              <a:off x="1614925" y="963275"/>
              <a:ext cx="148175" cy="130550"/>
            </a:xfrm>
            <a:custGeom>
              <a:rect b="b" l="l" r="r" t="t"/>
              <a:pathLst>
                <a:path extrusionOk="0" h="5222" w="5927">
                  <a:moveTo>
                    <a:pt x="2907" y="0"/>
                  </a:moveTo>
                  <a:cubicBezTo>
                    <a:pt x="1909" y="0"/>
                    <a:pt x="958" y="591"/>
                    <a:pt x="507" y="1571"/>
                  </a:cubicBezTo>
                  <a:cubicBezTo>
                    <a:pt x="0" y="2895"/>
                    <a:pt x="613" y="4432"/>
                    <a:pt x="1937" y="5045"/>
                  </a:cubicBezTo>
                  <a:cubicBezTo>
                    <a:pt x="2252" y="5165"/>
                    <a:pt x="2579" y="5222"/>
                    <a:pt x="2900" y="5222"/>
                  </a:cubicBezTo>
                  <a:cubicBezTo>
                    <a:pt x="3936" y="5222"/>
                    <a:pt x="4920" y="4625"/>
                    <a:pt x="5313" y="3614"/>
                  </a:cubicBezTo>
                  <a:cubicBezTo>
                    <a:pt x="5926" y="2282"/>
                    <a:pt x="5207" y="754"/>
                    <a:pt x="3981" y="239"/>
                  </a:cubicBezTo>
                  <a:cubicBezTo>
                    <a:pt x="3631" y="77"/>
                    <a:pt x="3266" y="0"/>
                    <a:pt x="2907" y="0"/>
                  </a:cubicBezTo>
                  <a:close/>
                </a:path>
              </a:pathLst>
            </a:custGeom>
            <a:solidFill>
              <a:srgbClr val="FF78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2" name="Google Shape;1302;p26"/>
            <p:cNvSpPr/>
            <p:nvPr/>
          </p:nvSpPr>
          <p:spPr>
            <a:xfrm>
              <a:off x="1622475" y="1015200"/>
              <a:ext cx="132850" cy="78625"/>
            </a:xfrm>
            <a:custGeom>
              <a:rect b="b" l="l" r="r" t="t"/>
              <a:pathLst>
                <a:path extrusionOk="0" h="3145" w="5314">
                  <a:moveTo>
                    <a:pt x="5215" y="1"/>
                  </a:moveTo>
                  <a:cubicBezTo>
                    <a:pt x="5215" y="311"/>
                    <a:pt x="5109" y="614"/>
                    <a:pt x="5011" y="1022"/>
                  </a:cubicBezTo>
                  <a:cubicBezTo>
                    <a:pt x="4560" y="2002"/>
                    <a:pt x="3610" y="2593"/>
                    <a:pt x="2611" y="2593"/>
                  </a:cubicBezTo>
                  <a:cubicBezTo>
                    <a:pt x="2253" y="2593"/>
                    <a:pt x="1888" y="2517"/>
                    <a:pt x="1537" y="2355"/>
                  </a:cubicBezTo>
                  <a:cubicBezTo>
                    <a:pt x="720" y="2044"/>
                    <a:pt x="205" y="1333"/>
                    <a:pt x="1" y="516"/>
                  </a:cubicBezTo>
                  <a:lnTo>
                    <a:pt x="1" y="516"/>
                  </a:lnTo>
                  <a:cubicBezTo>
                    <a:pt x="1" y="1537"/>
                    <a:pt x="614" y="2559"/>
                    <a:pt x="1635" y="2968"/>
                  </a:cubicBezTo>
                  <a:cubicBezTo>
                    <a:pt x="1950" y="3088"/>
                    <a:pt x="2277" y="3145"/>
                    <a:pt x="2598" y="3145"/>
                  </a:cubicBezTo>
                  <a:cubicBezTo>
                    <a:pt x="3634" y="3145"/>
                    <a:pt x="4618" y="2548"/>
                    <a:pt x="5011" y="1537"/>
                  </a:cubicBezTo>
                  <a:cubicBezTo>
                    <a:pt x="5215" y="1022"/>
                    <a:pt x="5313" y="516"/>
                    <a:pt x="5215" y="1"/>
                  </a:cubicBezTo>
                  <a:close/>
                </a:path>
              </a:pathLst>
            </a:custGeom>
            <a:solidFill>
              <a:srgbClr val="F56E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3" name="Google Shape;1303;p26"/>
            <p:cNvSpPr/>
            <p:nvPr/>
          </p:nvSpPr>
          <p:spPr>
            <a:xfrm>
              <a:off x="1625125" y="1002550"/>
              <a:ext cx="122650" cy="58650"/>
            </a:xfrm>
            <a:custGeom>
              <a:rect b="b" l="l" r="r" t="t"/>
              <a:pathLst>
                <a:path extrusionOk="0" h="2346" w="4906">
                  <a:moveTo>
                    <a:pt x="99" y="0"/>
                  </a:moveTo>
                  <a:lnTo>
                    <a:pt x="99" y="98"/>
                  </a:lnTo>
                  <a:cubicBezTo>
                    <a:pt x="99" y="204"/>
                    <a:pt x="1" y="302"/>
                    <a:pt x="1" y="409"/>
                  </a:cubicBezTo>
                  <a:lnTo>
                    <a:pt x="4799" y="2346"/>
                  </a:lnTo>
                  <a:cubicBezTo>
                    <a:pt x="4799" y="2248"/>
                    <a:pt x="4799" y="2248"/>
                    <a:pt x="4905" y="2141"/>
                  </a:cubicBezTo>
                  <a:lnTo>
                    <a:pt x="4905" y="2043"/>
                  </a:lnTo>
                  <a:lnTo>
                    <a:pt x="99" y="0"/>
                  </a:lnTo>
                  <a:close/>
                </a:path>
              </a:pathLst>
            </a:custGeom>
            <a:solidFill>
              <a:srgbClr val="F56E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4" name="Google Shape;1304;p26"/>
            <p:cNvSpPr/>
            <p:nvPr/>
          </p:nvSpPr>
          <p:spPr>
            <a:xfrm>
              <a:off x="1627600" y="999875"/>
              <a:ext cx="122625" cy="58875"/>
            </a:xfrm>
            <a:custGeom>
              <a:rect b="b" l="l" r="r" t="t"/>
              <a:pathLst>
                <a:path extrusionOk="0" h="2355" w="4905">
                  <a:moveTo>
                    <a:pt x="106" y="1"/>
                  </a:moveTo>
                  <a:lnTo>
                    <a:pt x="0" y="107"/>
                  </a:lnTo>
                  <a:lnTo>
                    <a:pt x="0" y="311"/>
                  </a:lnTo>
                  <a:lnTo>
                    <a:pt x="4700" y="2355"/>
                  </a:lnTo>
                  <a:cubicBezTo>
                    <a:pt x="4806" y="2248"/>
                    <a:pt x="4806" y="2248"/>
                    <a:pt x="4806" y="2150"/>
                  </a:cubicBezTo>
                  <a:lnTo>
                    <a:pt x="4904" y="2044"/>
                  </a:lnTo>
                  <a:lnTo>
                    <a:pt x="10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5" name="Google Shape;1305;p26"/>
            <p:cNvSpPr/>
            <p:nvPr/>
          </p:nvSpPr>
          <p:spPr>
            <a:xfrm>
              <a:off x="1791050" y="1043225"/>
              <a:ext cx="132850" cy="130375"/>
            </a:xfrm>
            <a:custGeom>
              <a:rect b="b" l="l" r="r" t="t"/>
              <a:pathLst>
                <a:path extrusionOk="0" h="5215" w="5314">
                  <a:moveTo>
                    <a:pt x="2571" y="1"/>
                  </a:moveTo>
                  <a:cubicBezTo>
                    <a:pt x="2140" y="1"/>
                    <a:pt x="1713" y="102"/>
                    <a:pt x="1333" y="310"/>
                  </a:cubicBezTo>
                  <a:cubicBezTo>
                    <a:pt x="1227" y="416"/>
                    <a:pt x="1227" y="416"/>
                    <a:pt x="1129" y="416"/>
                  </a:cubicBezTo>
                  <a:lnTo>
                    <a:pt x="1129" y="514"/>
                  </a:lnTo>
                  <a:lnTo>
                    <a:pt x="1022" y="514"/>
                  </a:lnTo>
                  <a:lnTo>
                    <a:pt x="924" y="621"/>
                  </a:lnTo>
                  <a:cubicBezTo>
                    <a:pt x="720" y="825"/>
                    <a:pt x="516" y="1029"/>
                    <a:pt x="409" y="1234"/>
                  </a:cubicBezTo>
                  <a:lnTo>
                    <a:pt x="311" y="1332"/>
                  </a:lnTo>
                  <a:lnTo>
                    <a:pt x="311" y="1438"/>
                  </a:lnTo>
                  <a:cubicBezTo>
                    <a:pt x="205" y="1536"/>
                    <a:pt x="205" y="1536"/>
                    <a:pt x="205" y="1642"/>
                  </a:cubicBezTo>
                  <a:cubicBezTo>
                    <a:pt x="205" y="1740"/>
                    <a:pt x="107" y="1847"/>
                    <a:pt x="107" y="1847"/>
                  </a:cubicBezTo>
                  <a:lnTo>
                    <a:pt x="107" y="1945"/>
                  </a:lnTo>
                  <a:lnTo>
                    <a:pt x="107" y="2051"/>
                  </a:lnTo>
                  <a:cubicBezTo>
                    <a:pt x="107" y="2149"/>
                    <a:pt x="1" y="2149"/>
                    <a:pt x="1" y="2149"/>
                  </a:cubicBezTo>
                  <a:lnTo>
                    <a:pt x="1" y="2353"/>
                  </a:lnTo>
                  <a:lnTo>
                    <a:pt x="1" y="2664"/>
                  </a:lnTo>
                  <a:lnTo>
                    <a:pt x="1" y="2868"/>
                  </a:lnTo>
                  <a:lnTo>
                    <a:pt x="1" y="3073"/>
                  </a:lnTo>
                  <a:cubicBezTo>
                    <a:pt x="107" y="3073"/>
                    <a:pt x="107" y="3073"/>
                    <a:pt x="107" y="3171"/>
                  </a:cubicBezTo>
                  <a:lnTo>
                    <a:pt x="107" y="3375"/>
                  </a:lnTo>
                  <a:cubicBezTo>
                    <a:pt x="107" y="3481"/>
                    <a:pt x="205" y="3481"/>
                    <a:pt x="205" y="3580"/>
                  </a:cubicBezTo>
                  <a:lnTo>
                    <a:pt x="205" y="3686"/>
                  </a:lnTo>
                  <a:lnTo>
                    <a:pt x="311" y="3784"/>
                  </a:lnTo>
                  <a:lnTo>
                    <a:pt x="311" y="3890"/>
                  </a:lnTo>
                  <a:cubicBezTo>
                    <a:pt x="409" y="3890"/>
                    <a:pt x="409" y="3988"/>
                    <a:pt x="409" y="4094"/>
                  </a:cubicBezTo>
                  <a:cubicBezTo>
                    <a:pt x="720" y="4397"/>
                    <a:pt x="1022" y="4707"/>
                    <a:pt x="1431" y="4912"/>
                  </a:cubicBezTo>
                  <a:cubicBezTo>
                    <a:pt x="1537" y="4912"/>
                    <a:pt x="1537" y="5010"/>
                    <a:pt x="1635" y="5010"/>
                  </a:cubicBezTo>
                  <a:cubicBezTo>
                    <a:pt x="1742" y="5010"/>
                    <a:pt x="1840" y="5116"/>
                    <a:pt x="1840" y="5116"/>
                  </a:cubicBezTo>
                  <a:lnTo>
                    <a:pt x="2150" y="5116"/>
                  </a:lnTo>
                  <a:cubicBezTo>
                    <a:pt x="2248" y="5214"/>
                    <a:pt x="2453" y="5214"/>
                    <a:pt x="2657" y="5214"/>
                  </a:cubicBezTo>
                  <a:cubicBezTo>
                    <a:pt x="3066" y="5214"/>
                    <a:pt x="3376" y="5116"/>
                    <a:pt x="3785" y="4912"/>
                  </a:cubicBezTo>
                  <a:cubicBezTo>
                    <a:pt x="3883" y="4912"/>
                    <a:pt x="3883" y="4912"/>
                    <a:pt x="3883" y="4806"/>
                  </a:cubicBezTo>
                  <a:lnTo>
                    <a:pt x="3989" y="4806"/>
                  </a:lnTo>
                  <a:cubicBezTo>
                    <a:pt x="3989" y="4806"/>
                    <a:pt x="4087" y="4806"/>
                    <a:pt x="4087" y="4707"/>
                  </a:cubicBezTo>
                  <a:cubicBezTo>
                    <a:pt x="4087" y="4707"/>
                    <a:pt x="4194" y="4707"/>
                    <a:pt x="4194" y="4601"/>
                  </a:cubicBezTo>
                  <a:lnTo>
                    <a:pt x="4292" y="4601"/>
                  </a:lnTo>
                  <a:lnTo>
                    <a:pt x="4496" y="4397"/>
                  </a:lnTo>
                  <a:cubicBezTo>
                    <a:pt x="4496" y="4299"/>
                    <a:pt x="4602" y="4299"/>
                    <a:pt x="4602" y="4299"/>
                  </a:cubicBezTo>
                  <a:cubicBezTo>
                    <a:pt x="4602" y="4299"/>
                    <a:pt x="4602" y="4193"/>
                    <a:pt x="4700" y="4193"/>
                  </a:cubicBezTo>
                  <a:cubicBezTo>
                    <a:pt x="4700" y="4193"/>
                    <a:pt x="4700" y="4094"/>
                    <a:pt x="4807" y="3988"/>
                  </a:cubicBezTo>
                  <a:cubicBezTo>
                    <a:pt x="4905" y="3890"/>
                    <a:pt x="4905" y="3890"/>
                    <a:pt x="4905" y="3784"/>
                  </a:cubicBezTo>
                  <a:cubicBezTo>
                    <a:pt x="5011" y="3686"/>
                    <a:pt x="5011" y="3686"/>
                    <a:pt x="5011" y="3580"/>
                  </a:cubicBezTo>
                  <a:lnTo>
                    <a:pt x="5011" y="3481"/>
                  </a:lnTo>
                  <a:cubicBezTo>
                    <a:pt x="5313" y="2762"/>
                    <a:pt x="5215" y="1847"/>
                    <a:pt x="4807" y="1127"/>
                  </a:cubicBezTo>
                  <a:cubicBezTo>
                    <a:pt x="4266" y="387"/>
                    <a:pt x="3412" y="1"/>
                    <a:pt x="2571" y="1"/>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6" name="Google Shape;1306;p26"/>
            <p:cNvSpPr/>
            <p:nvPr/>
          </p:nvSpPr>
          <p:spPr>
            <a:xfrm>
              <a:off x="1775725" y="1031225"/>
              <a:ext cx="148175" cy="129025"/>
            </a:xfrm>
            <a:custGeom>
              <a:rect b="b" l="l" r="r" t="t"/>
              <a:pathLst>
                <a:path extrusionOk="0" h="5161" w="5927">
                  <a:moveTo>
                    <a:pt x="3027" y="0"/>
                  </a:moveTo>
                  <a:cubicBezTo>
                    <a:pt x="1991" y="0"/>
                    <a:pt x="1007" y="597"/>
                    <a:pt x="614" y="1607"/>
                  </a:cubicBezTo>
                  <a:cubicBezTo>
                    <a:pt x="1" y="2940"/>
                    <a:pt x="614" y="4468"/>
                    <a:pt x="1946" y="4983"/>
                  </a:cubicBezTo>
                  <a:cubicBezTo>
                    <a:pt x="2259" y="5103"/>
                    <a:pt x="2584" y="5160"/>
                    <a:pt x="2906" y="5160"/>
                  </a:cubicBezTo>
                  <a:cubicBezTo>
                    <a:pt x="3945" y="5160"/>
                    <a:pt x="4952" y="4564"/>
                    <a:pt x="5420" y="3553"/>
                  </a:cubicBezTo>
                  <a:cubicBezTo>
                    <a:pt x="5926" y="2220"/>
                    <a:pt x="5313" y="692"/>
                    <a:pt x="3989" y="177"/>
                  </a:cubicBezTo>
                  <a:cubicBezTo>
                    <a:pt x="3674" y="57"/>
                    <a:pt x="3348" y="0"/>
                    <a:pt x="3027" y="0"/>
                  </a:cubicBezTo>
                  <a:close/>
                </a:path>
              </a:pathLst>
            </a:custGeom>
            <a:solidFill>
              <a:srgbClr val="FF78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7" name="Google Shape;1307;p26"/>
            <p:cNvSpPr/>
            <p:nvPr/>
          </p:nvSpPr>
          <p:spPr>
            <a:xfrm>
              <a:off x="1785950" y="1081625"/>
              <a:ext cx="130400" cy="78625"/>
            </a:xfrm>
            <a:custGeom>
              <a:rect b="b" l="l" r="r" t="t"/>
              <a:pathLst>
                <a:path extrusionOk="0" h="3145" w="5216">
                  <a:moveTo>
                    <a:pt x="5109" y="0"/>
                  </a:moveTo>
                  <a:cubicBezTo>
                    <a:pt x="5109" y="311"/>
                    <a:pt x="5011" y="719"/>
                    <a:pt x="4904" y="1022"/>
                  </a:cubicBezTo>
                  <a:cubicBezTo>
                    <a:pt x="4454" y="2002"/>
                    <a:pt x="3507" y="2593"/>
                    <a:pt x="2551" y="2593"/>
                  </a:cubicBezTo>
                  <a:cubicBezTo>
                    <a:pt x="2207" y="2593"/>
                    <a:pt x="1861" y="2516"/>
                    <a:pt x="1537" y="2354"/>
                  </a:cubicBezTo>
                  <a:cubicBezTo>
                    <a:pt x="720" y="2044"/>
                    <a:pt x="107" y="1332"/>
                    <a:pt x="0" y="613"/>
                  </a:cubicBezTo>
                  <a:lnTo>
                    <a:pt x="0" y="613"/>
                  </a:lnTo>
                  <a:cubicBezTo>
                    <a:pt x="0" y="1537"/>
                    <a:pt x="515" y="2558"/>
                    <a:pt x="1537" y="2967"/>
                  </a:cubicBezTo>
                  <a:cubicBezTo>
                    <a:pt x="1850" y="3087"/>
                    <a:pt x="2175" y="3144"/>
                    <a:pt x="2497" y="3144"/>
                  </a:cubicBezTo>
                  <a:cubicBezTo>
                    <a:pt x="3536" y="3144"/>
                    <a:pt x="4543" y="2548"/>
                    <a:pt x="5011" y="1537"/>
                  </a:cubicBezTo>
                  <a:cubicBezTo>
                    <a:pt x="5215" y="1022"/>
                    <a:pt x="5215" y="515"/>
                    <a:pt x="5109" y="0"/>
                  </a:cubicBezTo>
                  <a:close/>
                </a:path>
              </a:pathLst>
            </a:custGeom>
            <a:solidFill>
              <a:srgbClr val="F56E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8" name="Google Shape;1308;p26"/>
            <p:cNvSpPr/>
            <p:nvPr/>
          </p:nvSpPr>
          <p:spPr>
            <a:xfrm>
              <a:off x="1785950" y="1071400"/>
              <a:ext cx="122625" cy="56225"/>
            </a:xfrm>
            <a:custGeom>
              <a:rect b="b" l="l" r="r" t="t"/>
              <a:pathLst>
                <a:path extrusionOk="0" h="2249" w="4905">
                  <a:moveTo>
                    <a:pt x="205" y="0"/>
                  </a:moveTo>
                  <a:cubicBezTo>
                    <a:pt x="107" y="0"/>
                    <a:pt x="107" y="0"/>
                    <a:pt x="107" y="107"/>
                  </a:cubicBezTo>
                  <a:cubicBezTo>
                    <a:pt x="107" y="107"/>
                    <a:pt x="107" y="205"/>
                    <a:pt x="0" y="311"/>
                  </a:cubicBezTo>
                  <a:lnTo>
                    <a:pt x="4806" y="2248"/>
                  </a:lnTo>
                  <a:cubicBezTo>
                    <a:pt x="4806" y="2248"/>
                    <a:pt x="4904" y="2150"/>
                    <a:pt x="4904" y="2044"/>
                  </a:cubicBezTo>
                  <a:lnTo>
                    <a:pt x="4904" y="1946"/>
                  </a:lnTo>
                  <a:lnTo>
                    <a:pt x="205" y="0"/>
                  </a:lnTo>
                  <a:close/>
                </a:path>
              </a:pathLst>
            </a:custGeom>
            <a:solidFill>
              <a:srgbClr val="F56E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9" name="Google Shape;1309;p26"/>
            <p:cNvSpPr/>
            <p:nvPr/>
          </p:nvSpPr>
          <p:spPr>
            <a:xfrm>
              <a:off x="1788600" y="1066300"/>
              <a:ext cx="122625" cy="58875"/>
            </a:xfrm>
            <a:custGeom>
              <a:rect b="b" l="l" r="r" t="t"/>
              <a:pathLst>
                <a:path extrusionOk="0" h="2355" w="4905">
                  <a:moveTo>
                    <a:pt x="99" y="0"/>
                  </a:moveTo>
                  <a:lnTo>
                    <a:pt x="99" y="204"/>
                  </a:lnTo>
                  <a:cubicBezTo>
                    <a:pt x="1" y="204"/>
                    <a:pt x="1" y="311"/>
                    <a:pt x="1" y="311"/>
                  </a:cubicBezTo>
                  <a:lnTo>
                    <a:pt x="4798" y="2354"/>
                  </a:lnTo>
                  <a:cubicBezTo>
                    <a:pt x="4798" y="2248"/>
                    <a:pt x="4798" y="2248"/>
                    <a:pt x="4905" y="2150"/>
                  </a:cubicBezTo>
                  <a:lnTo>
                    <a:pt x="4905" y="2044"/>
                  </a:lnTo>
                  <a:lnTo>
                    <a:pt x="9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0" name="Google Shape;1310;p26"/>
            <p:cNvSpPr/>
            <p:nvPr/>
          </p:nvSpPr>
          <p:spPr>
            <a:xfrm>
              <a:off x="1952075" y="1110375"/>
              <a:ext cx="135300" cy="129625"/>
            </a:xfrm>
            <a:custGeom>
              <a:rect b="b" l="l" r="r" t="t"/>
              <a:pathLst>
                <a:path extrusionOk="0" h="5185" w="5412">
                  <a:moveTo>
                    <a:pt x="2659" y="0"/>
                  </a:moveTo>
                  <a:cubicBezTo>
                    <a:pt x="2197" y="0"/>
                    <a:pt x="1734" y="125"/>
                    <a:pt x="1325" y="387"/>
                  </a:cubicBezTo>
                  <a:cubicBezTo>
                    <a:pt x="1226" y="387"/>
                    <a:pt x="1226" y="387"/>
                    <a:pt x="1226" y="485"/>
                  </a:cubicBezTo>
                  <a:lnTo>
                    <a:pt x="1120" y="485"/>
                  </a:lnTo>
                  <a:cubicBezTo>
                    <a:pt x="1022" y="485"/>
                    <a:pt x="1022" y="485"/>
                    <a:pt x="1022" y="591"/>
                  </a:cubicBezTo>
                  <a:lnTo>
                    <a:pt x="916" y="591"/>
                  </a:lnTo>
                  <a:lnTo>
                    <a:pt x="916" y="689"/>
                  </a:lnTo>
                  <a:cubicBezTo>
                    <a:pt x="712" y="795"/>
                    <a:pt x="613" y="1000"/>
                    <a:pt x="507" y="1204"/>
                  </a:cubicBezTo>
                  <a:lnTo>
                    <a:pt x="409" y="1204"/>
                  </a:lnTo>
                  <a:cubicBezTo>
                    <a:pt x="409" y="1302"/>
                    <a:pt x="409" y="1302"/>
                    <a:pt x="303" y="1408"/>
                  </a:cubicBezTo>
                  <a:cubicBezTo>
                    <a:pt x="303" y="1507"/>
                    <a:pt x="303" y="1507"/>
                    <a:pt x="205" y="1613"/>
                  </a:cubicBezTo>
                  <a:cubicBezTo>
                    <a:pt x="205" y="1711"/>
                    <a:pt x="205" y="1817"/>
                    <a:pt x="99" y="1817"/>
                  </a:cubicBezTo>
                  <a:lnTo>
                    <a:pt x="99" y="1915"/>
                  </a:lnTo>
                  <a:lnTo>
                    <a:pt x="99" y="2120"/>
                  </a:lnTo>
                  <a:lnTo>
                    <a:pt x="99" y="2324"/>
                  </a:lnTo>
                  <a:lnTo>
                    <a:pt x="99" y="2430"/>
                  </a:lnTo>
                  <a:cubicBezTo>
                    <a:pt x="0" y="2430"/>
                    <a:pt x="0" y="2528"/>
                    <a:pt x="0" y="2634"/>
                  </a:cubicBezTo>
                  <a:cubicBezTo>
                    <a:pt x="0" y="2733"/>
                    <a:pt x="0" y="2733"/>
                    <a:pt x="99" y="2839"/>
                  </a:cubicBezTo>
                  <a:lnTo>
                    <a:pt x="99" y="2937"/>
                  </a:lnTo>
                  <a:lnTo>
                    <a:pt x="99" y="3043"/>
                  </a:lnTo>
                  <a:lnTo>
                    <a:pt x="99" y="3141"/>
                  </a:lnTo>
                  <a:cubicBezTo>
                    <a:pt x="99" y="3247"/>
                    <a:pt x="99" y="3247"/>
                    <a:pt x="205" y="3346"/>
                  </a:cubicBezTo>
                  <a:lnTo>
                    <a:pt x="205" y="3550"/>
                  </a:lnTo>
                  <a:cubicBezTo>
                    <a:pt x="205" y="3550"/>
                    <a:pt x="205" y="3656"/>
                    <a:pt x="303" y="3656"/>
                  </a:cubicBezTo>
                  <a:lnTo>
                    <a:pt x="303" y="3754"/>
                  </a:lnTo>
                  <a:cubicBezTo>
                    <a:pt x="303" y="3860"/>
                    <a:pt x="409" y="3860"/>
                    <a:pt x="409" y="3860"/>
                  </a:cubicBezTo>
                  <a:cubicBezTo>
                    <a:pt x="409" y="3959"/>
                    <a:pt x="409" y="3959"/>
                    <a:pt x="507" y="4065"/>
                  </a:cubicBezTo>
                  <a:cubicBezTo>
                    <a:pt x="712" y="4473"/>
                    <a:pt x="1120" y="4678"/>
                    <a:pt x="1431" y="4882"/>
                  </a:cubicBezTo>
                  <a:cubicBezTo>
                    <a:pt x="1529" y="4980"/>
                    <a:pt x="1635" y="4980"/>
                    <a:pt x="1635" y="4980"/>
                  </a:cubicBezTo>
                  <a:cubicBezTo>
                    <a:pt x="1733" y="5086"/>
                    <a:pt x="1839" y="5086"/>
                    <a:pt x="1938" y="5086"/>
                  </a:cubicBezTo>
                  <a:cubicBezTo>
                    <a:pt x="2044" y="5086"/>
                    <a:pt x="2044" y="5185"/>
                    <a:pt x="2142" y="5185"/>
                  </a:cubicBezTo>
                  <a:lnTo>
                    <a:pt x="2657" y="5185"/>
                  </a:lnTo>
                  <a:cubicBezTo>
                    <a:pt x="3065" y="5185"/>
                    <a:pt x="3474" y="5086"/>
                    <a:pt x="3777" y="4882"/>
                  </a:cubicBezTo>
                  <a:lnTo>
                    <a:pt x="3981" y="4882"/>
                  </a:lnTo>
                  <a:lnTo>
                    <a:pt x="3981" y="4776"/>
                  </a:lnTo>
                  <a:lnTo>
                    <a:pt x="4087" y="4776"/>
                  </a:lnTo>
                  <a:cubicBezTo>
                    <a:pt x="4185" y="4678"/>
                    <a:pt x="4185" y="4678"/>
                    <a:pt x="4291" y="4678"/>
                  </a:cubicBezTo>
                  <a:lnTo>
                    <a:pt x="4291" y="4572"/>
                  </a:lnTo>
                  <a:lnTo>
                    <a:pt x="4390" y="4572"/>
                  </a:lnTo>
                  <a:cubicBezTo>
                    <a:pt x="4390" y="4473"/>
                    <a:pt x="4390" y="4473"/>
                    <a:pt x="4496" y="4473"/>
                  </a:cubicBezTo>
                  <a:lnTo>
                    <a:pt x="4496" y="4367"/>
                  </a:lnTo>
                  <a:cubicBezTo>
                    <a:pt x="4594" y="4367"/>
                    <a:pt x="4594" y="4269"/>
                    <a:pt x="4594" y="4269"/>
                  </a:cubicBezTo>
                  <a:cubicBezTo>
                    <a:pt x="4700" y="4269"/>
                    <a:pt x="4700" y="4269"/>
                    <a:pt x="4700" y="4163"/>
                  </a:cubicBezTo>
                  <a:lnTo>
                    <a:pt x="4798" y="4065"/>
                  </a:lnTo>
                  <a:cubicBezTo>
                    <a:pt x="4798" y="3959"/>
                    <a:pt x="4904" y="3959"/>
                    <a:pt x="4904" y="3959"/>
                  </a:cubicBezTo>
                  <a:lnTo>
                    <a:pt x="4904" y="3860"/>
                  </a:lnTo>
                  <a:lnTo>
                    <a:pt x="5003" y="3754"/>
                  </a:lnTo>
                  <a:lnTo>
                    <a:pt x="5003" y="3656"/>
                  </a:lnTo>
                  <a:cubicBezTo>
                    <a:pt x="5003" y="3550"/>
                    <a:pt x="5109" y="3550"/>
                    <a:pt x="5109" y="3550"/>
                  </a:cubicBezTo>
                  <a:lnTo>
                    <a:pt x="5109" y="3452"/>
                  </a:lnTo>
                  <a:cubicBezTo>
                    <a:pt x="5411" y="2733"/>
                    <a:pt x="5313" y="1817"/>
                    <a:pt x="4798" y="1098"/>
                  </a:cubicBezTo>
                  <a:cubicBezTo>
                    <a:pt x="4278" y="385"/>
                    <a:pt x="3469" y="0"/>
                    <a:pt x="2659"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1" name="Google Shape;1311;p26"/>
            <p:cNvSpPr/>
            <p:nvPr/>
          </p:nvSpPr>
          <p:spPr>
            <a:xfrm>
              <a:off x="1936750" y="1097625"/>
              <a:ext cx="148175" cy="130550"/>
            </a:xfrm>
            <a:custGeom>
              <a:rect b="b" l="l" r="r" t="t"/>
              <a:pathLst>
                <a:path extrusionOk="0" h="5222" w="5927">
                  <a:moveTo>
                    <a:pt x="3022" y="0"/>
                  </a:moveTo>
                  <a:cubicBezTo>
                    <a:pt x="1988" y="0"/>
                    <a:pt x="1000" y="597"/>
                    <a:pt x="613" y="1608"/>
                  </a:cubicBezTo>
                  <a:cubicBezTo>
                    <a:pt x="0" y="2940"/>
                    <a:pt x="712" y="4469"/>
                    <a:pt x="1938" y="4983"/>
                  </a:cubicBezTo>
                  <a:cubicBezTo>
                    <a:pt x="2290" y="5146"/>
                    <a:pt x="2656" y="5222"/>
                    <a:pt x="3015" y="5222"/>
                  </a:cubicBezTo>
                  <a:cubicBezTo>
                    <a:pt x="4014" y="5222"/>
                    <a:pt x="4960" y="4631"/>
                    <a:pt x="5411" y="3651"/>
                  </a:cubicBezTo>
                  <a:cubicBezTo>
                    <a:pt x="5926" y="2327"/>
                    <a:pt x="5313" y="791"/>
                    <a:pt x="3981" y="177"/>
                  </a:cubicBezTo>
                  <a:cubicBezTo>
                    <a:pt x="3668" y="58"/>
                    <a:pt x="3343" y="0"/>
                    <a:pt x="3022" y="0"/>
                  </a:cubicBezTo>
                  <a:close/>
                </a:path>
              </a:pathLst>
            </a:custGeom>
            <a:solidFill>
              <a:srgbClr val="FF78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2" name="Google Shape;1312;p26"/>
            <p:cNvSpPr/>
            <p:nvPr/>
          </p:nvSpPr>
          <p:spPr>
            <a:xfrm>
              <a:off x="1946975" y="1148025"/>
              <a:ext cx="130175" cy="80150"/>
            </a:xfrm>
            <a:custGeom>
              <a:rect b="b" l="l" r="r" t="t"/>
              <a:pathLst>
                <a:path extrusionOk="0" h="3206" w="5207">
                  <a:moveTo>
                    <a:pt x="5108" y="1"/>
                  </a:moveTo>
                  <a:cubicBezTo>
                    <a:pt x="5108" y="311"/>
                    <a:pt x="5108" y="720"/>
                    <a:pt x="4904" y="1022"/>
                  </a:cubicBezTo>
                  <a:cubicBezTo>
                    <a:pt x="4512" y="2037"/>
                    <a:pt x="3532" y="2634"/>
                    <a:pt x="2499" y="2634"/>
                  </a:cubicBezTo>
                  <a:cubicBezTo>
                    <a:pt x="2175" y="2634"/>
                    <a:pt x="1846" y="2575"/>
                    <a:pt x="1529" y="2453"/>
                  </a:cubicBezTo>
                  <a:cubicBezTo>
                    <a:pt x="711" y="2044"/>
                    <a:pt x="204" y="1333"/>
                    <a:pt x="0" y="614"/>
                  </a:cubicBezTo>
                  <a:lnTo>
                    <a:pt x="0" y="614"/>
                  </a:lnTo>
                  <a:cubicBezTo>
                    <a:pt x="0" y="1635"/>
                    <a:pt x="613" y="2559"/>
                    <a:pt x="1529" y="2967"/>
                  </a:cubicBezTo>
                  <a:cubicBezTo>
                    <a:pt x="1881" y="3130"/>
                    <a:pt x="2247" y="3206"/>
                    <a:pt x="2606" y="3206"/>
                  </a:cubicBezTo>
                  <a:cubicBezTo>
                    <a:pt x="3605" y="3206"/>
                    <a:pt x="4551" y="2615"/>
                    <a:pt x="5002" y="1635"/>
                  </a:cubicBezTo>
                  <a:cubicBezTo>
                    <a:pt x="5207" y="1128"/>
                    <a:pt x="5207" y="515"/>
                    <a:pt x="5108" y="1"/>
                  </a:cubicBezTo>
                  <a:close/>
                </a:path>
              </a:pathLst>
            </a:custGeom>
            <a:solidFill>
              <a:srgbClr val="F56E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3" name="Google Shape;1313;p26"/>
            <p:cNvSpPr/>
            <p:nvPr/>
          </p:nvSpPr>
          <p:spPr>
            <a:xfrm>
              <a:off x="1949425" y="1137800"/>
              <a:ext cx="122625" cy="58875"/>
            </a:xfrm>
            <a:custGeom>
              <a:rect b="b" l="l" r="r" t="t"/>
              <a:pathLst>
                <a:path extrusionOk="0" h="2355" w="4905">
                  <a:moveTo>
                    <a:pt x="106" y="1"/>
                  </a:moveTo>
                  <a:lnTo>
                    <a:pt x="106" y="107"/>
                  </a:lnTo>
                  <a:cubicBezTo>
                    <a:pt x="0" y="205"/>
                    <a:pt x="0" y="205"/>
                    <a:pt x="0" y="311"/>
                  </a:cubicBezTo>
                  <a:lnTo>
                    <a:pt x="4700" y="2355"/>
                  </a:lnTo>
                  <a:cubicBezTo>
                    <a:pt x="4806" y="2249"/>
                    <a:pt x="4806" y="2150"/>
                    <a:pt x="4806" y="2044"/>
                  </a:cubicBezTo>
                  <a:lnTo>
                    <a:pt x="4904" y="2044"/>
                  </a:lnTo>
                  <a:lnTo>
                    <a:pt x="106" y="1"/>
                  </a:lnTo>
                  <a:close/>
                </a:path>
              </a:pathLst>
            </a:custGeom>
            <a:solidFill>
              <a:srgbClr val="F56E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4" name="Google Shape;1314;p26"/>
            <p:cNvSpPr/>
            <p:nvPr/>
          </p:nvSpPr>
          <p:spPr>
            <a:xfrm>
              <a:off x="1949425" y="1132700"/>
              <a:ext cx="122625" cy="58875"/>
            </a:xfrm>
            <a:custGeom>
              <a:rect b="b" l="l" r="r" t="t"/>
              <a:pathLst>
                <a:path extrusionOk="0" h="2355" w="4905">
                  <a:moveTo>
                    <a:pt x="205" y="1"/>
                  </a:moveTo>
                  <a:cubicBezTo>
                    <a:pt x="106" y="107"/>
                    <a:pt x="106" y="107"/>
                    <a:pt x="106" y="205"/>
                  </a:cubicBezTo>
                  <a:lnTo>
                    <a:pt x="0" y="311"/>
                  </a:lnTo>
                  <a:lnTo>
                    <a:pt x="4806" y="2354"/>
                  </a:lnTo>
                  <a:lnTo>
                    <a:pt x="4904" y="2248"/>
                  </a:lnTo>
                  <a:lnTo>
                    <a:pt x="4904" y="2044"/>
                  </a:lnTo>
                  <a:lnTo>
                    <a:pt x="20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5" name="Google Shape;1315;p26"/>
            <p:cNvSpPr/>
            <p:nvPr/>
          </p:nvSpPr>
          <p:spPr>
            <a:xfrm>
              <a:off x="2115550" y="1176775"/>
              <a:ext cx="132825" cy="129625"/>
            </a:xfrm>
            <a:custGeom>
              <a:rect b="b" l="l" r="r" t="t"/>
              <a:pathLst>
                <a:path extrusionOk="0" h="5185" w="5313">
                  <a:moveTo>
                    <a:pt x="2629" y="0"/>
                  </a:moveTo>
                  <a:cubicBezTo>
                    <a:pt x="2157" y="0"/>
                    <a:pt x="1672" y="126"/>
                    <a:pt x="1226" y="387"/>
                  </a:cubicBezTo>
                  <a:cubicBezTo>
                    <a:pt x="1226" y="387"/>
                    <a:pt x="1120" y="387"/>
                    <a:pt x="1120" y="485"/>
                  </a:cubicBezTo>
                  <a:lnTo>
                    <a:pt x="1022" y="485"/>
                  </a:lnTo>
                  <a:lnTo>
                    <a:pt x="1022" y="591"/>
                  </a:lnTo>
                  <a:cubicBezTo>
                    <a:pt x="916" y="591"/>
                    <a:pt x="916" y="591"/>
                    <a:pt x="916" y="690"/>
                  </a:cubicBezTo>
                  <a:lnTo>
                    <a:pt x="817" y="690"/>
                  </a:lnTo>
                  <a:cubicBezTo>
                    <a:pt x="711" y="796"/>
                    <a:pt x="507" y="1000"/>
                    <a:pt x="409" y="1204"/>
                  </a:cubicBezTo>
                  <a:cubicBezTo>
                    <a:pt x="303" y="1303"/>
                    <a:pt x="303" y="1303"/>
                    <a:pt x="303" y="1409"/>
                  </a:cubicBezTo>
                  <a:lnTo>
                    <a:pt x="204" y="1507"/>
                  </a:lnTo>
                  <a:lnTo>
                    <a:pt x="204" y="1613"/>
                  </a:lnTo>
                  <a:lnTo>
                    <a:pt x="204" y="1711"/>
                  </a:lnTo>
                  <a:cubicBezTo>
                    <a:pt x="98" y="1711"/>
                    <a:pt x="98" y="1817"/>
                    <a:pt x="98" y="1916"/>
                  </a:cubicBezTo>
                  <a:cubicBezTo>
                    <a:pt x="98" y="2022"/>
                    <a:pt x="0" y="2022"/>
                    <a:pt x="0" y="2120"/>
                  </a:cubicBezTo>
                  <a:lnTo>
                    <a:pt x="0" y="2226"/>
                  </a:lnTo>
                  <a:lnTo>
                    <a:pt x="0" y="2324"/>
                  </a:lnTo>
                  <a:lnTo>
                    <a:pt x="0" y="2430"/>
                  </a:lnTo>
                  <a:lnTo>
                    <a:pt x="0" y="2635"/>
                  </a:lnTo>
                  <a:lnTo>
                    <a:pt x="0" y="2839"/>
                  </a:lnTo>
                  <a:lnTo>
                    <a:pt x="0" y="2937"/>
                  </a:lnTo>
                  <a:lnTo>
                    <a:pt x="0" y="3043"/>
                  </a:lnTo>
                  <a:lnTo>
                    <a:pt x="0" y="3142"/>
                  </a:lnTo>
                  <a:cubicBezTo>
                    <a:pt x="0" y="3248"/>
                    <a:pt x="98" y="3346"/>
                    <a:pt x="98" y="3346"/>
                  </a:cubicBezTo>
                  <a:cubicBezTo>
                    <a:pt x="98" y="3452"/>
                    <a:pt x="98" y="3550"/>
                    <a:pt x="204" y="3550"/>
                  </a:cubicBezTo>
                  <a:lnTo>
                    <a:pt x="204" y="3656"/>
                  </a:lnTo>
                  <a:cubicBezTo>
                    <a:pt x="204" y="3755"/>
                    <a:pt x="204" y="3755"/>
                    <a:pt x="303" y="3861"/>
                  </a:cubicBezTo>
                  <a:cubicBezTo>
                    <a:pt x="303" y="3959"/>
                    <a:pt x="409" y="4065"/>
                    <a:pt x="409" y="4065"/>
                  </a:cubicBezTo>
                  <a:cubicBezTo>
                    <a:pt x="711" y="4474"/>
                    <a:pt x="1022" y="4776"/>
                    <a:pt x="1430" y="4882"/>
                  </a:cubicBezTo>
                  <a:cubicBezTo>
                    <a:pt x="1430" y="4981"/>
                    <a:pt x="1529" y="4981"/>
                    <a:pt x="1635" y="4981"/>
                  </a:cubicBezTo>
                  <a:cubicBezTo>
                    <a:pt x="1733" y="5087"/>
                    <a:pt x="1733" y="5087"/>
                    <a:pt x="1839" y="5087"/>
                  </a:cubicBezTo>
                  <a:cubicBezTo>
                    <a:pt x="1937" y="5185"/>
                    <a:pt x="2043" y="5185"/>
                    <a:pt x="2142" y="5185"/>
                  </a:cubicBezTo>
                  <a:lnTo>
                    <a:pt x="2550" y="5185"/>
                  </a:lnTo>
                  <a:cubicBezTo>
                    <a:pt x="2959" y="5185"/>
                    <a:pt x="3368" y="5087"/>
                    <a:pt x="3776" y="4981"/>
                  </a:cubicBezTo>
                  <a:lnTo>
                    <a:pt x="3776" y="4882"/>
                  </a:lnTo>
                  <a:lnTo>
                    <a:pt x="3981" y="4882"/>
                  </a:lnTo>
                  <a:lnTo>
                    <a:pt x="3981" y="4776"/>
                  </a:lnTo>
                  <a:lnTo>
                    <a:pt x="4087" y="4776"/>
                  </a:lnTo>
                  <a:lnTo>
                    <a:pt x="4185" y="4678"/>
                  </a:lnTo>
                  <a:lnTo>
                    <a:pt x="4185" y="4572"/>
                  </a:lnTo>
                  <a:lnTo>
                    <a:pt x="4291" y="4572"/>
                  </a:lnTo>
                  <a:lnTo>
                    <a:pt x="4389" y="4474"/>
                  </a:lnTo>
                  <a:lnTo>
                    <a:pt x="4496" y="4368"/>
                  </a:lnTo>
                  <a:cubicBezTo>
                    <a:pt x="4496" y="4368"/>
                    <a:pt x="4594" y="4368"/>
                    <a:pt x="4594" y="4269"/>
                  </a:cubicBezTo>
                  <a:cubicBezTo>
                    <a:pt x="4700" y="4163"/>
                    <a:pt x="4700" y="4065"/>
                    <a:pt x="4798" y="4065"/>
                  </a:cubicBezTo>
                  <a:lnTo>
                    <a:pt x="4798" y="3959"/>
                  </a:lnTo>
                  <a:cubicBezTo>
                    <a:pt x="4798" y="3959"/>
                    <a:pt x="4798" y="3861"/>
                    <a:pt x="4904" y="3861"/>
                  </a:cubicBezTo>
                  <a:lnTo>
                    <a:pt x="4904" y="3755"/>
                  </a:lnTo>
                  <a:lnTo>
                    <a:pt x="5002" y="3656"/>
                  </a:lnTo>
                  <a:lnTo>
                    <a:pt x="5002" y="3550"/>
                  </a:lnTo>
                  <a:cubicBezTo>
                    <a:pt x="5313" y="2733"/>
                    <a:pt x="5207" y="1916"/>
                    <a:pt x="4700" y="1098"/>
                  </a:cubicBezTo>
                  <a:cubicBezTo>
                    <a:pt x="4242" y="385"/>
                    <a:pt x="3456" y="0"/>
                    <a:pt x="2629"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6" name="Google Shape;1316;p26"/>
            <p:cNvSpPr/>
            <p:nvPr/>
          </p:nvSpPr>
          <p:spPr>
            <a:xfrm>
              <a:off x="2100225" y="1164025"/>
              <a:ext cx="148150" cy="130575"/>
            </a:xfrm>
            <a:custGeom>
              <a:rect b="b" l="l" r="r" t="t"/>
              <a:pathLst>
                <a:path extrusionOk="0" h="5223" w="5926">
                  <a:moveTo>
                    <a:pt x="3021" y="1"/>
                  </a:moveTo>
                  <a:cubicBezTo>
                    <a:pt x="1981" y="1"/>
                    <a:pt x="975" y="597"/>
                    <a:pt x="507" y="1608"/>
                  </a:cubicBezTo>
                  <a:cubicBezTo>
                    <a:pt x="0" y="2940"/>
                    <a:pt x="613" y="4469"/>
                    <a:pt x="1937" y="4984"/>
                  </a:cubicBezTo>
                  <a:cubicBezTo>
                    <a:pt x="2290" y="5146"/>
                    <a:pt x="2656" y="5222"/>
                    <a:pt x="3013" y="5222"/>
                  </a:cubicBezTo>
                  <a:cubicBezTo>
                    <a:pt x="4007" y="5222"/>
                    <a:pt x="4934" y="4631"/>
                    <a:pt x="5313" y="3652"/>
                  </a:cubicBezTo>
                  <a:cubicBezTo>
                    <a:pt x="5926" y="2327"/>
                    <a:pt x="5313" y="791"/>
                    <a:pt x="3981" y="178"/>
                  </a:cubicBezTo>
                  <a:cubicBezTo>
                    <a:pt x="3667" y="58"/>
                    <a:pt x="3342" y="1"/>
                    <a:pt x="3021" y="1"/>
                  </a:cubicBezTo>
                  <a:close/>
                </a:path>
              </a:pathLst>
            </a:custGeom>
            <a:solidFill>
              <a:srgbClr val="FF78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7" name="Google Shape;1317;p26"/>
            <p:cNvSpPr/>
            <p:nvPr/>
          </p:nvSpPr>
          <p:spPr>
            <a:xfrm>
              <a:off x="2107775" y="1214425"/>
              <a:ext cx="132850" cy="80175"/>
            </a:xfrm>
            <a:custGeom>
              <a:rect b="b" l="l" r="r" t="t"/>
              <a:pathLst>
                <a:path extrusionOk="0" h="3207" w="5314">
                  <a:moveTo>
                    <a:pt x="5215" y="1"/>
                  </a:moveTo>
                  <a:cubicBezTo>
                    <a:pt x="5215" y="410"/>
                    <a:pt x="5109" y="720"/>
                    <a:pt x="5011" y="1023"/>
                  </a:cubicBezTo>
                  <a:cubicBezTo>
                    <a:pt x="4544" y="2037"/>
                    <a:pt x="3542" y="2634"/>
                    <a:pt x="2506" y="2634"/>
                  </a:cubicBezTo>
                  <a:cubicBezTo>
                    <a:pt x="2181" y="2634"/>
                    <a:pt x="1853" y="2576"/>
                    <a:pt x="1537" y="2453"/>
                  </a:cubicBezTo>
                  <a:cubicBezTo>
                    <a:pt x="720" y="2044"/>
                    <a:pt x="205" y="1431"/>
                    <a:pt x="1" y="614"/>
                  </a:cubicBezTo>
                  <a:lnTo>
                    <a:pt x="1" y="614"/>
                  </a:lnTo>
                  <a:cubicBezTo>
                    <a:pt x="1" y="1636"/>
                    <a:pt x="614" y="2559"/>
                    <a:pt x="1635" y="2968"/>
                  </a:cubicBezTo>
                  <a:cubicBezTo>
                    <a:pt x="1988" y="3130"/>
                    <a:pt x="2354" y="3206"/>
                    <a:pt x="2711" y="3206"/>
                  </a:cubicBezTo>
                  <a:cubicBezTo>
                    <a:pt x="3705" y="3206"/>
                    <a:pt x="4632" y="2615"/>
                    <a:pt x="5011" y="1636"/>
                  </a:cubicBezTo>
                  <a:cubicBezTo>
                    <a:pt x="5215" y="1129"/>
                    <a:pt x="5313" y="516"/>
                    <a:pt x="5215" y="1"/>
                  </a:cubicBezTo>
                  <a:close/>
                </a:path>
              </a:pathLst>
            </a:custGeom>
            <a:solidFill>
              <a:srgbClr val="F56E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8" name="Google Shape;1318;p26"/>
            <p:cNvSpPr/>
            <p:nvPr/>
          </p:nvSpPr>
          <p:spPr>
            <a:xfrm>
              <a:off x="2110425" y="1204225"/>
              <a:ext cx="122625" cy="58875"/>
            </a:xfrm>
            <a:custGeom>
              <a:rect b="b" l="l" r="r" t="t"/>
              <a:pathLst>
                <a:path extrusionOk="0" h="2355" w="4905">
                  <a:moveTo>
                    <a:pt x="99" y="0"/>
                  </a:moveTo>
                  <a:lnTo>
                    <a:pt x="99" y="106"/>
                  </a:lnTo>
                  <a:cubicBezTo>
                    <a:pt x="99" y="205"/>
                    <a:pt x="1" y="205"/>
                    <a:pt x="1" y="311"/>
                  </a:cubicBezTo>
                  <a:lnTo>
                    <a:pt x="4799" y="2354"/>
                  </a:lnTo>
                  <a:cubicBezTo>
                    <a:pt x="4799" y="2248"/>
                    <a:pt x="4799" y="2150"/>
                    <a:pt x="4905" y="2150"/>
                  </a:cubicBezTo>
                  <a:lnTo>
                    <a:pt x="4905" y="2044"/>
                  </a:lnTo>
                  <a:lnTo>
                    <a:pt x="99" y="0"/>
                  </a:lnTo>
                  <a:close/>
                </a:path>
              </a:pathLst>
            </a:custGeom>
            <a:solidFill>
              <a:srgbClr val="F56E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9" name="Google Shape;1319;p26"/>
            <p:cNvSpPr/>
            <p:nvPr/>
          </p:nvSpPr>
          <p:spPr>
            <a:xfrm>
              <a:off x="2112875" y="1201775"/>
              <a:ext cx="122625" cy="56200"/>
            </a:xfrm>
            <a:custGeom>
              <a:rect b="b" l="l" r="r" t="t"/>
              <a:pathLst>
                <a:path extrusionOk="0" h="2248" w="4905">
                  <a:moveTo>
                    <a:pt x="107" y="0"/>
                  </a:moveTo>
                  <a:lnTo>
                    <a:pt x="1" y="98"/>
                  </a:lnTo>
                  <a:lnTo>
                    <a:pt x="1" y="303"/>
                  </a:lnTo>
                  <a:lnTo>
                    <a:pt x="4807" y="2248"/>
                  </a:lnTo>
                  <a:lnTo>
                    <a:pt x="4807" y="2142"/>
                  </a:lnTo>
                  <a:cubicBezTo>
                    <a:pt x="4807" y="2043"/>
                    <a:pt x="4905" y="2043"/>
                    <a:pt x="4905" y="1937"/>
                  </a:cubicBezTo>
                  <a:lnTo>
                    <a:pt x="10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20" name="Google Shape;1320;p26"/>
          <p:cNvGrpSpPr/>
          <p:nvPr/>
        </p:nvGrpSpPr>
        <p:grpSpPr>
          <a:xfrm>
            <a:off x="8266150" y="4248125"/>
            <a:ext cx="480225" cy="615300"/>
            <a:chOff x="912850" y="4743425"/>
            <a:chExt cx="480225" cy="615300"/>
          </a:xfrm>
        </p:grpSpPr>
        <p:sp>
          <p:nvSpPr>
            <p:cNvPr id="1321" name="Google Shape;1321;p26"/>
            <p:cNvSpPr/>
            <p:nvPr/>
          </p:nvSpPr>
          <p:spPr>
            <a:xfrm>
              <a:off x="912850" y="4825175"/>
              <a:ext cx="480225" cy="533550"/>
            </a:xfrm>
            <a:custGeom>
              <a:rect b="b" l="l" r="r" t="t"/>
              <a:pathLst>
                <a:path extrusionOk="0" h="21342" w="19209">
                  <a:moveTo>
                    <a:pt x="5927" y="0"/>
                  </a:moveTo>
                  <a:lnTo>
                    <a:pt x="5722" y="1022"/>
                  </a:lnTo>
                  <a:cubicBezTo>
                    <a:pt x="4194" y="1120"/>
                    <a:pt x="2968" y="2044"/>
                    <a:pt x="2763" y="3270"/>
                  </a:cubicBezTo>
                  <a:lnTo>
                    <a:pt x="311" y="15832"/>
                  </a:lnTo>
                  <a:cubicBezTo>
                    <a:pt x="1" y="17467"/>
                    <a:pt x="1227" y="19101"/>
                    <a:pt x="3172" y="19412"/>
                  </a:cubicBezTo>
                  <a:lnTo>
                    <a:pt x="12572" y="21251"/>
                  </a:lnTo>
                  <a:cubicBezTo>
                    <a:pt x="12846" y="21312"/>
                    <a:pt x="13120" y="21341"/>
                    <a:pt x="13390" y="21341"/>
                  </a:cubicBezTo>
                  <a:cubicBezTo>
                    <a:pt x="14925" y="21341"/>
                    <a:pt x="16295" y="20394"/>
                    <a:pt x="16552" y="19003"/>
                  </a:cubicBezTo>
                  <a:lnTo>
                    <a:pt x="19004" y="6539"/>
                  </a:lnTo>
                  <a:cubicBezTo>
                    <a:pt x="19208" y="5207"/>
                    <a:pt x="18497" y="3883"/>
                    <a:pt x="17165" y="3270"/>
                  </a:cubicBezTo>
                  <a:lnTo>
                    <a:pt x="17369" y="2248"/>
                  </a:lnTo>
                  <a:lnTo>
                    <a:pt x="5927" y="0"/>
                  </a:ln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2" name="Google Shape;1322;p26"/>
            <p:cNvSpPr/>
            <p:nvPr/>
          </p:nvSpPr>
          <p:spPr>
            <a:xfrm>
              <a:off x="1055900" y="4825175"/>
              <a:ext cx="291200" cy="71525"/>
            </a:xfrm>
            <a:custGeom>
              <a:rect b="b" l="l" r="r" t="t"/>
              <a:pathLst>
                <a:path extrusionOk="0" h="2861" w="11648">
                  <a:moveTo>
                    <a:pt x="205" y="0"/>
                  </a:moveTo>
                  <a:lnTo>
                    <a:pt x="0" y="613"/>
                  </a:lnTo>
                  <a:lnTo>
                    <a:pt x="11549" y="2861"/>
                  </a:lnTo>
                  <a:lnTo>
                    <a:pt x="11647" y="2248"/>
                  </a:lnTo>
                  <a:lnTo>
                    <a:pt x="205" y="0"/>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3" name="Google Shape;1323;p26"/>
            <p:cNvSpPr/>
            <p:nvPr/>
          </p:nvSpPr>
          <p:spPr>
            <a:xfrm>
              <a:off x="1038125" y="4743425"/>
              <a:ext cx="344725" cy="143075"/>
            </a:xfrm>
            <a:custGeom>
              <a:rect b="b" l="l" r="r" t="t"/>
              <a:pathLst>
                <a:path extrusionOk="0" h="5723" w="13789">
                  <a:moveTo>
                    <a:pt x="613" y="1"/>
                  </a:moveTo>
                  <a:lnTo>
                    <a:pt x="0" y="3066"/>
                  </a:lnTo>
                  <a:lnTo>
                    <a:pt x="13176" y="5722"/>
                  </a:lnTo>
                  <a:lnTo>
                    <a:pt x="13789" y="2657"/>
                  </a:lnTo>
                  <a:lnTo>
                    <a:pt x="613"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4" name="Google Shape;1324;p26"/>
            <p:cNvSpPr/>
            <p:nvPr/>
          </p:nvSpPr>
          <p:spPr>
            <a:xfrm>
              <a:off x="1050775" y="4745900"/>
              <a:ext cx="28225" cy="79300"/>
            </a:xfrm>
            <a:custGeom>
              <a:rect b="b" l="l" r="r" t="t"/>
              <a:pathLst>
                <a:path extrusionOk="0" h="3172" w="1129">
                  <a:moveTo>
                    <a:pt x="614" y="0"/>
                  </a:moveTo>
                  <a:lnTo>
                    <a:pt x="1" y="3065"/>
                  </a:lnTo>
                  <a:lnTo>
                    <a:pt x="516" y="3171"/>
                  </a:lnTo>
                  <a:lnTo>
                    <a:pt x="1129" y="106"/>
                  </a:lnTo>
                  <a:lnTo>
                    <a:pt x="614" y="0"/>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5" name="Google Shape;1325;p26"/>
            <p:cNvSpPr/>
            <p:nvPr/>
          </p:nvSpPr>
          <p:spPr>
            <a:xfrm>
              <a:off x="1078975" y="4751000"/>
              <a:ext cx="30675" cy="81750"/>
            </a:xfrm>
            <a:custGeom>
              <a:rect b="b" l="l" r="r" t="t"/>
              <a:pathLst>
                <a:path extrusionOk="0" h="3270" w="1227">
                  <a:moveTo>
                    <a:pt x="614" y="0"/>
                  </a:moveTo>
                  <a:lnTo>
                    <a:pt x="1" y="3172"/>
                  </a:lnTo>
                  <a:lnTo>
                    <a:pt x="614" y="3270"/>
                  </a:lnTo>
                  <a:lnTo>
                    <a:pt x="1227" y="107"/>
                  </a:lnTo>
                  <a:lnTo>
                    <a:pt x="614" y="0"/>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6" name="Google Shape;1326;p26"/>
            <p:cNvSpPr/>
            <p:nvPr/>
          </p:nvSpPr>
          <p:spPr>
            <a:xfrm>
              <a:off x="1109625" y="4756100"/>
              <a:ext cx="28025" cy="81775"/>
            </a:xfrm>
            <a:custGeom>
              <a:rect b="b" l="l" r="r" t="t"/>
              <a:pathLst>
                <a:path extrusionOk="0" h="3271" w="1121">
                  <a:moveTo>
                    <a:pt x="614" y="1"/>
                  </a:moveTo>
                  <a:lnTo>
                    <a:pt x="1" y="3172"/>
                  </a:lnTo>
                  <a:lnTo>
                    <a:pt x="508" y="3270"/>
                  </a:lnTo>
                  <a:lnTo>
                    <a:pt x="1121" y="107"/>
                  </a:lnTo>
                  <a:lnTo>
                    <a:pt x="614" y="1"/>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7" name="Google Shape;1327;p26"/>
            <p:cNvSpPr/>
            <p:nvPr/>
          </p:nvSpPr>
          <p:spPr>
            <a:xfrm>
              <a:off x="1137625" y="4763875"/>
              <a:ext cx="30675" cy="79100"/>
            </a:xfrm>
            <a:custGeom>
              <a:rect b="b" l="l" r="r" t="t"/>
              <a:pathLst>
                <a:path extrusionOk="0" h="3164" w="1227">
                  <a:moveTo>
                    <a:pt x="614" y="0"/>
                  </a:moveTo>
                  <a:lnTo>
                    <a:pt x="1" y="3065"/>
                  </a:lnTo>
                  <a:lnTo>
                    <a:pt x="516" y="3163"/>
                  </a:lnTo>
                  <a:lnTo>
                    <a:pt x="1227" y="98"/>
                  </a:lnTo>
                  <a:lnTo>
                    <a:pt x="614" y="0"/>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8" name="Google Shape;1328;p26"/>
            <p:cNvSpPr/>
            <p:nvPr/>
          </p:nvSpPr>
          <p:spPr>
            <a:xfrm>
              <a:off x="1165825" y="4768975"/>
              <a:ext cx="30675" cy="79100"/>
            </a:xfrm>
            <a:custGeom>
              <a:rect b="b" l="l" r="r" t="t"/>
              <a:pathLst>
                <a:path extrusionOk="0" h="3164" w="1227">
                  <a:moveTo>
                    <a:pt x="712" y="1"/>
                  </a:moveTo>
                  <a:lnTo>
                    <a:pt x="1" y="3066"/>
                  </a:lnTo>
                  <a:lnTo>
                    <a:pt x="614" y="3164"/>
                  </a:lnTo>
                  <a:lnTo>
                    <a:pt x="1227" y="99"/>
                  </a:lnTo>
                  <a:lnTo>
                    <a:pt x="712" y="1"/>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9" name="Google Shape;1329;p26"/>
            <p:cNvSpPr/>
            <p:nvPr/>
          </p:nvSpPr>
          <p:spPr>
            <a:xfrm>
              <a:off x="1196475" y="4774075"/>
              <a:ext cx="28025" cy="81775"/>
            </a:xfrm>
            <a:custGeom>
              <a:rect b="b" l="l" r="r" t="t"/>
              <a:pathLst>
                <a:path extrusionOk="0" h="3271" w="1121">
                  <a:moveTo>
                    <a:pt x="614" y="1"/>
                  </a:moveTo>
                  <a:lnTo>
                    <a:pt x="1" y="3164"/>
                  </a:lnTo>
                  <a:lnTo>
                    <a:pt x="507" y="3270"/>
                  </a:lnTo>
                  <a:lnTo>
                    <a:pt x="1120" y="99"/>
                  </a:lnTo>
                  <a:lnTo>
                    <a:pt x="614" y="1"/>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0" name="Google Shape;1330;p26"/>
            <p:cNvSpPr/>
            <p:nvPr/>
          </p:nvSpPr>
          <p:spPr>
            <a:xfrm>
              <a:off x="1224475" y="4779200"/>
              <a:ext cx="30675" cy="81750"/>
            </a:xfrm>
            <a:custGeom>
              <a:rect b="b" l="l" r="r" t="t"/>
              <a:pathLst>
                <a:path extrusionOk="0" h="3270" w="1227">
                  <a:moveTo>
                    <a:pt x="613" y="0"/>
                  </a:moveTo>
                  <a:lnTo>
                    <a:pt x="0" y="3163"/>
                  </a:lnTo>
                  <a:lnTo>
                    <a:pt x="613" y="3270"/>
                  </a:lnTo>
                  <a:lnTo>
                    <a:pt x="1226" y="98"/>
                  </a:lnTo>
                  <a:lnTo>
                    <a:pt x="613" y="0"/>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1" name="Google Shape;1331;p26"/>
            <p:cNvSpPr/>
            <p:nvPr/>
          </p:nvSpPr>
          <p:spPr>
            <a:xfrm>
              <a:off x="1255125" y="4786750"/>
              <a:ext cx="28225" cy="79300"/>
            </a:xfrm>
            <a:custGeom>
              <a:rect b="b" l="l" r="r" t="t"/>
              <a:pathLst>
                <a:path extrusionOk="0" h="3172" w="1129">
                  <a:moveTo>
                    <a:pt x="613" y="1"/>
                  </a:moveTo>
                  <a:lnTo>
                    <a:pt x="0" y="3066"/>
                  </a:lnTo>
                  <a:lnTo>
                    <a:pt x="515" y="3172"/>
                  </a:lnTo>
                  <a:lnTo>
                    <a:pt x="1128" y="107"/>
                  </a:lnTo>
                  <a:lnTo>
                    <a:pt x="613" y="1"/>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2" name="Google Shape;1332;p26"/>
            <p:cNvSpPr/>
            <p:nvPr/>
          </p:nvSpPr>
          <p:spPr>
            <a:xfrm>
              <a:off x="1283325" y="4791875"/>
              <a:ext cx="30675" cy="81750"/>
            </a:xfrm>
            <a:custGeom>
              <a:rect b="b" l="l" r="r" t="t"/>
              <a:pathLst>
                <a:path extrusionOk="0" h="3270" w="1227">
                  <a:moveTo>
                    <a:pt x="613" y="0"/>
                  </a:moveTo>
                  <a:lnTo>
                    <a:pt x="0" y="3171"/>
                  </a:lnTo>
                  <a:lnTo>
                    <a:pt x="613" y="3269"/>
                  </a:lnTo>
                  <a:lnTo>
                    <a:pt x="1226" y="106"/>
                  </a:lnTo>
                  <a:lnTo>
                    <a:pt x="613" y="0"/>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3" name="Google Shape;1333;p26"/>
            <p:cNvSpPr/>
            <p:nvPr/>
          </p:nvSpPr>
          <p:spPr>
            <a:xfrm>
              <a:off x="1313975" y="4796975"/>
              <a:ext cx="28000" cy="81750"/>
            </a:xfrm>
            <a:custGeom>
              <a:rect b="b" l="l" r="r" t="t"/>
              <a:pathLst>
                <a:path extrusionOk="0" h="3270" w="1120">
                  <a:moveTo>
                    <a:pt x="613" y="0"/>
                  </a:moveTo>
                  <a:lnTo>
                    <a:pt x="0" y="3172"/>
                  </a:lnTo>
                  <a:lnTo>
                    <a:pt x="507" y="3270"/>
                  </a:lnTo>
                  <a:lnTo>
                    <a:pt x="1120" y="107"/>
                  </a:lnTo>
                  <a:lnTo>
                    <a:pt x="613" y="0"/>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4" name="Google Shape;1334;p26"/>
            <p:cNvSpPr/>
            <p:nvPr/>
          </p:nvSpPr>
          <p:spPr>
            <a:xfrm>
              <a:off x="1341950" y="4804725"/>
              <a:ext cx="30675" cy="79125"/>
            </a:xfrm>
            <a:custGeom>
              <a:rect b="b" l="l" r="r" t="t"/>
              <a:pathLst>
                <a:path extrusionOk="0" h="3165" w="1227">
                  <a:moveTo>
                    <a:pt x="614" y="1"/>
                  </a:moveTo>
                  <a:lnTo>
                    <a:pt x="1" y="3066"/>
                  </a:lnTo>
                  <a:lnTo>
                    <a:pt x="516" y="3164"/>
                  </a:lnTo>
                  <a:lnTo>
                    <a:pt x="1227" y="99"/>
                  </a:lnTo>
                  <a:lnTo>
                    <a:pt x="614" y="1"/>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5" name="Google Shape;1335;p26"/>
            <p:cNvSpPr/>
            <p:nvPr/>
          </p:nvSpPr>
          <p:spPr>
            <a:xfrm>
              <a:off x="935950" y="4963100"/>
              <a:ext cx="441800" cy="260550"/>
            </a:xfrm>
            <a:custGeom>
              <a:rect b="b" l="l" r="r" t="t"/>
              <a:pathLst>
                <a:path extrusionOk="0" h="10422" w="17672">
                  <a:moveTo>
                    <a:pt x="1431" y="0"/>
                  </a:moveTo>
                  <a:lnTo>
                    <a:pt x="0" y="7250"/>
                  </a:lnTo>
                  <a:lnTo>
                    <a:pt x="16241" y="10421"/>
                  </a:lnTo>
                  <a:lnTo>
                    <a:pt x="17671" y="3163"/>
                  </a:lnTo>
                  <a:lnTo>
                    <a:pt x="143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6" name="Google Shape;1336;p26"/>
            <p:cNvSpPr/>
            <p:nvPr/>
          </p:nvSpPr>
          <p:spPr>
            <a:xfrm>
              <a:off x="912850" y="5169875"/>
              <a:ext cx="424025" cy="188850"/>
            </a:xfrm>
            <a:custGeom>
              <a:rect b="b" l="l" r="r" t="t"/>
              <a:pathLst>
                <a:path extrusionOk="0" h="7554" w="16961">
                  <a:moveTo>
                    <a:pt x="16961" y="3172"/>
                  </a:moveTo>
                  <a:lnTo>
                    <a:pt x="16946" y="3244"/>
                  </a:lnTo>
                  <a:lnTo>
                    <a:pt x="16946" y="3244"/>
                  </a:lnTo>
                  <a:cubicBezTo>
                    <a:pt x="16951" y="3220"/>
                    <a:pt x="16956" y="3196"/>
                    <a:pt x="16961" y="3172"/>
                  </a:cubicBezTo>
                  <a:close/>
                  <a:moveTo>
                    <a:pt x="720" y="1"/>
                  </a:moveTo>
                  <a:lnTo>
                    <a:pt x="311" y="2044"/>
                  </a:lnTo>
                  <a:cubicBezTo>
                    <a:pt x="1" y="3679"/>
                    <a:pt x="1227" y="5313"/>
                    <a:pt x="3172" y="5624"/>
                  </a:cubicBezTo>
                  <a:lnTo>
                    <a:pt x="12572" y="7463"/>
                  </a:lnTo>
                  <a:cubicBezTo>
                    <a:pt x="12846" y="7524"/>
                    <a:pt x="13120" y="7553"/>
                    <a:pt x="13390" y="7553"/>
                  </a:cubicBezTo>
                  <a:cubicBezTo>
                    <a:pt x="14925" y="7553"/>
                    <a:pt x="16295" y="6606"/>
                    <a:pt x="16552" y="5215"/>
                  </a:cubicBezTo>
                  <a:lnTo>
                    <a:pt x="16946" y="3244"/>
                  </a:lnTo>
                  <a:lnTo>
                    <a:pt x="16946" y="3244"/>
                  </a:lnTo>
                  <a:cubicBezTo>
                    <a:pt x="16656" y="4596"/>
                    <a:pt x="15307" y="5510"/>
                    <a:pt x="13798" y="5510"/>
                  </a:cubicBezTo>
                  <a:cubicBezTo>
                    <a:pt x="13529" y="5510"/>
                    <a:pt x="13255" y="5481"/>
                    <a:pt x="12980" y="5420"/>
                  </a:cubicBezTo>
                  <a:lnTo>
                    <a:pt x="3475" y="3581"/>
                  </a:lnTo>
                  <a:cubicBezTo>
                    <a:pt x="1636" y="3270"/>
                    <a:pt x="410" y="1635"/>
                    <a:pt x="720" y="1"/>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7" name="Google Shape;1337;p26"/>
            <p:cNvSpPr/>
            <p:nvPr/>
          </p:nvSpPr>
          <p:spPr>
            <a:xfrm>
              <a:off x="963950" y="4963100"/>
              <a:ext cx="413800" cy="112400"/>
            </a:xfrm>
            <a:custGeom>
              <a:rect b="b" l="l" r="r" t="t"/>
              <a:pathLst>
                <a:path extrusionOk="0" h="4496" w="16552">
                  <a:moveTo>
                    <a:pt x="311" y="0"/>
                  </a:moveTo>
                  <a:lnTo>
                    <a:pt x="0" y="1324"/>
                  </a:lnTo>
                  <a:lnTo>
                    <a:pt x="16249" y="4496"/>
                  </a:lnTo>
                  <a:lnTo>
                    <a:pt x="16551" y="3163"/>
                  </a:lnTo>
                  <a:lnTo>
                    <a:pt x="311" y="0"/>
                  </a:lnTo>
                  <a:close/>
                </a:path>
              </a:pathLst>
            </a:custGeom>
            <a:solidFill>
              <a:srgbClr val="FF78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8" name="Google Shape;1338;p26"/>
            <p:cNvSpPr/>
            <p:nvPr/>
          </p:nvSpPr>
          <p:spPr>
            <a:xfrm>
              <a:off x="984375" y="5034625"/>
              <a:ext cx="94625" cy="94425"/>
            </a:xfrm>
            <a:custGeom>
              <a:rect b="b" l="l" r="r" t="t"/>
              <a:pathLst>
                <a:path extrusionOk="0" h="3777" w="3785">
                  <a:moveTo>
                    <a:pt x="1537" y="0"/>
                  </a:moveTo>
                  <a:lnTo>
                    <a:pt x="1333" y="1022"/>
                  </a:lnTo>
                  <a:lnTo>
                    <a:pt x="311" y="817"/>
                  </a:lnTo>
                  <a:lnTo>
                    <a:pt x="1" y="2248"/>
                  </a:lnTo>
                  <a:lnTo>
                    <a:pt x="1022" y="2452"/>
                  </a:lnTo>
                  <a:lnTo>
                    <a:pt x="818" y="3474"/>
                  </a:lnTo>
                  <a:lnTo>
                    <a:pt x="2248" y="3776"/>
                  </a:lnTo>
                  <a:lnTo>
                    <a:pt x="2453" y="2754"/>
                  </a:lnTo>
                  <a:lnTo>
                    <a:pt x="3474" y="2959"/>
                  </a:lnTo>
                  <a:lnTo>
                    <a:pt x="3785" y="1528"/>
                  </a:lnTo>
                  <a:lnTo>
                    <a:pt x="2763" y="1324"/>
                  </a:lnTo>
                  <a:lnTo>
                    <a:pt x="2967" y="302"/>
                  </a:lnTo>
                  <a:lnTo>
                    <a:pt x="1537" y="0"/>
                  </a:lnTo>
                  <a:close/>
                </a:path>
              </a:pathLst>
            </a:custGeom>
            <a:solidFill>
              <a:srgbClr val="FF78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9" name="Google Shape;1339;p26"/>
            <p:cNvSpPr/>
            <p:nvPr/>
          </p:nvSpPr>
          <p:spPr>
            <a:xfrm>
              <a:off x="1178500" y="5075475"/>
              <a:ext cx="145700" cy="43350"/>
            </a:xfrm>
            <a:custGeom>
              <a:rect b="b" l="l" r="r" t="t"/>
              <a:pathLst>
                <a:path extrusionOk="0" h="1734" w="5828">
                  <a:moveTo>
                    <a:pt x="205" y="1"/>
                  </a:moveTo>
                  <a:lnTo>
                    <a:pt x="0" y="614"/>
                  </a:lnTo>
                  <a:lnTo>
                    <a:pt x="5722" y="1733"/>
                  </a:lnTo>
                  <a:lnTo>
                    <a:pt x="5828" y="1120"/>
                  </a:lnTo>
                  <a:lnTo>
                    <a:pt x="205" y="1"/>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0" name="Google Shape;1340;p26"/>
            <p:cNvSpPr/>
            <p:nvPr/>
          </p:nvSpPr>
          <p:spPr>
            <a:xfrm>
              <a:off x="1170925" y="5113700"/>
              <a:ext cx="145525" cy="43550"/>
            </a:xfrm>
            <a:custGeom>
              <a:rect b="b" l="l" r="r" t="t"/>
              <a:pathLst>
                <a:path extrusionOk="0" h="1742" w="5821">
                  <a:moveTo>
                    <a:pt x="205" y="0"/>
                  </a:moveTo>
                  <a:lnTo>
                    <a:pt x="1" y="719"/>
                  </a:lnTo>
                  <a:lnTo>
                    <a:pt x="5722" y="1741"/>
                  </a:lnTo>
                  <a:lnTo>
                    <a:pt x="5820" y="1128"/>
                  </a:lnTo>
                  <a:lnTo>
                    <a:pt x="205" y="0"/>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41" name="Google Shape;1341;p26"/>
          <p:cNvSpPr/>
          <p:nvPr/>
        </p:nvSpPr>
        <p:spPr>
          <a:xfrm flipH="1">
            <a:off x="321590" y="851441"/>
            <a:ext cx="257321" cy="257560"/>
          </a:xfrm>
          <a:custGeom>
            <a:rect b="b" l="l" r="r" t="t"/>
            <a:pathLst>
              <a:path extrusionOk="0" h="3975" w="3971">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2" name="Google Shape;1342;p26"/>
          <p:cNvSpPr/>
          <p:nvPr/>
        </p:nvSpPr>
        <p:spPr>
          <a:xfrm flipH="1">
            <a:off x="1700081" y="61720"/>
            <a:ext cx="243518" cy="243435"/>
          </a:xfrm>
          <a:custGeom>
            <a:rect b="b" l="l" r="r" t="t"/>
            <a:pathLst>
              <a:path extrusionOk="0" h="3757" w="3758">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3" name="Google Shape;1343;p26"/>
          <p:cNvSpPr/>
          <p:nvPr/>
        </p:nvSpPr>
        <p:spPr>
          <a:xfrm flipH="1">
            <a:off x="152397" y="1274488"/>
            <a:ext cx="56441" cy="60195"/>
          </a:xfrm>
          <a:custGeom>
            <a:rect b="b" l="l" r="r" t="t"/>
            <a:pathLst>
              <a:path extrusionOk="0" h="929" w="871">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4" name="Google Shape;1344;p26"/>
          <p:cNvSpPr/>
          <p:nvPr/>
        </p:nvSpPr>
        <p:spPr>
          <a:xfrm flipH="1">
            <a:off x="614097" y="576451"/>
            <a:ext cx="56506" cy="60130"/>
          </a:xfrm>
          <a:custGeom>
            <a:rect b="b" l="l" r="r" t="t"/>
            <a:pathLst>
              <a:path extrusionOk="0" h="928" w="872">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26"/>
          <p:cNvSpPr/>
          <p:nvPr/>
        </p:nvSpPr>
        <p:spPr>
          <a:xfrm flipH="1">
            <a:off x="712853" y="160402"/>
            <a:ext cx="56441" cy="56501"/>
          </a:xfrm>
          <a:custGeom>
            <a:rect b="b" l="l" r="r" t="t"/>
            <a:pathLst>
              <a:path extrusionOk="0" h="872" w="871">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6" name="Google Shape;1346;p26"/>
          <p:cNvSpPr/>
          <p:nvPr/>
        </p:nvSpPr>
        <p:spPr>
          <a:xfrm flipH="1">
            <a:off x="2362920" y="269841"/>
            <a:ext cx="60199" cy="59871"/>
          </a:xfrm>
          <a:custGeom>
            <a:rect b="b" l="l" r="r" t="t"/>
            <a:pathLst>
              <a:path extrusionOk="0" h="924" w="929">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7" name="Google Shape;1347;p26"/>
          <p:cNvSpPr/>
          <p:nvPr/>
        </p:nvSpPr>
        <p:spPr>
          <a:xfrm>
            <a:off x="8408223" y="367974"/>
            <a:ext cx="261014" cy="257301"/>
          </a:xfrm>
          <a:custGeom>
            <a:rect b="b" l="l" r="r" t="t"/>
            <a:pathLst>
              <a:path extrusionOk="0" h="3971" w="4028">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8" name="Google Shape;1348;p26"/>
          <p:cNvSpPr/>
          <p:nvPr/>
        </p:nvSpPr>
        <p:spPr>
          <a:xfrm>
            <a:off x="8538536" y="82293"/>
            <a:ext cx="60199" cy="60130"/>
          </a:xfrm>
          <a:custGeom>
            <a:rect b="b" l="l" r="r" t="t"/>
            <a:pathLst>
              <a:path extrusionOk="0" h="928" w="929">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9" name="Google Shape;1349;p26"/>
          <p:cNvSpPr/>
          <p:nvPr/>
        </p:nvSpPr>
        <p:spPr>
          <a:xfrm>
            <a:off x="8697360" y="1016702"/>
            <a:ext cx="59875" cy="59871"/>
          </a:xfrm>
          <a:custGeom>
            <a:rect b="b" l="l" r="r" t="t"/>
            <a:pathLst>
              <a:path extrusionOk="0" h="924" w="924">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0" name="Google Shape;1350;p26"/>
          <p:cNvSpPr/>
          <p:nvPr/>
        </p:nvSpPr>
        <p:spPr>
          <a:xfrm>
            <a:off x="8937353" y="417069"/>
            <a:ext cx="60134" cy="60130"/>
          </a:xfrm>
          <a:custGeom>
            <a:rect b="b" l="l" r="r" t="t"/>
            <a:pathLst>
              <a:path extrusionOk="0" h="928" w="928">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1" name="Google Shape;1351;p26"/>
          <p:cNvSpPr/>
          <p:nvPr/>
        </p:nvSpPr>
        <p:spPr>
          <a:xfrm rot="10800000">
            <a:off x="28" y="36"/>
            <a:ext cx="1695422" cy="2497239"/>
          </a:xfrm>
          <a:custGeom>
            <a:rect b="b" l="l" r="r" t="t"/>
            <a:pathLst>
              <a:path extrusionOk="0" h="72368" w="49132">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1_1_1_1_3_1">
    <p:spTree>
      <p:nvGrpSpPr>
        <p:cNvPr id="1352" name="Shape 1352"/>
        <p:cNvGrpSpPr/>
        <p:nvPr/>
      </p:nvGrpSpPr>
      <p:grpSpPr>
        <a:xfrm>
          <a:off x="0" y="0"/>
          <a:ext cx="0" cy="0"/>
          <a:chOff x="0" y="0"/>
          <a:chExt cx="0" cy="0"/>
        </a:xfrm>
      </p:grpSpPr>
      <p:sp>
        <p:nvSpPr>
          <p:cNvPr id="1353" name="Google Shape;1353;p27"/>
          <p:cNvSpPr/>
          <p:nvPr/>
        </p:nvSpPr>
        <p:spPr>
          <a:xfrm flipH="1">
            <a:off x="28" y="3186075"/>
            <a:ext cx="2623950" cy="1957425"/>
          </a:xfrm>
          <a:custGeom>
            <a:rect b="b" l="l" r="r" t="t"/>
            <a:pathLst>
              <a:path extrusionOk="0" h="78297" w="104958">
                <a:moveTo>
                  <a:pt x="104958" y="1"/>
                </a:moveTo>
                <a:cubicBezTo>
                  <a:pt x="104958" y="1"/>
                  <a:pt x="64314" y="12023"/>
                  <a:pt x="60558" y="37706"/>
                </a:cubicBezTo>
                <a:cubicBezTo>
                  <a:pt x="58414" y="52416"/>
                  <a:pt x="47851" y="54938"/>
                  <a:pt x="40487" y="54938"/>
                </a:cubicBezTo>
                <a:cubicBezTo>
                  <a:pt x="38699" y="54938"/>
                  <a:pt x="37100" y="54789"/>
                  <a:pt x="35855" y="54630"/>
                </a:cubicBezTo>
                <a:cubicBezTo>
                  <a:pt x="34728" y="54476"/>
                  <a:pt x="33609" y="54400"/>
                  <a:pt x="32504" y="54400"/>
                </a:cubicBezTo>
                <a:cubicBezTo>
                  <a:pt x="24597" y="54400"/>
                  <a:pt x="17364" y="58288"/>
                  <a:pt x="12349" y="65403"/>
                </a:cubicBezTo>
                <a:cubicBezTo>
                  <a:pt x="6638" y="73509"/>
                  <a:pt x="4623" y="75250"/>
                  <a:pt x="0" y="78297"/>
                </a:cubicBezTo>
                <a:lnTo>
                  <a:pt x="104958" y="78297"/>
                </a:lnTo>
                <a:lnTo>
                  <a:pt x="104958"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4" name="Google Shape;1354;p27"/>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Clr>
                <a:schemeClr val="lt2"/>
              </a:buClr>
              <a:buSzPts val="2800"/>
              <a:buNone/>
              <a:defRPr>
                <a:solidFill>
                  <a:schemeClr val="lt2"/>
                </a:solidFill>
              </a:defRPr>
            </a:lvl2pPr>
            <a:lvl3pPr lvl="2" rtl="0">
              <a:spcBef>
                <a:spcPts val="0"/>
              </a:spcBef>
              <a:spcAft>
                <a:spcPts val="0"/>
              </a:spcAft>
              <a:buClr>
                <a:schemeClr val="lt2"/>
              </a:buClr>
              <a:buSzPts val="2800"/>
              <a:buNone/>
              <a:defRPr>
                <a:solidFill>
                  <a:schemeClr val="lt2"/>
                </a:solidFill>
              </a:defRPr>
            </a:lvl3pPr>
            <a:lvl4pPr lvl="3" rtl="0">
              <a:spcBef>
                <a:spcPts val="0"/>
              </a:spcBef>
              <a:spcAft>
                <a:spcPts val="0"/>
              </a:spcAft>
              <a:buClr>
                <a:schemeClr val="lt2"/>
              </a:buClr>
              <a:buSzPts val="2800"/>
              <a:buNone/>
              <a:defRPr>
                <a:solidFill>
                  <a:schemeClr val="lt2"/>
                </a:solidFill>
              </a:defRPr>
            </a:lvl4pPr>
            <a:lvl5pPr lvl="4" rtl="0">
              <a:spcBef>
                <a:spcPts val="0"/>
              </a:spcBef>
              <a:spcAft>
                <a:spcPts val="0"/>
              </a:spcAft>
              <a:buClr>
                <a:schemeClr val="lt2"/>
              </a:buClr>
              <a:buSzPts val="2800"/>
              <a:buNone/>
              <a:defRPr>
                <a:solidFill>
                  <a:schemeClr val="lt2"/>
                </a:solidFill>
              </a:defRPr>
            </a:lvl5pPr>
            <a:lvl6pPr lvl="5" rtl="0">
              <a:spcBef>
                <a:spcPts val="0"/>
              </a:spcBef>
              <a:spcAft>
                <a:spcPts val="0"/>
              </a:spcAft>
              <a:buClr>
                <a:schemeClr val="lt2"/>
              </a:buClr>
              <a:buSzPts val="2800"/>
              <a:buNone/>
              <a:defRPr>
                <a:solidFill>
                  <a:schemeClr val="lt2"/>
                </a:solidFill>
              </a:defRPr>
            </a:lvl6pPr>
            <a:lvl7pPr lvl="6" rtl="0">
              <a:spcBef>
                <a:spcPts val="0"/>
              </a:spcBef>
              <a:spcAft>
                <a:spcPts val="0"/>
              </a:spcAft>
              <a:buClr>
                <a:schemeClr val="lt2"/>
              </a:buClr>
              <a:buSzPts val="2800"/>
              <a:buNone/>
              <a:defRPr>
                <a:solidFill>
                  <a:schemeClr val="lt2"/>
                </a:solidFill>
              </a:defRPr>
            </a:lvl7pPr>
            <a:lvl8pPr lvl="7" rtl="0">
              <a:spcBef>
                <a:spcPts val="0"/>
              </a:spcBef>
              <a:spcAft>
                <a:spcPts val="0"/>
              </a:spcAft>
              <a:buClr>
                <a:schemeClr val="lt2"/>
              </a:buClr>
              <a:buSzPts val="2800"/>
              <a:buNone/>
              <a:defRPr>
                <a:solidFill>
                  <a:schemeClr val="lt2"/>
                </a:solidFill>
              </a:defRPr>
            </a:lvl8pPr>
            <a:lvl9pPr lvl="8" rtl="0">
              <a:spcBef>
                <a:spcPts val="0"/>
              </a:spcBef>
              <a:spcAft>
                <a:spcPts val="0"/>
              </a:spcAft>
              <a:buClr>
                <a:schemeClr val="lt2"/>
              </a:buClr>
              <a:buSzPts val="2800"/>
              <a:buNone/>
              <a:defRPr>
                <a:solidFill>
                  <a:schemeClr val="lt2"/>
                </a:solidFill>
              </a:defRPr>
            </a:lvl9pPr>
          </a:lstStyle>
          <a:p/>
        </p:txBody>
      </p:sp>
      <p:grpSp>
        <p:nvGrpSpPr>
          <p:cNvPr id="1355" name="Google Shape;1355;p27"/>
          <p:cNvGrpSpPr/>
          <p:nvPr/>
        </p:nvGrpSpPr>
        <p:grpSpPr>
          <a:xfrm flipH="1">
            <a:off x="88678" y="4256525"/>
            <a:ext cx="996175" cy="685800"/>
            <a:chOff x="1379925" y="685000"/>
            <a:chExt cx="996175" cy="685800"/>
          </a:xfrm>
        </p:grpSpPr>
        <p:sp>
          <p:nvSpPr>
            <p:cNvPr id="1356" name="Google Shape;1356;p27"/>
            <p:cNvSpPr/>
            <p:nvPr/>
          </p:nvSpPr>
          <p:spPr>
            <a:xfrm>
              <a:off x="1379925" y="685000"/>
              <a:ext cx="996175" cy="685800"/>
            </a:xfrm>
            <a:custGeom>
              <a:rect b="b" l="l" r="r" t="t"/>
              <a:pathLst>
                <a:path extrusionOk="0" h="27432" w="39847">
                  <a:moveTo>
                    <a:pt x="7049" y="1"/>
                  </a:moveTo>
                  <a:cubicBezTo>
                    <a:pt x="6004" y="1"/>
                    <a:pt x="5047" y="612"/>
                    <a:pt x="4594" y="1668"/>
                  </a:cubicBezTo>
                  <a:lnTo>
                    <a:pt x="614" y="11370"/>
                  </a:lnTo>
                  <a:cubicBezTo>
                    <a:pt x="1" y="12800"/>
                    <a:pt x="712" y="14435"/>
                    <a:pt x="2044" y="14950"/>
                  </a:cubicBezTo>
                  <a:lnTo>
                    <a:pt x="31673" y="27210"/>
                  </a:lnTo>
                  <a:cubicBezTo>
                    <a:pt x="32026" y="27361"/>
                    <a:pt x="32384" y="27431"/>
                    <a:pt x="32734" y="27431"/>
                  </a:cubicBezTo>
                  <a:cubicBezTo>
                    <a:pt x="33802" y="27431"/>
                    <a:pt x="34783" y="26777"/>
                    <a:pt x="35245" y="25779"/>
                  </a:cubicBezTo>
                  <a:lnTo>
                    <a:pt x="39233" y="15971"/>
                  </a:lnTo>
                  <a:cubicBezTo>
                    <a:pt x="39846" y="14639"/>
                    <a:pt x="39127" y="13004"/>
                    <a:pt x="37803" y="12391"/>
                  </a:cubicBezTo>
                  <a:lnTo>
                    <a:pt x="8174" y="238"/>
                  </a:lnTo>
                  <a:cubicBezTo>
                    <a:pt x="7800" y="77"/>
                    <a:pt x="7419" y="1"/>
                    <a:pt x="7049" y="1"/>
                  </a:cubicBezTo>
                  <a:close/>
                </a:path>
              </a:pathLst>
            </a:custGeom>
            <a:solidFill>
              <a:srgbClr val="F1F0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7" name="Google Shape;1357;p27"/>
            <p:cNvSpPr/>
            <p:nvPr/>
          </p:nvSpPr>
          <p:spPr>
            <a:xfrm>
              <a:off x="1530525" y="760450"/>
              <a:ext cx="132850" cy="129725"/>
            </a:xfrm>
            <a:custGeom>
              <a:rect b="b" l="l" r="r" t="t"/>
              <a:pathLst>
                <a:path extrusionOk="0" h="5189" w="5314">
                  <a:moveTo>
                    <a:pt x="2604" y="0"/>
                  </a:moveTo>
                  <a:cubicBezTo>
                    <a:pt x="2144" y="0"/>
                    <a:pt x="1672" y="125"/>
                    <a:pt x="1227" y="383"/>
                  </a:cubicBezTo>
                  <a:cubicBezTo>
                    <a:pt x="1227" y="383"/>
                    <a:pt x="1129" y="383"/>
                    <a:pt x="1129" y="489"/>
                  </a:cubicBezTo>
                  <a:lnTo>
                    <a:pt x="924" y="489"/>
                  </a:lnTo>
                  <a:lnTo>
                    <a:pt x="924" y="587"/>
                  </a:lnTo>
                  <a:lnTo>
                    <a:pt x="818" y="587"/>
                  </a:lnTo>
                  <a:lnTo>
                    <a:pt x="818" y="693"/>
                  </a:lnTo>
                  <a:cubicBezTo>
                    <a:pt x="614" y="791"/>
                    <a:pt x="516" y="996"/>
                    <a:pt x="409" y="1200"/>
                  </a:cubicBezTo>
                  <a:lnTo>
                    <a:pt x="311" y="1200"/>
                  </a:lnTo>
                  <a:lnTo>
                    <a:pt x="311" y="1404"/>
                  </a:lnTo>
                  <a:lnTo>
                    <a:pt x="205" y="1404"/>
                  </a:lnTo>
                  <a:lnTo>
                    <a:pt x="205" y="1609"/>
                  </a:lnTo>
                  <a:lnTo>
                    <a:pt x="107" y="1609"/>
                  </a:lnTo>
                  <a:lnTo>
                    <a:pt x="107" y="1813"/>
                  </a:lnTo>
                  <a:lnTo>
                    <a:pt x="1" y="1919"/>
                  </a:lnTo>
                  <a:lnTo>
                    <a:pt x="1" y="2124"/>
                  </a:lnTo>
                  <a:lnTo>
                    <a:pt x="1" y="2328"/>
                  </a:lnTo>
                  <a:lnTo>
                    <a:pt x="1" y="2630"/>
                  </a:lnTo>
                  <a:lnTo>
                    <a:pt x="1" y="2835"/>
                  </a:lnTo>
                  <a:lnTo>
                    <a:pt x="1" y="2941"/>
                  </a:lnTo>
                  <a:lnTo>
                    <a:pt x="1" y="3039"/>
                  </a:lnTo>
                  <a:lnTo>
                    <a:pt x="1" y="3145"/>
                  </a:lnTo>
                  <a:cubicBezTo>
                    <a:pt x="1" y="3243"/>
                    <a:pt x="1" y="3243"/>
                    <a:pt x="107" y="3350"/>
                  </a:cubicBezTo>
                  <a:lnTo>
                    <a:pt x="107" y="3554"/>
                  </a:lnTo>
                  <a:lnTo>
                    <a:pt x="205" y="3652"/>
                  </a:lnTo>
                  <a:lnTo>
                    <a:pt x="205" y="3758"/>
                  </a:lnTo>
                  <a:cubicBezTo>
                    <a:pt x="311" y="3758"/>
                    <a:pt x="311" y="3856"/>
                    <a:pt x="311" y="3856"/>
                  </a:cubicBezTo>
                  <a:cubicBezTo>
                    <a:pt x="311" y="3963"/>
                    <a:pt x="409" y="3963"/>
                    <a:pt x="409" y="4061"/>
                  </a:cubicBezTo>
                  <a:cubicBezTo>
                    <a:pt x="614" y="4469"/>
                    <a:pt x="1022" y="4674"/>
                    <a:pt x="1333" y="4878"/>
                  </a:cubicBezTo>
                  <a:cubicBezTo>
                    <a:pt x="1431" y="4984"/>
                    <a:pt x="1537" y="4984"/>
                    <a:pt x="1635" y="4984"/>
                  </a:cubicBezTo>
                  <a:cubicBezTo>
                    <a:pt x="1635" y="5082"/>
                    <a:pt x="1742" y="5082"/>
                    <a:pt x="1840" y="5082"/>
                  </a:cubicBezTo>
                  <a:cubicBezTo>
                    <a:pt x="1946" y="5082"/>
                    <a:pt x="1946" y="5082"/>
                    <a:pt x="2044" y="5189"/>
                  </a:cubicBezTo>
                  <a:lnTo>
                    <a:pt x="2559" y="5189"/>
                  </a:lnTo>
                  <a:cubicBezTo>
                    <a:pt x="2968" y="5189"/>
                    <a:pt x="3376" y="5082"/>
                    <a:pt x="3679" y="4878"/>
                  </a:cubicBezTo>
                  <a:lnTo>
                    <a:pt x="3883" y="4878"/>
                  </a:lnTo>
                  <a:lnTo>
                    <a:pt x="3883" y="4780"/>
                  </a:lnTo>
                  <a:lnTo>
                    <a:pt x="3989" y="4780"/>
                  </a:lnTo>
                  <a:cubicBezTo>
                    <a:pt x="4087" y="4674"/>
                    <a:pt x="4087" y="4674"/>
                    <a:pt x="4194" y="4674"/>
                  </a:cubicBezTo>
                  <a:lnTo>
                    <a:pt x="4194" y="4576"/>
                  </a:lnTo>
                  <a:lnTo>
                    <a:pt x="4292" y="4576"/>
                  </a:lnTo>
                  <a:cubicBezTo>
                    <a:pt x="4292" y="4469"/>
                    <a:pt x="4398" y="4469"/>
                    <a:pt x="4398" y="4469"/>
                  </a:cubicBezTo>
                  <a:cubicBezTo>
                    <a:pt x="4398" y="4371"/>
                    <a:pt x="4398" y="4371"/>
                    <a:pt x="4496" y="4371"/>
                  </a:cubicBezTo>
                  <a:cubicBezTo>
                    <a:pt x="4496" y="4371"/>
                    <a:pt x="4496" y="4265"/>
                    <a:pt x="4602" y="4265"/>
                  </a:cubicBezTo>
                  <a:lnTo>
                    <a:pt x="4602" y="4167"/>
                  </a:lnTo>
                  <a:cubicBezTo>
                    <a:pt x="4700" y="4167"/>
                    <a:pt x="4700" y="4061"/>
                    <a:pt x="4700" y="4061"/>
                  </a:cubicBezTo>
                  <a:cubicBezTo>
                    <a:pt x="4700" y="3963"/>
                    <a:pt x="4807" y="3963"/>
                    <a:pt x="4807" y="3963"/>
                  </a:cubicBezTo>
                  <a:lnTo>
                    <a:pt x="4807" y="3856"/>
                  </a:lnTo>
                  <a:lnTo>
                    <a:pt x="4905" y="3758"/>
                  </a:lnTo>
                  <a:lnTo>
                    <a:pt x="4905" y="3652"/>
                  </a:lnTo>
                  <a:lnTo>
                    <a:pt x="5011" y="3554"/>
                  </a:lnTo>
                  <a:lnTo>
                    <a:pt x="5011" y="3448"/>
                  </a:lnTo>
                  <a:cubicBezTo>
                    <a:pt x="5313" y="2737"/>
                    <a:pt x="5215" y="1813"/>
                    <a:pt x="4700" y="1102"/>
                  </a:cubicBezTo>
                  <a:cubicBezTo>
                    <a:pt x="4180" y="384"/>
                    <a:pt x="3410" y="0"/>
                    <a:pt x="2604"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8" name="Google Shape;1358;p27"/>
            <p:cNvSpPr/>
            <p:nvPr/>
          </p:nvSpPr>
          <p:spPr>
            <a:xfrm>
              <a:off x="1515200" y="747700"/>
              <a:ext cx="145725" cy="130475"/>
            </a:xfrm>
            <a:custGeom>
              <a:rect b="b" l="l" r="r" t="t"/>
              <a:pathLst>
                <a:path extrusionOk="0" h="5219" w="5829">
                  <a:moveTo>
                    <a:pt x="2916" y="0"/>
                  </a:moveTo>
                  <a:cubicBezTo>
                    <a:pt x="1884" y="0"/>
                    <a:pt x="901" y="598"/>
                    <a:pt x="516" y="1612"/>
                  </a:cubicBezTo>
                  <a:cubicBezTo>
                    <a:pt x="1" y="2936"/>
                    <a:pt x="614" y="4473"/>
                    <a:pt x="1946" y="4979"/>
                  </a:cubicBezTo>
                  <a:cubicBezTo>
                    <a:pt x="2296" y="5142"/>
                    <a:pt x="2662" y="5218"/>
                    <a:pt x="3019" y="5218"/>
                  </a:cubicBezTo>
                  <a:cubicBezTo>
                    <a:pt x="4011" y="5218"/>
                    <a:pt x="4941" y="4629"/>
                    <a:pt x="5313" y="3655"/>
                  </a:cubicBezTo>
                  <a:cubicBezTo>
                    <a:pt x="5828" y="2323"/>
                    <a:pt x="5215" y="795"/>
                    <a:pt x="3883" y="182"/>
                  </a:cubicBezTo>
                  <a:cubicBezTo>
                    <a:pt x="3567" y="59"/>
                    <a:pt x="3239" y="0"/>
                    <a:pt x="2916" y="0"/>
                  </a:cubicBezTo>
                  <a:close/>
                </a:path>
              </a:pathLst>
            </a:custGeom>
            <a:solidFill>
              <a:srgbClr val="FF78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9" name="Google Shape;1359;p27"/>
            <p:cNvSpPr/>
            <p:nvPr/>
          </p:nvSpPr>
          <p:spPr>
            <a:xfrm>
              <a:off x="1522975" y="798200"/>
              <a:ext cx="130175" cy="79975"/>
            </a:xfrm>
            <a:custGeom>
              <a:rect b="b" l="l" r="r" t="t"/>
              <a:pathLst>
                <a:path extrusionOk="0" h="3199" w="5207">
                  <a:moveTo>
                    <a:pt x="5109" y="1"/>
                  </a:moveTo>
                  <a:cubicBezTo>
                    <a:pt x="5109" y="303"/>
                    <a:pt x="5109" y="712"/>
                    <a:pt x="4904" y="1022"/>
                  </a:cubicBezTo>
                  <a:cubicBezTo>
                    <a:pt x="4511" y="2033"/>
                    <a:pt x="3527" y="2630"/>
                    <a:pt x="2491" y="2630"/>
                  </a:cubicBezTo>
                  <a:cubicBezTo>
                    <a:pt x="2170" y="2630"/>
                    <a:pt x="1844" y="2573"/>
                    <a:pt x="1529" y="2453"/>
                  </a:cubicBezTo>
                  <a:cubicBezTo>
                    <a:pt x="711" y="2044"/>
                    <a:pt x="205" y="1325"/>
                    <a:pt x="0" y="614"/>
                  </a:cubicBezTo>
                  <a:lnTo>
                    <a:pt x="0" y="614"/>
                  </a:lnTo>
                  <a:cubicBezTo>
                    <a:pt x="0" y="1635"/>
                    <a:pt x="613" y="2551"/>
                    <a:pt x="1635" y="2959"/>
                  </a:cubicBezTo>
                  <a:cubicBezTo>
                    <a:pt x="1985" y="3122"/>
                    <a:pt x="2351" y="3198"/>
                    <a:pt x="2708" y="3198"/>
                  </a:cubicBezTo>
                  <a:cubicBezTo>
                    <a:pt x="3700" y="3198"/>
                    <a:pt x="4630" y="2609"/>
                    <a:pt x="5002" y="1635"/>
                  </a:cubicBezTo>
                  <a:cubicBezTo>
                    <a:pt x="5207" y="1022"/>
                    <a:pt x="5207" y="507"/>
                    <a:pt x="5109" y="1"/>
                  </a:cubicBezTo>
                  <a:close/>
                </a:path>
              </a:pathLst>
            </a:custGeom>
            <a:solidFill>
              <a:srgbClr val="F56E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0" name="Google Shape;1360;p27"/>
            <p:cNvSpPr/>
            <p:nvPr/>
          </p:nvSpPr>
          <p:spPr>
            <a:xfrm>
              <a:off x="1525425" y="788000"/>
              <a:ext cx="122625" cy="58650"/>
            </a:xfrm>
            <a:custGeom>
              <a:rect b="b" l="l" r="r" t="t"/>
              <a:pathLst>
                <a:path extrusionOk="0" h="2346" w="4905">
                  <a:moveTo>
                    <a:pt x="107" y="0"/>
                  </a:moveTo>
                  <a:lnTo>
                    <a:pt x="107" y="98"/>
                  </a:lnTo>
                  <a:cubicBezTo>
                    <a:pt x="0" y="98"/>
                    <a:pt x="0" y="204"/>
                    <a:pt x="0" y="302"/>
                  </a:cubicBezTo>
                  <a:lnTo>
                    <a:pt x="4700" y="2346"/>
                  </a:lnTo>
                  <a:cubicBezTo>
                    <a:pt x="4806" y="2248"/>
                    <a:pt x="4806" y="2141"/>
                    <a:pt x="4904" y="2043"/>
                  </a:cubicBezTo>
                  <a:lnTo>
                    <a:pt x="107" y="0"/>
                  </a:lnTo>
                  <a:close/>
                </a:path>
              </a:pathLst>
            </a:custGeom>
            <a:solidFill>
              <a:srgbClr val="F56E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1" name="Google Shape;1361;p27"/>
            <p:cNvSpPr/>
            <p:nvPr/>
          </p:nvSpPr>
          <p:spPr>
            <a:xfrm>
              <a:off x="1525425" y="782875"/>
              <a:ext cx="125275" cy="58675"/>
            </a:xfrm>
            <a:custGeom>
              <a:rect b="b" l="l" r="r" t="t"/>
              <a:pathLst>
                <a:path extrusionOk="0" h="2347" w="5011">
                  <a:moveTo>
                    <a:pt x="205" y="1"/>
                  </a:moveTo>
                  <a:cubicBezTo>
                    <a:pt x="107" y="99"/>
                    <a:pt x="107" y="99"/>
                    <a:pt x="107" y="205"/>
                  </a:cubicBezTo>
                  <a:cubicBezTo>
                    <a:pt x="107" y="205"/>
                    <a:pt x="107" y="303"/>
                    <a:pt x="0" y="303"/>
                  </a:cubicBezTo>
                  <a:lnTo>
                    <a:pt x="4806" y="2346"/>
                  </a:lnTo>
                  <a:cubicBezTo>
                    <a:pt x="4904" y="2346"/>
                    <a:pt x="4904" y="2248"/>
                    <a:pt x="4904" y="2248"/>
                  </a:cubicBezTo>
                  <a:cubicBezTo>
                    <a:pt x="4904" y="2142"/>
                    <a:pt x="4904" y="2142"/>
                    <a:pt x="5011" y="2044"/>
                  </a:cubicBezTo>
                  <a:lnTo>
                    <a:pt x="20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2" name="Google Shape;1362;p27"/>
            <p:cNvSpPr/>
            <p:nvPr/>
          </p:nvSpPr>
          <p:spPr>
            <a:xfrm>
              <a:off x="1691550" y="826850"/>
              <a:ext cx="132850" cy="129750"/>
            </a:xfrm>
            <a:custGeom>
              <a:rect b="b" l="l" r="r" t="t"/>
              <a:pathLst>
                <a:path extrusionOk="0" h="5190" w="5314">
                  <a:moveTo>
                    <a:pt x="2628" y="0"/>
                  </a:moveTo>
                  <a:cubicBezTo>
                    <a:pt x="2156" y="0"/>
                    <a:pt x="1671" y="125"/>
                    <a:pt x="1226" y="383"/>
                  </a:cubicBezTo>
                  <a:cubicBezTo>
                    <a:pt x="1226" y="383"/>
                    <a:pt x="1120" y="383"/>
                    <a:pt x="1120" y="489"/>
                  </a:cubicBezTo>
                  <a:lnTo>
                    <a:pt x="1022" y="489"/>
                  </a:lnTo>
                  <a:lnTo>
                    <a:pt x="1022" y="587"/>
                  </a:lnTo>
                  <a:cubicBezTo>
                    <a:pt x="916" y="587"/>
                    <a:pt x="916" y="587"/>
                    <a:pt x="916" y="694"/>
                  </a:cubicBezTo>
                  <a:lnTo>
                    <a:pt x="818" y="694"/>
                  </a:lnTo>
                  <a:cubicBezTo>
                    <a:pt x="711" y="792"/>
                    <a:pt x="507" y="996"/>
                    <a:pt x="409" y="1200"/>
                  </a:cubicBezTo>
                  <a:cubicBezTo>
                    <a:pt x="303" y="1307"/>
                    <a:pt x="303" y="1307"/>
                    <a:pt x="303" y="1405"/>
                  </a:cubicBezTo>
                  <a:cubicBezTo>
                    <a:pt x="205" y="1511"/>
                    <a:pt x="205" y="1511"/>
                    <a:pt x="205" y="1609"/>
                  </a:cubicBezTo>
                  <a:lnTo>
                    <a:pt x="205" y="1715"/>
                  </a:lnTo>
                  <a:cubicBezTo>
                    <a:pt x="98" y="1715"/>
                    <a:pt x="98" y="1813"/>
                    <a:pt x="98" y="1920"/>
                  </a:cubicBezTo>
                  <a:cubicBezTo>
                    <a:pt x="98" y="1920"/>
                    <a:pt x="98" y="2018"/>
                    <a:pt x="0" y="2124"/>
                  </a:cubicBezTo>
                  <a:lnTo>
                    <a:pt x="0" y="2328"/>
                  </a:lnTo>
                  <a:lnTo>
                    <a:pt x="0" y="2426"/>
                  </a:lnTo>
                  <a:lnTo>
                    <a:pt x="0" y="2631"/>
                  </a:lnTo>
                  <a:lnTo>
                    <a:pt x="0" y="2835"/>
                  </a:lnTo>
                  <a:lnTo>
                    <a:pt x="0" y="2941"/>
                  </a:lnTo>
                  <a:lnTo>
                    <a:pt x="0" y="3039"/>
                  </a:lnTo>
                  <a:lnTo>
                    <a:pt x="0" y="3146"/>
                  </a:lnTo>
                  <a:cubicBezTo>
                    <a:pt x="98" y="3244"/>
                    <a:pt x="98" y="3244"/>
                    <a:pt x="98" y="3350"/>
                  </a:cubicBezTo>
                  <a:cubicBezTo>
                    <a:pt x="98" y="3448"/>
                    <a:pt x="98" y="3554"/>
                    <a:pt x="205" y="3554"/>
                  </a:cubicBezTo>
                  <a:lnTo>
                    <a:pt x="205" y="3652"/>
                  </a:lnTo>
                  <a:cubicBezTo>
                    <a:pt x="205" y="3652"/>
                    <a:pt x="205" y="3759"/>
                    <a:pt x="303" y="3759"/>
                  </a:cubicBezTo>
                  <a:lnTo>
                    <a:pt x="303" y="3857"/>
                  </a:lnTo>
                  <a:cubicBezTo>
                    <a:pt x="303" y="3963"/>
                    <a:pt x="409" y="3963"/>
                    <a:pt x="409" y="4061"/>
                  </a:cubicBezTo>
                  <a:cubicBezTo>
                    <a:pt x="711" y="4470"/>
                    <a:pt x="1022" y="4780"/>
                    <a:pt x="1431" y="4878"/>
                  </a:cubicBezTo>
                  <a:cubicBezTo>
                    <a:pt x="1431" y="4985"/>
                    <a:pt x="1529" y="4985"/>
                    <a:pt x="1635" y="4985"/>
                  </a:cubicBezTo>
                  <a:cubicBezTo>
                    <a:pt x="1733" y="5083"/>
                    <a:pt x="1733" y="5083"/>
                    <a:pt x="1839" y="5083"/>
                  </a:cubicBezTo>
                  <a:cubicBezTo>
                    <a:pt x="1937" y="5083"/>
                    <a:pt x="2044" y="5189"/>
                    <a:pt x="2142" y="5189"/>
                  </a:cubicBezTo>
                  <a:lnTo>
                    <a:pt x="2550" y="5189"/>
                  </a:lnTo>
                  <a:cubicBezTo>
                    <a:pt x="2959" y="5189"/>
                    <a:pt x="3368" y="5083"/>
                    <a:pt x="3776" y="4985"/>
                  </a:cubicBezTo>
                  <a:lnTo>
                    <a:pt x="3776" y="4878"/>
                  </a:lnTo>
                  <a:lnTo>
                    <a:pt x="3883" y="4878"/>
                  </a:lnTo>
                  <a:cubicBezTo>
                    <a:pt x="3883" y="4878"/>
                    <a:pt x="3981" y="4878"/>
                    <a:pt x="3981" y="4780"/>
                  </a:cubicBezTo>
                  <a:lnTo>
                    <a:pt x="4087" y="4780"/>
                  </a:lnTo>
                  <a:lnTo>
                    <a:pt x="4185" y="4674"/>
                  </a:lnTo>
                  <a:lnTo>
                    <a:pt x="4291" y="4576"/>
                  </a:lnTo>
                  <a:cubicBezTo>
                    <a:pt x="4389" y="4576"/>
                    <a:pt x="4389" y="4470"/>
                    <a:pt x="4389" y="4470"/>
                  </a:cubicBezTo>
                  <a:cubicBezTo>
                    <a:pt x="4496" y="4470"/>
                    <a:pt x="4496" y="4372"/>
                    <a:pt x="4496" y="4372"/>
                  </a:cubicBezTo>
                  <a:lnTo>
                    <a:pt x="4594" y="4265"/>
                  </a:lnTo>
                  <a:lnTo>
                    <a:pt x="4594" y="4167"/>
                  </a:lnTo>
                  <a:cubicBezTo>
                    <a:pt x="4700" y="4167"/>
                    <a:pt x="4700" y="4061"/>
                    <a:pt x="4798" y="4061"/>
                  </a:cubicBezTo>
                  <a:lnTo>
                    <a:pt x="4798" y="3963"/>
                  </a:lnTo>
                  <a:lnTo>
                    <a:pt x="4904" y="3857"/>
                  </a:lnTo>
                  <a:lnTo>
                    <a:pt x="4904" y="3759"/>
                  </a:lnTo>
                  <a:lnTo>
                    <a:pt x="5002" y="3652"/>
                  </a:lnTo>
                  <a:lnTo>
                    <a:pt x="5002" y="3554"/>
                  </a:lnTo>
                  <a:cubicBezTo>
                    <a:pt x="5313" y="2737"/>
                    <a:pt x="5207" y="1920"/>
                    <a:pt x="4700" y="1102"/>
                  </a:cubicBezTo>
                  <a:cubicBezTo>
                    <a:pt x="4242" y="384"/>
                    <a:pt x="3455" y="0"/>
                    <a:pt x="2628"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3" name="Google Shape;1363;p27"/>
            <p:cNvSpPr/>
            <p:nvPr/>
          </p:nvSpPr>
          <p:spPr>
            <a:xfrm>
              <a:off x="1676225" y="814100"/>
              <a:ext cx="148175" cy="130475"/>
            </a:xfrm>
            <a:custGeom>
              <a:rect b="b" l="l" r="r" t="t"/>
              <a:pathLst>
                <a:path extrusionOk="0" h="5219" w="5927">
                  <a:moveTo>
                    <a:pt x="3012" y="1"/>
                  </a:moveTo>
                  <a:cubicBezTo>
                    <a:pt x="1976" y="1"/>
                    <a:pt x="974" y="598"/>
                    <a:pt x="507" y="1612"/>
                  </a:cubicBezTo>
                  <a:cubicBezTo>
                    <a:pt x="0" y="2936"/>
                    <a:pt x="613" y="4473"/>
                    <a:pt x="1937" y="4980"/>
                  </a:cubicBezTo>
                  <a:cubicBezTo>
                    <a:pt x="2290" y="5142"/>
                    <a:pt x="2657" y="5218"/>
                    <a:pt x="3014" y="5218"/>
                  </a:cubicBezTo>
                  <a:cubicBezTo>
                    <a:pt x="4008" y="5218"/>
                    <a:pt x="4934" y="4629"/>
                    <a:pt x="5313" y="3656"/>
                  </a:cubicBezTo>
                  <a:cubicBezTo>
                    <a:pt x="5926" y="2323"/>
                    <a:pt x="5313" y="795"/>
                    <a:pt x="3981" y="182"/>
                  </a:cubicBezTo>
                  <a:cubicBezTo>
                    <a:pt x="3665" y="59"/>
                    <a:pt x="3337" y="1"/>
                    <a:pt x="3012" y="1"/>
                  </a:cubicBezTo>
                  <a:close/>
                </a:path>
              </a:pathLst>
            </a:custGeom>
            <a:solidFill>
              <a:srgbClr val="FF78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4" name="Google Shape;1364;p27"/>
            <p:cNvSpPr/>
            <p:nvPr/>
          </p:nvSpPr>
          <p:spPr>
            <a:xfrm>
              <a:off x="1683775" y="864625"/>
              <a:ext cx="132850" cy="79950"/>
            </a:xfrm>
            <a:custGeom>
              <a:rect b="b" l="l" r="r" t="t"/>
              <a:pathLst>
                <a:path extrusionOk="0" h="3198" w="5314">
                  <a:moveTo>
                    <a:pt x="5215" y="0"/>
                  </a:moveTo>
                  <a:cubicBezTo>
                    <a:pt x="5215" y="409"/>
                    <a:pt x="5109" y="711"/>
                    <a:pt x="5011" y="1022"/>
                  </a:cubicBezTo>
                  <a:cubicBezTo>
                    <a:pt x="4543" y="2033"/>
                    <a:pt x="3537" y="2629"/>
                    <a:pt x="2497" y="2629"/>
                  </a:cubicBezTo>
                  <a:cubicBezTo>
                    <a:pt x="2175" y="2629"/>
                    <a:pt x="1850" y="2572"/>
                    <a:pt x="1537" y="2452"/>
                  </a:cubicBezTo>
                  <a:cubicBezTo>
                    <a:pt x="720" y="2043"/>
                    <a:pt x="205" y="1430"/>
                    <a:pt x="1" y="613"/>
                  </a:cubicBezTo>
                  <a:lnTo>
                    <a:pt x="1" y="613"/>
                  </a:lnTo>
                  <a:cubicBezTo>
                    <a:pt x="1" y="1635"/>
                    <a:pt x="614" y="2550"/>
                    <a:pt x="1635" y="2959"/>
                  </a:cubicBezTo>
                  <a:cubicBezTo>
                    <a:pt x="1988" y="3121"/>
                    <a:pt x="2355" y="3197"/>
                    <a:pt x="2712" y="3197"/>
                  </a:cubicBezTo>
                  <a:cubicBezTo>
                    <a:pt x="3706" y="3197"/>
                    <a:pt x="4632" y="2608"/>
                    <a:pt x="5011" y="1635"/>
                  </a:cubicBezTo>
                  <a:cubicBezTo>
                    <a:pt x="5215" y="1120"/>
                    <a:pt x="5313" y="507"/>
                    <a:pt x="5215" y="0"/>
                  </a:cubicBezTo>
                  <a:close/>
                </a:path>
              </a:pathLst>
            </a:custGeom>
            <a:solidFill>
              <a:srgbClr val="F56E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5" name="Google Shape;1365;p27"/>
            <p:cNvSpPr/>
            <p:nvPr/>
          </p:nvSpPr>
          <p:spPr>
            <a:xfrm>
              <a:off x="1686450" y="854400"/>
              <a:ext cx="122625" cy="58675"/>
            </a:xfrm>
            <a:custGeom>
              <a:rect b="b" l="l" r="r" t="t"/>
              <a:pathLst>
                <a:path extrusionOk="0" h="2347" w="4905">
                  <a:moveTo>
                    <a:pt x="98" y="0"/>
                  </a:moveTo>
                  <a:lnTo>
                    <a:pt x="98" y="98"/>
                  </a:lnTo>
                  <a:cubicBezTo>
                    <a:pt x="98" y="205"/>
                    <a:pt x="0" y="205"/>
                    <a:pt x="0" y="303"/>
                  </a:cubicBezTo>
                  <a:lnTo>
                    <a:pt x="4798" y="2346"/>
                  </a:lnTo>
                  <a:cubicBezTo>
                    <a:pt x="4798" y="2248"/>
                    <a:pt x="4904" y="2142"/>
                    <a:pt x="4904" y="2142"/>
                  </a:cubicBezTo>
                  <a:lnTo>
                    <a:pt x="4904" y="2044"/>
                  </a:lnTo>
                  <a:lnTo>
                    <a:pt x="98" y="0"/>
                  </a:lnTo>
                  <a:close/>
                </a:path>
              </a:pathLst>
            </a:custGeom>
            <a:solidFill>
              <a:srgbClr val="F56E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6" name="Google Shape;1366;p27"/>
            <p:cNvSpPr/>
            <p:nvPr/>
          </p:nvSpPr>
          <p:spPr>
            <a:xfrm>
              <a:off x="1688900" y="851750"/>
              <a:ext cx="122625" cy="56200"/>
            </a:xfrm>
            <a:custGeom>
              <a:rect b="b" l="l" r="r" t="t"/>
              <a:pathLst>
                <a:path extrusionOk="0" h="2248" w="4905">
                  <a:moveTo>
                    <a:pt x="106" y="0"/>
                  </a:moveTo>
                  <a:cubicBezTo>
                    <a:pt x="106" y="0"/>
                    <a:pt x="106" y="106"/>
                    <a:pt x="0" y="106"/>
                  </a:cubicBezTo>
                  <a:lnTo>
                    <a:pt x="0" y="311"/>
                  </a:lnTo>
                  <a:lnTo>
                    <a:pt x="4806" y="2248"/>
                  </a:lnTo>
                  <a:lnTo>
                    <a:pt x="4806" y="2150"/>
                  </a:lnTo>
                  <a:cubicBezTo>
                    <a:pt x="4904" y="2043"/>
                    <a:pt x="4904" y="2043"/>
                    <a:pt x="4904" y="1945"/>
                  </a:cubicBezTo>
                  <a:lnTo>
                    <a:pt x="106"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7" name="Google Shape;1367;p27"/>
            <p:cNvSpPr/>
            <p:nvPr/>
          </p:nvSpPr>
          <p:spPr>
            <a:xfrm>
              <a:off x="1852350" y="893375"/>
              <a:ext cx="132850" cy="129625"/>
            </a:xfrm>
            <a:custGeom>
              <a:rect b="b" l="l" r="r" t="t"/>
              <a:pathLst>
                <a:path extrusionOk="0" h="5185" w="5314">
                  <a:moveTo>
                    <a:pt x="2638" y="0"/>
                  </a:moveTo>
                  <a:cubicBezTo>
                    <a:pt x="2184" y="0"/>
                    <a:pt x="1732" y="125"/>
                    <a:pt x="1333" y="378"/>
                  </a:cubicBezTo>
                  <a:cubicBezTo>
                    <a:pt x="1227" y="378"/>
                    <a:pt x="1227" y="485"/>
                    <a:pt x="1129" y="485"/>
                  </a:cubicBezTo>
                  <a:lnTo>
                    <a:pt x="1022" y="583"/>
                  </a:lnTo>
                  <a:lnTo>
                    <a:pt x="924" y="689"/>
                  </a:lnTo>
                  <a:lnTo>
                    <a:pt x="409" y="1196"/>
                  </a:lnTo>
                  <a:cubicBezTo>
                    <a:pt x="409" y="1302"/>
                    <a:pt x="409" y="1302"/>
                    <a:pt x="311" y="1400"/>
                  </a:cubicBezTo>
                  <a:lnTo>
                    <a:pt x="311" y="1506"/>
                  </a:lnTo>
                  <a:lnTo>
                    <a:pt x="205" y="1604"/>
                  </a:lnTo>
                  <a:lnTo>
                    <a:pt x="205" y="1711"/>
                  </a:lnTo>
                  <a:cubicBezTo>
                    <a:pt x="205" y="1711"/>
                    <a:pt x="107" y="1809"/>
                    <a:pt x="107" y="1915"/>
                  </a:cubicBezTo>
                  <a:lnTo>
                    <a:pt x="107" y="2119"/>
                  </a:lnTo>
                  <a:lnTo>
                    <a:pt x="107" y="2217"/>
                  </a:lnTo>
                  <a:lnTo>
                    <a:pt x="1" y="2324"/>
                  </a:lnTo>
                  <a:lnTo>
                    <a:pt x="1" y="2422"/>
                  </a:lnTo>
                  <a:lnTo>
                    <a:pt x="1" y="2626"/>
                  </a:lnTo>
                  <a:lnTo>
                    <a:pt x="1" y="2830"/>
                  </a:lnTo>
                  <a:lnTo>
                    <a:pt x="1" y="2937"/>
                  </a:lnTo>
                  <a:cubicBezTo>
                    <a:pt x="1" y="3035"/>
                    <a:pt x="107" y="3035"/>
                    <a:pt x="107" y="3141"/>
                  </a:cubicBezTo>
                  <a:lnTo>
                    <a:pt x="107" y="3345"/>
                  </a:lnTo>
                  <a:cubicBezTo>
                    <a:pt x="205" y="3443"/>
                    <a:pt x="205" y="3550"/>
                    <a:pt x="205" y="3648"/>
                  </a:cubicBezTo>
                  <a:cubicBezTo>
                    <a:pt x="311" y="3754"/>
                    <a:pt x="311" y="3754"/>
                    <a:pt x="311" y="3852"/>
                  </a:cubicBezTo>
                  <a:cubicBezTo>
                    <a:pt x="409" y="3958"/>
                    <a:pt x="409" y="4056"/>
                    <a:pt x="516" y="4056"/>
                  </a:cubicBezTo>
                  <a:cubicBezTo>
                    <a:pt x="720" y="4465"/>
                    <a:pt x="1022" y="4776"/>
                    <a:pt x="1431" y="4980"/>
                  </a:cubicBezTo>
                  <a:cubicBezTo>
                    <a:pt x="1537" y="4980"/>
                    <a:pt x="1635" y="4980"/>
                    <a:pt x="1635" y="5078"/>
                  </a:cubicBezTo>
                  <a:lnTo>
                    <a:pt x="1946" y="5078"/>
                  </a:lnTo>
                  <a:cubicBezTo>
                    <a:pt x="1946" y="5184"/>
                    <a:pt x="2044" y="5184"/>
                    <a:pt x="2150" y="5184"/>
                  </a:cubicBezTo>
                  <a:lnTo>
                    <a:pt x="2657" y="5184"/>
                  </a:lnTo>
                  <a:cubicBezTo>
                    <a:pt x="3066" y="5184"/>
                    <a:pt x="3475" y="5184"/>
                    <a:pt x="3785" y="4980"/>
                  </a:cubicBezTo>
                  <a:cubicBezTo>
                    <a:pt x="3883" y="4874"/>
                    <a:pt x="3883" y="4874"/>
                    <a:pt x="3989" y="4874"/>
                  </a:cubicBezTo>
                  <a:lnTo>
                    <a:pt x="3989" y="4776"/>
                  </a:lnTo>
                  <a:lnTo>
                    <a:pt x="4088" y="4776"/>
                  </a:lnTo>
                  <a:cubicBezTo>
                    <a:pt x="4194" y="4776"/>
                    <a:pt x="4194" y="4669"/>
                    <a:pt x="4194" y="4669"/>
                  </a:cubicBezTo>
                  <a:lnTo>
                    <a:pt x="4292" y="4669"/>
                  </a:lnTo>
                  <a:cubicBezTo>
                    <a:pt x="4292" y="4571"/>
                    <a:pt x="4292" y="4571"/>
                    <a:pt x="4398" y="4571"/>
                  </a:cubicBezTo>
                  <a:cubicBezTo>
                    <a:pt x="4398" y="4571"/>
                    <a:pt x="4398" y="4465"/>
                    <a:pt x="4496" y="4465"/>
                  </a:cubicBezTo>
                  <a:lnTo>
                    <a:pt x="4496" y="4367"/>
                  </a:lnTo>
                  <a:cubicBezTo>
                    <a:pt x="4602" y="4367"/>
                    <a:pt x="4602" y="4367"/>
                    <a:pt x="4602" y="4261"/>
                  </a:cubicBezTo>
                  <a:lnTo>
                    <a:pt x="4701" y="4261"/>
                  </a:lnTo>
                  <a:cubicBezTo>
                    <a:pt x="4701" y="4163"/>
                    <a:pt x="4807" y="4163"/>
                    <a:pt x="4807" y="4056"/>
                  </a:cubicBezTo>
                  <a:lnTo>
                    <a:pt x="4807" y="3958"/>
                  </a:lnTo>
                  <a:cubicBezTo>
                    <a:pt x="4905" y="3958"/>
                    <a:pt x="4905" y="3852"/>
                    <a:pt x="4905" y="3852"/>
                  </a:cubicBezTo>
                  <a:cubicBezTo>
                    <a:pt x="4905" y="3852"/>
                    <a:pt x="4905" y="3754"/>
                    <a:pt x="5011" y="3754"/>
                  </a:cubicBezTo>
                  <a:lnTo>
                    <a:pt x="5011" y="3648"/>
                  </a:lnTo>
                  <a:cubicBezTo>
                    <a:pt x="5011" y="3648"/>
                    <a:pt x="5011" y="3550"/>
                    <a:pt x="5109" y="3550"/>
                  </a:cubicBezTo>
                  <a:cubicBezTo>
                    <a:pt x="5314" y="2732"/>
                    <a:pt x="5314" y="1915"/>
                    <a:pt x="4807" y="1196"/>
                  </a:cubicBezTo>
                  <a:cubicBezTo>
                    <a:pt x="4281" y="407"/>
                    <a:pt x="3457" y="0"/>
                    <a:pt x="2638"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8" name="Google Shape;1368;p27"/>
            <p:cNvSpPr/>
            <p:nvPr/>
          </p:nvSpPr>
          <p:spPr>
            <a:xfrm>
              <a:off x="1837025" y="881525"/>
              <a:ext cx="148175" cy="130575"/>
            </a:xfrm>
            <a:custGeom>
              <a:rect b="b" l="l" r="r" t="t"/>
              <a:pathLst>
                <a:path extrusionOk="0" h="5223" w="5927">
                  <a:moveTo>
                    <a:pt x="2914" y="1"/>
                  </a:moveTo>
                  <a:cubicBezTo>
                    <a:pt x="1920" y="1"/>
                    <a:pt x="993" y="592"/>
                    <a:pt x="614" y="1572"/>
                  </a:cubicBezTo>
                  <a:cubicBezTo>
                    <a:pt x="1" y="2896"/>
                    <a:pt x="614" y="4432"/>
                    <a:pt x="1946" y="5045"/>
                  </a:cubicBezTo>
                  <a:cubicBezTo>
                    <a:pt x="2259" y="5165"/>
                    <a:pt x="2584" y="5222"/>
                    <a:pt x="2906" y="5222"/>
                  </a:cubicBezTo>
                  <a:cubicBezTo>
                    <a:pt x="3945" y="5222"/>
                    <a:pt x="4952" y="4626"/>
                    <a:pt x="5420" y="3615"/>
                  </a:cubicBezTo>
                  <a:cubicBezTo>
                    <a:pt x="5927" y="2283"/>
                    <a:pt x="5314" y="754"/>
                    <a:pt x="3989" y="239"/>
                  </a:cubicBezTo>
                  <a:cubicBezTo>
                    <a:pt x="3637" y="77"/>
                    <a:pt x="3271" y="1"/>
                    <a:pt x="2914" y="1"/>
                  </a:cubicBezTo>
                  <a:close/>
                </a:path>
              </a:pathLst>
            </a:custGeom>
            <a:solidFill>
              <a:srgbClr val="FF78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9" name="Google Shape;1369;p27"/>
            <p:cNvSpPr/>
            <p:nvPr/>
          </p:nvSpPr>
          <p:spPr>
            <a:xfrm>
              <a:off x="1847250" y="931025"/>
              <a:ext cx="130400" cy="81075"/>
            </a:xfrm>
            <a:custGeom>
              <a:rect b="b" l="l" r="r" t="t"/>
              <a:pathLst>
                <a:path extrusionOk="0" h="3243" w="5216">
                  <a:moveTo>
                    <a:pt x="5109" y="0"/>
                  </a:moveTo>
                  <a:cubicBezTo>
                    <a:pt x="5109" y="409"/>
                    <a:pt x="5011" y="711"/>
                    <a:pt x="4905" y="1022"/>
                  </a:cubicBezTo>
                  <a:cubicBezTo>
                    <a:pt x="4518" y="2033"/>
                    <a:pt x="3530" y="2629"/>
                    <a:pt x="2496" y="2629"/>
                  </a:cubicBezTo>
                  <a:cubicBezTo>
                    <a:pt x="2175" y="2629"/>
                    <a:pt x="1850" y="2572"/>
                    <a:pt x="1537" y="2452"/>
                  </a:cubicBezTo>
                  <a:cubicBezTo>
                    <a:pt x="720" y="2142"/>
                    <a:pt x="107" y="1431"/>
                    <a:pt x="0" y="613"/>
                  </a:cubicBezTo>
                  <a:lnTo>
                    <a:pt x="0" y="613"/>
                  </a:lnTo>
                  <a:cubicBezTo>
                    <a:pt x="0" y="1635"/>
                    <a:pt x="613" y="2550"/>
                    <a:pt x="1537" y="3065"/>
                  </a:cubicBezTo>
                  <a:cubicBezTo>
                    <a:pt x="1850" y="3185"/>
                    <a:pt x="2175" y="3242"/>
                    <a:pt x="2497" y="3242"/>
                  </a:cubicBezTo>
                  <a:cubicBezTo>
                    <a:pt x="3536" y="3242"/>
                    <a:pt x="4543" y="2646"/>
                    <a:pt x="5011" y="1635"/>
                  </a:cubicBezTo>
                  <a:cubicBezTo>
                    <a:pt x="5215" y="1120"/>
                    <a:pt x="5215" y="507"/>
                    <a:pt x="5109" y="0"/>
                  </a:cubicBezTo>
                  <a:close/>
                </a:path>
              </a:pathLst>
            </a:custGeom>
            <a:solidFill>
              <a:srgbClr val="F56E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0" name="Google Shape;1370;p27"/>
            <p:cNvSpPr/>
            <p:nvPr/>
          </p:nvSpPr>
          <p:spPr>
            <a:xfrm>
              <a:off x="1849900" y="920800"/>
              <a:ext cx="122625" cy="58675"/>
            </a:xfrm>
            <a:custGeom>
              <a:rect b="b" l="l" r="r" t="t"/>
              <a:pathLst>
                <a:path extrusionOk="0" h="2347" w="4905">
                  <a:moveTo>
                    <a:pt x="99" y="1"/>
                  </a:moveTo>
                  <a:cubicBezTo>
                    <a:pt x="99" y="99"/>
                    <a:pt x="1" y="99"/>
                    <a:pt x="1" y="99"/>
                  </a:cubicBezTo>
                  <a:lnTo>
                    <a:pt x="1" y="303"/>
                  </a:lnTo>
                  <a:lnTo>
                    <a:pt x="4700" y="2346"/>
                  </a:lnTo>
                  <a:cubicBezTo>
                    <a:pt x="4799" y="2248"/>
                    <a:pt x="4799" y="2248"/>
                    <a:pt x="4799" y="2142"/>
                  </a:cubicBezTo>
                  <a:lnTo>
                    <a:pt x="4905" y="2044"/>
                  </a:lnTo>
                  <a:lnTo>
                    <a:pt x="99" y="1"/>
                  </a:lnTo>
                  <a:close/>
                </a:path>
              </a:pathLst>
            </a:custGeom>
            <a:solidFill>
              <a:srgbClr val="F56E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1" name="Google Shape;1371;p27"/>
            <p:cNvSpPr/>
            <p:nvPr/>
          </p:nvSpPr>
          <p:spPr>
            <a:xfrm>
              <a:off x="1849900" y="918150"/>
              <a:ext cx="122625" cy="56225"/>
            </a:xfrm>
            <a:custGeom>
              <a:rect b="b" l="l" r="r" t="t"/>
              <a:pathLst>
                <a:path extrusionOk="0" h="2249" w="4905">
                  <a:moveTo>
                    <a:pt x="99" y="0"/>
                  </a:moveTo>
                  <a:lnTo>
                    <a:pt x="99" y="107"/>
                  </a:lnTo>
                  <a:cubicBezTo>
                    <a:pt x="1" y="205"/>
                    <a:pt x="1" y="205"/>
                    <a:pt x="1" y="311"/>
                  </a:cubicBezTo>
                  <a:lnTo>
                    <a:pt x="4799" y="2248"/>
                  </a:lnTo>
                  <a:cubicBezTo>
                    <a:pt x="4799" y="2248"/>
                    <a:pt x="4799" y="2150"/>
                    <a:pt x="4905" y="2150"/>
                  </a:cubicBezTo>
                  <a:lnTo>
                    <a:pt x="4905" y="1946"/>
                  </a:lnTo>
                  <a:lnTo>
                    <a:pt x="9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2" name="Google Shape;1372;p27"/>
            <p:cNvSpPr/>
            <p:nvPr/>
          </p:nvSpPr>
          <p:spPr>
            <a:xfrm>
              <a:off x="2015825" y="960400"/>
              <a:ext cx="132850" cy="131450"/>
            </a:xfrm>
            <a:custGeom>
              <a:rect b="b" l="l" r="r" t="t"/>
              <a:pathLst>
                <a:path extrusionOk="0" h="5258" w="5314">
                  <a:moveTo>
                    <a:pt x="2534" y="1"/>
                  </a:moveTo>
                  <a:cubicBezTo>
                    <a:pt x="2092" y="1"/>
                    <a:pt x="1641" y="113"/>
                    <a:pt x="1227" y="354"/>
                  </a:cubicBezTo>
                  <a:cubicBezTo>
                    <a:pt x="1227" y="460"/>
                    <a:pt x="1128" y="460"/>
                    <a:pt x="1128" y="460"/>
                  </a:cubicBezTo>
                  <a:cubicBezTo>
                    <a:pt x="1022" y="460"/>
                    <a:pt x="1022" y="460"/>
                    <a:pt x="1022" y="558"/>
                  </a:cubicBezTo>
                  <a:lnTo>
                    <a:pt x="924" y="558"/>
                  </a:lnTo>
                  <a:cubicBezTo>
                    <a:pt x="924" y="558"/>
                    <a:pt x="924" y="664"/>
                    <a:pt x="818" y="664"/>
                  </a:cubicBezTo>
                  <a:cubicBezTo>
                    <a:pt x="614" y="869"/>
                    <a:pt x="515" y="967"/>
                    <a:pt x="409" y="1171"/>
                  </a:cubicBezTo>
                  <a:lnTo>
                    <a:pt x="409" y="1277"/>
                  </a:lnTo>
                  <a:cubicBezTo>
                    <a:pt x="311" y="1277"/>
                    <a:pt x="311" y="1375"/>
                    <a:pt x="311" y="1375"/>
                  </a:cubicBezTo>
                  <a:cubicBezTo>
                    <a:pt x="205" y="1375"/>
                    <a:pt x="205" y="1482"/>
                    <a:pt x="205" y="1482"/>
                  </a:cubicBezTo>
                  <a:lnTo>
                    <a:pt x="205" y="1580"/>
                  </a:lnTo>
                  <a:cubicBezTo>
                    <a:pt x="205" y="1686"/>
                    <a:pt x="107" y="1686"/>
                    <a:pt x="107" y="1686"/>
                  </a:cubicBezTo>
                  <a:lnTo>
                    <a:pt x="107" y="1890"/>
                  </a:lnTo>
                  <a:cubicBezTo>
                    <a:pt x="1" y="1988"/>
                    <a:pt x="1" y="2095"/>
                    <a:pt x="1" y="2095"/>
                  </a:cubicBezTo>
                  <a:lnTo>
                    <a:pt x="1" y="2193"/>
                  </a:lnTo>
                  <a:lnTo>
                    <a:pt x="1" y="2299"/>
                  </a:lnTo>
                  <a:lnTo>
                    <a:pt x="1" y="2397"/>
                  </a:lnTo>
                  <a:lnTo>
                    <a:pt x="1" y="2601"/>
                  </a:lnTo>
                  <a:lnTo>
                    <a:pt x="1" y="2806"/>
                  </a:lnTo>
                  <a:lnTo>
                    <a:pt x="1" y="2912"/>
                  </a:lnTo>
                  <a:lnTo>
                    <a:pt x="1" y="3116"/>
                  </a:lnTo>
                  <a:cubicBezTo>
                    <a:pt x="1" y="3214"/>
                    <a:pt x="1" y="3321"/>
                    <a:pt x="107" y="3419"/>
                  </a:cubicBezTo>
                  <a:lnTo>
                    <a:pt x="107" y="3623"/>
                  </a:lnTo>
                  <a:lnTo>
                    <a:pt x="205" y="3623"/>
                  </a:lnTo>
                  <a:lnTo>
                    <a:pt x="205" y="3827"/>
                  </a:lnTo>
                  <a:cubicBezTo>
                    <a:pt x="311" y="3827"/>
                    <a:pt x="311" y="3827"/>
                    <a:pt x="311" y="3934"/>
                  </a:cubicBezTo>
                  <a:cubicBezTo>
                    <a:pt x="311" y="3934"/>
                    <a:pt x="409" y="4032"/>
                    <a:pt x="409" y="4138"/>
                  </a:cubicBezTo>
                  <a:cubicBezTo>
                    <a:pt x="614" y="4440"/>
                    <a:pt x="1022" y="4751"/>
                    <a:pt x="1333" y="4955"/>
                  </a:cubicBezTo>
                  <a:cubicBezTo>
                    <a:pt x="1431" y="4955"/>
                    <a:pt x="1537" y="5053"/>
                    <a:pt x="1635" y="5053"/>
                  </a:cubicBezTo>
                  <a:cubicBezTo>
                    <a:pt x="1635" y="5053"/>
                    <a:pt x="1741" y="5053"/>
                    <a:pt x="1840" y="5160"/>
                  </a:cubicBezTo>
                  <a:lnTo>
                    <a:pt x="2044" y="5160"/>
                  </a:lnTo>
                  <a:cubicBezTo>
                    <a:pt x="2248" y="5258"/>
                    <a:pt x="2453" y="5258"/>
                    <a:pt x="2559" y="5258"/>
                  </a:cubicBezTo>
                  <a:cubicBezTo>
                    <a:pt x="2967" y="5258"/>
                    <a:pt x="3376" y="5160"/>
                    <a:pt x="3785" y="4955"/>
                  </a:cubicBezTo>
                  <a:lnTo>
                    <a:pt x="3883" y="4849"/>
                  </a:lnTo>
                  <a:lnTo>
                    <a:pt x="3989" y="4849"/>
                  </a:lnTo>
                  <a:lnTo>
                    <a:pt x="3989" y="4751"/>
                  </a:lnTo>
                  <a:cubicBezTo>
                    <a:pt x="4087" y="4751"/>
                    <a:pt x="4087" y="4751"/>
                    <a:pt x="4193" y="4645"/>
                  </a:cubicBezTo>
                  <a:lnTo>
                    <a:pt x="4292" y="4547"/>
                  </a:lnTo>
                  <a:cubicBezTo>
                    <a:pt x="4292" y="4547"/>
                    <a:pt x="4398" y="4547"/>
                    <a:pt x="4398" y="4440"/>
                  </a:cubicBezTo>
                  <a:lnTo>
                    <a:pt x="4496" y="4440"/>
                  </a:lnTo>
                  <a:cubicBezTo>
                    <a:pt x="4496" y="4342"/>
                    <a:pt x="4496" y="4342"/>
                    <a:pt x="4602" y="4236"/>
                  </a:cubicBezTo>
                  <a:cubicBezTo>
                    <a:pt x="4700" y="4138"/>
                    <a:pt x="4700" y="4138"/>
                    <a:pt x="4700" y="4032"/>
                  </a:cubicBezTo>
                  <a:cubicBezTo>
                    <a:pt x="4806" y="4032"/>
                    <a:pt x="4806" y="4032"/>
                    <a:pt x="4806" y="3934"/>
                  </a:cubicBezTo>
                  <a:lnTo>
                    <a:pt x="4905" y="3827"/>
                  </a:lnTo>
                  <a:lnTo>
                    <a:pt x="4905" y="3729"/>
                  </a:lnTo>
                  <a:lnTo>
                    <a:pt x="4905" y="3623"/>
                  </a:lnTo>
                  <a:cubicBezTo>
                    <a:pt x="5011" y="3623"/>
                    <a:pt x="5011" y="3623"/>
                    <a:pt x="5011" y="3525"/>
                  </a:cubicBezTo>
                  <a:cubicBezTo>
                    <a:pt x="5313" y="2806"/>
                    <a:pt x="5215" y="1890"/>
                    <a:pt x="4700" y="1171"/>
                  </a:cubicBezTo>
                  <a:cubicBezTo>
                    <a:pt x="4230" y="430"/>
                    <a:pt x="3398" y="1"/>
                    <a:pt x="2534" y="1"/>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3" name="Google Shape;1373;p27"/>
            <p:cNvSpPr/>
            <p:nvPr/>
          </p:nvSpPr>
          <p:spPr>
            <a:xfrm>
              <a:off x="2000500" y="947950"/>
              <a:ext cx="145725" cy="130550"/>
            </a:xfrm>
            <a:custGeom>
              <a:rect b="b" l="l" r="r" t="t"/>
              <a:pathLst>
                <a:path extrusionOk="0" h="5222" w="5829">
                  <a:moveTo>
                    <a:pt x="2811" y="0"/>
                  </a:moveTo>
                  <a:cubicBezTo>
                    <a:pt x="1818" y="0"/>
                    <a:pt x="888" y="591"/>
                    <a:pt x="515" y="1571"/>
                  </a:cubicBezTo>
                  <a:cubicBezTo>
                    <a:pt x="1" y="2895"/>
                    <a:pt x="614" y="4432"/>
                    <a:pt x="1946" y="5045"/>
                  </a:cubicBezTo>
                  <a:cubicBezTo>
                    <a:pt x="2259" y="5165"/>
                    <a:pt x="2584" y="5222"/>
                    <a:pt x="2904" y="5222"/>
                  </a:cubicBezTo>
                  <a:cubicBezTo>
                    <a:pt x="3939" y="5222"/>
                    <a:pt x="4926" y="4625"/>
                    <a:pt x="5313" y="3614"/>
                  </a:cubicBezTo>
                  <a:cubicBezTo>
                    <a:pt x="5828" y="2282"/>
                    <a:pt x="5215" y="754"/>
                    <a:pt x="3883" y="239"/>
                  </a:cubicBezTo>
                  <a:cubicBezTo>
                    <a:pt x="3533" y="77"/>
                    <a:pt x="3168" y="0"/>
                    <a:pt x="2811" y="0"/>
                  </a:cubicBezTo>
                  <a:close/>
                </a:path>
              </a:pathLst>
            </a:custGeom>
            <a:solidFill>
              <a:srgbClr val="FF78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4" name="Google Shape;1374;p27"/>
            <p:cNvSpPr/>
            <p:nvPr/>
          </p:nvSpPr>
          <p:spPr>
            <a:xfrm>
              <a:off x="2008275" y="999875"/>
              <a:ext cx="132825" cy="78625"/>
            </a:xfrm>
            <a:custGeom>
              <a:rect b="b" l="l" r="r" t="t"/>
              <a:pathLst>
                <a:path extrusionOk="0" h="3145" w="5313">
                  <a:moveTo>
                    <a:pt x="5108" y="1"/>
                  </a:moveTo>
                  <a:cubicBezTo>
                    <a:pt x="5108" y="311"/>
                    <a:pt x="5108" y="614"/>
                    <a:pt x="4904" y="1022"/>
                  </a:cubicBezTo>
                  <a:cubicBezTo>
                    <a:pt x="4525" y="2002"/>
                    <a:pt x="3598" y="2593"/>
                    <a:pt x="2604" y="2593"/>
                  </a:cubicBezTo>
                  <a:cubicBezTo>
                    <a:pt x="2247" y="2593"/>
                    <a:pt x="1881" y="2517"/>
                    <a:pt x="1529" y="2355"/>
                  </a:cubicBezTo>
                  <a:cubicBezTo>
                    <a:pt x="711" y="2044"/>
                    <a:pt x="204" y="1333"/>
                    <a:pt x="0" y="516"/>
                  </a:cubicBezTo>
                  <a:lnTo>
                    <a:pt x="0" y="516"/>
                  </a:lnTo>
                  <a:cubicBezTo>
                    <a:pt x="0" y="1537"/>
                    <a:pt x="613" y="2559"/>
                    <a:pt x="1635" y="2968"/>
                  </a:cubicBezTo>
                  <a:cubicBezTo>
                    <a:pt x="1948" y="3088"/>
                    <a:pt x="2273" y="3145"/>
                    <a:pt x="2593" y="3145"/>
                  </a:cubicBezTo>
                  <a:cubicBezTo>
                    <a:pt x="3628" y="3145"/>
                    <a:pt x="4615" y="2548"/>
                    <a:pt x="5002" y="1537"/>
                  </a:cubicBezTo>
                  <a:cubicBezTo>
                    <a:pt x="5207" y="1022"/>
                    <a:pt x="5313" y="516"/>
                    <a:pt x="5108" y="1"/>
                  </a:cubicBezTo>
                  <a:close/>
                </a:path>
              </a:pathLst>
            </a:custGeom>
            <a:solidFill>
              <a:srgbClr val="F56E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5" name="Google Shape;1375;p27"/>
            <p:cNvSpPr/>
            <p:nvPr/>
          </p:nvSpPr>
          <p:spPr>
            <a:xfrm>
              <a:off x="2010725" y="987225"/>
              <a:ext cx="122625" cy="58650"/>
            </a:xfrm>
            <a:custGeom>
              <a:rect b="b" l="l" r="r" t="t"/>
              <a:pathLst>
                <a:path extrusionOk="0" h="2346" w="4905">
                  <a:moveTo>
                    <a:pt x="106" y="0"/>
                  </a:moveTo>
                  <a:lnTo>
                    <a:pt x="106" y="98"/>
                  </a:lnTo>
                  <a:cubicBezTo>
                    <a:pt x="0" y="204"/>
                    <a:pt x="0" y="302"/>
                    <a:pt x="0" y="409"/>
                  </a:cubicBezTo>
                  <a:lnTo>
                    <a:pt x="4806" y="2346"/>
                  </a:lnTo>
                  <a:cubicBezTo>
                    <a:pt x="4806" y="2248"/>
                    <a:pt x="4806" y="2248"/>
                    <a:pt x="4904" y="2141"/>
                  </a:cubicBezTo>
                  <a:lnTo>
                    <a:pt x="4904" y="2043"/>
                  </a:lnTo>
                  <a:lnTo>
                    <a:pt x="106" y="0"/>
                  </a:lnTo>
                  <a:close/>
                </a:path>
              </a:pathLst>
            </a:custGeom>
            <a:solidFill>
              <a:srgbClr val="F56E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6" name="Google Shape;1376;p27"/>
            <p:cNvSpPr/>
            <p:nvPr/>
          </p:nvSpPr>
          <p:spPr>
            <a:xfrm>
              <a:off x="2010725" y="984550"/>
              <a:ext cx="125275" cy="58875"/>
            </a:xfrm>
            <a:custGeom>
              <a:rect b="b" l="l" r="r" t="t"/>
              <a:pathLst>
                <a:path extrusionOk="0" h="2355" w="5011">
                  <a:moveTo>
                    <a:pt x="205" y="1"/>
                  </a:moveTo>
                  <a:cubicBezTo>
                    <a:pt x="106" y="1"/>
                    <a:pt x="106" y="107"/>
                    <a:pt x="106" y="107"/>
                  </a:cubicBezTo>
                  <a:cubicBezTo>
                    <a:pt x="106" y="205"/>
                    <a:pt x="106" y="205"/>
                    <a:pt x="0" y="311"/>
                  </a:cubicBezTo>
                  <a:lnTo>
                    <a:pt x="4806" y="2355"/>
                  </a:lnTo>
                  <a:cubicBezTo>
                    <a:pt x="4904" y="2248"/>
                    <a:pt x="4904" y="2248"/>
                    <a:pt x="4904" y="2150"/>
                  </a:cubicBezTo>
                  <a:cubicBezTo>
                    <a:pt x="4904" y="2150"/>
                    <a:pt x="4904" y="2044"/>
                    <a:pt x="5010" y="2044"/>
                  </a:cubicBezTo>
                  <a:lnTo>
                    <a:pt x="20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7" name="Google Shape;1377;p27"/>
            <p:cNvSpPr/>
            <p:nvPr/>
          </p:nvSpPr>
          <p:spPr>
            <a:xfrm>
              <a:off x="2176850" y="1027900"/>
              <a:ext cx="132825" cy="130375"/>
            </a:xfrm>
            <a:custGeom>
              <a:rect b="b" l="l" r="r" t="t"/>
              <a:pathLst>
                <a:path extrusionOk="0" h="5215" w="5313">
                  <a:moveTo>
                    <a:pt x="2562" y="1"/>
                  </a:moveTo>
                  <a:cubicBezTo>
                    <a:pt x="2135" y="1"/>
                    <a:pt x="1707" y="102"/>
                    <a:pt x="1324" y="310"/>
                  </a:cubicBezTo>
                  <a:lnTo>
                    <a:pt x="1226" y="310"/>
                  </a:lnTo>
                  <a:cubicBezTo>
                    <a:pt x="1226" y="416"/>
                    <a:pt x="1226" y="416"/>
                    <a:pt x="1120" y="416"/>
                  </a:cubicBezTo>
                  <a:cubicBezTo>
                    <a:pt x="1120" y="416"/>
                    <a:pt x="1120" y="514"/>
                    <a:pt x="1022" y="514"/>
                  </a:cubicBezTo>
                  <a:lnTo>
                    <a:pt x="916" y="621"/>
                  </a:lnTo>
                  <a:lnTo>
                    <a:pt x="817" y="621"/>
                  </a:lnTo>
                  <a:cubicBezTo>
                    <a:pt x="711" y="825"/>
                    <a:pt x="507" y="1029"/>
                    <a:pt x="409" y="1234"/>
                  </a:cubicBezTo>
                  <a:lnTo>
                    <a:pt x="303" y="1332"/>
                  </a:lnTo>
                  <a:lnTo>
                    <a:pt x="303" y="1438"/>
                  </a:lnTo>
                  <a:cubicBezTo>
                    <a:pt x="204" y="1536"/>
                    <a:pt x="204" y="1536"/>
                    <a:pt x="204" y="1642"/>
                  </a:cubicBezTo>
                  <a:cubicBezTo>
                    <a:pt x="98" y="1740"/>
                    <a:pt x="98" y="1847"/>
                    <a:pt x="98" y="1847"/>
                  </a:cubicBezTo>
                  <a:cubicBezTo>
                    <a:pt x="98" y="1945"/>
                    <a:pt x="98" y="2051"/>
                    <a:pt x="0" y="2051"/>
                  </a:cubicBezTo>
                  <a:lnTo>
                    <a:pt x="0" y="2149"/>
                  </a:lnTo>
                  <a:lnTo>
                    <a:pt x="0" y="2353"/>
                  </a:lnTo>
                  <a:lnTo>
                    <a:pt x="0" y="2558"/>
                  </a:lnTo>
                  <a:lnTo>
                    <a:pt x="0" y="2664"/>
                  </a:lnTo>
                  <a:lnTo>
                    <a:pt x="0" y="2868"/>
                  </a:lnTo>
                  <a:lnTo>
                    <a:pt x="0" y="3073"/>
                  </a:lnTo>
                  <a:lnTo>
                    <a:pt x="0" y="3171"/>
                  </a:lnTo>
                  <a:cubicBezTo>
                    <a:pt x="98" y="3171"/>
                    <a:pt x="98" y="3277"/>
                    <a:pt x="98" y="3375"/>
                  </a:cubicBezTo>
                  <a:cubicBezTo>
                    <a:pt x="98" y="3481"/>
                    <a:pt x="204" y="3481"/>
                    <a:pt x="204" y="3580"/>
                  </a:cubicBezTo>
                  <a:lnTo>
                    <a:pt x="204" y="3686"/>
                  </a:lnTo>
                  <a:lnTo>
                    <a:pt x="303" y="3784"/>
                  </a:lnTo>
                  <a:lnTo>
                    <a:pt x="303" y="3890"/>
                  </a:lnTo>
                  <a:cubicBezTo>
                    <a:pt x="409" y="3890"/>
                    <a:pt x="409" y="3988"/>
                    <a:pt x="409" y="4094"/>
                  </a:cubicBezTo>
                  <a:cubicBezTo>
                    <a:pt x="711" y="4397"/>
                    <a:pt x="1022" y="4707"/>
                    <a:pt x="1431" y="4912"/>
                  </a:cubicBezTo>
                  <a:cubicBezTo>
                    <a:pt x="1431" y="4912"/>
                    <a:pt x="1529" y="5010"/>
                    <a:pt x="1635" y="5010"/>
                  </a:cubicBezTo>
                  <a:cubicBezTo>
                    <a:pt x="1733" y="5010"/>
                    <a:pt x="1839" y="5116"/>
                    <a:pt x="1839" y="5116"/>
                  </a:cubicBezTo>
                  <a:lnTo>
                    <a:pt x="2142" y="5116"/>
                  </a:lnTo>
                  <a:cubicBezTo>
                    <a:pt x="2248" y="5214"/>
                    <a:pt x="2452" y="5214"/>
                    <a:pt x="2657" y="5214"/>
                  </a:cubicBezTo>
                  <a:cubicBezTo>
                    <a:pt x="2959" y="5214"/>
                    <a:pt x="3368" y="5116"/>
                    <a:pt x="3776" y="4912"/>
                  </a:cubicBezTo>
                  <a:cubicBezTo>
                    <a:pt x="3883" y="4912"/>
                    <a:pt x="3883" y="4912"/>
                    <a:pt x="3883" y="4806"/>
                  </a:cubicBezTo>
                  <a:lnTo>
                    <a:pt x="3981" y="4806"/>
                  </a:lnTo>
                  <a:cubicBezTo>
                    <a:pt x="3981" y="4806"/>
                    <a:pt x="4087" y="4806"/>
                    <a:pt x="4087" y="4707"/>
                  </a:cubicBezTo>
                  <a:cubicBezTo>
                    <a:pt x="4087" y="4707"/>
                    <a:pt x="4185" y="4707"/>
                    <a:pt x="4185" y="4601"/>
                  </a:cubicBezTo>
                  <a:lnTo>
                    <a:pt x="4291" y="4601"/>
                  </a:lnTo>
                  <a:cubicBezTo>
                    <a:pt x="4389" y="4503"/>
                    <a:pt x="4389" y="4503"/>
                    <a:pt x="4389" y="4397"/>
                  </a:cubicBezTo>
                  <a:lnTo>
                    <a:pt x="4496" y="4397"/>
                  </a:lnTo>
                  <a:cubicBezTo>
                    <a:pt x="4496" y="4299"/>
                    <a:pt x="4594" y="4299"/>
                    <a:pt x="4594" y="4299"/>
                  </a:cubicBezTo>
                  <a:cubicBezTo>
                    <a:pt x="4594" y="4193"/>
                    <a:pt x="4594" y="4193"/>
                    <a:pt x="4700" y="4193"/>
                  </a:cubicBezTo>
                  <a:cubicBezTo>
                    <a:pt x="4700" y="4193"/>
                    <a:pt x="4700" y="4094"/>
                    <a:pt x="4798" y="3988"/>
                  </a:cubicBezTo>
                  <a:cubicBezTo>
                    <a:pt x="4798" y="3890"/>
                    <a:pt x="4904" y="3890"/>
                    <a:pt x="4904" y="3784"/>
                  </a:cubicBezTo>
                  <a:cubicBezTo>
                    <a:pt x="5002" y="3686"/>
                    <a:pt x="5002" y="3686"/>
                    <a:pt x="5002" y="3580"/>
                  </a:cubicBezTo>
                  <a:lnTo>
                    <a:pt x="5002" y="3481"/>
                  </a:lnTo>
                  <a:cubicBezTo>
                    <a:pt x="5313" y="2762"/>
                    <a:pt x="5207" y="1847"/>
                    <a:pt x="4700" y="1127"/>
                  </a:cubicBezTo>
                  <a:cubicBezTo>
                    <a:pt x="4224" y="387"/>
                    <a:pt x="3395" y="1"/>
                    <a:pt x="2562" y="1"/>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8" name="Google Shape;1378;p27"/>
            <p:cNvSpPr/>
            <p:nvPr/>
          </p:nvSpPr>
          <p:spPr>
            <a:xfrm>
              <a:off x="2161525" y="1015900"/>
              <a:ext cx="148150" cy="129025"/>
            </a:xfrm>
            <a:custGeom>
              <a:rect b="b" l="l" r="r" t="t"/>
              <a:pathLst>
                <a:path extrusionOk="0" h="5161" w="5926">
                  <a:moveTo>
                    <a:pt x="3021" y="0"/>
                  </a:moveTo>
                  <a:cubicBezTo>
                    <a:pt x="1981" y="0"/>
                    <a:pt x="975" y="597"/>
                    <a:pt x="507" y="1607"/>
                  </a:cubicBezTo>
                  <a:cubicBezTo>
                    <a:pt x="0" y="2940"/>
                    <a:pt x="613" y="4468"/>
                    <a:pt x="1937" y="4983"/>
                  </a:cubicBezTo>
                  <a:cubicBezTo>
                    <a:pt x="2252" y="5103"/>
                    <a:pt x="2578" y="5160"/>
                    <a:pt x="2899" y="5160"/>
                  </a:cubicBezTo>
                  <a:cubicBezTo>
                    <a:pt x="3936" y="5160"/>
                    <a:pt x="4920" y="4564"/>
                    <a:pt x="5313" y="3553"/>
                  </a:cubicBezTo>
                  <a:cubicBezTo>
                    <a:pt x="5926" y="2220"/>
                    <a:pt x="5313" y="692"/>
                    <a:pt x="3981" y="177"/>
                  </a:cubicBezTo>
                  <a:cubicBezTo>
                    <a:pt x="3667" y="57"/>
                    <a:pt x="3342" y="0"/>
                    <a:pt x="3021" y="0"/>
                  </a:cubicBezTo>
                  <a:close/>
                </a:path>
              </a:pathLst>
            </a:custGeom>
            <a:solidFill>
              <a:srgbClr val="FF78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9" name="Google Shape;1379;p27"/>
            <p:cNvSpPr/>
            <p:nvPr/>
          </p:nvSpPr>
          <p:spPr>
            <a:xfrm>
              <a:off x="2169075" y="1066300"/>
              <a:ext cx="132850" cy="78625"/>
            </a:xfrm>
            <a:custGeom>
              <a:rect b="b" l="l" r="r" t="t"/>
              <a:pathLst>
                <a:path extrusionOk="0" h="3145" w="5314">
                  <a:moveTo>
                    <a:pt x="5215" y="0"/>
                  </a:moveTo>
                  <a:cubicBezTo>
                    <a:pt x="5215" y="311"/>
                    <a:pt x="5109" y="719"/>
                    <a:pt x="5011" y="1022"/>
                  </a:cubicBezTo>
                  <a:cubicBezTo>
                    <a:pt x="4560" y="2002"/>
                    <a:pt x="3609" y="2593"/>
                    <a:pt x="2611" y="2593"/>
                  </a:cubicBezTo>
                  <a:cubicBezTo>
                    <a:pt x="2252" y="2593"/>
                    <a:pt x="1887" y="2516"/>
                    <a:pt x="1537" y="2354"/>
                  </a:cubicBezTo>
                  <a:cubicBezTo>
                    <a:pt x="818" y="2044"/>
                    <a:pt x="205" y="1332"/>
                    <a:pt x="1" y="515"/>
                  </a:cubicBezTo>
                  <a:lnTo>
                    <a:pt x="1" y="515"/>
                  </a:lnTo>
                  <a:cubicBezTo>
                    <a:pt x="1" y="1537"/>
                    <a:pt x="614" y="2558"/>
                    <a:pt x="1635" y="2967"/>
                  </a:cubicBezTo>
                  <a:cubicBezTo>
                    <a:pt x="1950" y="3087"/>
                    <a:pt x="2276" y="3144"/>
                    <a:pt x="2597" y="3144"/>
                  </a:cubicBezTo>
                  <a:cubicBezTo>
                    <a:pt x="3634" y="3144"/>
                    <a:pt x="4618" y="2548"/>
                    <a:pt x="5011" y="1537"/>
                  </a:cubicBezTo>
                  <a:cubicBezTo>
                    <a:pt x="5313" y="1022"/>
                    <a:pt x="5313" y="515"/>
                    <a:pt x="5215" y="0"/>
                  </a:cubicBezTo>
                  <a:close/>
                </a:path>
              </a:pathLst>
            </a:custGeom>
            <a:solidFill>
              <a:srgbClr val="F56E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0" name="Google Shape;1380;p27"/>
            <p:cNvSpPr/>
            <p:nvPr/>
          </p:nvSpPr>
          <p:spPr>
            <a:xfrm>
              <a:off x="2171725" y="1056075"/>
              <a:ext cx="122625" cy="56225"/>
            </a:xfrm>
            <a:custGeom>
              <a:rect b="b" l="l" r="r" t="t"/>
              <a:pathLst>
                <a:path extrusionOk="0" h="2249" w="4905">
                  <a:moveTo>
                    <a:pt x="99" y="0"/>
                  </a:moveTo>
                  <a:lnTo>
                    <a:pt x="99" y="107"/>
                  </a:lnTo>
                  <a:cubicBezTo>
                    <a:pt x="99" y="107"/>
                    <a:pt x="99" y="205"/>
                    <a:pt x="1" y="311"/>
                  </a:cubicBezTo>
                  <a:lnTo>
                    <a:pt x="4799" y="2248"/>
                  </a:lnTo>
                  <a:cubicBezTo>
                    <a:pt x="4799" y="2248"/>
                    <a:pt x="4905" y="2150"/>
                    <a:pt x="4905" y="2044"/>
                  </a:cubicBezTo>
                  <a:lnTo>
                    <a:pt x="4905" y="1946"/>
                  </a:lnTo>
                  <a:lnTo>
                    <a:pt x="99" y="0"/>
                  </a:lnTo>
                  <a:close/>
                </a:path>
              </a:pathLst>
            </a:custGeom>
            <a:solidFill>
              <a:srgbClr val="F56E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1" name="Google Shape;1381;p27"/>
            <p:cNvSpPr/>
            <p:nvPr/>
          </p:nvSpPr>
          <p:spPr>
            <a:xfrm>
              <a:off x="2174175" y="1050975"/>
              <a:ext cx="122625" cy="58875"/>
            </a:xfrm>
            <a:custGeom>
              <a:rect b="b" l="l" r="r" t="t"/>
              <a:pathLst>
                <a:path extrusionOk="0" h="2355" w="4905">
                  <a:moveTo>
                    <a:pt x="107" y="0"/>
                  </a:moveTo>
                  <a:cubicBezTo>
                    <a:pt x="107" y="106"/>
                    <a:pt x="107" y="106"/>
                    <a:pt x="1" y="204"/>
                  </a:cubicBezTo>
                  <a:lnTo>
                    <a:pt x="1" y="311"/>
                  </a:lnTo>
                  <a:lnTo>
                    <a:pt x="4807" y="2354"/>
                  </a:lnTo>
                  <a:lnTo>
                    <a:pt x="4807" y="2150"/>
                  </a:lnTo>
                  <a:cubicBezTo>
                    <a:pt x="4905" y="2150"/>
                    <a:pt x="4905" y="2043"/>
                    <a:pt x="4905" y="2043"/>
                  </a:cubicBezTo>
                  <a:lnTo>
                    <a:pt x="10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2" name="Google Shape;1382;p27"/>
            <p:cNvSpPr/>
            <p:nvPr/>
          </p:nvSpPr>
          <p:spPr>
            <a:xfrm>
              <a:off x="1466775" y="908700"/>
              <a:ext cx="132850" cy="130700"/>
            </a:xfrm>
            <a:custGeom>
              <a:rect b="b" l="l" r="r" t="t"/>
              <a:pathLst>
                <a:path extrusionOk="0" h="5228" w="5314">
                  <a:moveTo>
                    <a:pt x="2633" y="0"/>
                  </a:moveTo>
                  <a:cubicBezTo>
                    <a:pt x="2180" y="0"/>
                    <a:pt x="1727" y="125"/>
                    <a:pt x="1325" y="378"/>
                  </a:cubicBezTo>
                  <a:cubicBezTo>
                    <a:pt x="1227" y="378"/>
                    <a:pt x="1227" y="485"/>
                    <a:pt x="1120" y="485"/>
                  </a:cubicBezTo>
                  <a:lnTo>
                    <a:pt x="1120" y="583"/>
                  </a:lnTo>
                  <a:lnTo>
                    <a:pt x="1022" y="583"/>
                  </a:lnTo>
                  <a:lnTo>
                    <a:pt x="916" y="689"/>
                  </a:lnTo>
                  <a:lnTo>
                    <a:pt x="409" y="1196"/>
                  </a:lnTo>
                  <a:cubicBezTo>
                    <a:pt x="409" y="1302"/>
                    <a:pt x="409" y="1400"/>
                    <a:pt x="303" y="1400"/>
                  </a:cubicBezTo>
                  <a:lnTo>
                    <a:pt x="303" y="1506"/>
                  </a:lnTo>
                  <a:cubicBezTo>
                    <a:pt x="303" y="1506"/>
                    <a:pt x="303" y="1604"/>
                    <a:pt x="205" y="1604"/>
                  </a:cubicBezTo>
                  <a:lnTo>
                    <a:pt x="205" y="1711"/>
                  </a:lnTo>
                  <a:cubicBezTo>
                    <a:pt x="205" y="1711"/>
                    <a:pt x="205" y="1809"/>
                    <a:pt x="99" y="1915"/>
                  </a:cubicBezTo>
                  <a:lnTo>
                    <a:pt x="99" y="2119"/>
                  </a:lnTo>
                  <a:lnTo>
                    <a:pt x="99" y="2217"/>
                  </a:lnTo>
                  <a:lnTo>
                    <a:pt x="99" y="2324"/>
                  </a:lnTo>
                  <a:lnTo>
                    <a:pt x="1" y="2422"/>
                  </a:lnTo>
                  <a:lnTo>
                    <a:pt x="1" y="2626"/>
                  </a:lnTo>
                  <a:lnTo>
                    <a:pt x="1" y="2830"/>
                  </a:lnTo>
                  <a:cubicBezTo>
                    <a:pt x="1" y="2937"/>
                    <a:pt x="99" y="2937"/>
                    <a:pt x="99" y="2937"/>
                  </a:cubicBezTo>
                  <a:lnTo>
                    <a:pt x="99" y="3141"/>
                  </a:lnTo>
                  <a:lnTo>
                    <a:pt x="99" y="3345"/>
                  </a:lnTo>
                  <a:lnTo>
                    <a:pt x="99" y="3443"/>
                  </a:lnTo>
                  <a:cubicBezTo>
                    <a:pt x="205" y="3443"/>
                    <a:pt x="205" y="3550"/>
                    <a:pt x="205" y="3648"/>
                  </a:cubicBezTo>
                  <a:cubicBezTo>
                    <a:pt x="303" y="3754"/>
                    <a:pt x="303" y="3754"/>
                    <a:pt x="303" y="3852"/>
                  </a:cubicBezTo>
                  <a:lnTo>
                    <a:pt x="409" y="3852"/>
                  </a:lnTo>
                  <a:cubicBezTo>
                    <a:pt x="409" y="3958"/>
                    <a:pt x="409" y="4056"/>
                    <a:pt x="507" y="4056"/>
                  </a:cubicBezTo>
                  <a:cubicBezTo>
                    <a:pt x="712" y="4465"/>
                    <a:pt x="1120" y="4776"/>
                    <a:pt x="1431" y="4980"/>
                  </a:cubicBezTo>
                  <a:cubicBezTo>
                    <a:pt x="1529" y="4980"/>
                    <a:pt x="1635" y="4980"/>
                    <a:pt x="1635" y="5078"/>
                  </a:cubicBezTo>
                  <a:lnTo>
                    <a:pt x="1938" y="5078"/>
                  </a:lnTo>
                  <a:cubicBezTo>
                    <a:pt x="1938" y="5184"/>
                    <a:pt x="2044" y="5184"/>
                    <a:pt x="2142" y="5184"/>
                  </a:cubicBezTo>
                  <a:cubicBezTo>
                    <a:pt x="2278" y="5184"/>
                    <a:pt x="2371" y="5228"/>
                    <a:pt x="2478" y="5228"/>
                  </a:cubicBezTo>
                  <a:cubicBezTo>
                    <a:pt x="2532" y="5228"/>
                    <a:pt x="2589" y="5217"/>
                    <a:pt x="2657" y="5184"/>
                  </a:cubicBezTo>
                  <a:cubicBezTo>
                    <a:pt x="3066" y="5184"/>
                    <a:pt x="3474" y="5184"/>
                    <a:pt x="3777" y="4980"/>
                  </a:cubicBezTo>
                  <a:lnTo>
                    <a:pt x="3883" y="4980"/>
                  </a:lnTo>
                  <a:cubicBezTo>
                    <a:pt x="3883" y="4874"/>
                    <a:pt x="3883" y="4874"/>
                    <a:pt x="3981" y="4874"/>
                  </a:cubicBezTo>
                  <a:lnTo>
                    <a:pt x="4087" y="4776"/>
                  </a:lnTo>
                  <a:cubicBezTo>
                    <a:pt x="4185" y="4776"/>
                    <a:pt x="4185" y="4669"/>
                    <a:pt x="4292" y="4669"/>
                  </a:cubicBezTo>
                  <a:cubicBezTo>
                    <a:pt x="4292" y="4571"/>
                    <a:pt x="4292" y="4571"/>
                    <a:pt x="4390" y="4571"/>
                  </a:cubicBezTo>
                  <a:cubicBezTo>
                    <a:pt x="4390" y="4571"/>
                    <a:pt x="4390" y="4465"/>
                    <a:pt x="4496" y="4465"/>
                  </a:cubicBezTo>
                  <a:lnTo>
                    <a:pt x="4496" y="4367"/>
                  </a:lnTo>
                  <a:cubicBezTo>
                    <a:pt x="4594" y="4367"/>
                    <a:pt x="4594" y="4367"/>
                    <a:pt x="4594" y="4261"/>
                  </a:cubicBezTo>
                  <a:lnTo>
                    <a:pt x="4700" y="4261"/>
                  </a:lnTo>
                  <a:cubicBezTo>
                    <a:pt x="4700" y="4163"/>
                    <a:pt x="4798" y="4163"/>
                    <a:pt x="4798" y="4056"/>
                  </a:cubicBezTo>
                  <a:cubicBezTo>
                    <a:pt x="4798" y="4056"/>
                    <a:pt x="4798" y="3958"/>
                    <a:pt x="4905" y="3958"/>
                  </a:cubicBezTo>
                  <a:lnTo>
                    <a:pt x="4905" y="3852"/>
                  </a:lnTo>
                  <a:lnTo>
                    <a:pt x="5003" y="3754"/>
                  </a:lnTo>
                  <a:lnTo>
                    <a:pt x="5003" y="3648"/>
                  </a:lnTo>
                  <a:lnTo>
                    <a:pt x="5109" y="3550"/>
                  </a:lnTo>
                  <a:cubicBezTo>
                    <a:pt x="5313" y="2732"/>
                    <a:pt x="5313" y="1915"/>
                    <a:pt x="4798" y="1196"/>
                  </a:cubicBezTo>
                  <a:cubicBezTo>
                    <a:pt x="4272" y="407"/>
                    <a:pt x="3452" y="0"/>
                    <a:pt x="2633"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3" name="Google Shape;1383;p27"/>
            <p:cNvSpPr/>
            <p:nvPr/>
          </p:nvSpPr>
          <p:spPr>
            <a:xfrm>
              <a:off x="1451450" y="896850"/>
              <a:ext cx="148175" cy="130575"/>
            </a:xfrm>
            <a:custGeom>
              <a:rect b="b" l="l" r="r" t="t"/>
              <a:pathLst>
                <a:path extrusionOk="0" h="5223" w="5927">
                  <a:moveTo>
                    <a:pt x="2909" y="1"/>
                  </a:moveTo>
                  <a:cubicBezTo>
                    <a:pt x="1916" y="1"/>
                    <a:pt x="986" y="592"/>
                    <a:pt x="614" y="1572"/>
                  </a:cubicBezTo>
                  <a:cubicBezTo>
                    <a:pt x="1" y="2896"/>
                    <a:pt x="614" y="4432"/>
                    <a:pt x="1938" y="5045"/>
                  </a:cubicBezTo>
                  <a:cubicBezTo>
                    <a:pt x="2253" y="5165"/>
                    <a:pt x="2579" y="5222"/>
                    <a:pt x="2901" y="5222"/>
                  </a:cubicBezTo>
                  <a:cubicBezTo>
                    <a:pt x="3942" y="5222"/>
                    <a:pt x="4943" y="4626"/>
                    <a:pt x="5411" y="3615"/>
                  </a:cubicBezTo>
                  <a:cubicBezTo>
                    <a:pt x="5926" y="2283"/>
                    <a:pt x="5313" y="754"/>
                    <a:pt x="3981" y="239"/>
                  </a:cubicBezTo>
                  <a:cubicBezTo>
                    <a:pt x="3631" y="77"/>
                    <a:pt x="3266" y="1"/>
                    <a:pt x="2909" y="1"/>
                  </a:cubicBezTo>
                  <a:close/>
                </a:path>
              </a:pathLst>
            </a:custGeom>
            <a:solidFill>
              <a:srgbClr val="FF78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4" name="Google Shape;1384;p27"/>
            <p:cNvSpPr/>
            <p:nvPr/>
          </p:nvSpPr>
          <p:spPr>
            <a:xfrm>
              <a:off x="1461675" y="948800"/>
              <a:ext cx="130175" cy="78625"/>
            </a:xfrm>
            <a:custGeom>
              <a:rect b="b" l="l" r="r" t="t"/>
              <a:pathLst>
                <a:path extrusionOk="0" h="3145" w="5207">
                  <a:moveTo>
                    <a:pt x="5109" y="0"/>
                  </a:moveTo>
                  <a:cubicBezTo>
                    <a:pt x="5109" y="311"/>
                    <a:pt x="5109" y="613"/>
                    <a:pt x="4904" y="924"/>
                  </a:cubicBezTo>
                  <a:cubicBezTo>
                    <a:pt x="4511" y="1935"/>
                    <a:pt x="3527" y="2531"/>
                    <a:pt x="2491" y="2531"/>
                  </a:cubicBezTo>
                  <a:cubicBezTo>
                    <a:pt x="2170" y="2531"/>
                    <a:pt x="1844" y="2474"/>
                    <a:pt x="1529" y="2354"/>
                  </a:cubicBezTo>
                  <a:cubicBezTo>
                    <a:pt x="711" y="2044"/>
                    <a:pt x="205" y="1333"/>
                    <a:pt x="0" y="515"/>
                  </a:cubicBezTo>
                  <a:lnTo>
                    <a:pt x="0" y="515"/>
                  </a:lnTo>
                  <a:cubicBezTo>
                    <a:pt x="0" y="1537"/>
                    <a:pt x="613" y="2559"/>
                    <a:pt x="1529" y="2967"/>
                  </a:cubicBezTo>
                  <a:cubicBezTo>
                    <a:pt x="1844" y="3087"/>
                    <a:pt x="2170" y="3144"/>
                    <a:pt x="2492" y="3144"/>
                  </a:cubicBezTo>
                  <a:cubicBezTo>
                    <a:pt x="3533" y="3144"/>
                    <a:pt x="4534" y="2548"/>
                    <a:pt x="5002" y="1537"/>
                  </a:cubicBezTo>
                  <a:cubicBezTo>
                    <a:pt x="5207" y="1022"/>
                    <a:pt x="5207" y="515"/>
                    <a:pt x="5109" y="0"/>
                  </a:cubicBezTo>
                  <a:close/>
                </a:path>
              </a:pathLst>
            </a:custGeom>
            <a:solidFill>
              <a:srgbClr val="F56E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5" name="Google Shape;1385;p27"/>
            <p:cNvSpPr/>
            <p:nvPr/>
          </p:nvSpPr>
          <p:spPr>
            <a:xfrm>
              <a:off x="1464125" y="936125"/>
              <a:ext cx="122625" cy="58675"/>
            </a:xfrm>
            <a:custGeom>
              <a:rect b="b" l="l" r="r" t="t"/>
              <a:pathLst>
                <a:path extrusionOk="0" h="2347" w="4905">
                  <a:moveTo>
                    <a:pt x="107" y="1"/>
                  </a:moveTo>
                  <a:cubicBezTo>
                    <a:pt x="107" y="99"/>
                    <a:pt x="107" y="99"/>
                    <a:pt x="0" y="99"/>
                  </a:cubicBezTo>
                  <a:lnTo>
                    <a:pt x="0" y="303"/>
                  </a:lnTo>
                  <a:lnTo>
                    <a:pt x="4700" y="2346"/>
                  </a:lnTo>
                  <a:cubicBezTo>
                    <a:pt x="4806" y="2248"/>
                    <a:pt x="4806" y="2248"/>
                    <a:pt x="4806" y="2142"/>
                  </a:cubicBezTo>
                  <a:cubicBezTo>
                    <a:pt x="4904" y="2142"/>
                    <a:pt x="4904" y="2044"/>
                    <a:pt x="4904" y="2044"/>
                  </a:cubicBezTo>
                  <a:lnTo>
                    <a:pt x="107" y="1"/>
                  </a:lnTo>
                  <a:close/>
                </a:path>
              </a:pathLst>
            </a:custGeom>
            <a:solidFill>
              <a:srgbClr val="F56E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6" name="Google Shape;1386;p27"/>
            <p:cNvSpPr/>
            <p:nvPr/>
          </p:nvSpPr>
          <p:spPr>
            <a:xfrm>
              <a:off x="1464125" y="933475"/>
              <a:ext cx="122625" cy="56225"/>
            </a:xfrm>
            <a:custGeom>
              <a:rect b="b" l="l" r="r" t="t"/>
              <a:pathLst>
                <a:path extrusionOk="0" h="2249" w="4905">
                  <a:moveTo>
                    <a:pt x="205" y="0"/>
                  </a:moveTo>
                  <a:cubicBezTo>
                    <a:pt x="107" y="0"/>
                    <a:pt x="107" y="107"/>
                    <a:pt x="107" y="107"/>
                  </a:cubicBezTo>
                  <a:cubicBezTo>
                    <a:pt x="107" y="205"/>
                    <a:pt x="0" y="205"/>
                    <a:pt x="0" y="311"/>
                  </a:cubicBezTo>
                  <a:lnTo>
                    <a:pt x="4806" y="2248"/>
                  </a:lnTo>
                  <a:cubicBezTo>
                    <a:pt x="4806" y="2248"/>
                    <a:pt x="4904" y="2248"/>
                    <a:pt x="4904" y="2150"/>
                  </a:cubicBezTo>
                  <a:lnTo>
                    <a:pt x="4904" y="1946"/>
                  </a:lnTo>
                  <a:lnTo>
                    <a:pt x="205"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7" name="Google Shape;1387;p27"/>
            <p:cNvSpPr/>
            <p:nvPr/>
          </p:nvSpPr>
          <p:spPr>
            <a:xfrm>
              <a:off x="1630250" y="976825"/>
              <a:ext cx="132850" cy="130350"/>
            </a:xfrm>
            <a:custGeom>
              <a:rect b="b" l="l" r="r" t="t"/>
              <a:pathLst>
                <a:path extrusionOk="0" h="5214" w="5314">
                  <a:moveTo>
                    <a:pt x="2534" y="0"/>
                  </a:moveTo>
                  <a:cubicBezTo>
                    <a:pt x="2092" y="0"/>
                    <a:pt x="1642" y="102"/>
                    <a:pt x="1226" y="310"/>
                  </a:cubicBezTo>
                  <a:cubicBezTo>
                    <a:pt x="1226" y="416"/>
                    <a:pt x="1120" y="416"/>
                    <a:pt x="1120" y="416"/>
                  </a:cubicBezTo>
                  <a:cubicBezTo>
                    <a:pt x="1120" y="416"/>
                    <a:pt x="1022" y="416"/>
                    <a:pt x="1022" y="514"/>
                  </a:cubicBezTo>
                  <a:lnTo>
                    <a:pt x="916" y="514"/>
                  </a:lnTo>
                  <a:cubicBezTo>
                    <a:pt x="916" y="514"/>
                    <a:pt x="916" y="620"/>
                    <a:pt x="818" y="620"/>
                  </a:cubicBezTo>
                  <a:cubicBezTo>
                    <a:pt x="711" y="825"/>
                    <a:pt x="507" y="923"/>
                    <a:pt x="409" y="1127"/>
                  </a:cubicBezTo>
                  <a:lnTo>
                    <a:pt x="409" y="1233"/>
                  </a:lnTo>
                  <a:cubicBezTo>
                    <a:pt x="303" y="1233"/>
                    <a:pt x="303" y="1331"/>
                    <a:pt x="303" y="1331"/>
                  </a:cubicBezTo>
                  <a:lnTo>
                    <a:pt x="205" y="1438"/>
                  </a:lnTo>
                  <a:lnTo>
                    <a:pt x="205" y="1536"/>
                  </a:lnTo>
                  <a:cubicBezTo>
                    <a:pt x="205" y="1642"/>
                    <a:pt x="205" y="1642"/>
                    <a:pt x="98" y="1642"/>
                  </a:cubicBezTo>
                  <a:lnTo>
                    <a:pt x="98" y="1846"/>
                  </a:lnTo>
                  <a:cubicBezTo>
                    <a:pt x="98" y="1944"/>
                    <a:pt x="0" y="2051"/>
                    <a:pt x="0" y="2051"/>
                  </a:cubicBezTo>
                  <a:lnTo>
                    <a:pt x="0" y="2149"/>
                  </a:lnTo>
                  <a:lnTo>
                    <a:pt x="0" y="2255"/>
                  </a:lnTo>
                  <a:lnTo>
                    <a:pt x="0" y="2353"/>
                  </a:lnTo>
                  <a:lnTo>
                    <a:pt x="0" y="2557"/>
                  </a:lnTo>
                  <a:lnTo>
                    <a:pt x="0" y="2868"/>
                  </a:lnTo>
                  <a:lnTo>
                    <a:pt x="0" y="3072"/>
                  </a:lnTo>
                  <a:cubicBezTo>
                    <a:pt x="0" y="3170"/>
                    <a:pt x="98" y="3277"/>
                    <a:pt x="98" y="3375"/>
                  </a:cubicBezTo>
                  <a:cubicBezTo>
                    <a:pt x="98" y="3375"/>
                    <a:pt x="98" y="3481"/>
                    <a:pt x="205" y="3579"/>
                  </a:cubicBezTo>
                  <a:cubicBezTo>
                    <a:pt x="205" y="3685"/>
                    <a:pt x="205" y="3685"/>
                    <a:pt x="303" y="3783"/>
                  </a:cubicBezTo>
                  <a:lnTo>
                    <a:pt x="303" y="3890"/>
                  </a:lnTo>
                  <a:cubicBezTo>
                    <a:pt x="303" y="3890"/>
                    <a:pt x="409" y="3988"/>
                    <a:pt x="409" y="4094"/>
                  </a:cubicBezTo>
                  <a:cubicBezTo>
                    <a:pt x="711" y="4396"/>
                    <a:pt x="1022" y="4707"/>
                    <a:pt x="1431" y="4911"/>
                  </a:cubicBezTo>
                  <a:cubicBezTo>
                    <a:pt x="1431" y="4911"/>
                    <a:pt x="1529" y="5009"/>
                    <a:pt x="1635" y="5009"/>
                  </a:cubicBezTo>
                  <a:cubicBezTo>
                    <a:pt x="1733" y="5009"/>
                    <a:pt x="1733" y="5009"/>
                    <a:pt x="1839" y="5116"/>
                  </a:cubicBezTo>
                  <a:lnTo>
                    <a:pt x="2044" y="5116"/>
                  </a:lnTo>
                  <a:cubicBezTo>
                    <a:pt x="2248" y="5214"/>
                    <a:pt x="2452" y="5214"/>
                    <a:pt x="2550" y="5214"/>
                  </a:cubicBezTo>
                  <a:cubicBezTo>
                    <a:pt x="2959" y="5214"/>
                    <a:pt x="3368" y="5116"/>
                    <a:pt x="3776" y="4911"/>
                  </a:cubicBezTo>
                  <a:lnTo>
                    <a:pt x="3883" y="4805"/>
                  </a:lnTo>
                  <a:lnTo>
                    <a:pt x="3981" y="4805"/>
                  </a:lnTo>
                  <a:cubicBezTo>
                    <a:pt x="3981" y="4805"/>
                    <a:pt x="3981" y="4707"/>
                    <a:pt x="4087" y="4707"/>
                  </a:cubicBezTo>
                  <a:lnTo>
                    <a:pt x="4185" y="4601"/>
                  </a:lnTo>
                  <a:cubicBezTo>
                    <a:pt x="4291" y="4601"/>
                    <a:pt x="4291" y="4601"/>
                    <a:pt x="4291" y="4503"/>
                  </a:cubicBezTo>
                  <a:cubicBezTo>
                    <a:pt x="4291" y="4503"/>
                    <a:pt x="4389" y="4503"/>
                    <a:pt x="4389" y="4396"/>
                  </a:cubicBezTo>
                  <a:lnTo>
                    <a:pt x="4496" y="4396"/>
                  </a:lnTo>
                  <a:cubicBezTo>
                    <a:pt x="4496" y="4298"/>
                    <a:pt x="4496" y="4298"/>
                    <a:pt x="4594" y="4192"/>
                  </a:cubicBezTo>
                  <a:lnTo>
                    <a:pt x="4798" y="3988"/>
                  </a:lnTo>
                  <a:lnTo>
                    <a:pt x="4798" y="3890"/>
                  </a:lnTo>
                  <a:lnTo>
                    <a:pt x="4904" y="3783"/>
                  </a:lnTo>
                  <a:lnTo>
                    <a:pt x="4904" y="3685"/>
                  </a:lnTo>
                  <a:lnTo>
                    <a:pt x="5002" y="3579"/>
                  </a:lnTo>
                  <a:lnTo>
                    <a:pt x="5002" y="3481"/>
                  </a:lnTo>
                  <a:cubicBezTo>
                    <a:pt x="5313" y="2762"/>
                    <a:pt x="5207" y="1846"/>
                    <a:pt x="4700" y="1127"/>
                  </a:cubicBezTo>
                  <a:cubicBezTo>
                    <a:pt x="4225" y="387"/>
                    <a:pt x="3396" y="0"/>
                    <a:pt x="2534"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8" name="Google Shape;1388;p27"/>
            <p:cNvSpPr/>
            <p:nvPr/>
          </p:nvSpPr>
          <p:spPr>
            <a:xfrm>
              <a:off x="1614925" y="963275"/>
              <a:ext cx="148175" cy="130550"/>
            </a:xfrm>
            <a:custGeom>
              <a:rect b="b" l="l" r="r" t="t"/>
              <a:pathLst>
                <a:path extrusionOk="0" h="5222" w="5927">
                  <a:moveTo>
                    <a:pt x="2907" y="0"/>
                  </a:moveTo>
                  <a:cubicBezTo>
                    <a:pt x="1909" y="0"/>
                    <a:pt x="958" y="591"/>
                    <a:pt x="507" y="1571"/>
                  </a:cubicBezTo>
                  <a:cubicBezTo>
                    <a:pt x="0" y="2895"/>
                    <a:pt x="613" y="4432"/>
                    <a:pt x="1937" y="5045"/>
                  </a:cubicBezTo>
                  <a:cubicBezTo>
                    <a:pt x="2252" y="5165"/>
                    <a:pt x="2579" y="5222"/>
                    <a:pt x="2900" y="5222"/>
                  </a:cubicBezTo>
                  <a:cubicBezTo>
                    <a:pt x="3936" y="5222"/>
                    <a:pt x="4920" y="4625"/>
                    <a:pt x="5313" y="3614"/>
                  </a:cubicBezTo>
                  <a:cubicBezTo>
                    <a:pt x="5926" y="2282"/>
                    <a:pt x="5207" y="754"/>
                    <a:pt x="3981" y="239"/>
                  </a:cubicBezTo>
                  <a:cubicBezTo>
                    <a:pt x="3631" y="77"/>
                    <a:pt x="3266" y="0"/>
                    <a:pt x="2907" y="0"/>
                  </a:cubicBezTo>
                  <a:close/>
                </a:path>
              </a:pathLst>
            </a:custGeom>
            <a:solidFill>
              <a:srgbClr val="FF78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9" name="Google Shape;1389;p27"/>
            <p:cNvSpPr/>
            <p:nvPr/>
          </p:nvSpPr>
          <p:spPr>
            <a:xfrm>
              <a:off x="1622475" y="1015200"/>
              <a:ext cx="132850" cy="78625"/>
            </a:xfrm>
            <a:custGeom>
              <a:rect b="b" l="l" r="r" t="t"/>
              <a:pathLst>
                <a:path extrusionOk="0" h="3145" w="5314">
                  <a:moveTo>
                    <a:pt x="5215" y="1"/>
                  </a:moveTo>
                  <a:cubicBezTo>
                    <a:pt x="5215" y="311"/>
                    <a:pt x="5109" y="614"/>
                    <a:pt x="5011" y="1022"/>
                  </a:cubicBezTo>
                  <a:cubicBezTo>
                    <a:pt x="4560" y="2002"/>
                    <a:pt x="3610" y="2593"/>
                    <a:pt x="2611" y="2593"/>
                  </a:cubicBezTo>
                  <a:cubicBezTo>
                    <a:pt x="2253" y="2593"/>
                    <a:pt x="1888" y="2517"/>
                    <a:pt x="1537" y="2355"/>
                  </a:cubicBezTo>
                  <a:cubicBezTo>
                    <a:pt x="720" y="2044"/>
                    <a:pt x="205" y="1333"/>
                    <a:pt x="1" y="516"/>
                  </a:cubicBezTo>
                  <a:lnTo>
                    <a:pt x="1" y="516"/>
                  </a:lnTo>
                  <a:cubicBezTo>
                    <a:pt x="1" y="1537"/>
                    <a:pt x="614" y="2559"/>
                    <a:pt x="1635" y="2968"/>
                  </a:cubicBezTo>
                  <a:cubicBezTo>
                    <a:pt x="1950" y="3088"/>
                    <a:pt x="2277" y="3145"/>
                    <a:pt x="2598" y="3145"/>
                  </a:cubicBezTo>
                  <a:cubicBezTo>
                    <a:pt x="3634" y="3145"/>
                    <a:pt x="4618" y="2548"/>
                    <a:pt x="5011" y="1537"/>
                  </a:cubicBezTo>
                  <a:cubicBezTo>
                    <a:pt x="5215" y="1022"/>
                    <a:pt x="5313" y="516"/>
                    <a:pt x="5215" y="1"/>
                  </a:cubicBezTo>
                  <a:close/>
                </a:path>
              </a:pathLst>
            </a:custGeom>
            <a:solidFill>
              <a:srgbClr val="F56E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0" name="Google Shape;1390;p27"/>
            <p:cNvSpPr/>
            <p:nvPr/>
          </p:nvSpPr>
          <p:spPr>
            <a:xfrm>
              <a:off x="1625125" y="1002550"/>
              <a:ext cx="122650" cy="58650"/>
            </a:xfrm>
            <a:custGeom>
              <a:rect b="b" l="l" r="r" t="t"/>
              <a:pathLst>
                <a:path extrusionOk="0" h="2346" w="4906">
                  <a:moveTo>
                    <a:pt x="99" y="0"/>
                  </a:moveTo>
                  <a:lnTo>
                    <a:pt x="99" y="98"/>
                  </a:lnTo>
                  <a:cubicBezTo>
                    <a:pt x="99" y="204"/>
                    <a:pt x="1" y="302"/>
                    <a:pt x="1" y="409"/>
                  </a:cubicBezTo>
                  <a:lnTo>
                    <a:pt x="4799" y="2346"/>
                  </a:lnTo>
                  <a:cubicBezTo>
                    <a:pt x="4799" y="2248"/>
                    <a:pt x="4799" y="2248"/>
                    <a:pt x="4905" y="2141"/>
                  </a:cubicBezTo>
                  <a:lnTo>
                    <a:pt x="4905" y="2043"/>
                  </a:lnTo>
                  <a:lnTo>
                    <a:pt x="99" y="0"/>
                  </a:lnTo>
                  <a:close/>
                </a:path>
              </a:pathLst>
            </a:custGeom>
            <a:solidFill>
              <a:srgbClr val="F56E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1" name="Google Shape;1391;p27"/>
            <p:cNvSpPr/>
            <p:nvPr/>
          </p:nvSpPr>
          <p:spPr>
            <a:xfrm>
              <a:off x="1627600" y="999875"/>
              <a:ext cx="122625" cy="58875"/>
            </a:xfrm>
            <a:custGeom>
              <a:rect b="b" l="l" r="r" t="t"/>
              <a:pathLst>
                <a:path extrusionOk="0" h="2355" w="4905">
                  <a:moveTo>
                    <a:pt x="106" y="1"/>
                  </a:moveTo>
                  <a:lnTo>
                    <a:pt x="0" y="107"/>
                  </a:lnTo>
                  <a:lnTo>
                    <a:pt x="0" y="311"/>
                  </a:lnTo>
                  <a:lnTo>
                    <a:pt x="4700" y="2355"/>
                  </a:lnTo>
                  <a:cubicBezTo>
                    <a:pt x="4806" y="2248"/>
                    <a:pt x="4806" y="2248"/>
                    <a:pt x="4806" y="2150"/>
                  </a:cubicBezTo>
                  <a:lnTo>
                    <a:pt x="4904" y="2044"/>
                  </a:lnTo>
                  <a:lnTo>
                    <a:pt x="10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2" name="Google Shape;1392;p27"/>
            <p:cNvSpPr/>
            <p:nvPr/>
          </p:nvSpPr>
          <p:spPr>
            <a:xfrm>
              <a:off x="1791050" y="1043225"/>
              <a:ext cx="132850" cy="130375"/>
            </a:xfrm>
            <a:custGeom>
              <a:rect b="b" l="l" r="r" t="t"/>
              <a:pathLst>
                <a:path extrusionOk="0" h="5215" w="5314">
                  <a:moveTo>
                    <a:pt x="2571" y="1"/>
                  </a:moveTo>
                  <a:cubicBezTo>
                    <a:pt x="2140" y="1"/>
                    <a:pt x="1713" y="102"/>
                    <a:pt x="1333" y="310"/>
                  </a:cubicBezTo>
                  <a:cubicBezTo>
                    <a:pt x="1227" y="416"/>
                    <a:pt x="1227" y="416"/>
                    <a:pt x="1129" y="416"/>
                  </a:cubicBezTo>
                  <a:lnTo>
                    <a:pt x="1129" y="514"/>
                  </a:lnTo>
                  <a:lnTo>
                    <a:pt x="1022" y="514"/>
                  </a:lnTo>
                  <a:lnTo>
                    <a:pt x="924" y="621"/>
                  </a:lnTo>
                  <a:cubicBezTo>
                    <a:pt x="720" y="825"/>
                    <a:pt x="516" y="1029"/>
                    <a:pt x="409" y="1234"/>
                  </a:cubicBezTo>
                  <a:lnTo>
                    <a:pt x="311" y="1332"/>
                  </a:lnTo>
                  <a:lnTo>
                    <a:pt x="311" y="1438"/>
                  </a:lnTo>
                  <a:cubicBezTo>
                    <a:pt x="205" y="1536"/>
                    <a:pt x="205" y="1536"/>
                    <a:pt x="205" y="1642"/>
                  </a:cubicBezTo>
                  <a:cubicBezTo>
                    <a:pt x="205" y="1740"/>
                    <a:pt x="107" y="1847"/>
                    <a:pt x="107" y="1847"/>
                  </a:cubicBezTo>
                  <a:lnTo>
                    <a:pt x="107" y="1945"/>
                  </a:lnTo>
                  <a:lnTo>
                    <a:pt x="107" y="2051"/>
                  </a:lnTo>
                  <a:cubicBezTo>
                    <a:pt x="107" y="2149"/>
                    <a:pt x="1" y="2149"/>
                    <a:pt x="1" y="2149"/>
                  </a:cubicBezTo>
                  <a:lnTo>
                    <a:pt x="1" y="2353"/>
                  </a:lnTo>
                  <a:lnTo>
                    <a:pt x="1" y="2664"/>
                  </a:lnTo>
                  <a:lnTo>
                    <a:pt x="1" y="2868"/>
                  </a:lnTo>
                  <a:lnTo>
                    <a:pt x="1" y="3073"/>
                  </a:lnTo>
                  <a:cubicBezTo>
                    <a:pt x="107" y="3073"/>
                    <a:pt x="107" y="3073"/>
                    <a:pt x="107" y="3171"/>
                  </a:cubicBezTo>
                  <a:lnTo>
                    <a:pt x="107" y="3375"/>
                  </a:lnTo>
                  <a:cubicBezTo>
                    <a:pt x="107" y="3481"/>
                    <a:pt x="205" y="3481"/>
                    <a:pt x="205" y="3580"/>
                  </a:cubicBezTo>
                  <a:lnTo>
                    <a:pt x="205" y="3686"/>
                  </a:lnTo>
                  <a:lnTo>
                    <a:pt x="311" y="3784"/>
                  </a:lnTo>
                  <a:lnTo>
                    <a:pt x="311" y="3890"/>
                  </a:lnTo>
                  <a:cubicBezTo>
                    <a:pt x="409" y="3890"/>
                    <a:pt x="409" y="3988"/>
                    <a:pt x="409" y="4094"/>
                  </a:cubicBezTo>
                  <a:cubicBezTo>
                    <a:pt x="720" y="4397"/>
                    <a:pt x="1022" y="4707"/>
                    <a:pt x="1431" y="4912"/>
                  </a:cubicBezTo>
                  <a:cubicBezTo>
                    <a:pt x="1537" y="4912"/>
                    <a:pt x="1537" y="5010"/>
                    <a:pt x="1635" y="5010"/>
                  </a:cubicBezTo>
                  <a:cubicBezTo>
                    <a:pt x="1742" y="5010"/>
                    <a:pt x="1840" y="5116"/>
                    <a:pt x="1840" y="5116"/>
                  </a:cubicBezTo>
                  <a:lnTo>
                    <a:pt x="2150" y="5116"/>
                  </a:lnTo>
                  <a:cubicBezTo>
                    <a:pt x="2248" y="5214"/>
                    <a:pt x="2453" y="5214"/>
                    <a:pt x="2657" y="5214"/>
                  </a:cubicBezTo>
                  <a:cubicBezTo>
                    <a:pt x="3066" y="5214"/>
                    <a:pt x="3376" y="5116"/>
                    <a:pt x="3785" y="4912"/>
                  </a:cubicBezTo>
                  <a:cubicBezTo>
                    <a:pt x="3883" y="4912"/>
                    <a:pt x="3883" y="4912"/>
                    <a:pt x="3883" y="4806"/>
                  </a:cubicBezTo>
                  <a:lnTo>
                    <a:pt x="3989" y="4806"/>
                  </a:lnTo>
                  <a:cubicBezTo>
                    <a:pt x="3989" y="4806"/>
                    <a:pt x="4087" y="4806"/>
                    <a:pt x="4087" y="4707"/>
                  </a:cubicBezTo>
                  <a:cubicBezTo>
                    <a:pt x="4087" y="4707"/>
                    <a:pt x="4194" y="4707"/>
                    <a:pt x="4194" y="4601"/>
                  </a:cubicBezTo>
                  <a:lnTo>
                    <a:pt x="4292" y="4601"/>
                  </a:lnTo>
                  <a:lnTo>
                    <a:pt x="4496" y="4397"/>
                  </a:lnTo>
                  <a:cubicBezTo>
                    <a:pt x="4496" y="4299"/>
                    <a:pt x="4602" y="4299"/>
                    <a:pt x="4602" y="4299"/>
                  </a:cubicBezTo>
                  <a:cubicBezTo>
                    <a:pt x="4602" y="4299"/>
                    <a:pt x="4602" y="4193"/>
                    <a:pt x="4700" y="4193"/>
                  </a:cubicBezTo>
                  <a:cubicBezTo>
                    <a:pt x="4700" y="4193"/>
                    <a:pt x="4700" y="4094"/>
                    <a:pt x="4807" y="3988"/>
                  </a:cubicBezTo>
                  <a:cubicBezTo>
                    <a:pt x="4905" y="3890"/>
                    <a:pt x="4905" y="3890"/>
                    <a:pt x="4905" y="3784"/>
                  </a:cubicBezTo>
                  <a:cubicBezTo>
                    <a:pt x="5011" y="3686"/>
                    <a:pt x="5011" y="3686"/>
                    <a:pt x="5011" y="3580"/>
                  </a:cubicBezTo>
                  <a:lnTo>
                    <a:pt x="5011" y="3481"/>
                  </a:lnTo>
                  <a:cubicBezTo>
                    <a:pt x="5313" y="2762"/>
                    <a:pt x="5215" y="1847"/>
                    <a:pt x="4807" y="1127"/>
                  </a:cubicBezTo>
                  <a:cubicBezTo>
                    <a:pt x="4266" y="387"/>
                    <a:pt x="3412" y="1"/>
                    <a:pt x="2571" y="1"/>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3" name="Google Shape;1393;p27"/>
            <p:cNvSpPr/>
            <p:nvPr/>
          </p:nvSpPr>
          <p:spPr>
            <a:xfrm>
              <a:off x="1775725" y="1031225"/>
              <a:ext cx="148175" cy="129025"/>
            </a:xfrm>
            <a:custGeom>
              <a:rect b="b" l="l" r="r" t="t"/>
              <a:pathLst>
                <a:path extrusionOk="0" h="5161" w="5927">
                  <a:moveTo>
                    <a:pt x="3027" y="0"/>
                  </a:moveTo>
                  <a:cubicBezTo>
                    <a:pt x="1991" y="0"/>
                    <a:pt x="1007" y="597"/>
                    <a:pt x="614" y="1607"/>
                  </a:cubicBezTo>
                  <a:cubicBezTo>
                    <a:pt x="1" y="2940"/>
                    <a:pt x="614" y="4468"/>
                    <a:pt x="1946" y="4983"/>
                  </a:cubicBezTo>
                  <a:cubicBezTo>
                    <a:pt x="2259" y="5103"/>
                    <a:pt x="2584" y="5160"/>
                    <a:pt x="2906" y="5160"/>
                  </a:cubicBezTo>
                  <a:cubicBezTo>
                    <a:pt x="3945" y="5160"/>
                    <a:pt x="4952" y="4564"/>
                    <a:pt x="5420" y="3553"/>
                  </a:cubicBezTo>
                  <a:cubicBezTo>
                    <a:pt x="5926" y="2220"/>
                    <a:pt x="5313" y="692"/>
                    <a:pt x="3989" y="177"/>
                  </a:cubicBezTo>
                  <a:cubicBezTo>
                    <a:pt x="3674" y="57"/>
                    <a:pt x="3348" y="0"/>
                    <a:pt x="3027" y="0"/>
                  </a:cubicBezTo>
                  <a:close/>
                </a:path>
              </a:pathLst>
            </a:custGeom>
            <a:solidFill>
              <a:srgbClr val="FF78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4" name="Google Shape;1394;p27"/>
            <p:cNvSpPr/>
            <p:nvPr/>
          </p:nvSpPr>
          <p:spPr>
            <a:xfrm>
              <a:off x="1785950" y="1081625"/>
              <a:ext cx="130400" cy="78625"/>
            </a:xfrm>
            <a:custGeom>
              <a:rect b="b" l="l" r="r" t="t"/>
              <a:pathLst>
                <a:path extrusionOk="0" h="3145" w="5216">
                  <a:moveTo>
                    <a:pt x="5109" y="0"/>
                  </a:moveTo>
                  <a:cubicBezTo>
                    <a:pt x="5109" y="311"/>
                    <a:pt x="5011" y="719"/>
                    <a:pt x="4904" y="1022"/>
                  </a:cubicBezTo>
                  <a:cubicBezTo>
                    <a:pt x="4454" y="2002"/>
                    <a:pt x="3507" y="2593"/>
                    <a:pt x="2551" y="2593"/>
                  </a:cubicBezTo>
                  <a:cubicBezTo>
                    <a:pt x="2207" y="2593"/>
                    <a:pt x="1861" y="2516"/>
                    <a:pt x="1537" y="2354"/>
                  </a:cubicBezTo>
                  <a:cubicBezTo>
                    <a:pt x="720" y="2044"/>
                    <a:pt x="107" y="1332"/>
                    <a:pt x="0" y="613"/>
                  </a:cubicBezTo>
                  <a:lnTo>
                    <a:pt x="0" y="613"/>
                  </a:lnTo>
                  <a:cubicBezTo>
                    <a:pt x="0" y="1537"/>
                    <a:pt x="515" y="2558"/>
                    <a:pt x="1537" y="2967"/>
                  </a:cubicBezTo>
                  <a:cubicBezTo>
                    <a:pt x="1850" y="3087"/>
                    <a:pt x="2175" y="3144"/>
                    <a:pt x="2497" y="3144"/>
                  </a:cubicBezTo>
                  <a:cubicBezTo>
                    <a:pt x="3536" y="3144"/>
                    <a:pt x="4543" y="2548"/>
                    <a:pt x="5011" y="1537"/>
                  </a:cubicBezTo>
                  <a:cubicBezTo>
                    <a:pt x="5215" y="1022"/>
                    <a:pt x="5215" y="515"/>
                    <a:pt x="5109" y="0"/>
                  </a:cubicBezTo>
                  <a:close/>
                </a:path>
              </a:pathLst>
            </a:custGeom>
            <a:solidFill>
              <a:srgbClr val="F56E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5" name="Google Shape;1395;p27"/>
            <p:cNvSpPr/>
            <p:nvPr/>
          </p:nvSpPr>
          <p:spPr>
            <a:xfrm>
              <a:off x="1785950" y="1071400"/>
              <a:ext cx="122625" cy="56225"/>
            </a:xfrm>
            <a:custGeom>
              <a:rect b="b" l="l" r="r" t="t"/>
              <a:pathLst>
                <a:path extrusionOk="0" h="2249" w="4905">
                  <a:moveTo>
                    <a:pt x="205" y="0"/>
                  </a:moveTo>
                  <a:cubicBezTo>
                    <a:pt x="107" y="0"/>
                    <a:pt x="107" y="0"/>
                    <a:pt x="107" y="107"/>
                  </a:cubicBezTo>
                  <a:cubicBezTo>
                    <a:pt x="107" y="107"/>
                    <a:pt x="107" y="205"/>
                    <a:pt x="0" y="311"/>
                  </a:cubicBezTo>
                  <a:lnTo>
                    <a:pt x="4806" y="2248"/>
                  </a:lnTo>
                  <a:cubicBezTo>
                    <a:pt x="4806" y="2248"/>
                    <a:pt x="4904" y="2150"/>
                    <a:pt x="4904" y="2044"/>
                  </a:cubicBezTo>
                  <a:lnTo>
                    <a:pt x="4904" y="1946"/>
                  </a:lnTo>
                  <a:lnTo>
                    <a:pt x="205" y="0"/>
                  </a:lnTo>
                  <a:close/>
                </a:path>
              </a:pathLst>
            </a:custGeom>
            <a:solidFill>
              <a:srgbClr val="F56E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6" name="Google Shape;1396;p27"/>
            <p:cNvSpPr/>
            <p:nvPr/>
          </p:nvSpPr>
          <p:spPr>
            <a:xfrm>
              <a:off x="1788600" y="1066300"/>
              <a:ext cx="122625" cy="58875"/>
            </a:xfrm>
            <a:custGeom>
              <a:rect b="b" l="l" r="r" t="t"/>
              <a:pathLst>
                <a:path extrusionOk="0" h="2355" w="4905">
                  <a:moveTo>
                    <a:pt x="99" y="0"/>
                  </a:moveTo>
                  <a:lnTo>
                    <a:pt x="99" y="204"/>
                  </a:lnTo>
                  <a:cubicBezTo>
                    <a:pt x="1" y="204"/>
                    <a:pt x="1" y="311"/>
                    <a:pt x="1" y="311"/>
                  </a:cubicBezTo>
                  <a:lnTo>
                    <a:pt x="4798" y="2354"/>
                  </a:lnTo>
                  <a:cubicBezTo>
                    <a:pt x="4798" y="2248"/>
                    <a:pt x="4798" y="2248"/>
                    <a:pt x="4905" y="2150"/>
                  </a:cubicBezTo>
                  <a:lnTo>
                    <a:pt x="4905" y="2044"/>
                  </a:lnTo>
                  <a:lnTo>
                    <a:pt x="9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7" name="Google Shape;1397;p27"/>
            <p:cNvSpPr/>
            <p:nvPr/>
          </p:nvSpPr>
          <p:spPr>
            <a:xfrm>
              <a:off x="1952075" y="1110375"/>
              <a:ext cx="135300" cy="129625"/>
            </a:xfrm>
            <a:custGeom>
              <a:rect b="b" l="l" r="r" t="t"/>
              <a:pathLst>
                <a:path extrusionOk="0" h="5185" w="5412">
                  <a:moveTo>
                    <a:pt x="2659" y="0"/>
                  </a:moveTo>
                  <a:cubicBezTo>
                    <a:pt x="2197" y="0"/>
                    <a:pt x="1734" y="125"/>
                    <a:pt x="1325" y="387"/>
                  </a:cubicBezTo>
                  <a:cubicBezTo>
                    <a:pt x="1226" y="387"/>
                    <a:pt x="1226" y="387"/>
                    <a:pt x="1226" y="485"/>
                  </a:cubicBezTo>
                  <a:lnTo>
                    <a:pt x="1120" y="485"/>
                  </a:lnTo>
                  <a:cubicBezTo>
                    <a:pt x="1022" y="485"/>
                    <a:pt x="1022" y="485"/>
                    <a:pt x="1022" y="591"/>
                  </a:cubicBezTo>
                  <a:lnTo>
                    <a:pt x="916" y="591"/>
                  </a:lnTo>
                  <a:lnTo>
                    <a:pt x="916" y="689"/>
                  </a:lnTo>
                  <a:cubicBezTo>
                    <a:pt x="712" y="795"/>
                    <a:pt x="613" y="1000"/>
                    <a:pt x="507" y="1204"/>
                  </a:cubicBezTo>
                  <a:lnTo>
                    <a:pt x="409" y="1204"/>
                  </a:lnTo>
                  <a:cubicBezTo>
                    <a:pt x="409" y="1302"/>
                    <a:pt x="409" y="1302"/>
                    <a:pt x="303" y="1408"/>
                  </a:cubicBezTo>
                  <a:cubicBezTo>
                    <a:pt x="303" y="1507"/>
                    <a:pt x="303" y="1507"/>
                    <a:pt x="205" y="1613"/>
                  </a:cubicBezTo>
                  <a:cubicBezTo>
                    <a:pt x="205" y="1711"/>
                    <a:pt x="205" y="1817"/>
                    <a:pt x="99" y="1817"/>
                  </a:cubicBezTo>
                  <a:lnTo>
                    <a:pt x="99" y="1915"/>
                  </a:lnTo>
                  <a:lnTo>
                    <a:pt x="99" y="2120"/>
                  </a:lnTo>
                  <a:lnTo>
                    <a:pt x="99" y="2324"/>
                  </a:lnTo>
                  <a:lnTo>
                    <a:pt x="99" y="2430"/>
                  </a:lnTo>
                  <a:cubicBezTo>
                    <a:pt x="0" y="2430"/>
                    <a:pt x="0" y="2528"/>
                    <a:pt x="0" y="2634"/>
                  </a:cubicBezTo>
                  <a:cubicBezTo>
                    <a:pt x="0" y="2733"/>
                    <a:pt x="0" y="2733"/>
                    <a:pt x="99" y="2839"/>
                  </a:cubicBezTo>
                  <a:lnTo>
                    <a:pt x="99" y="2937"/>
                  </a:lnTo>
                  <a:lnTo>
                    <a:pt x="99" y="3043"/>
                  </a:lnTo>
                  <a:lnTo>
                    <a:pt x="99" y="3141"/>
                  </a:lnTo>
                  <a:cubicBezTo>
                    <a:pt x="99" y="3247"/>
                    <a:pt x="99" y="3247"/>
                    <a:pt x="205" y="3346"/>
                  </a:cubicBezTo>
                  <a:lnTo>
                    <a:pt x="205" y="3550"/>
                  </a:lnTo>
                  <a:cubicBezTo>
                    <a:pt x="205" y="3550"/>
                    <a:pt x="205" y="3656"/>
                    <a:pt x="303" y="3656"/>
                  </a:cubicBezTo>
                  <a:lnTo>
                    <a:pt x="303" y="3754"/>
                  </a:lnTo>
                  <a:cubicBezTo>
                    <a:pt x="303" y="3860"/>
                    <a:pt x="409" y="3860"/>
                    <a:pt x="409" y="3860"/>
                  </a:cubicBezTo>
                  <a:cubicBezTo>
                    <a:pt x="409" y="3959"/>
                    <a:pt x="409" y="3959"/>
                    <a:pt x="507" y="4065"/>
                  </a:cubicBezTo>
                  <a:cubicBezTo>
                    <a:pt x="712" y="4473"/>
                    <a:pt x="1120" y="4678"/>
                    <a:pt x="1431" y="4882"/>
                  </a:cubicBezTo>
                  <a:cubicBezTo>
                    <a:pt x="1529" y="4980"/>
                    <a:pt x="1635" y="4980"/>
                    <a:pt x="1635" y="4980"/>
                  </a:cubicBezTo>
                  <a:cubicBezTo>
                    <a:pt x="1733" y="5086"/>
                    <a:pt x="1839" y="5086"/>
                    <a:pt x="1938" y="5086"/>
                  </a:cubicBezTo>
                  <a:cubicBezTo>
                    <a:pt x="2044" y="5086"/>
                    <a:pt x="2044" y="5185"/>
                    <a:pt x="2142" y="5185"/>
                  </a:cubicBezTo>
                  <a:lnTo>
                    <a:pt x="2657" y="5185"/>
                  </a:lnTo>
                  <a:cubicBezTo>
                    <a:pt x="3065" y="5185"/>
                    <a:pt x="3474" y="5086"/>
                    <a:pt x="3777" y="4882"/>
                  </a:cubicBezTo>
                  <a:lnTo>
                    <a:pt x="3981" y="4882"/>
                  </a:lnTo>
                  <a:lnTo>
                    <a:pt x="3981" y="4776"/>
                  </a:lnTo>
                  <a:lnTo>
                    <a:pt x="4087" y="4776"/>
                  </a:lnTo>
                  <a:cubicBezTo>
                    <a:pt x="4185" y="4678"/>
                    <a:pt x="4185" y="4678"/>
                    <a:pt x="4291" y="4678"/>
                  </a:cubicBezTo>
                  <a:lnTo>
                    <a:pt x="4291" y="4572"/>
                  </a:lnTo>
                  <a:lnTo>
                    <a:pt x="4390" y="4572"/>
                  </a:lnTo>
                  <a:cubicBezTo>
                    <a:pt x="4390" y="4473"/>
                    <a:pt x="4390" y="4473"/>
                    <a:pt x="4496" y="4473"/>
                  </a:cubicBezTo>
                  <a:lnTo>
                    <a:pt x="4496" y="4367"/>
                  </a:lnTo>
                  <a:cubicBezTo>
                    <a:pt x="4594" y="4367"/>
                    <a:pt x="4594" y="4269"/>
                    <a:pt x="4594" y="4269"/>
                  </a:cubicBezTo>
                  <a:cubicBezTo>
                    <a:pt x="4700" y="4269"/>
                    <a:pt x="4700" y="4269"/>
                    <a:pt x="4700" y="4163"/>
                  </a:cubicBezTo>
                  <a:lnTo>
                    <a:pt x="4798" y="4065"/>
                  </a:lnTo>
                  <a:cubicBezTo>
                    <a:pt x="4798" y="3959"/>
                    <a:pt x="4904" y="3959"/>
                    <a:pt x="4904" y="3959"/>
                  </a:cubicBezTo>
                  <a:lnTo>
                    <a:pt x="4904" y="3860"/>
                  </a:lnTo>
                  <a:lnTo>
                    <a:pt x="5003" y="3754"/>
                  </a:lnTo>
                  <a:lnTo>
                    <a:pt x="5003" y="3656"/>
                  </a:lnTo>
                  <a:cubicBezTo>
                    <a:pt x="5003" y="3550"/>
                    <a:pt x="5109" y="3550"/>
                    <a:pt x="5109" y="3550"/>
                  </a:cubicBezTo>
                  <a:lnTo>
                    <a:pt x="5109" y="3452"/>
                  </a:lnTo>
                  <a:cubicBezTo>
                    <a:pt x="5411" y="2733"/>
                    <a:pt x="5313" y="1817"/>
                    <a:pt x="4798" y="1098"/>
                  </a:cubicBezTo>
                  <a:cubicBezTo>
                    <a:pt x="4278" y="385"/>
                    <a:pt x="3469" y="0"/>
                    <a:pt x="2659"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8" name="Google Shape;1398;p27"/>
            <p:cNvSpPr/>
            <p:nvPr/>
          </p:nvSpPr>
          <p:spPr>
            <a:xfrm>
              <a:off x="1936750" y="1097625"/>
              <a:ext cx="148175" cy="130550"/>
            </a:xfrm>
            <a:custGeom>
              <a:rect b="b" l="l" r="r" t="t"/>
              <a:pathLst>
                <a:path extrusionOk="0" h="5222" w="5927">
                  <a:moveTo>
                    <a:pt x="3022" y="0"/>
                  </a:moveTo>
                  <a:cubicBezTo>
                    <a:pt x="1988" y="0"/>
                    <a:pt x="1000" y="597"/>
                    <a:pt x="613" y="1608"/>
                  </a:cubicBezTo>
                  <a:cubicBezTo>
                    <a:pt x="0" y="2940"/>
                    <a:pt x="712" y="4469"/>
                    <a:pt x="1938" y="4983"/>
                  </a:cubicBezTo>
                  <a:cubicBezTo>
                    <a:pt x="2290" y="5146"/>
                    <a:pt x="2656" y="5222"/>
                    <a:pt x="3015" y="5222"/>
                  </a:cubicBezTo>
                  <a:cubicBezTo>
                    <a:pt x="4014" y="5222"/>
                    <a:pt x="4960" y="4631"/>
                    <a:pt x="5411" y="3651"/>
                  </a:cubicBezTo>
                  <a:cubicBezTo>
                    <a:pt x="5926" y="2327"/>
                    <a:pt x="5313" y="791"/>
                    <a:pt x="3981" y="177"/>
                  </a:cubicBezTo>
                  <a:cubicBezTo>
                    <a:pt x="3668" y="58"/>
                    <a:pt x="3343" y="0"/>
                    <a:pt x="3022" y="0"/>
                  </a:cubicBezTo>
                  <a:close/>
                </a:path>
              </a:pathLst>
            </a:custGeom>
            <a:solidFill>
              <a:srgbClr val="FF78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9" name="Google Shape;1399;p27"/>
            <p:cNvSpPr/>
            <p:nvPr/>
          </p:nvSpPr>
          <p:spPr>
            <a:xfrm>
              <a:off x="1946975" y="1148025"/>
              <a:ext cx="130175" cy="80150"/>
            </a:xfrm>
            <a:custGeom>
              <a:rect b="b" l="l" r="r" t="t"/>
              <a:pathLst>
                <a:path extrusionOk="0" h="3206" w="5207">
                  <a:moveTo>
                    <a:pt x="5108" y="1"/>
                  </a:moveTo>
                  <a:cubicBezTo>
                    <a:pt x="5108" y="311"/>
                    <a:pt x="5108" y="720"/>
                    <a:pt x="4904" y="1022"/>
                  </a:cubicBezTo>
                  <a:cubicBezTo>
                    <a:pt x="4512" y="2037"/>
                    <a:pt x="3532" y="2634"/>
                    <a:pt x="2499" y="2634"/>
                  </a:cubicBezTo>
                  <a:cubicBezTo>
                    <a:pt x="2175" y="2634"/>
                    <a:pt x="1846" y="2575"/>
                    <a:pt x="1529" y="2453"/>
                  </a:cubicBezTo>
                  <a:cubicBezTo>
                    <a:pt x="711" y="2044"/>
                    <a:pt x="204" y="1333"/>
                    <a:pt x="0" y="614"/>
                  </a:cubicBezTo>
                  <a:lnTo>
                    <a:pt x="0" y="614"/>
                  </a:lnTo>
                  <a:cubicBezTo>
                    <a:pt x="0" y="1635"/>
                    <a:pt x="613" y="2559"/>
                    <a:pt x="1529" y="2967"/>
                  </a:cubicBezTo>
                  <a:cubicBezTo>
                    <a:pt x="1881" y="3130"/>
                    <a:pt x="2247" y="3206"/>
                    <a:pt x="2606" y="3206"/>
                  </a:cubicBezTo>
                  <a:cubicBezTo>
                    <a:pt x="3605" y="3206"/>
                    <a:pt x="4551" y="2615"/>
                    <a:pt x="5002" y="1635"/>
                  </a:cubicBezTo>
                  <a:cubicBezTo>
                    <a:pt x="5207" y="1128"/>
                    <a:pt x="5207" y="515"/>
                    <a:pt x="5108" y="1"/>
                  </a:cubicBezTo>
                  <a:close/>
                </a:path>
              </a:pathLst>
            </a:custGeom>
            <a:solidFill>
              <a:srgbClr val="F56E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0" name="Google Shape;1400;p27"/>
            <p:cNvSpPr/>
            <p:nvPr/>
          </p:nvSpPr>
          <p:spPr>
            <a:xfrm>
              <a:off x="1949425" y="1137800"/>
              <a:ext cx="122625" cy="58875"/>
            </a:xfrm>
            <a:custGeom>
              <a:rect b="b" l="l" r="r" t="t"/>
              <a:pathLst>
                <a:path extrusionOk="0" h="2355" w="4905">
                  <a:moveTo>
                    <a:pt x="106" y="1"/>
                  </a:moveTo>
                  <a:lnTo>
                    <a:pt x="106" y="107"/>
                  </a:lnTo>
                  <a:cubicBezTo>
                    <a:pt x="0" y="205"/>
                    <a:pt x="0" y="205"/>
                    <a:pt x="0" y="311"/>
                  </a:cubicBezTo>
                  <a:lnTo>
                    <a:pt x="4700" y="2355"/>
                  </a:lnTo>
                  <a:cubicBezTo>
                    <a:pt x="4806" y="2249"/>
                    <a:pt x="4806" y="2150"/>
                    <a:pt x="4806" y="2044"/>
                  </a:cubicBezTo>
                  <a:lnTo>
                    <a:pt x="4904" y="2044"/>
                  </a:lnTo>
                  <a:lnTo>
                    <a:pt x="106" y="1"/>
                  </a:lnTo>
                  <a:close/>
                </a:path>
              </a:pathLst>
            </a:custGeom>
            <a:solidFill>
              <a:srgbClr val="F56E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1" name="Google Shape;1401;p27"/>
            <p:cNvSpPr/>
            <p:nvPr/>
          </p:nvSpPr>
          <p:spPr>
            <a:xfrm>
              <a:off x="1949425" y="1132700"/>
              <a:ext cx="122625" cy="58875"/>
            </a:xfrm>
            <a:custGeom>
              <a:rect b="b" l="l" r="r" t="t"/>
              <a:pathLst>
                <a:path extrusionOk="0" h="2355" w="4905">
                  <a:moveTo>
                    <a:pt x="205" y="1"/>
                  </a:moveTo>
                  <a:cubicBezTo>
                    <a:pt x="106" y="107"/>
                    <a:pt x="106" y="107"/>
                    <a:pt x="106" y="205"/>
                  </a:cubicBezTo>
                  <a:lnTo>
                    <a:pt x="0" y="311"/>
                  </a:lnTo>
                  <a:lnTo>
                    <a:pt x="4806" y="2354"/>
                  </a:lnTo>
                  <a:lnTo>
                    <a:pt x="4904" y="2248"/>
                  </a:lnTo>
                  <a:lnTo>
                    <a:pt x="4904" y="2044"/>
                  </a:lnTo>
                  <a:lnTo>
                    <a:pt x="20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2" name="Google Shape;1402;p27"/>
            <p:cNvSpPr/>
            <p:nvPr/>
          </p:nvSpPr>
          <p:spPr>
            <a:xfrm>
              <a:off x="2115550" y="1176775"/>
              <a:ext cx="132825" cy="129625"/>
            </a:xfrm>
            <a:custGeom>
              <a:rect b="b" l="l" r="r" t="t"/>
              <a:pathLst>
                <a:path extrusionOk="0" h="5185" w="5313">
                  <a:moveTo>
                    <a:pt x="2629" y="0"/>
                  </a:moveTo>
                  <a:cubicBezTo>
                    <a:pt x="2157" y="0"/>
                    <a:pt x="1672" y="126"/>
                    <a:pt x="1226" y="387"/>
                  </a:cubicBezTo>
                  <a:cubicBezTo>
                    <a:pt x="1226" y="387"/>
                    <a:pt x="1120" y="387"/>
                    <a:pt x="1120" y="485"/>
                  </a:cubicBezTo>
                  <a:lnTo>
                    <a:pt x="1022" y="485"/>
                  </a:lnTo>
                  <a:lnTo>
                    <a:pt x="1022" y="591"/>
                  </a:lnTo>
                  <a:cubicBezTo>
                    <a:pt x="916" y="591"/>
                    <a:pt x="916" y="591"/>
                    <a:pt x="916" y="690"/>
                  </a:cubicBezTo>
                  <a:lnTo>
                    <a:pt x="817" y="690"/>
                  </a:lnTo>
                  <a:cubicBezTo>
                    <a:pt x="711" y="796"/>
                    <a:pt x="507" y="1000"/>
                    <a:pt x="409" y="1204"/>
                  </a:cubicBezTo>
                  <a:cubicBezTo>
                    <a:pt x="303" y="1303"/>
                    <a:pt x="303" y="1303"/>
                    <a:pt x="303" y="1409"/>
                  </a:cubicBezTo>
                  <a:lnTo>
                    <a:pt x="204" y="1507"/>
                  </a:lnTo>
                  <a:lnTo>
                    <a:pt x="204" y="1613"/>
                  </a:lnTo>
                  <a:lnTo>
                    <a:pt x="204" y="1711"/>
                  </a:lnTo>
                  <a:cubicBezTo>
                    <a:pt x="98" y="1711"/>
                    <a:pt x="98" y="1817"/>
                    <a:pt x="98" y="1916"/>
                  </a:cubicBezTo>
                  <a:cubicBezTo>
                    <a:pt x="98" y="2022"/>
                    <a:pt x="0" y="2022"/>
                    <a:pt x="0" y="2120"/>
                  </a:cubicBezTo>
                  <a:lnTo>
                    <a:pt x="0" y="2226"/>
                  </a:lnTo>
                  <a:lnTo>
                    <a:pt x="0" y="2324"/>
                  </a:lnTo>
                  <a:lnTo>
                    <a:pt x="0" y="2430"/>
                  </a:lnTo>
                  <a:lnTo>
                    <a:pt x="0" y="2635"/>
                  </a:lnTo>
                  <a:lnTo>
                    <a:pt x="0" y="2839"/>
                  </a:lnTo>
                  <a:lnTo>
                    <a:pt x="0" y="2937"/>
                  </a:lnTo>
                  <a:lnTo>
                    <a:pt x="0" y="3043"/>
                  </a:lnTo>
                  <a:lnTo>
                    <a:pt x="0" y="3142"/>
                  </a:lnTo>
                  <a:cubicBezTo>
                    <a:pt x="0" y="3248"/>
                    <a:pt x="98" y="3346"/>
                    <a:pt x="98" y="3346"/>
                  </a:cubicBezTo>
                  <a:cubicBezTo>
                    <a:pt x="98" y="3452"/>
                    <a:pt x="98" y="3550"/>
                    <a:pt x="204" y="3550"/>
                  </a:cubicBezTo>
                  <a:lnTo>
                    <a:pt x="204" y="3656"/>
                  </a:lnTo>
                  <a:cubicBezTo>
                    <a:pt x="204" y="3755"/>
                    <a:pt x="204" y="3755"/>
                    <a:pt x="303" y="3861"/>
                  </a:cubicBezTo>
                  <a:cubicBezTo>
                    <a:pt x="303" y="3959"/>
                    <a:pt x="409" y="4065"/>
                    <a:pt x="409" y="4065"/>
                  </a:cubicBezTo>
                  <a:cubicBezTo>
                    <a:pt x="711" y="4474"/>
                    <a:pt x="1022" y="4776"/>
                    <a:pt x="1430" y="4882"/>
                  </a:cubicBezTo>
                  <a:cubicBezTo>
                    <a:pt x="1430" y="4981"/>
                    <a:pt x="1529" y="4981"/>
                    <a:pt x="1635" y="4981"/>
                  </a:cubicBezTo>
                  <a:cubicBezTo>
                    <a:pt x="1733" y="5087"/>
                    <a:pt x="1733" y="5087"/>
                    <a:pt x="1839" y="5087"/>
                  </a:cubicBezTo>
                  <a:cubicBezTo>
                    <a:pt x="1937" y="5185"/>
                    <a:pt x="2043" y="5185"/>
                    <a:pt x="2142" y="5185"/>
                  </a:cubicBezTo>
                  <a:lnTo>
                    <a:pt x="2550" y="5185"/>
                  </a:lnTo>
                  <a:cubicBezTo>
                    <a:pt x="2959" y="5185"/>
                    <a:pt x="3368" y="5087"/>
                    <a:pt x="3776" y="4981"/>
                  </a:cubicBezTo>
                  <a:lnTo>
                    <a:pt x="3776" y="4882"/>
                  </a:lnTo>
                  <a:lnTo>
                    <a:pt x="3981" y="4882"/>
                  </a:lnTo>
                  <a:lnTo>
                    <a:pt x="3981" y="4776"/>
                  </a:lnTo>
                  <a:lnTo>
                    <a:pt x="4087" y="4776"/>
                  </a:lnTo>
                  <a:lnTo>
                    <a:pt x="4185" y="4678"/>
                  </a:lnTo>
                  <a:lnTo>
                    <a:pt x="4185" y="4572"/>
                  </a:lnTo>
                  <a:lnTo>
                    <a:pt x="4291" y="4572"/>
                  </a:lnTo>
                  <a:lnTo>
                    <a:pt x="4389" y="4474"/>
                  </a:lnTo>
                  <a:lnTo>
                    <a:pt x="4496" y="4368"/>
                  </a:lnTo>
                  <a:cubicBezTo>
                    <a:pt x="4496" y="4368"/>
                    <a:pt x="4594" y="4368"/>
                    <a:pt x="4594" y="4269"/>
                  </a:cubicBezTo>
                  <a:cubicBezTo>
                    <a:pt x="4700" y="4163"/>
                    <a:pt x="4700" y="4065"/>
                    <a:pt x="4798" y="4065"/>
                  </a:cubicBezTo>
                  <a:lnTo>
                    <a:pt x="4798" y="3959"/>
                  </a:lnTo>
                  <a:cubicBezTo>
                    <a:pt x="4798" y="3959"/>
                    <a:pt x="4798" y="3861"/>
                    <a:pt x="4904" y="3861"/>
                  </a:cubicBezTo>
                  <a:lnTo>
                    <a:pt x="4904" y="3755"/>
                  </a:lnTo>
                  <a:lnTo>
                    <a:pt x="5002" y="3656"/>
                  </a:lnTo>
                  <a:lnTo>
                    <a:pt x="5002" y="3550"/>
                  </a:lnTo>
                  <a:cubicBezTo>
                    <a:pt x="5313" y="2733"/>
                    <a:pt x="5207" y="1916"/>
                    <a:pt x="4700" y="1098"/>
                  </a:cubicBezTo>
                  <a:cubicBezTo>
                    <a:pt x="4242" y="385"/>
                    <a:pt x="3456" y="0"/>
                    <a:pt x="2629"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3" name="Google Shape;1403;p27"/>
            <p:cNvSpPr/>
            <p:nvPr/>
          </p:nvSpPr>
          <p:spPr>
            <a:xfrm>
              <a:off x="2100225" y="1164025"/>
              <a:ext cx="148150" cy="130575"/>
            </a:xfrm>
            <a:custGeom>
              <a:rect b="b" l="l" r="r" t="t"/>
              <a:pathLst>
                <a:path extrusionOk="0" h="5223" w="5926">
                  <a:moveTo>
                    <a:pt x="3021" y="1"/>
                  </a:moveTo>
                  <a:cubicBezTo>
                    <a:pt x="1981" y="1"/>
                    <a:pt x="975" y="597"/>
                    <a:pt x="507" y="1608"/>
                  </a:cubicBezTo>
                  <a:cubicBezTo>
                    <a:pt x="0" y="2940"/>
                    <a:pt x="613" y="4469"/>
                    <a:pt x="1937" y="4984"/>
                  </a:cubicBezTo>
                  <a:cubicBezTo>
                    <a:pt x="2290" y="5146"/>
                    <a:pt x="2656" y="5222"/>
                    <a:pt x="3013" y="5222"/>
                  </a:cubicBezTo>
                  <a:cubicBezTo>
                    <a:pt x="4007" y="5222"/>
                    <a:pt x="4934" y="4631"/>
                    <a:pt x="5313" y="3652"/>
                  </a:cubicBezTo>
                  <a:cubicBezTo>
                    <a:pt x="5926" y="2327"/>
                    <a:pt x="5313" y="791"/>
                    <a:pt x="3981" y="178"/>
                  </a:cubicBezTo>
                  <a:cubicBezTo>
                    <a:pt x="3667" y="58"/>
                    <a:pt x="3342" y="1"/>
                    <a:pt x="3021" y="1"/>
                  </a:cubicBezTo>
                  <a:close/>
                </a:path>
              </a:pathLst>
            </a:custGeom>
            <a:solidFill>
              <a:srgbClr val="FF78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4" name="Google Shape;1404;p27"/>
            <p:cNvSpPr/>
            <p:nvPr/>
          </p:nvSpPr>
          <p:spPr>
            <a:xfrm>
              <a:off x="2107775" y="1214425"/>
              <a:ext cx="132850" cy="80175"/>
            </a:xfrm>
            <a:custGeom>
              <a:rect b="b" l="l" r="r" t="t"/>
              <a:pathLst>
                <a:path extrusionOk="0" h="3207" w="5314">
                  <a:moveTo>
                    <a:pt x="5215" y="1"/>
                  </a:moveTo>
                  <a:cubicBezTo>
                    <a:pt x="5215" y="410"/>
                    <a:pt x="5109" y="720"/>
                    <a:pt x="5011" y="1023"/>
                  </a:cubicBezTo>
                  <a:cubicBezTo>
                    <a:pt x="4544" y="2037"/>
                    <a:pt x="3542" y="2634"/>
                    <a:pt x="2506" y="2634"/>
                  </a:cubicBezTo>
                  <a:cubicBezTo>
                    <a:pt x="2181" y="2634"/>
                    <a:pt x="1853" y="2576"/>
                    <a:pt x="1537" y="2453"/>
                  </a:cubicBezTo>
                  <a:cubicBezTo>
                    <a:pt x="720" y="2044"/>
                    <a:pt x="205" y="1431"/>
                    <a:pt x="1" y="614"/>
                  </a:cubicBezTo>
                  <a:lnTo>
                    <a:pt x="1" y="614"/>
                  </a:lnTo>
                  <a:cubicBezTo>
                    <a:pt x="1" y="1636"/>
                    <a:pt x="614" y="2559"/>
                    <a:pt x="1635" y="2968"/>
                  </a:cubicBezTo>
                  <a:cubicBezTo>
                    <a:pt x="1988" y="3130"/>
                    <a:pt x="2354" y="3206"/>
                    <a:pt x="2711" y="3206"/>
                  </a:cubicBezTo>
                  <a:cubicBezTo>
                    <a:pt x="3705" y="3206"/>
                    <a:pt x="4632" y="2615"/>
                    <a:pt x="5011" y="1636"/>
                  </a:cubicBezTo>
                  <a:cubicBezTo>
                    <a:pt x="5215" y="1129"/>
                    <a:pt x="5313" y="516"/>
                    <a:pt x="5215" y="1"/>
                  </a:cubicBezTo>
                  <a:close/>
                </a:path>
              </a:pathLst>
            </a:custGeom>
            <a:solidFill>
              <a:srgbClr val="F56E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5" name="Google Shape;1405;p27"/>
            <p:cNvSpPr/>
            <p:nvPr/>
          </p:nvSpPr>
          <p:spPr>
            <a:xfrm>
              <a:off x="2110425" y="1204225"/>
              <a:ext cx="122625" cy="58875"/>
            </a:xfrm>
            <a:custGeom>
              <a:rect b="b" l="l" r="r" t="t"/>
              <a:pathLst>
                <a:path extrusionOk="0" h="2355" w="4905">
                  <a:moveTo>
                    <a:pt x="99" y="0"/>
                  </a:moveTo>
                  <a:lnTo>
                    <a:pt x="99" y="106"/>
                  </a:lnTo>
                  <a:cubicBezTo>
                    <a:pt x="99" y="205"/>
                    <a:pt x="1" y="205"/>
                    <a:pt x="1" y="311"/>
                  </a:cubicBezTo>
                  <a:lnTo>
                    <a:pt x="4799" y="2354"/>
                  </a:lnTo>
                  <a:cubicBezTo>
                    <a:pt x="4799" y="2248"/>
                    <a:pt x="4799" y="2150"/>
                    <a:pt x="4905" y="2150"/>
                  </a:cubicBezTo>
                  <a:lnTo>
                    <a:pt x="4905" y="2044"/>
                  </a:lnTo>
                  <a:lnTo>
                    <a:pt x="99" y="0"/>
                  </a:lnTo>
                  <a:close/>
                </a:path>
              </a:pathLst>
            </a:custGeom>
            <a:solidFill>
              <a:srgbClr val="F56E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6" name="Google Shape;1406;p27"/>
            <p:cNvSpPr/>
            <p:nvPr/>
          </p:nvSpPr>
          <p:spPr>
            <a:xfrm>
              <a:off x="2112875" y="1201775"/>
              <a:ext cx="122625" cy="56200"/>
            </a:xfrm>
            <a:custGeom>
              <a:rect b="b" l="l" r="r" t="t"/>
              <a:pathLst>
                <a:path extrusionOk="0" h="2248" w="4905">
                  <a:moveTo>
                    <a:pt x="107" y="0"/>
                  </a:moveTo>
                  <a:lnTo>
                    <a:pt x="1" y="98"/>
                  </a:lnTo>
                  <a:lnTo>
                    <a:pt x="1" y="303"/>
                  </a:lnTo>
                  <a:lnTo>
                    <a:pt x="4807" y="2248"/>
                  </a:lnTo>
                  <a:lnTo>
                    <a:pt x="4807" y="2142"/>
                  </a:lnTo>
                  <a:cubicBezTo>
                    <a:pt x="4807" y="2043"/>
                    <a:pt x="4905" y="2043"/>
                    <a:pt x="4905" y="1937"/>
                  </a:cubicBezTo>
                  <a:lnTo>
                    <a:pt x="10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07" name="Google Shape;1407;p27"/>
          <p:cNvGrpSpPr/>
          <p:nvPr/>
        </p:nvGrpSpPr>
        <p:grpSpPr>
          <a:xfrm flipH="1">
            <a:off x="8541303" y="2390750"/>
            <a:ext cx="480225" cy="615300"/>
            <a:chOff x="912850" y="4743425"/>
            <a:chExt cx="480225" cy="615300"/>
          </a:xfrm>
        </p:grpSpPr>
        <p:sp>
          <p:nvSpPr>
            <p:cNvPr id="1408" name="Google Shape;1408;p27"/>
            <p:cNvSpPr/>
            <p:nvPr/>
          </p:nvSpPr>
          <p:spPr>
            <a:xfrm>
              <a:off x="912850" y="4825175"/>
              <a:ext cx="480225" cy="533550"/>
            </a:xfrm>
            <a:custGeom>
              <a:rect b="b" l="l" r="r" t="t"/>
              <a:pathLst>
                <a:path extrusionOk="0" h="21342" w="19209">
                  <a:moveTo>
                    <a:pt x="5927" y="0"/>
                  </a:moveTo>
                  <a:lnTo>
                    <a:pt x="5722" y="1022"/>
                  </a:lnTo>
                  <a:cubicBezTo>
                    <a:pt x="4194" y="1120"/>
                    <a:pt x="2968" y="2044"/>
                    <a:pt x="2763" y="3270"/>
                  </a:cubicBezTo>
                  <a:lnTo>
                    <a:pt x="311" y="15832"/>
                  </a:lnTo>
                  <a:cubicBezTo>
                    <a:pt x="1" y="17467"/>
                    <a:pt x="1227" y="19101"/>
                    <a:pt x="3172" y="19412"/>
                  </a:cubicBezTo>
                  <a:lnTo>
                    <a:pt x="12572" y="21251"/>
                  </a:lnTo>
                  <a:cubicBezTo>
                    <a:pt x="12846" y="21312"/>
                    <a:pt x="13120" y="21341"/>
                    <a:pt x="13390" y="21341"/>
                  </a:cubicBezTo>
                  <a:cubicBezTo>
                    <a:pt x="14925" y="21341"/>
                    <a:pt x="16295" y="20394"/>
                    <a:pt x="16552" y="19003"/>
                  </a:cubicBezTo>
                  <a:lnTo>
                    <a:pt x="19004" y="6539"/>
                  </a:lnTo>
                  <a:cubicBezTo>
                    <a:pt x="19208" y="5207"/>
                    <a:pt x="18497" y="3883"/>
                    <a:pt x="17165" y="3270"/>
                  </a:cubicBezTo>
                  <a:lnTo>
                    <a:pt x="17369" y="2248"/>
                  </a:lnTo>
                  <a:lnTo>
                    <a:pt x="5927" y="0"/>
                  </a:ln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9" name="Google Shape;1409;p27"/>
            <p:cNvSpPr/>
            <p:nvPr/>
          </p:nvSpPr>
          <p:spPr>
            <a:xfrm>
              <a:off x="1055900" y="4825175"/>
              <a:ext cx="291200" cy="71525"/>
            </a:xfrm>
            <a:custGeom>
              <a:rect b="b" l="l" r="r" t="t"/>
              <a:pathLst>
                <a:path extrusionOk="0" h="2861" w="11648">
                  <a:moveTo>
                    <a:pt x="205" y="0"/>
                  </a:moveTo>
                  <a:lnTo>
                    <a:pt x="0" y="613"/>
                  </a:lnTo>
                  <a:lnTo>
                    <a:pt x="11549" y="2861"/>
                  </a:lnTo>
                  <a:lnTo>
                    <a:pt x="11647" y="2248"/>
                  </a:lnTo>
                  <a:lnTo>
                    <a:pt x="205" y="0"/>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0" name="Google Shape;1410;p27"/>
            <p:cNvSpPr/>
            <p:nvPr/>
          </p:nvSpPr>
          <p:spPr>
            <a:xfrm>
              <a:off x="1038125" y="4743425"/>
              <a:ext cx="344725" cy="143075"/>
            </a:xfrm>
            <a:custGeom>
              <a:rect b="b" l="l" r="r" t="t"/>
              <a:pathLst>
                <a:path extrusionOk="0" h="5723" w="13789">
                  <a:moveTo>
                    <a:pt x="613" y="1"/>
                  </a:moveTo>
                  <a:lnTo>
                    <a:pt x="0" y="3066"/>
                  </a:lnTo>
                  <a:lnTo>
                    <a:pt x="13176" y="5722"/>
                  </a:lnTo>
                  <a:lnTo>
                    <a:pt x="13789" y="2657"/>
                  </a:lnTo>
                  <a:lnTo>
                    <a:pt x="613"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1" name="Google Shape;1411;p27"/>
            <p:cNvSpPr/>
            <p:nvPr/>
          </p:nvSpPr>
          <p:spPr>
            <a:xfrm>
              <a:off x="1050775" y="4745900"/>
              <a:ext cx="28225" cy="79300"/>
            </a:xfrm>
            <a:custGeom>
              <a:rect b="b" l="l" r="r" t="t"/>
              <a:pathLst>
                <a:path extrusionOk="0" h="3172" w="1129">
                  <a:moveTo>
                    <a:pt x="614" y="0"/>
                  </a:moveTo>
                  <a:lnTo>
                    <a:pt x="1" y="3065"/>
                  </a:lnTo>
                  <a:lnTo>
                    <a:pt x="516" y="3171"/>
                  </a:lnTo>
                  <a:lnTo>
                    <a:pt x="1129" y="106"/>
                  </a:lnTo>
                  <a:lnTo>
                    <a:pt x="614" y="0"/>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2" name="Google Shape;1412;p27"/>
            <p:cNvSpPr/>
            <p:nvPr/>
          </p:nvSpPr>
          <p:spPr>
            <a:xfrm>
              <a:off x="1078975" y="4751000"/>
              <a:ext cx="30675" cy="81750"/>
            </a:xfrm>
            <a:custGeom>
              <a:rect b="b" l="l" r="r" t="t"/>
              <a:pathLst>
                <a:path extrusionOk="0" h="3270" w="1227">
                  <a:moveTo>
                    <a:pt x="614" y="0"/>
                  </a:moveTo>
                  <a:lnTo>
                    <a:pt x="1" y="3172"/>
                  </a:lnTo>
                  <a:lnTo>
                    <a:pt x="614" y="3270"/>
                  </a:lnTo>
                  <a:lnTo>
                    <a:pt x="1227" y="107"/>
                  </a:lnTo>
                  <a:lnTo>
                    <a:pt x="614" y="0"/>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3" name="Google Shape;1413;p27"/>
            <p:cNvSpPr/>
            <p:nvPr/>
          </p:nvSpPr>
          <p:spPr>
            <a:xfrm>
              <a:off x="1109625" y="4756100"/>
              <a:ext cx="28025" cy="81775"/>
            </a:xfrm>
            <a:custGeom>
              <a:rect b="b" l="l" r="r" t="t"/>
              <a:pathLst>
                <a:path extrusionOk="0" h="3271" w="1121">
                  <a:moveTo>
                    <a:pt x="614" y="1"/>
                  </a:moveTo>
                  <a:lnTo>
                    <a:pt x="1" y="3172"/>
                  </a:lnTo>
                  <a:lnTo>
                    <a:pt x="508" y="3270"/>
                  </a:lnTo>
                  <a:lnTo>
                    <a:pt x="1121" y="107"/>
                  </a:lnTo>
                  <a:lnTo>
                    <a:pt x="614" y="1"/>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4" name="Google Shape;1414;p27"/>
            <p:cNvSpPr/>
            <p:nvPr/>
          </p:nvSpPr>
          <p:spPr>
            <a:xfrm>
              <a:off x="1137625" y="4763875"/>
              <a:ext cx="30675" cy="79100"/>
            </a:xfrm>
            <a:custGeom>
              <a:rect b="b" l="l" r="r" t="t"/>
              <a:pathLst>
                <a:path extrusionOk="0" h="3164" w="1227">
                  <a:moveTo>
                    <a:pt x="614" y="0"/>
                  </a:moveTo>
                  <a:lnTo>
                    <a:pt x="1" y="3065"/>
                  </a:lnTo>
                  <a:lnTo>
                    <a:pt x="516" y="3163"/>
                  </a:lnTo>
                  <a:lnTo>
                    <a:pt x="1227" y="98"/>
                  </a:lnTo>
                  <a:lnTo>
                    <a:pt x="614" y="0"/>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5" name="Google Shape;1415;p27"/>
            <p:cNvSpPr/>
            <p:nvPr/>
          </p:nvSpPr>
          <p:spPr>
            <a:xfrm>
              <a:off x="1165825" y="4768975"/>
              <a:ext cx="30675" cy="79100"/>
            </a:xfrm>
            <a:custGeom>
              <a:rect b="b" l="l" r="r" t="t"/>
              <a:pathLst>
                <a:path extrusionOk="0" h="3164" w="1227">
                  <a:moveTo>
                    <a:pt x="712" y="1"/>
                  </a:moveTo>
                  <a:lnTo>
                    <a:pt x="1" y="3066"/>
                  </a:lnTo>
                  <a:lnTo>
                    <a:pt x="614" y="3164"/>
                  </a:lnTo>
                  <a:lnTo>
                    <a:pt x="1227" y="99"/>
                  </a:lnTo>
                  <a:lnTo>
                    <a:pt x="712" y="1"/>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6" name="Google Shape;1416;p27"/>
            <p:cNvSpPr/>
            <p:nvPr/>
          </p:nvSpPr>
          <p:spPr>
            <a:xfrm>
              <a:off x="1196475" y="4774075"/>
              <a:ext cx="28025" cy="81775"/>
            </a:xfrm>
            <a:custGeom>
              <a:rect b="b" l="l" r="r" t="t"/>
              <a:pathLst>
                <a:path extrusionOk="0" h="3271" w="1121">
                  <a:moveTo>
                    <a:pt x="614" y="1"/>
                  </a:moveTo>
                  <a:lnTo>
                    <a:pt x="1" y="3164"/>
                  </a:lnTo>
                  <a:lnTo>
                    <a:pt x="507" y="3270"/>
                  </a:lnTo>
                  <a:lnTo>
                    <a:pt x="1120" y="99"/>
                  </a:lnTo>
                  <a:lnTo>
                    <a:pt x="614" y="1"/>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7" name="Google Shape;1417;p27"/>
            <p:cNvSpPr/>
            <p:nvPr/>
          </p:nvSpPr>
          <p:spPr>
            <a:xfrm>
              <a:off x="1224475" y="4779200"/>
              <a:ext cx="30675" cy="81750"/>
            </a:xfrm>
            <a:custGeom>
              <a:rect b="b" l="l" r="r" t="t"/>
              <a:pathLst>
                <a:path extrusionOk="0" h="3270" w="1227">
                  <a:moveTo>
                    <a:pt x="613" y="0"/>
                  </a:moveTo>
                  <a:lnTo>
                    <a:pt x="0" y="3163"/>
                  </a:lnTo>
                  <a:lnTo>
                    <a:pt x="613" y="3270"/>
                  </a:lnTo>
                  <a:lnTo>
                    <a:pt x="1226" y="98"/>
                  </a:lnTo>
                  <a:lnTo>
                    <a:pt x="613" y="0"/>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8" name="Google Shape;1418;p27"/>
            <p:cNvSpPr/>
            <p:nvPr/>
          </p:nvSpPr>
          <p:spPr>
            <a:xfrm>
              <a:off x="1255125" y="4786750"/>
              <a:ext cx="28225" cy="79300"/>
            </a:xfrm>
            <a:custGeom>
              <a:rect b="b" l="l" r="r" t="t"/>
              <a:pathLst>
                <a:path extrusionOk="0" h="3172" w="1129">
                  <a:moveTo>
                    <a:pt x="613" y="1"/>
                  </a:moveTo>
                  <a:lnTo>
                    <a:pt x="0" y="3066"/>
                  </a:lnTo>
                  <a:lnTo>
                    <a:pt x="515" y="3172"/>
                  </a:lnTo>
                  <a:lnTo>
                    <a:pt x="1128" y="107"/>
                  </a:lnTo>
                  <a:lnTo>
                    <a:pt x="613" y="1"/>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9" name="Google Shape;1419;p27"/>
            <p:cNvSpPr/>
            <p:nvPr/>
          </p:nvSpPr>
          <p:spPr>
            <a:xfrm>
              <a:off x="1283325" y="4791875"/>
              <a:ext cx="30675" cy="81750"/>
            </a:xfrm>
            <a:custGeom>
              <a:rect b="b" l="l" r="r" t="t"/>
              <a:pathLst>
                <a:path extrusionOk="0" h="3270" w="1227">
                  <a:moveTo>
                    <a:pt x="613" y="0"/>
                  </a:moveTo>
                  <a:lnTo>
                    <a:pt x="0" y="3171"/>
                  </a:lnTo>
                  <a:lnTo>
                    <a:pt x="613" y="3269"/>
                  </a:lnTo>
                  <a:lnTo>
                    <a:pt x="1226" y="106"/>
                  </a:lnTo>
                  <a:lnTo>
                    <a:pt x="613" y="0"/>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0" name="Google Shape;1420;p27"/>
            <p:cNvSpPr/>
            <p:nvPr/>
          </p:nvSpPr>
          <p:spPr>
            <a:xfrm>
              <a:off x="1313975" y="4796975"/>
              <a:ext cx="28000" cy="81750"/>
            </a:xfrm>
            <a:custGeom>
              <a:rect b="b" l="l" r="r" t="t"/>
              <a:pathLst>
                <a:path extrusionOk="0" h="3270" w="1120">
                  <a:moveTo>
                    <a:pt x="613" y="0"/>
                  </a:moveTo>
                  <a:lnTo>
                    <a:pt x="0" y="3172"/>
                  </a:lnTo>
                  <a:lnTo>
                    <a:pt x="507" y="3270"/>
                  </a:lnTo>
                  <a:lnTo>
                    <a:pt x="1120" y="107"/>
                  </a:lnTo>
                  <a:lnTo>
                    <a:pt x="613" y="0"/>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1" name="Google Shape;1421;p27"/>
            <p:cNvSpPr/>
            <p:nvPr/>
          </p:nvSpPr>
          <p:spPr>
            <a:xfrm>
              <a:off x="1341950" y="4804725"/>
              <a:ext cx="30675" cy="79125"/>
            </a:xfrm>
            <a:custGeom>
              <a:rect b="b" l="l" r="r" t="t"/>
              <a:pathLst>
                <a:path extrusionOk="0" h="3165" w="1227">
                  <a:moveTo>
                    <a:pt x="614" y="1"/>
                  </a:moveTo>
                  <a:lnTo>
                    <a:pt x="1" y="3066"/>
                  </a:lnTo>
                  <a:lnTo>
                    <a:pt x="516" y="3164"/>
                  </a:lnTo>
                  <a:lnTo>
                    <a:pt x="1227" y="99"/>
                  </a:lnTo>
                  <a:lnTo>
                    <a:pt x="614" y="1"/>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2" name="Google Shape;1422;p27"/>
            <p:cNvSpPr/>
            <p:nvPr/>
          </p:nvSpPr>
          <p:spPr>
            <a:xfrm>
              <a:off x="935950" y="4963100"/>
              <a:ext cx="441800" cy="260550"/>
            </a:xfrm>
            <a:custGeom>
              <a:rect b="b" l="l" r="r" t="t"/>
              <a:pathLst>
                <a:path extrusionOk="0" h="10422" w="17672">
                  <a:moveTo>
                    <a:pt x="1431" y="0"/>
                  </a:moveTo>
                  <a:lnTo>
                    <a:pt x="0" y="7250"/>
                  </a:lnTo>
                  <a:lnTo>
                    <a:pt x="16241" y="10421"/>
                  </a:lnTo>
                  <a:lnTo>
                    <a:pt x="17671" y="3163"/>
                  </a:lnTo>
                  <a:lnTo>
                    <a:pt x="143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3" name="Google Shape;1423;p27"/>
            <p:cNvSpPr/>
            <p:nvPr/>
          </p:nvSpPr>
          <p:spPr>
            <a:xfrm>
              <a:off x="912850" y="5169875"/>
              <a:ext cx="424025" cy="188850"/>
            </a:xfrm>
            <a:custGeom>
              <a:rect b="b" l="l" r="r" t="t"/>
              <a:pathLst>
                <a:path extrusionOk="0" h="7554" w="16961">
                  <a:moveTo>
                    <a:pt x="16961" y="3172"/>
                  </a:moveTo>
                  <a:lnTo>
                    <a:pt x="16946" y="3244"/>
                  </a:lnTo>
                  <a:lnTo>
                    <a:pt x="16946" y="3244"/>
                  </a:lnTo>
                  <a:cubicBezTo>
                    <a:pt x="16951" y="3220"/>
                    <a:pt x="16956" y="3196"/>
                    <a:pt x="16961" y="3172"/>
                  </a:cubicBezTo>
                  <a:close/>
                  <a:moveTo>
                    <a:pt x="720" y="1"/>
                  </a:moveTo>
                  <a:lnTo>
                    <a:pt x="311" y="2044"/>
                  </a:lnTo>
                  <a:cubicBezTo>
                    <a:pt x="1" y="3679"/>
                    <a:pt x="1227" y="5313"/>
                    <a:pt x="3172" y="5624"/>
                  </a:cubicBezTo>
                  <a:lnTo>
                    <a:pt x="12572" y="7463"/>
                  </a:lnTo>
                  <a:cubicBezTo>
                    <a:pt x="12846" y="7524"/>
                    <a:pt x="13120" y="7553"/>
                    <a:pt x="13390" y="7553"/>
                  </a:cubicBezTo>
                  <a:cubicBezTo>
                    <a:pt x="14925" y="7553"/>
                    <a:pt x="16295" y="6606"/>
                    <a:pt x="16552" y="5215"/>
                  </a:cubicBezTo>
                  <a:lnTo>
                    <a:pt x="16946" y="3244"/>
                  </a:lnTo>
                  <a:lnTo>
                    <a:pt x="16946" y="3244"/>
                  </a:lnTo>
                  <a:cubicBezTo>
                    <a:pt x="16656" y="4596"/>
                    <a:pt x="15307" y="5510"/>
                    <a:pt x="13798" y="5510"/>
                  </a:cubicBezTo>
                  <a:cubicBezTo>
                    <a:pt x="13529" y="5510"/>
                    <a:pt x="13255" y="5481"/>
                    <a:pt x="12980" y="5420"/>
                  </a:cubicBezTo>
                  <a:lnTo>
                    <a:pt x="3475" y="3581"/>
                  </a:lnTo>
                  <a:cubicBezTo>
                    <a:pt x="1636" y="3270"/>
                    <a:pt x="410" y="1635"/>
                    <a:pt x="720" y="1"/>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4" name="Google Shape;1424;p27"/>
            <p:cNvSpPr/>
            <p:nvPr/>
          </p:nvSpPr>
          <p:spPr>
            <a:xfrm>
              <a:off x="963950" y="4963100"/>
              <a:ext cx="413800" cy="112400"/>
            </a:xfrm>
            <a:custGeom>
              <a:rect b="b" l="l" r="r" t="t"/>
              <a:pathLst>
                <a:path extrusionOk="0" h="4496" w="16552">
                  <a:moveTo>
                    <a:pt x="311" y="0"/>
                  </a:moveTo>
                  <a:lnTo>
                    <a:pt x="0" y="1324"/>
                  </a:lnTo>
                  <a:lnTo>
                    <a:pt x="16249" y="4496"/>
                  </a:lnTo>
                  <a:lnTo>
                    <a:pt x="16551" y="3163"/>
                  </a:lnTo>
                  <a:lnTo>
                    <a:pt x="311" y="0"/>
                  </a:lnTo>
                  <a:close/>
                </a:path>
              </a:pathLst>
            </a:custGeom>
            <a:solidFill>
              <a:srgbClr val="FF78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5" name="Google Shape;1425;p27"/>
            <p:cNvSpPr/>
            <p:nvPr/>
          </p:nvSpPr>
          <p:spPr>
            <a:xfrm>
              <a:off x="984375" y="5034625"/>
              <a:ext cx="94625" cy="94425"/>
            </a:xfrm>
            <a:custGeom>
              <a:rect b="b" l="l" r="r" t="t"/>
              <a:pathLst>
                <a:path extrusionOk="0" h="3777" w="3785">
                  <a:moveTo>
                    <a:pt x="1537" y="0"/>
                  </a:moveTo>
                  <a:lnTo>
                    <a:pt x="1333" y="1022"/>
                  </a:lnTo>
                  <a:lnTo>
                    <a:pt x="311" y="817"/>
                  </a:lnTo>
                  <a:lnTo>
                    <a:pt x="1" y="2248"/>
                  </a:lnTo>
                  <a:lnTo>
                    <a:pt x="1022" y="2452"/>
                  </a:lnTo>
                  <a:lnTo>
                    <a:pt x="818" y="3474"/>
                  </a:lnTo>
                  <a:lnTo>
                    <a:pt x="2248" y="3776"/>
                  </a:lnTo>
                  <a:lnTo>
                    <a:pt x="2453" y="2754"/>
                  </a:lnTo>
                  <a:lnTo>
                    <a:pt x="3474" y="2959"/>
                  </a:lnTo>
                  <a:lnTo>
                    <a:pt x="3785" y="1528"/>
                  </a:lnTo>
                  <a:lnTo>
                    <a:pt x="2763" y="1324"/>
                  </a:lnTo>
                  <a:lnTo>
                    <a:pt x="2967" y="302"/>
                  </a:lnTo>
                  <a:lnTo>
                    <a:pt x="1537" y="0"/>
                  </a:lnTo>
                  <a:close/>
                </a:path>
              </a:pathLst>
            </a:custGeom>
            <a:solidFill>
              <a:srgbClr val="FF78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6" name="Google Shape;1426;p27"/>
            <p:cNvSpPr/>
            <p:nvPr/>
          </p:nvSpPr>
          <p:spPr>
            <a:xfrm>
              <a:off x="1178500" y="5075475"/>
              <a:ext cx="145700" cy="43350"/>
            </a:xfrm>
            <a:custGeom>
              <a:rect b="b" l="l" r="r" t="t"/>
              <a:pathLst>
                <a:path extrusionOk="0" h="1734" w="5828">
                  <a:moveTo>
                    <a:pt x="205" y="1"/>
                  </a:moveTo>
                  <a:lnTo>
                    <a:pt x="0" y="614"/>
                  </a:lnTo>
                  <a:lnTo>
                    <a:pt x="5722" y="1733"/>
                  </a:lnTo>
                  <a:lnTo>
                    <a:pt x="5828" y="1120"/>
                  </a:lnTo>
                  <a:lnTo>
                    <a:pt x="205" y="1"/>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7" name="Google Shape;1427;p27"/>
            <p:cNvSpPr/>
            <p:nvPr/>
          </p:nvSpPr>
          <p:spPr>
            <a:xfrm>
              <a:off x="1170925" y="5113700"/>
              <a:ext cx="145525" cy="43550"/>
            </a:xfrm>
            <a:custGeom>
              <a:rect b="b" l="l" r="r" t="t"/>
              <a:pathLst>
                <a:path extrusionOk="0" h="1742" w="5821">
                  <a:moveTo>
                    <a:pt x="205" y="0"/>
                  </a:moveTo>
                  <a:lnTo>
                    <a:pt x="1" y="719"/>
                  </a:lnTo>
                  <a:lnTo>
                    <a:pt x="5722" y="1741"/>
                  </a:lnTo>
                  <a:lnTo>
                    <a:pt x="5820" y="1128"/>
                  </a:lnTo>
                  <a:lnTo>
                    <a:pt x="205" y="0"/>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28" name="Google Shape;1428;p27"/>
          <p:cNvSpPr/>
          <p:nvPr/>
        </p:nvSpPr>
        <p:spPr>
          <a:xfrm>
            <a:off x="8764217" y="3242216"/>
            <a:ext cx="257321" cy="257560"/>
          </a:xfrm>
          <a:custGeom>
            <a:rect b="b" l="l" r="r" t="t"/>
            <a:pathLst>
              <a:path extrusionOk="0" h="3975" w="3971">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9" name="Google Shape;1429;p27"/>
          <p:cNvSpPr/>
          <p:nvPr/>
        </p:nvSpPr>
        <p:spPr>
          <a:xfrm>
            <a:off x="8541304" y="924920"/>
            <a:ext cx="243518" cy="243435"/>
          </a:xfrm>
          <a:custGeom>
            <a:rect b="b" l="l" r="r" t="t"/>
            <a:pathLst>
              <a:path extrusionOk="0" h="3757" w="3758">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0" name="Google Shape;1430;p27"/>
          <p:cNvSpPr/>
          <p:nvPr/>
        </p:nvSpPr>
        <p:spPr>
          <a:xfrm>
            <a:off x="8946564" y="1274488"/>
            <a:ext cx="56441" cy="60195"/>
          </a:xfrm>
          <a:custGeom>
            <a:rect b="b" l="l" r="r" t="t"/>
            <a:pathLst>
              <a:path extrusionOk="0" h="929" w="871">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1" name="Google Shape;1431;p27"/>
          <p:cNvSpPr/>
          <p:nvPr/>
        </p:nvSpPr>
        <p:spPr>
          <a:xfrm>
            <a:off x="8484800" y="576451"/>
            <a:ext cx="56506" cy="60130"/>
          </a:xfrm>
          <a:custGeom>
            <a:rect b="b" l="l" r="r" t="t"/>
            <a:pathLst>
              <a:path extrusionOk="0" h="928" w="872">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2" name="Google Shape;1432;p27"/>
          <p:cNvSpPr/>
          <p:nvPr/>
        </p:nvSpPr>
        <p:spPr>
          <a:xfrm>
            <a:off x="8386109" y="160402"/>
            <a:ext cx="56441" cy="56501"/>
          </a:xfrm>
          <a:custGeom>
            <a:rect b="b" l="l" r="r" t="t"/>
            <a:pathLst>
              <a:path extrusionOk="0" h="872" w="871">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3" name="Google Shape;1433;p27"/>
          <p:cNvSpPr/>
          <p:nvPr/>
        </p:nvSpPr>
        <p:spPr>
          <a:xfrm>
            <a:off x="6732284" y="269841"/>
            <a:ext cx="60199" cy="59871"/>
          </a:xfrm>
          <a:custGeom>
            <a:rect b="b" l="l" r="r" t="t"/>
            <a:pathLst>
              <a:path extrusionOk="0" h="924" w="929">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4" name="Google Shape;1434;p27"/>
          <p:cNvSpPr/>
          <p:nvPr/>
        </p:nvSpPr>
        <p:spPr>
          <a:xfrm flipH="1">
            <a:off x="486165" y="367974"/>
            <a:ext cx="261014" cy="257301"/>
          </a:xfrm>
          <a:custGeom>
            <a:rect b="b" l="l" r="r" t="t"/>
            <a:pathLst>
              <a:path extrusionOk="0" h="3971" w="4028">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5" name="Google Shape;1435;p27"/>
          <p:cNvSpPr/>
          <p:nvPr/>
        </p:nvSpPr>
        <p:spPr>
          <a:xfrm flipH="1">
            <a:off x="556668" y="82293"/>
            <a:ext cx="60199" cy="60130"/>
          </a:xfrm>
          <a:custGeom>
            <a:rect b="b" l="l" r="r" t="t"/>
            <a:pathLst>
              <a:path extrusionOk="0" h="928" w="929">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6" name="Google Shape;1436;p27"/>
          <p:cNvSpPr/>
          <p:nvPr/>
        </p:nvSpPr>
        <p:spPr>
          <a:xfrm flipH="1">
            <a:off x="398167" y="1016702"/>
            <a:ext cx="59875" cy="59871"/>
          </a:xfrm>
          <a:custGeom>
            <a:rect b="b" l="l" r="r" t="t"/>
            <a:pathLst>
              <a:path extrusionOk="0" h="924" w="924">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7" name="Google Shape;1437;p27"/>
          <p:cNvSpPr/>
          <p:nvPr/>
        </p:nvSpPr>
        <p:spPr>
          <a:xfrm flipH="1">
            <a:off x="157915" y="417069"/>
            <a:ext cx="60134" cy="60130"/>
          </a:xfrm>
          <a:custGeom>
            <a:rect b="b" l="l" r="r" t="t"/>
            <a:pathLst>
              <a:path extrusionOk="0" h="928" w="928">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8" name="Google Shape;1438;p27"/>
          <p:cNvSpPr/>
          <p:nvPr/>
        </p:nvSpPr>
        <p:spPr>
          <a:xfrm flipH="1" rot="10800000">
            <a:off x="7459953" y="36"/>
            <a:ext cx="1695422" cy="2497239"/>
          </a:xfrm>
          <a:custGeom>
            <a:rect b="b" l="l" r="r" t="t"/>
            <a:pathLst>
              <a:path extrusionOk="0" h="72368" w="49132">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CUSTOM_1_1_1_1_3_1_1">
    <p:spTree>
      <p:nvGrpSpPr>
        <p:cNvPr id="1439" name="Shape 1439"/>
        <p:cNvGrpSpPr/>
        <p:nvPr/>
      </p:nvGrpSpPr>
      <p:grpSpPr>
        <a:xfrm>
          <a:off x="0" y="0"/>
          <a:ext cx="0" cy="0"/>
          <a:chOff x="0" y="0"/>
          <a:chExt cx="0" cy="0"/>
        </a:xfrm>
      </p:grpSpPr>
      <p:sp>
        <p:nvSpPr>
          <p:cNvPr id="1440" name="Google Shape;1440;p28"/>
          <p:cNvSpPr/>
          <p:nvPr/>
        </p:nvSpPr>
        <p:spPr>
          <a:xfrm>
            <a:off x="6531425" y="3186075"/>
            <a:ext cx="2623950" cy="1957425"/>
          </a:xfrm>
          <a:custGeom>
            <a:rect b="b" l="l" r="r" t="t"/>
            <a:pathLst>
              <a:path extrusionOk="0" h="78297" w="104958">
                <a:moveTo>
                  <a:pt x="104958" y="1"/>
                </a:moveTo>
                <a:cubicBezTo>
                  <a:pt x="104958" y="1"/>
                  <a:pt x="64314" y="12023"/>
                  <a:pt x="60558" y="37706"/>
                </a:cubicBezTo>
                <a:cubicBezTo>
                  <a:pt x="58414" y="52416"/>
                  <a:pt x="47851" y="54938"/>
                  <a:pt x="40487" y="54938"/>
                </a:cubicBezTo>
                <a:cubicBezTo>
                  <a:pt x="38699" y="54938"/>
                  <a:pt x="37100" y="54789"/>
                  <a:pt x="35855" y="54630"/>
                </a:cubicBezTo>
                <a:cubicBezTo>
                  <a:pt x="34728" y="54476"/>
                  <a:pt x="33609" y="54400"/>
                  <a:pt x="32504" y="54400"/>
                </a:cubicBezTo>
                <a:cubicBezTo>
                  <a:pt x="24597" y="54400"/>
                  <a:pt x="17364" y="58288"/>
                  <a:pt x="12349" y="65403"/>
                </a:cubicBezTo>
                <a:cubicBezTo>
                  <a:pt x="6638" y="73509"/>
                  <a:pt x="4623" y="75250"/>
                  <a:pt x="0" y="78297"/>
                </a:cubicBezTo>
                <a:lnTo>
                  <a:pt x="104958" y="78297"/>
                </a:lnTo>
                <a:lnTo>
                  <a:pt x="104958"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1" name="Google Shape;1441;p28"/>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Clr>
                <a:schemeClr val="lt2"/>
              </a:buClr>
              <a:buSzPts val="2800"/>
              <a:buNone/>
              <a:defRPr>
                <a:solidFill>
                  <a:schemeClr val="lt2"/>
                </a:solidFill>
              </a:defRPr>
            </a:lvl2pPr>
            <a:lvl3pPr lvl="2" rtl="0">
              <a:spcBef>
                <a:spcPts val="0"/>
              </a:spcBef>
              <a:spcAft>
                <a:spcPts val="0"/>
              </a:spcAft>
              <a:buClr>
                <a:schemeClr val="lt2"/>
              </a:buClr>
              <a:buSzPts val="2800"/>
              <a:buNone/>
              <a:defRPr>
                <a:solidFill>
                  <a:schemeClr val="lt2"/>
                </a:solidFill>
              </a:defRPr>
            </a:lvl3pPr>
            <a:lvl4pPr lvl="3" rtl="0">
              <a:spcBef>
                <a:spcPts val="0"/>
              </a:spcBef>
              <a:spcAft>
                <a:spcPts val="0"/>
              </a:spcAft>
              <a:buClr>
                <a:schemeClr val="lt2"/>
              </a:buClr>
              <a:buSzPts val="2800"/>
              <a:buNone/>
              <a:defRPr>
                <a:solidFill>
                  <a:schemeClr val="lt2"/>
                </a:solidFill>
              </a:defRPr>
            </a:lvl4pPr>
            <a:lvl5pPr lvl="4" rtl="0">
              <a:spcBef>
                <a:spcPts val="0"/>
              </a:spcBef>
              <a:spcAft>
                <a:spcPts val="0"/>
              </a:spcAft>
              <a:buClr>
                <a:schemeClr val="lt2"/>
              </a:buClr>
              <a:buSzPts val="2800"/>
              <a:buNone/>
              <a:defRPr>
                <a:solidFill>
                  <a:schemeClr val="lt2"/>
                </a:solidFill>
              </a:defRPr>
            </a:lvl5pPr>
            <a:lvl6pPr lvl="5" rtl="0">
              <a:spcBef>
                <a:spcPts val="0"/>
              </a:spcBef>
              <a:spcAft>
                <a:spcPts val="0"/>
              </a:spcAft>
              <a:buClr>
                <a:schemeClr val="lt2"/>
              </a:buClr>
              <a:buSzPts val="2800"/>
              <a:buNone/>
              <a:defRPr>
                <a:solidFill>
                  <a:schemeClr val="lt2"/>
                </a:solidFill>
              </a:defRPr>
            </a:lvl6pPr>
            <a:lvl7pPr lvl="6" rtl="0">
              <a:spcBef>
                <a:spcPts val="0"/>
              </a:spcBef>
              <a:spcAft>
                <a:spcPts val="0"/>
              </a:spcAft>
              <a:buClr>
                <a:schemeClr val="lt2"/>
              </a:buClr>
              <a:buSzPts val="2800"/>
              <a:buNone/>
              <a:defRPr>
                <a:solidFill>
                  <a:schemeClr val="lt2"/>
                </a:solidFill>
              </a:defRPr>
            </a:lvl7pPr>
            <a:lvl8pPr lvl="7" rtl="0">
              <a:spcBef>
                <a:spcPts val="0"/>
              </a:spcBef>
              <a:spcAft>
                <a:spcPts val="0"/>
              </a:spcAft>
              <a:buClr>
                <a:schemeClr val="lt2"/>
              </a:buClr>
              <a:buSzPts val="2800"/>
              <a:buNone/>
              <a:defRPr>
                <a:solidFill>
                  <a:schemeClr val="lt2"/>
                </a:solidFill>
              </a:defRPr>
            </a:lvl8pPr>
            <a:lvl9pPr lvl="8" rtl="0">
              <a:spcBef>
                <a:spcPts val="0"/>
              </a:spcBef>
              <a:spcAft>
                <a:spcPts val="0"/>
              </a:spcAft>
              <a:buClr>
                <a:schemeClr val="lt2"/>
              </a:buClr>
              <a:buSzPts val="2800"/>
              <a:buNone/>
              <a:defRPr>
                <a:solidFill>
                  <a:schemeClr val="lt2"/>
                </a:solidFill>
              </a:defRPr>
            </a:lvl9pPr>
          </a:lstStyle>
          <a:p/>
        </p:txBody>
      </p:sp>
      <p:grpSp>
        <p:nvGrpSpPr>
          <p:cNvPr id="1442" name="Google Shape;1442;p28"/>
          <p:cNvGrpSpPr/>
          <p:nvPr/>
        </p:nvGrpSpPr>
        <p:grpSpPr>
          <a:xfrm>
            <a:off x="215138" y="4345425"/>
            <a:ext cx="996175" cy="685800"/>
            <a:chOff x="1379925" y="685000"/>
            <a:chExt cx="996175" cy="685800"/>
          </a:xfrm>
        </p:grpSpPr>
        <p:sp>
          <p:nvSpPr>
            <p:cNvPr id="1443" name="Google Shape;1443;p28"/>
            <p:cNvSpPr/>
            <p:nvPr/>
          </p:nvSpPr>
          <p:spPr>
            <a:xfrm>
              <a:off x="1379925" y="685000"/>
              <a:ext cx="996175" cy="685800"/>
            </a:xfrm>
            <a:custGeom>
              <a:rect b="b" l="l" r="r" t="t"/>
              <a:pathLst>
                <a:path extrusionOk="0" h="27432" w="39847">
                  <a:moveTo>
                    <a:pt x="7049" y="1"/>
                  </a:moveTo>
                  <a:cubicBezTo>
                    <a:pt x="6004" y="1"/>
                    <a:pt x="5047" y="612"/>
                    <a:pt x="4594" y="1668"/>
                  </a:cubicBezTo>
                  <a:lnTo>
                    <a:pt x="614" y="11370"/>
                  </a:lnTo>
                  <a:cubicBezTo>
                    <a:pt x="1" y="12800"/>
                    <a:pt x="712" y="14435"/>
                    <a:pt x="2044" y="14950"/>
                  </a:cubicBezTo>
                  <a:lnTo>
                    <a:pt x="31673" y="27210"/>
                  </a:lnTo>
                  <a:cubicBezTo>
                    <a:pt x="32026" y="27361"/>
                    <a:pt x="32384" y="27431"/>
                    <a:pt x="32734" y="27431"/>
                  </a:cubicBezTo>
                  <a:cubicBezTo>
                    <a:pt x="33802" y="27431"/>
                    <a:pt x="34783" y="26777"/>
                    <a:pt x="35245" y="25779"/>
                  </a:cubicBezTo>
                  <a:lnTo>
                    <a:pt x="39233" y="15971"/>
                  </a:lnTo>
                  <a:cubicBezTo>
                    <a:pt x="39846" y="14639"/>
                    <a:pt x="39127" y="13004"/>
                    <a:pt x="37803" y="12391"/>
                  </a:cubicBezTo>
                  <a:lnTo>
                    <a:pt x="8174" y="238"/>
                  </a:lnTo>
                  <a:cubicBezTo>
                    <a:pt x="7800" y="77"/>
                    <a:pt x="7419" y="1"/>
                    <a:pt x="7049" y="1"/>
                  </a:cubicBezTo>
                  <a:close/>
                </a:path>
              </a:pathLst>
            </a:custGeom>
            <a:solidFill>
              <a:srgbClr val="F1F0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4" name="Google Shape;1444;p28"/>
            <p:cNvSpPr/>
            <p:nvPr/>
          </p:nvSpPr>
          <p:spPr>
            <a:xfrm>
              <a:off x="1530525" y="760450"/>
              <a:ext cx="132850" cy="129725"/>
            </a:xfrm>
            <a:custGeom>
              <a:rect b="b" l="l" r="r" t="t"/>
              <a:pathLst>
                <a:path extrusionOk="0" h="5189" w="5314">
                  <a:moveTo>
                    <a:pt x="2604" y="0"/>
                  </a:moveTo>
                  <a:cubicBezTo>
                    <a:pt x="2144" y="0"/>
                    <a:pt x="1672" y="125"/>
                    <a:pt x="1227" y="383"/>
                  </a:cubicBezTo>
                  <a:cubicBezTo>
                    <a:pt x="1227" y="383"/>
                    <a:pt x="1129" y="383"/>
                    <a:pt x="1129" y="489"/>
                  </a:cubicBezTo>
                  <a:lnTo>
                    <a:pt x="924" y="489"/>
                  </a:lnTo>
                  <a:lnTo>
                    <a:pt x="924" y="587"/>
                  </a:lnTo>
                  <a:lnTo>
                    <a:pt x="818" y="587"/>
                  </a:lnTo>
                  <a:lnTo>
                    <a:pt x="818" y="693"/>
                  </a:lnTo>
                  <a:cubicBezTo>
                    <a:pt x="614" y="791"/>
                    <a:pt x="516" y="996"/>
                    <a:pt x="409" y="1200"/>
                  </a:cubicBezTo>
                  <a:lnTo>
                    <a:pt x="311" y="1200"/>
                  </a:lnTo>
                  <a:lnTo>
                    <a:pt x="311" y="1404"/>
                  </a:lnTo>
                  <a:lnTo>
                    <a:pt x="205" y="1404"/>
                  </a:lnTo>
                  <a:lnTo>
                    <a:pt x="205" y="1609"/>
                  </a:lnTo>
                  <a:lnTo>
                    <a:pt x="107" y="1609"/>
                  </a:lnTo>
                  <a:lnTo>
                    <a:pt x="107" y="1813"/>
                  </a:lnTo>
                  <a:lnTo>
                    <a:pt x="1" y="1919"/>
                  </a:lnTo>
                  <a:lnTo>
                    <a:pt x="1" y="2124"/>
                  </a:lnTo>
                  <a:lnTo>
                    <a:pt x="1" y="2328"/>
                  </a:lnTo>
                  <a:lnTo>
                    <a:pt x="1" y="2630"/>
                  </a:lnTo>
                  <a:lnTo>
                    <a:pt x="1" y="2835"/>
                  </a:lnTo>
                  <a:lnTo>
                    <a:pt x="1" y="2941"/>
                  </a:lnTo>
                  <a:lnTo>
                    <a:pt x="1" y="3039"/>
                  </a:lnTo>
                  <a:lnTo>
                    <a:pt x="1" y="3145"/>
                  </a:lnTo>
                  <a:cubicBezTo>
                    <a:pt x="1" y="3243"/>
                    <a:pt x="1" y="3243"/>
                    <a:pt x="107" y="3350"/>
                  </a:cubicBezTo>
                  <a:lnTo>
                    <a:pt x="107" y="3554"/>
                  </a:lnTo>
                  <a:lnTo>
                    <a:pt x="205" y="3652"/>
                  </a:lnTo>
                  <a:lnTo>
                    <a:pt x="205" y="3758"/>
                  </a:lnTo>
                  <a:cubicBezTo>
                    <a:pt x="311" y="3758"/>
                    <a:pt x="311" y="3856"/>
                    <a:pt x="311" y="3856"/>
                  </a:cubicBezTo>
                  <a:cubicBezTo>
                    <a:pt x="311" y="3963"/>
                    <a:pt x="409" y="3963"/>
                    <a:pt x="409" y="4061"/>
                  </a:cubicBezTo>
                  <a:cubicBezTo>
                    <a:pt x="614" y="4469"/>
                    <a:pt x="1022" y="4674"/>
                    <a:pt x="1333" y="4878"/>
                  </a:cubicBezTo>
                  <a:cubicBezTo>
                    <a:pt x="1431" y="4984"/>
                    <a:pt x="1537" y="4984"/>
                    <a:pt x="1635" y="4984"/>
                  </a:cubicBezTo>
                  <a:cubicBezTo>
                    <a:pt x="1635" y="5082"/>
                    <a:pt x="1742" y="5082"/>
                    <a:pt x="1840" y="5082"/>
                  </a:cubicBezTo>
                  <a:cubicBezTo>
                    <a:pt x="1946" y="5082"/>
                    <a:pt x="1946" y="5082"/>
                    <a:pt x="2044" y="5189"/>
                  </a:cubicBezTo>
                  <a:lnTo>
                    <a:pt x="2559" y="5189"/>
                  </a:lnTo>
                  <a:cubicBezTo>
                    <a:pt x="2968" y="5189"/>
                    <a:pt x="3376" y="5082"/>
                    <a:pt x="3679" y="4878"/>
                  </a:cubicBezTo>
                  <a:lnTo>
                    <a:pt x="3883" y="4878"/>
                  </a:lnTo>
                  <a:lnTo>
                    <a:pt x="3883" y="4780"/>
                  </a:lnTo>
                  <a:lnTo>
                    <a:pt x="3989" y="4780"/>
                  </a:lnTo>
                  <a:cubicBezTo>
                    <a:pt x="4087" y="4674"/>
                    <a:pt x="4087" y="4674"/>
                    <a:pt x="4194" y="4674"/>
                  </a:cubicBezTo>
                  <a:lnTo>
                    <a:pt x="4194" y="4576"/>
                  </a:lnTo>
                  <a:lnTo>
                    <a:pt x="4292" y="4576"/>
                  </a:lnTo>
                  <a:cubicBezTo>
                    <a:pt x="4292" y="4469"/>
                    <a:pt x="4398" y="4469"/>
                    <a:pt x="4398" y="4469"/>
                  </a:cubicBezTo>
                  <a:cubicBezTo>
                    <a:pt x="4398" y="4371"/>
                    <a:pt x="4398" y="4371"/>
                    <a:pt x="4496" y="4371"/>
                  </a:cubicBezTo>
                  <a:cubicBezTo>
                    <a:pt x="4496" y="4371"/>
                    <a:pt x="4496" y="4265"/>
                    <a:pt x="4602" y="4265"/>
                  </a:cubicBezTo>
                  <a:lnTo>
                    <a:pt x="4602" y="4167"/>
                  </a:lnTo>
                  <a:cubicBezTo>
                    <a:pt x="4700" y="4167"/>
                    <a:pt x="4700" y="4061"/>
                    <a:pt x="4700" y="4061"/>
                  </a:cubicBezTo>
                  <a:cubicBezTo>
                    <a:pt x="4700" y="3963"/>
                    <a:pt x="4807" y="3963"/>
                    <a:pt x="4807" y="3963"/>
                  </a:cubicBezTo>
                  <a:lnTo>
                    <a:pt x="4807" y="3856"/>
                  </a:lnTo>
                  <a:lnTo>
                    <a:pt x="4905" y="3758"/>
                  </a:lnTo>
                  <a:lnTo>
                    <a:pt x="4905" y="3652"/>
                  </a:lnTo>
                  <a:lnTo>
                    <a:pt x="5011" y="3554"/>
                  </a:lnTo>
                  <a:lnTo>
                    <a:pt x="5011" y="3448"/>
                  </a:lnTo>
                  <a:cubicBezTo>
                    <a:pt x="5313" y="2737"/>
                    <a:pt x="5215" y="1813"/>
                    <a:pt x="4700" y="1102"/>
                  </a:cubicBezTo>
                  <a:cubicBezTo>
                    <a:pt x="4180" y="384"/>
                    <a:pt x="3410" y="0"/>
                    <a:pt x="2604"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5" name="Google Shape;1445;p28"/>
            <p:cNvSpPr/>
            <p:nvPr/>
          </p:nvSpPr>
          <p:spPr>
            <a:xfrm>
              <a:off x="1515200" y="747700"/>
              <a:ext cx="145725" cy="130475"/>
            </a:xfrm>
            <a:custGeom>
              <a:rect b="b" l="l" r="r" t="t"/>
              <a:pathLst>
                <a:path extrusionOk="0" h="5219" w="5829">
                  <a:moveTo>
                    <a:pt x="2916" y="0"/>
                  </a:moveTo>
                  <a:cubicBezTo>
                    <a:pt x="1884" y="0"/>
                    <a:pt x="901" y="598"/>
                    <a:pt x="516" y="1612"/>
                  </a:cubicBezTo>
                  <a:cubicBezTo>
                    <a:pt x="1" y="2936"/>
                    <a:pt x="614" y="4473"/>
                    <a:pt x="1946" y="4979"/>
                  </a:cubicBezTo>
                  <a:cubicBezTo>
                    <a:pt x="2296" y="5142"/>
                    <a:pt x="2662" y="5218"/>
                    <a:pt x="3019" y="5218"/>
                  </a:cubicBezTo>
                  <a:cubicBezTo>
                    <a:pt x="4011" y="5218"/>
                    <a:pt x="4941" y="4629"/>
                    <a:pt x="5313" y="3655"/>
                  </a:cubicBezTo>
                  <a:cubicBezTo>
                    <a:pt x="5828" y="2323"/>
                    <a:pt x="5215" y="795"/>
                    <a:pt x="3883" y="182"/>
                  </a:cubicBezTo>
                  <a:cubicBezTo>
                    <a:pt x="3567" y="59"/>
                    <a:pt x="3239" y="0"/>
                    <a:pt x="2916" y="0"/>
                  </a:cubicBezTo>
                  <a:close/>
                </a:path>
              </a:pathLst>
            </a:custGeom>
            <a:solidFill>
              <a:srgbClr val="FF78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6" name="Google Shape;1446;p28"/>
            <p:cNvSpPr/>
            <p:nvPr/>
          </p:nvSpPr>
          <p:spPr>
            <a:xfrm>
              <a:off x="1522975" y="798200"/>
              <a:ext cx="130175" cy="79975"/>
            </a:xfrm>
            <a:custGeom>
              <a:rect b="b" l="l" r="r" t="t"/>
              <a:pathLst>
                <a:path extrusionOk="0" h="3199" w="5207">
                  <a:moveTo>
                    <a:pt x="5109" y="1"/>
                  </a:moveTo>
                  <a:cubicBezTo>
                    <a:pt x="5109" y="303"/>
                    <a:pt x="5109" y="712"/>
                    <a:pt x="4904" y="1022"/>
                  </a:cubicBezTo>
                  <a:cubicBezTo>
                    <a:pt x="4511" y="2033"/>
                    <a:pt x="3527" y="2630"/>
                    <a:pt x="2491" y="2630"/>
                  </a:cubicBezTo>
                  <a:cubicBezTo>
                    <a:pt x="2170" y="2630"/>
                    <a:pt x="1844" y="2573"/>
                    <a:pt x="1529" y="2453"/>
                  </a:cubicBezTo>
                  <a:cubicBezTo>
                    <a:pt x="711" y="2044"/>
                    <a:pt x="205" y="1325"/>
                    <a:pt x="0" y="614"/>
                  </a:cubicBezTo>
                  <a:lnTo>
                    <a:pt x="0" y="614"/>
                  </a:lnTo>
                  <a:cubicBezTo>
                    <a:pt x="0" y="1635"/>
                    <a:pt x="613" y="2551"/>
                    <a:pt x="1635" y="2959"/>
                  </a:cubicBezTo>
                  <a:cubicBezTo>
                    <a:pt x="1985" y="3122"/>
                    <a:pt x="2351" y="3198"/>
                    <a:pt x="2708" y="3198"/>
                  </a:cubicBezTo>
                  <a:cubicBezTo>
                    <a:pt x="3700" y="3198"/>
                    <a:pt x="4630" y="2609"/>
                    <a:pt x="5002" y="1635"/>
                  </a:cubicBezTo>
                  <a:cubicBezTo>
                    <a:pt x="5207" y="1022"/>
                    <a:pt x="5207" y="507"/>
                    <a:pt x="5109" y="1"/>
                  </a:cubicBezTo>
                  <a:close/>
                </a:path>
              </a:pathLst>
            </a:custGeom>
            <a:solidFill>
              <a:srgbClr val="F56E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7" name="Google Shape;1447;p28"/>
            <p:cNvSpPr/>
            <p:nvPr/>
          </p:nvSpPr>
          <p:spPr>
            <a:xfrm>
              <a:off x="1525425" y="788000"/>
              <a:ext cx="122625" cy="58650"/>
            </a:xfrm>
            <a:custGeom>
              <a:rect b="b" l="l" r="r" t="t"/>
              <a:pathLst>
                <a:path extrusionOk="0" h="2346" w="4905">
                  <a:moveTo>
                    <a:pt x="107" y="0"/>
                  </a:moveTo>
                  <a:lnTo>
                    <a:pt x="107" y="98"/>
                  </a:lnTo>
                  <a:cubicBezTo>
                    <a:pt x="0" y="98"/>
                    <a:pt x="0" y="204"/>
                    <a:pt x="0" y="302"/>
                  </a:cubicBezTo>
                  <a:lnTo>
                    <a:pt x="4700" y="2346"/>
                  </a:lnTo>
                  <a:cubicBezTo>
                    <a:pt x="4806" y="2248"/>
                    <a:pt x="4806" y="2141"/>
                    <a:pt x="4904" y="2043"/>
                  </a:cubicBezTo>
                  <a:lnTo>
                    <a:pt x="107" y="0"/>
                  </a:lnTo>
                  <a:close/>
                </a:path>
              </a:pathLst>
            </a:custGeom>
            <a:solidFill>
              <a:srgbClr val="F56E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8" name="Google Shape;1448;p28"/>
            <p:cNvSpPr/>
            <p:nvPr/>
          </p:nvSpPr>
          <p:spPr>
            <a:xfrm>
              <a:off x="1525425" y="782875"/>
              <a:ext cx="125275" cy="58675"/>
            </a:xfrm>
            <a:custGeom>
              <a:rect b="b" l="l" r="r" t="t"/>
              <a:pathLst>
                <a:path extrusionOk="0" h="2347" w="5011">
                  <a:moveTo>
                    <a:pt x="205" y="1"/>
                  </a:moveTo>
                  <a:cubicBezTo>
                    <a:pt x="107" y="99"/>
                    <a:pt x="107" y="99"/>
                    <a:pt x="107" y="205"/>
                  </a:cubicBezTo>
                  <a:cubicBezTo>
                    <a:pt x="107" y="205"/>
                    <a:pt x="107" y="303"/>
                    <a:pt x="0" y="303"/>
                  </a:cubicBezTo>
                  <a:lnTo>
                    <a:pt x="4806" y="2346"/>
                  </a:lnTo>
                  <a:cubicBezTo>
                    <a:pt x="4904" y="2346"/>
                    <a:pt x="4904" y="2248"/>
                    <a:pt x="4904" y="2248"/>
                  </a:cubicBezTo>
                  <a:cubicBezTo>
                    <a:pt x="4904" y="2142"/>
                    <a:pt x="4904" y="2142"/>
                    <a:pt x="5011" y="2044"/>
                  </a:cubicBezTo>
                  <a:lnTo>
                    <a:pt x="20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9" name="Google Shape;1449;p28"/>
            <p:cNvSpPr/>
            <p:nvPr/>
          </p:nvSpPr>
          <p:spPr>
            <a:xfrm>
              <a:off x="1691550" y="826850"/>
              <a:ext cx="132850" cy="129750"/>
            </a:xfrm>
            <a:custGeom>
              <a:rect b="b" l="l" r="r" t="t"/>
              <a:pathLst>
                <a:path extrusionOk="0" h="5190" w="5314">
                  <a:moveTo>
                    <a:pt x="2628" y="0"/>
                  </a:moveTo>
                  <a:cubicBezTo>
                    <a:pt x="2156" y="0"/>
                    <a:pt x="1671" y="125"/>
                    <a:pt x="1226" y="383"/>
                  </a:cubicBezTo>
                  <a:cubicBezTo>
                    <a:pt x="1226" y="383"/>
                    <a:pt x="1120" y="383"/>
                    <a:pt x="1120" y="489"/>
                  </a:cubicBezTo>
                  <a:lnTo>
                    <a:pt x="1022" y="489"/>
                  </a:lnTo>
                  <a:lnTo>
                    <a:pt x="1022" y="587"/>
                  </a:lnTo>
                  <a:cubicBezTo>
                    <a:pt x="916" y="587"/>
                    <a:pt x="916" y="587"/>
                    <a:pt x="916" y="694"/>
                  </a:cubicBezTo>
                  <a:lnTo>
                    <a:pt x="818" y="694"/>
                  </a:lnTo>
                  <a:cubicBezTo>
                    <a:pt x="711" y="792"/>
                    <a:pt x="507" y="996"/>
                    <a:pt x="409" y="1200"/>
                  </a:cubicBezTo>
                  <a:cubicBezTo>
                    <a:pt x="303" y="1307"/>
                    <a:pt x="303" y="1307"/>
                    <a:pt x="303" y="1405"/>
                  </a:cubicBezTo>
                  <a:cubicBezTo>
                    <a:pt x="205" y="1511"/>
                    <a:pt x="205" y="1511"/>
                    <a:pt x="205" y="1609"/>
                  </a:cubicBezTo>
                  <a:lnTo>
                    <a:pt x="205" y="1715"/>
                  </a:lnTo>
                  <a:cubicBezTo>
                    <a:pt x="98" y="1715"/>
                    <a:pt x="98" y="1813"/>
                    <a:pt x="98" y="1920"/>
                  </a:cubicBezTo>
                  <a:cubicBezTo>
                    <a:pt x="98" y="1920"/>
                    <a:pt x="98" y="2018"/>
                    <a:pt x="0" y="2124"/>
                  </a:cubicBezTo>
                  <a:lnTo>
                    <a:pt x="0" y="2328"/>
                  </a:lnTo>
                  <a:lnTo>
                    <a:pt x="0" y="2426"/>
                  </a:lnTo>
                  <a:lnTo>
                    <a:pt x="0" y="2631"/>
                  </a:lnTo>
                  <a:lnTo>
                    <a:pt x="0" y="2835"/>
                  </a:lnTo>
                  <a:lnTo>
                    <a:pt x="0" y="2941"/>
                  </a:lnTo>
                  <a:lnTo>
                    <a:pt x="0" y="3039"/>
                  </a:lnTo>
                  <a:lnTo>
                    <a:pt x="0" y="3146"/>
                  </a:lnTo>
                  <a:cubicBezTo>
                    <a:pt x="98" y="3244"/>
                    <a:pt x="98" y="3244"/>
                    <a:pt x="98" y="3350"/>
                  </a:cubicBezTo>
                  <a:cubicBezTo>
                    <a:pt x="98" y="3448"/>
                    <a:pt x="98" y="3554"/>
                    <a:pt x="205" y="3554"/>
                  </a:cubicBezTo>
                  <a:lnTo>
                    <a:pt x="205" y="3652"/>
                  </a:lnTo>
                  <a:cubicBezTo>
                    <a:pt x="205" y="3652"/>
                    <a:pt x="205" y="3759"/>
                    <a:pt x="303" y="3759"/>
                  </a:cubicBezTo>
                  <a:lnTo>
                    <a:pt x="303" y="3857"/>
                  </a:lnTo>
                  <a:cubicBezTo>
                    <a:pt x="303" y="3963"/>
                    <a:pt x="409" y="3963"/>
                    <a:pt x="409" y="4061"/>
                  </a:cubicBezTo>
                  <a:cubicBezTo>
                    <a:pt x="711" y="4470"/>
                    <a:pt x="1022" y="4780"/>
                    <a:pt x="1431" y="4878"/>
                  </a:cubicBezTo>
                  <a:cubicBezTo>
                    <a:pt x="1431" y="4985"/>
                    <a:pt x="1529" y="4985"/>
                    <a:pt x="1635" y="4985"/>
                  </a:cubicBezTo>
                  <a:cubicBezTo>
                    <a:pt x="1733" y="5083"/>
                    <a:pt x="1733" y="5083"/>
                    <a:pt x="1839" y="5083"/>
                  </a:cubicBezTo>
                  <a:cubicBezTo>
                    <a:pt x="1937" y="5083"/>
                    <a:pt x="2044" y="5189"/>
                    <a:pt x="2142" y="5189"/>
                  </a:cubicBezTo>
                  <a:lnTo>
                    <a:pt x="2550" y="5189"/>
                  </a:lnTo>
                  <a:cubicBezTo>
                    <a:pt x="2959" y="5189"/>
                    <a:pt x="3368" y="5083"/>
                    <a:pt x="3776" y="4985"/>
                  </a:cubicBezTo>
                  <a:lnTo>
                    <a:pt x="3776" y="4878"/>
                  </a:lnTo>
                  <a:lnTo>
                    <a:pt x="3883" y="4878"/>
                  </a:lnTo>
                  <a:cubicBezTo>
                    <a:pt x="3883" y="4878"/>
                    <a:pt x="3981" y="4878"/>
                    <a:pt x="3981" y="4780"/>
                  </a:cubicBezTo>
                  <a:lnTo>
                    <a:pt x="4087" y="4780"/>
                  </a:lnTo>
                  <a:lnTo>
                    <a:pt x="4185" y="4674"/>
                  </a:lnTo>
                  <a:lnTo>
                    <a:pt x="4291" y="4576"/>
                  </a:lnTo>
                  <a:cubicBezTo>
                    <a:pt x="4389" y="4576"/>
                    <a:pt x="4389" y="4470"/>
                    <a:pt x="4389" y="4470"/>
                  </a:cubicBezTo>
                  <a:cubicBezTo>
                    <a:pt x="4496" y="4470"/>
                    <a:pt x="4496" y="4372"/>
                    <a:pt x="4496" y="4372"/>
                  </a:cubicBezTo>
                  <a:lnTo>
                    <a:pt x="4594" y="4265"/>
                  </a:lnTo>
                  <a:lnTo>
                    <a:pt x="4594" y="4167"/>
                  </a:lnTo>
                  <a:cubicBezTo>
                    <a:pt x="4700" y="4167"/>
                    <a:pt x="4700" y="4061"/>
                    <a:pt x="4798" y="4061"/>
                  </a:cubicBezTo>
                  <a:lnTo>
                    <a:pt x="4798" y="3963"/>
                  </a:lnTo>
                  <a:lnTo>
                    <a:pt x="4904" y="3857"/>
                  </a:lnTo>
                  <a:lnTo>
                    <a:pt x="4904" y="3759"/>
                  </a:lnTo>
                  <a:lnTo>
                    <a:pt x="5002" y="3652"/>
                  </a:lnTo>
                  <a:lnTo>
                    <a:pt x="5002" y="3554"/>
                  </a:lnTo>
                  <a:cubicBezTo>
                    <a:pt x="5313" y="2737"/>
                    <a:pt x="5207" y="1920"/>
                    <a:pt x="4700" y="1102"/>
                  </a:cubicBezTo>
                  <a:cubicBezTo>
                    <a:pt x="4242" y="384"/>
                    <a:pt x="3455" y="0"/>
                    <a:pt x="2628"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0" name="Google Shape;1450;p28"/>
            <p:cNvSpPr/>
            <p:nvPr/>
          </p:nvSpPr>
          <p:spPr>
            <a:xfrm>
              <a:off x="1676225" y="814100"/>
              <a:ext cx="148175" cy="130475"/>
            </a:xfrm>
            <a:custGeom>
              <a:rect b="b" l="l" r="r" t="t"/>
              <a:pathLst>
                <a:path extrusionOk="0" h="5219" w="5927">
                  <a:moveTo>
                    <a:pt x="3012" y="1"/>
                  </a:moveTo>
                  <a:cubicBezTo>
                    <a:pt x="1976" y="1"/>
                    <a:pt x="974" y="598"/>
                    <a:pt x="507" y="1612"/>
                  </a:cubicBezTo>
                  <a:cubicBezTo>
                    <a:pt x="0" y="2936"/>
                    <a:pt x="613" y="4473"/>
                    <a:pt x="1937" y="4980"/>
                  </a:cubicBezTo>
                  <a:cubicBezTo>
                    <a:pt x="2290" y="5142"/>
                    <a:pt x="2657" y="5218"/>
                    <a:pt x="3014" y="5218"/>
                  </a:cubicBezTo>
                  <a:cubicBezTo>
                    <a:pt x="4008" y="5218"/>
                    <a:pt x="4934" y="4629"/>
                    <a:pt x="5313" y="3656"/>
                  </a:cubicBezTo>
                  <a:cubicBezTo>
                    <a:pt x="5926" y="2323"/>
                    <a:pt x="5313" y="795"/>
                    <a:pt x="3981" y="182"/>
                  </a:cubicBezTo>
                  <a:cubicBezTo>
                    <a:pt x="3665" y="59"/>
                    <a:pt x="3337" y="1"/>
                    <a:pt x="3012" y="1"/>
                  </a:cubicBezTo>
                  <a:close/>
                </a:path>
              </a:pathLst>
            </a:custGeom>
            <a:solidFill>
              <a:srgbClr val="FF78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1" name="Google Shape;1451;p28"/>
            <p:cNvSpPr/>
            <p:nvPr/>
          </p:nvSpPr>
          <p:spPr>
            <a:xfrm>
              <a:off x="1683775" y="864625"/>
              <a:ext cx="132850" cy="79950"/>
            </a:xfrm>
            <a:custGeom>
              <a:rect b="b" l="l" r="r" t="t"/>
              <a:pathLst>
                <a:path extrusionOk="0" h="3198" w="5314">
                  <a:moveTo>
                    <a:pt x="5215" y="0"/>
                  </a:moveTo>
                  <a:cubicBezTo>
                    <a:pt x="5215" y="409"/>
                    <a:pt x="5109" y="711"/>
                    <a:pt x="5011" y="1022"/>
                  </a:cubicBezTo>
                  <a:cubicBezTo>
                    <a:pt x="4543" y="2033"/>
                    <a:pt x="3537" y="2629"/>
                    <a:pt x="2497" y="2629"/>
                  </a:cubicBezTo>
                  <a:cubicBezTo>
                    <a:pt x="2175" y="2629"/>
                    <a:pt x="1850" y="2572"/>
                    <a:pt x="1537" y="2452"/>
                  </a:cubicBezTo>
                  <a:cubicBezTo>
                    <a:pt x="720" y="2043"/>
                    <a:pt x="205" y="1430"/>
                    <a:pt x="1" y="613"/>
                  </a:cubicBezTo>
                  <a:lnTo>
                    <a:pt x="1" y="613"/>
                  </a:lnTo>
                  <a:cubicBezTo>
                    <a:pt x="1" y="1635"/>
                    <a:pt x="614" y="2550"/>
                    <a:pt x="1635" y="2959"/>
                  </a:cubicBezTo>
                  <a:cubicBezTo>
                    <a:pt x="1988" y="3121"/>
                    <a:pt x="2355" y="3197"/>
                    <a:pt x="2712" y="3197"/>
                  </a:cubicBezTo>
                  <a:cubicBezTo>
                    <a:pt x="3706" y="3197"/>
                    <a:pt x="4632" y="2608"/>
                    <a:pt x="5011" y="1635"/>
                  </a:cubicBezTo>
                  <a:cubicBezTo>
                    <a:pt x="5215" y="1120"/>
                    <a:pt x="5313" y="507"/>
                    <a:pt x="5215" y="0"/>
                  </a:cubicBezTo>
                  <a:close/>
                </a:path>
              </a:pathLst>
            </a:custGeom>
            <a:solidFill>
              <a:srgbClr val="F56E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2" name="Google Shape;1452;p28"/>
            <p:cNvSpPr/>
            <p:nvPr/>
          </p:nvSpPr>
          <p:spPr>
            <a:xfrm>
              <a:off x="1686450" y="854400"/>
              <a:ext cx="122625" cy="58675"/>
            </a:xfrm>
            <a:custGeom>
              <a:rect b="b" l="l" r="r" t="t"/>
              <a:pathLst>
                <a:path extrusionOk="0" h="2347" w="4905">
                  <a:moveTo>
                    <a:pt x="98" y="0"/>
                  </a:moveTo>
                  <a:lnTo>
                    <a:pt x="98" y="98"/>
                  </a:lnTo>
                  <a:cubicBezTo>
                    <a:pt x="98" y="205"/>
                    <a:pt x="0" y="205"/>
                    <a:pt x="0" y="303"/>
                  </a:cubicBezTo>
                  <a:lnTo>
                    <a:pt x="4798" y="2346"/>
                  </a:lnTo>
                  <a:cubicBezTo>
                    <a:pt x="4798" y="2248"/>
                    <a:pt x="4904" y="2142"/>
                    <a:pt x="4904" y="2142"/>
                  </a:cubicBezTo>
                  <a:lnTo>
                    <a:pt x="4904" y="2044"/>
                  </a:lnTo>
                  <a:lnTo>
                    <a:pt x="98" y="0"/>
                  </a:lnTo>
                  <a:close/>
                </a:path>
              </a:pathLst>
            </a:custGeom>
            <a:solidFill>
              <a:srgbClr val="F56E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3" name="Google Shape;1453;p28"/>
            <p:cNvSpPr/>
            <p:nvPr/>
          </p:nvSpPr>
          <p:spPr>
            <a:xfrm>
              <a:off x="1688900" y="851750"/>
              <a:ext cx="122625" cy="56200"/>
            </a:xfrm>
            <a:custGeom>
              <a:rect b="b" l="l" r="r" t="t"/>
              <a:pathLst>
                <a:path extrusionOk="0" h="2248" w="4905">
                  <a:moveTo>
                    <a:pt x="106" y="0"/>
                  </a:moveTo>
                  <a:cubicBezTo>
                    <a:pt x="106" y="0"/>
                    <a:pt x="106" y="106"/>
                    <a:pt x="0" y="106"/>
                  </a:cubicBezTo>
                  <a:lnTo>
                    <a:pt x="0" y="311"/>
                  </a:lnTo>
                  <a:lnTo>
                    <a:pt x="4806" y="2248"/>
                  </a:lnTo>
                  <a:lnTo>
                    <a:pt x="4806" y="2150"/>
                  </a:lnTo>
                  <a:cubicBezTo>
                    <a:pt x="4904" y="2043"/>
                    <a:pt x="4904" y="2043"/>
                    <a:pt x="4904" y="1945"/>
                  </a:cubicBezTo>
                  <a:lnTo>
                    <a:pt x="106"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4" name="Google Shape;1454;p28"/>
            <p:cNvSpPr/>
            <p:nvPr/>
          </p:nvSpPr>
          <p:spPr>
            <a:xfrm>
              <a:off x="1852350" y="893375"/>
              <a:ext cx="132850" cy="129625"/>
            </a:xfrm>
            <a:custGeom>
              <a:rect b="b" l="l" r="r" t="t"/>
              <a:pathLst>
                <a:path extrusionOk="0" h="5185" w="5314">
                  <a:moveTo>
                    <a:pt x="2638" y="0"/>
                  </a:moveTo>
                  <a:cubicBezTo>
                    <a:pt x="2184" y="0"/>
                    <a:pt x="1732" y="125"/>
                    <a:pt x="1333" y="378"/>
                  </a:cubicBezTo>
                  <a:cubicBezTo>
                    <a:pt x="1227" y="378"/>
                    <a:pt x="1227" y="485"/>
                    <a:pt x="1129" y="485"/>
                  </a:cubicBezTo>
                  <a:lnTo>
                    <a:pt x="1022" y="583"/>
                  </a:lnTo>
                  <a:lnTo>
                    <a:pt x="924" y="689"/>
                  </a:lnTo>
                  <a:lnTo>
                    <a:pt x="409" y="1196"/>
                  </a:lnTo>
                  <a:cubicBezTo>
                    <a:pt x="409" y="1302"/>
                    <a:pt x="409" y="1302"/>
                    <a:pt x="311" y="1400"/>
                  </a:cubicBezTo>
                  <a:lnTo>
                    <a:pt x="311" y="1506"/>
                  </a:lnTo>
                  <a:lnTo>
                    <a:pt x="205" y="1604"/>
                  </a:lnTo>
                  <a:lnTo>
                    <a:pt x="205" y="1711"/>
                  </a:lnTo>
                  <a:cubicBezTo>
                    <a:pt x="205" y="1711"/>
                    <a:pt x="107" y="1809"/>
                    <a:pt x="107" y="1915"/>
                  </a:cubicBezTo>
                  <a:lnTo>
                    <a:pt x="107" y="2119"/>
                  </a:lnTo>
                  <a:lnTo>
                    <a:pt x="107" y="2217"/>
                  </a:lnTo>
                  <a:lnTo>
                    <a:pt x="1" y="2324"/>
                  </a:lnTo>
                  <a:lnTo>
                    <a:pt x="1" y="2422"/>
                  </a:lnTo>
                  <a:lnTo>
                    <a:pt x="1" y="2626"/>
                  </a:lnTo>
                  <a:lnTo>
                    <a:pt x="1" y="2830"/>
                  </a:lnTo>
                  <a:lnTo>
                    <a:pt x="1" y="2937"/>
                  </a:lnTo>
                  <a:cubicBezTo>
                    <a:pt x="1" y="3035"/>
                    <a:pt x="107" y="3035"/>
                    <a:pt x="107" y="3141"/>
                  </a:cubicBezTo>
                  <a:lnTo>
                    <a:pt x="107" y="3345"/>
                  </a:lnTo>
                  <a:cubicBezTo>
                    <a:pt x="205" y="3443"/>
                    <a:pt x="205" y="3550"/>
                    <a:pt x="205" y="3648"/>
                  </a:cubicBezTo>
                  <a:cubicBezTo>
                    <a:pt x="311" y="3754"/>
                    <a:pt x="311" y="3754"/>
                    <a:pt x="311" y="3852"/>
                  </a:cubicBezTo>
                  <a:cubicBezTo>
                    <a:pt x="409" y="3958"/>
                    <a:pt x="409" y="4056"/>
                    <a:pt x="516" y="4056"/>
                  </a:cubicBezTo>
                  <a:cubicBezTo>
                    <a:pt x="720" y="4465"/>
                    <a:pt x="1022" y="4776"/>
                    <a:pt x="1431" y="4980"/>
                  </a:cubicBezTo>
                  <a:cubicBezTo>
                    <a:pt x="1537" y="4980"/>
                    <a:pt x="1635" y="4980"/>
                    <a:pt x="1635" y="5078"/>
                  </a:cubicBezTo>
                  <a:lnTo>
                    <a:pt x="1946" y="5078"/>
                  </a:lnTo>
                  <a:cubicBezTo>
                    <a:pt x="1946" y="5184"/>
                    <a:pt x="2044" y="5184"/>
                    <a:pt x="2150" y="5184"/>
                  </a:cubicBezTo>
                  <a:lnTo>
                    <a:pt x="2657" y="5184"/>
                  </a:lnTo>
                  <a:cubicBezTo>
                    <a:pt x="3066" y="5184"/>
                    <a:pt x="3475" y="5184"/>
                    <a:pt x="3785" y="4980"/>
                  </a:cubicBezTo>
                  <a:cubicBezTo>
                    <a:pt x="3883" y="4874"/>
                    <a:pt x="3883" y="4874"/>
                    <a:pt x="3989" y="4874"/>
                  </a:cubicBezTo>
                  <a:lnTo>
                    <a:pt x="3989" y="4776"/>
                  </a:lnTo>
                  <a:lnTo>
                    <a:pt x="4088" y="4776"/>
                  </a:lnTo>
                  <a:cubicBezTo>
                    <a:pt x="4194" y="4776"/>
                    <a:pt x="4194" y="4669"/>
                    <a:pt x="4194" y="4669"/>
                  </a:cubicBezTo>
                  <a:lnTo>
                    <a:pt x="4292" y="4669"/>
                  </a:lnTo>
                  <a:cubicBezTo>
                    <a:pt x="4292" y="4571"/>
                    <a:pt x="4292" y="4571"/>
                    <a:pt x="4398" y="4571"/>
                  </a:cubicBezTo>
                  <a:cubicBezTo>
                    <a:pt x="4398" y="4571"/>
                    <a:pt x="4398" y="4465"/>
                    <a:pt x="4496" y="4465"/>
                  </a:cubicBezTo>
                  <a:lnTo>
                    <a:pt x="4496" y="4367"/>
                  </a:lnTo>
                  <a:cubicBezTo>
                    <a:pt x="4602" y="4367"/>
                    <a:pt x="4602" y="4367"/>
                    <a:pt x="4602" y="4261"/>
                  </a:cubicBezTo>
                  <a:lnTo>
                    <a:pt x="4701" y="4261"/>
                  </a:lnTo>
                  <a:cubicBezTo>
                    <a:pt x="4701" y="4163"/>
                    <a:pt x="4807" y="4163"/>
                    <a:pt x="4807" y="4056"/>
                  </a:cubicBezTo>
                  <a:lnTo>
                    <a:pt x="4807" y="3958"/>
                  </a:lnTo>
                  <a:cubicBezTo>
                    <a:pt x="4905" y="3958"/>
                    <a:pt x="4905" y="3852"/>
                    <a:pt x="4905" y="3852"/>
                  </a:cubicBezTo>
                  <a:cubicBezTo>
                    <a:pt x="4905" y="3852"/>
                    <a:pt x="4905" y="3754"/>
                    <a:pt x="5011" y="3754"/>
                  </a:cubicBezTo>
                  <a:lnTo>
                    <a:pt x="5011" y="3648"/>
                  </a:lnTo>
                  <a:cubicBezTo>
                    <a:pt x="5011" y="3648"/>
                    <a:pt x="5011" y="3550"/>
                    <a:pt x="5109" y="3550"/>
                  </a:cubicBezTo>
                  <a:cubicBezTo>
                    <a:pt x="5314" y="2732"/>
                    <a:pt x="5314" y="1915"/>
                    <a:pt x="4807" y="1196"/>
                  </a:cubicBezTo>
                  <a:cubicBezTo>
                    <a:pt x="4281" y="407"/>
                    <a:pt x="3457" y="0"/>
                    <a:pt x="2638"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5" name="Google Shape;1455;p28"/>
            <p:cNvSpPr/>
            <p:nvPr/>
          </p:nvSpPr>
          <p:spPr>
            <a:xfrm>
              <a:off x="1837025" y="881525"/>
              <a:ext cx="148175" cy="130575"/>
            </a:xfrm>
            <a:custGeom>
              <a:rect b="b" l="l" r="r" t="t"/>
              <a:pathLst>
                <a:path extrusionOk="0" h="5223" w="5927">
                  <a:moveTo>
                    <a:pt x="2914" y="1"/>
                  </a:moveTo>
                  <a:cubicBezTo>
                    <a:pt x="1920" y="1"/>
                    <a:pt x="993" y="592"/>
                    <a:pt x="614" y="1572"/>
                  </a:cubicBezTo>
                  <a:cubicBezTo>
                    <a:pt x="1" y="2896"/>
                    <a:pt x="614" y="4432"/>
                    <a:pt x="1946" y="5045"/>
                  </a:cubicBezTo>
                  <a:cubicBezTo>
                    <a:pt x="2259" y="5165"/>
                    <a:pt x="2584" y="5222"/>
                    <a:pt x="2906" y="5222"/>
                  </a:cubicBezTo>
                  <a:cubicBezTo>
                    <a:pt x="3945" y="5222"/>
                    <a:pt x="4952" y="4626"/>
                    <a:pt x="5420" y="3615"/>
                  </a:cubicBezTo>
                  <a:cubicBezTo>
                    <a:pt x="5927" y="2283"/>
                    <a:pt x="5314" y="754"/>
                    <a:pt x="3989" y="239"/>
                  </a:cubicBezTo>
                  <a:cubicBezTo>
                    <a:pt x="3637" y="77"/>
                    <a:pt x="3271" y="1"/>
                    <a:pt x="2914" y="1"/>
                  </a:cubicBezTo>
                  <a:close/>
                </a:path>
              </a:pathLst>
            </a:custGeom>
            <a:solidFill>
              <a:srgbClr val="FF78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6" name="Google Shape;1456;p28"/>
            <p:cNvSpPr/>
            <p:nvPr/>
          </p:nvSpPr>
          <p:spPr>
            <a:xfrm>
              <a:off x="1847250" y="931025"/>
              <a:ext cx="130400" cy="81075"/>
            </a:xfrm>
            <a:custGeom>
              <a:rect b="b" l="l" r="r" t="t"/>
              <a:pathLst>
                <a:path extrusionOk="0" h="3243" w="5216">
                  <a:moveTo>
                    <a:pt x="5109" y="0"/>
                  </a:moveTo>
                  <a:cubicBezTo>
                    <a:pt x="5109" y="409"/>
                    <a:pt x="5011" y="711"/>
                    <a:pt x="4905" y="1022"/>
                  </a:cubicBezTo>
                  <a:cubicBezTo>
                    <a:pt x="4518" y="2033"/>
                    <a:pt x="3530" y="2629"/>
                    <a:pt x="2496" y="2629"/>
                  </a:cubicBezTo>
                  <a:cubicBezTo>
                    <a:pt x="2175" y="2629"/>
                    <a:pt x="1850" y="2572"/>
                    <a:pt x="1537" y="2452"/>
                  </a:cubicBezTo>
                  <a:cubicBezTo>
                    <a:pt x="720" y="2142"/>
                    <a:pt x="107" y="1431"/>
                    <a:pt x="0" y="613"/>
                  </a:cubicBezTo>
                  <a:lnTo>
                    <a:pt x="0" y="613"/>
                  </a:lnTo>
                  <a:cubicBezTo>
                    <a:pt x="0" y="1635"/>
                    <a:pt x="613" y="2550"/>
                    <a:pt x="1537" y="3065"/>
                  </a:cubicBezTo>
                  <a:cubicBezTo>
                    <a:pt x="1850" y="3185"/>
                    <a:pt x="2175" y="3242"/>
                    <a:pt x="2497" y="3242"/>
                  </a:cubicBezTo>
                  <a:cubicBezTo>
                    <a:pt x="3536" y="3242"/>
                    <a:pt x="4543" y="2646"/>
                    <a:pt x="5011" y="1635"/>
                  </a:cubicBezTo>
                  <a:cubicBezTo>
                    <a:pt x="5215" y="1120"/>
                    <a:pt x="5215" y="507"/>
                    <a:pt x="5109" y="0"/>
                  </a:cubicBezTo>
                  <a:close/>
                </a:path>
              </a:pathLst>
            </a:custGeom>
            <a:solidFill>
              <a:srgbClr val="F56E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7" name="Google Shape;1457;p28"/>
            <p:cNvSpPr/>
            <p:nvPr/>
          </p:nvSpPr>
          <p:spPr>
            <a:xfrm>
              <a:off x="1849900" y="920800"/>
              <a:ext cx="122625" cy="58675"/>
            </a:xfrm>
            <a:custGeom>
              <a:rect b="b" l="l" r="r" t="t"/>
              <a:pathLst>
                <a:path extrusionOk="0" h="2347" w="4905">
                  <a:moveTo>
                    <a:pt x="99" y="1"/>
                  </a:moveTo>
                  <a:cubicBezTo>
                    <a:pt x="99" y="99"/>
                    <a:pt x="1" y="99"/>
                    <a:pt x="1" y="99"/>
                  </a:cubicBezTo>
                  <a:lnTo>
                    <a:pt x="1" y="303"/>
                  </a:lnTo>
                  <a:lnTo>
                    <a:pt x="4700" y="2346"/>
                  </a:lnTo>
                  <a:cubicBezTo>
                    <a:pt x="4799" y="2248"/>
                    <a:pt x="4799" y="2248"/>
                    <a:pt x="4799" y="2142"/>
                  </a:cubicBezTo>
                  <a:lnTo>
                    <a:pt x="4905" y="2044"/>
                  </a:lnTo>
                  <a:lnTo>
                    <a:pt x="99" y="1"/>
                  </a:lnTo>
                  <a:close/>
                </a:path>
              </a:pathLst>
            </a:custGeom>
            <a:solidFill>
              <a:srgbClr val="F56E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8" name="Google Shape;1458;p28"/>
            <p:cNvSpPr/>
            <p:nvPr/>
          </p:nvSpPr>
          <p:spPr>
            <a:xfrm>
              <a:off x="1849900" y="918150"/>
              <a:ext cx="122625" cy="56225"/>
            </a:xfrm>
            <a:custGeom>
              <a:rect b="b" l="l" r="r" t="t"/>
              <a:pathLst>
                <a:path extrusionOk="0" h="2249" w="4905">
                  <a:moveTo>
                    <a:pt x="99" y="0"/>
                  </a:moveTo>
                  <a:lnTo>
                    <a:pt x="99" y="107"/>
                  </a:lnTo>
                  <a:cubicBezTo>
                    <a:pt x="1" y="205"/>
                    <a:pt x="1" y="205"/>
                    <a:pt x="1" y="311"/>
                  </a:cubicBezTo>
                  <a:lnTo>
                    <a:pt x="4799" y="2248"/>
                  </a:lnTo>
                  <a:cubicBezTo>
                    <a:pt x="4799" y="2248"/>
                    <a:pt x="4799" y="2150"/>
                    <a:pt x="4905" y="2150"/>
                  </a:cubicBezTo>
                  <a:lnTo>
                    <a:pt x="4905" y="1946"/>
                  </a:lnTo>
                  <a:lnTo>
                    <a:pt x="9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9" name="Google Shape;1459;p28"/>
            <p:cNvSpPr/>
            <p:nvPr/>
          </p:nvSpPr>
          <p:spPr>
            <a:xfrm>
              <a:off x="2015825" y="960400"/>
              <a:ext cx="132850" cy="131450"/>
            </a:xfrm>
            <a:custGeom>
              <a:rect b="b" l="l" r="r" t="t"/>
              <a:pathLst>
                <a:path extrusionOk="0" h="5258" w="5314">
                  <a:moveTo>
                    <a:pt x="2534" y="1"/>
                  </a:moveTo>
                  <a:cubicBezTo>
                    <a:pt x="2092" y="1"/>
                    <a:pt x="1641" y="113"/>
                    <a:pt x="1227" y="354"/>
                  </a:cubicBezTo>
                  <a:cubicBezTo>
                    <a:pt x="1227" y="460"/>
                    <a:pt x="1128" y="460"/>
                    <a:pt x="1128" y="460"/>
                  </a:cubicBezTo>
                  <a:cubicBezTo>
                    <a:pt x="1022" y="460"/>
                    <a:pt x="1022" y="460"/>
                    <a:pt x="1022" y="558"/>
                  </a:cubicBezTo>
                  <a:lnTo>
                    <a:pt x="924" y="558"/>
                  </a:lnTo>
                  <a:cubicBezTo>
                    <a:pt x="924" y="558"/>
                    <a:pt x="924" y="664"/>
                    <a:pt x="818" y="664"/>
                  </a:cubicBezTo>
                  <a:cubicBezTo>
                    <a:pt x="614" y="869"/>
                    <a:pt x="515" y="967"/>
                    <a:pt x="409" y="1171"/>
                  </a:cubicBezTo>
                  <a:lnTo>
                    <a:pt x="409" y="1277"/>
                  </a:lnTo>
                  <a:cubicBezTo>
                    <a:pt x="311" y="1277"/>
                    <a:pt x="311" y="1375"/>
                    <a:pt x="311" y="1375"/>
                  </a:cubicBezTo>
                  <a:cubicBezTo>
                    <a:pt x="205" y="1375"/>
                    <a:pt x="205" y="1482"/>
                    <a:pt x="205" y="1482"/>
                  </a:cubicBezTo>
                  <a:lnTo>
                    <a:pt x="205" y="1580"/>
                  </a:lnTo>
                  <a:cubicBezTo>
                    <a:pt x="205" y="1686"/>
                    <a:pt x="107" y="1686"/>
                    <a:pt x="107" y="1686"/>
                  </a:cubicBezTo>
                  <a:lnTo>
                    <a:pt x="107" y="1890"/>
                  </a:lnTo>
                  <a:cubicBezTo>
                    <a:pt x="1" y="1988"/>
                    <a:pt x="1" y="2095"/>
                    <a:pt x="1" y="2095"/>
                  </a:cubicBezTo>
                  <a:lnTo>
                    <a:pt x="1" y="2193"/>
                  </a:lnTo>
                  <a:lnTo>
                    <a:pt x="1" y="2299"/>
                  </a:lnTo>
                  <a:lnTo>
                    <a:pt x="1" y="2397"/>
                  </a:lnTo>
                  <a:lnTo>
                    <a:pt x="1" y="2601"/>
                  </a:lnTo>
                  <a:lnTo>
                    <a:pt x="1" y="2806"/>
                  </a:lnTo>
                  <a:lnTo>
                    <a:pt x="1" y="2912"/>
                  </a:lnTo>
                  <a:lnTo>
                    <a:pt x="1" y="3116"/>
                  </a:lnTo>
                  <a:cubicBezTo>
                    <a:pt x="1" y="3214"/>
                    <a:pt x="1" y="3321"/>
                    <a:pt x="107" y="3419"/>
                  </a:cubicBezTo>
                  <a:lnTo>
                    <a:pt x="107" y="3623"/>
                  </a:lnTo>
                  <a:lnTo>
                    <a:pt x="205" y="3623"/>
                  </a:lnTo>
                  <a:lnTo>
                    <a:pt x="205" y="3827"/>
                  </a:lnTo>
                  <a:cubicBezTo>
                    <a:pt x="311" y="3827"/>
                    <a:pt x="311" y="3827"/>
                    <a:pt x="311" y="3934"/>
                  </a:cubicBezTo>
                  <a:cubicBezTo>
                    <a:pt x="311" y="3934"/>
                    <a:pt x="409" y="4032"/>
                    <a:pt x="409" y="4138"/>
                  </a:cubicBezTo>
                  <a:cubicBezTo>
                    <a:pt x="614" y="4440"/>
                    <a:pt x="1022" y="4751"/>
                    <a:pt x="1333" y="4955"/>
                  </a:cubicBezTo>
                  <a:cubicBezTo>
                    <a:pt x="1431" y="4955"/>
                    <a:pt x="1537" y="5053"/>
                    <a:pt x="1635" y="5053"/>
                  </a:cubicBezTo>
                  <a:cubicBezTo>
                    <a:pt x="1635" y="5053"/>
                    <a:pt x="1741" y="5053"/>
                    <a:pt x="1840" y="5160"/>
                  </a:cubicBezTo>
                  <a:lnTo>
                    <a:pt x="2044" y="5160"/>
                  </a:lnTo>
                  <a:cubicBezTo>
                    <a:pt x="2248" y="5258"/>
                    <a:pt x="2453" y="5258"/>
                    <a:pt x="2559" y="5258"/>
                  </a:cubicBezTo>
                  <a:cubicBezTo>
                    <a:pt x="2967" y="5258"/>
                    <a:pt x="3376" y="5160"/>
                    <a:pt x="3785" y="4955"/>
                  </a:cubicBezTo>
                  <a:lnTo>
                    <a:pt x="3883" y="4849"/>
                  </a:lnTo>
                  <a:lnTo>
                    <a:pt x="3989" y="4849"/>
                  </a:lnTo>
                  <a:lnTo>
                    <a:pt x="3989" y="4751"/>
                  </a:lnTo>
                  <a:cubicBezTo>
                    <a:pt x="4087" y="4751"/>
                    <a:pt x="4087" y="4751"/>
                    <a:pt x="4193" y="4645"/>
                  </a:cubicBezTo>
                  <a:lnTo>
                    <a:pt x="4292" y="4547"/>
                  </a:lnTo>
                  <a:cubicBezTo>
                    <a:pt x="4292" y="4547"/>
                    <a:pt x="4398" y="4547"/>
                    <a:pt x="4398" y="4440"/>
                  </a:cubicBezTo>
                  <a:lnTo>
                    <a:pt x="4496" y="4440"/>
                  </a:lnTo>
                  <a:cubicBezTo>
                    <a:pt x="4496" y="4342"/>
                    <a:pt x="4496" y="4342"/>
                    <a:pt x="4602" y="4236"/>
                  </a:cubicBezTo>
                  <a:cubicBezTo>
                    <a:pt x="4700" y="4138"/>
                    <a:pt x="4700" y="4138"/>
                    <a:pt x="4700" y="4032"/>
                  </a:cubicBezTo>
                  <a:cubicBezTo>
                    <a:pt x="4806" y="4032"/>
                    <a:pt x="4806" y="4032"/>
                    <a:pt x="4806" y="3934"/>
                  </a:cubicBezTo>
                  <a:lnTo>
                    <a:pt x="4905" y="3827"/>
                  </a:lnTo>
                  <a:lnTo>
                    <a:pt x="4905" y="3729"/>
                  </a:lnTo>
                  <a:lnTo>
                    <a:pt x="4905" y="3623"/>
                  </a:lnTo>
                  <a:cubicBezTo>
                    <a:pt x="5011" y="3623"/>
                    <a:pt x="5011" y="3623"/>
                    <a:pt x="5011" y="3525"/>
                  </a:cubicBezTo>
                  <a:cubicBezTo>
                    <a:pt x="5313" y="2806"/>
                    <a:pt x="5215" y="1890"/>
                    <a:pt x="4700" y="1171"/>
                  </a:cubicBezTo>
                  <a:cubicBezTo>
                    <a:pt x="4230" y="430"/>
                    <a:pt x="3398" y="1"/>
                    <a:pt x="2534" y="1"/>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0" name="Google Shape;1460;p28"/>
            <p:cNvSpPr/>
            <p:nvPr/>
          </p:nvSpPr>
          <p:spPr>
            <a:xfrm>
              <a:off x="2000500" y="947950"/>
              <a:ext cx="145725" cy="130550"/>
            </a:xfrm>
            <a:custGeom>
              <a:rect b="b" l="l" r="r" t="t"/>
              <a:pathLst>
                <a:path extrusionOk="0" h="5222" w="5829">
                  <a:moveTo>
                    <a:pt x="2811" y="0"/>
                  </a:moveTo>
                  <a:cubicBezTo>
                    <a:pt x="1818" y="0"/>
                    <a:pt x="888" y="591"/>
                    <a:pt x="515" y="1571"/>
                  </a:cubicBezTo>
                  <a:cubicBezTo>
                    <a:pt x="1" y="2895"/>
                    <a:pt x="614" y="4432"/>
                    <a:pt x="1946" y="5045"/>
                  </a:cubicBezTo>
                  <a:cubicBezTo>
                    <a:pt x="2259" y="5165"/>
                    <a:pt x="2584" y="5222"/>
                    <a:pt x="2904" y="5222"/>
                  </a:cubicBezTo>
                  <a:cubicBezTo>
                    <a:pt x="3939" y="5222"/>
                    <a:pt x="4926" y="4625"/>
                    <a:pt x="5313" y="3614"/>
                  </a:cubicBezTo>
                  <a:cubicBezTo>
                    <a:pt x="5828" y="2282"/>
                    <a:pt x="5215" y="754"/>
                    <a:pt x="3883" y="239"/>
                  </a:cubicBezTo>
                  <a:cubicBezTo>
                    <a:pt x="3533" y="77"/>
                    <a:pt x="3168" y="0"/>
                    <a:pt x="2811" y="0"/>
                  </a:cubicBezTo>
                  <a:close/>
                </a:path>
              </a:pathLst>
            </a:custGeom>
            <a:solidFill>
              <a:srgbClr val="FF78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1" name="Google Shape;1461;p28"/>
            <p:cNvSpPr/>
            <p:nvPr/>
          </p:nvSpPr>
          <p:spPr>
            <a:xfrm>
              <a:off x="2008275" y="999875"/>
              <a:ext cx="132825" cy="78625"/>
            </a:xfrm>
            <a:custGeom>
              <a:rect b="b" l="l" r="r" t="t"/>
              <a:pathLst>
                <a:path extrusionOk="0" h="3145" w="5313">
                  <a:moveTo>
                    <a:pt x="5108" y="1"/>
                  </a:moveTo>
                  <a:cubicBezTo>
                    <a:pt x="5108" y="311"/>
                    <a:pt x="5108" y="614"/>
                    <a:pt x="4904" y="1022"/>
                  </a:cubicBezTo>
                  <a:cubicBezTo>
                    <a:pt x="4525" y="2002"/>
                    <a:pt x="3598" y="2593"/>
                    <a:pt x="2604" y="2593"/>
                  </a:cubicBezTo>
                  <a:cubicBezTo>
                    <a:pt x="2247" y="2593"/>
                    <a:pt x="1881" y="2517"/>
                    <a:pt x="1529" y="2355"/>
                  </a:cubicBezTo>
                  <a:cubicBezTo>
                    <a:pt x="711" y="2044"/>
                    <a:pt x="204" y="1333"/>
                    <a:pt x="0" y="516"/>
                  </a:cubicBezTo>
                  <a:lnTo>
                    <a:pt x="0" y="516"/>
                  </a:lnTo>
                  <a:cubicBezTo>
                    <a:pt x="0" y="1537"/>
                    <a:pt x="613" y="2559"/>
                    <a:pt x="1635" y="2968"/>
                  </a:cubicBezTo>
                  <a:cubicBezTo>
                    <a:pt x="1948" y="3088"/>
                    <a:pt x="2273" y="3145"/>
                    <a:pt x="2593" y="3145"/>
                  </a:cubicBezTo>
                  <a:cubicBezTo>
                    <a:pt x="3628" y="3145"/>
                    <a:pt x="4615" y="2548"/>
                    <a:pt x="5002" y="1537"/>
                  </a:cubicBezTo>
                  <a:cubicBezTo>
                    <a:pt x="5207" y="1022"/>
                    <a:pt x="5313" y="516"/>
                    <a:pt x="5108" y="1"/>
                  </a:cubicBezTo>
                  <a:close/>
                </a:path>
              </a:pathLst>
            </a:custGeom>
            <a:solidFill>
              <a:srgbClr val="F56E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2" name="Google Shape;1462;p28"/>
            <p:cNvSpPr/>
            <p:nvPr/>
          </p:nvSpPr>
          <p:spPr>
            <a:xfrm>
              <a:off x="2010725" y="987225"/>
              <a:ext cx="122625" cy="58650"/>
            </a:xfrm>
            <a:custGeom>
              <a:rect b="b" l="l" r="r" t="t"/>
              <a:pathLst>
                <a:path extrusionOk="0" h="2346" w="4905">
                  <a:moveTo>
                    <a:pt x="106" y="0"/>
                  </a:moveTo>
                  <a:lnTo>
                    <a:pt x="106" y="98"/>
                  </a:lnTo>
                  <a:cubicBezTo>
                    <a:pt x="0" y="204"/>
                    <a:pt x="0" y="302"/>
                    <a:pt x="0" y="409"/>
                  </a:cubicBezTo>
                  <a:lnTo>
                    <a:pt x="4806" y="2346"/>
                  </a:lnTo>
                  <a:cubicBezTo>
                    <a:pt x="4806" y="2248"/>
                    <a:pt x="4806" y="2248"/>
                    <a:pt x="4904" y="2141"/>
                  </a:cubicBezTo>
                  <a:lnTo>
                    <a:pt x="4904" y="2043"/>
                  </a:lnTo>
                  <a:lnTo>
                    <a:pt x="106" y="0"/>
                  </a:lnTo>
                  <a:close/>
                </a:path>
              </a:pathLst>
            </a:custGeom>
            <a:solidFill>
              <a:srgbClr val="F56E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3" name="Google Shape;1463;p28"/>
            <p:cNvSpPr/>
            <p:nvPr/>
          </p:nvSpPr>
          <p:spPr>
            <a:xfrm>
              <a:off x="2010725" y="984550"/>
              <a:ext cx="125275" cy="58875"/>
            </a:xfrm>
            <a:custGeom>
              <a:rect b="b" l="l" r="r" t="t"/>
              <a:pathLst>
                <a:path extrusionOk="0" h="2355" w="5011">
                  <a:moveTo>
                    <a:pt x="205" y="1"/>
                  </a:moveTo>
                  <a:cubicBezTo>
                    <a:pt x="106" y="1"/>
                    <a:pt x="106" y="107"/>
                    <a:pt x="106" y="107"/>
                  </a:cubicBezTo>
                  <a:cubicBezTo>
                    <a:pt x="106" y="205"/>
                    <a:pt x="106" y="205"/>
                    <a:pt x="0" y="311"/>
                  </a:cubicBezTo>
                  <a:lnTo>
                    <a:pt x="4806" y="2355"/>
                  </a:lnTo>
                  <a:cubicBezTo>
                    <a:pt x="4904" y="2248"/>
                    <a:pt x="4904" y="2248"/>
                    <a:pt x="4904" y="2150"/>
                  </a:cubicBezTo>
                  <a:cubicBezTo>
                    <a:pt x="4904" y="2150"/>
                    <a:pt x="4904" y="2044"/>
                    <a:pt x="5010" y="2044"/>
                  </a:cubicBezTo>
                  <a:lnTo>
                    <a:pt x="20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4" name="Google Shape;1464;p28"/>
            <p:cNvSpPr/>
            <p:nvPr/>
          </p:nvSpPr>
          <p:spPr>
            <a:xfrm>
              <a:off x="2176850" y="1027900"/>
              <a:ext cx="132825" cy="130375"/>
            </a:xfrm>
            <a:custGeom>
              <a:rect b="b" l="l" r="r" t="t"/>
              <a:pathLst>
                <a:path extrusionOk="0" h="5215" w="5313">
                  <a:moveTo>
                    <a:pt x="2562" y="1"/>
                  </a:moveTo>
                  <a:cubicBezTo>
                    <a:pt x="2135" y="1"/>
                    <a:pt x="1707" y="102"/>
                    <a:pt x="1324" y="310"/>
                  </a:cubicBezTo>
                  <a:lnTo>
                    <a:pt x="1226" y="310"/>
                  </a:lnTo>
                  <a:cubicBezTo>
                    <a:pt x="1226" y="416"/>
                    <a:pt x="1226" y="416"/>
                    <a:pt x="1120" y="416"/>
                  </a:cubicBezTo>
                  <a:cubicBezTo>
                    <a:pt x="1120" y="416"/>
                    <a:pt x="1120" y="514"/>
                    <a:pt x="1022" y="514"/>
                  </a:cubicBezTo>
                  <a:lnTo>
                    <a:pt x="916" y="621"/>
                  </a:lnTo>
                  <a:lnTo>
                    <a:pt x="817" y="621"/>
                  </a:lnTo>
                  <a:cubicBezTo>
                    <a:pt x="711" y="825"/>
                    <a:pt x="507" y="1029"/>
                    <a:pt x="409" y="1234"/>
                  </a:cubicBezTo>
                  <a:lnTo>
                    <a:pt x="303" y="1332"/>
                  </a:lnTo>
                  <a:lnTo>
                    <a:pt x="303" y="1438"/>
                  </a:lnTo>
                  <a:cubicBezTo>
                    <a:pt x="204" y="1536"/>
                    <a:pt x="204" y="1536"/>
                    <a:pt x="204" y="1642"/>
                  </a:cubicBezTo>
                  <a:cubicBezTo>
                    <a:pt x="98" y="1740"/>
                    <a:pt x="98" y="1847"/>
                    <a:pt x="98" y="1847"/>
                  </a:cubicBezTo>
                  <a:cubicBezTo>
                    <a:pt x="98" y="1945"/>
                    <a:pt x="98" y="2051"/>
                    <a:pt x="0" y="2051"/>
                  </a:cubicBezTo>
                  <a:lnTo>
                    <a:pt x="0" y="2149"/>
                  </a:lnTo>
                  <a:lnTo>
                    <a:pt x="0" y="2353"/>
                  </a:lnTo>
                  <a:lnTo>
                    <a:pt x="0" y="2558"/>
                  </a:lnTo>
                  <a:lnTo>
                    <a:pt x="0" y="2664"/>
                  </a:lnTo>
                  <a:lnTo>
                    <a:pt x="0" y="2868"/>
                  </a:lnTo>
                  <a:lnTo>
                    <a:pt x="0" y="3073"/>
                  </a:lnTo>
                  <a:lnTo>
                    <a:pt x="0" y="3171"/>
                  </a:lnTo>
                  <a:cubicBezTo>
                    <a:pt x="98" y="3171"/>
                    <a:pt x="98" y="3277"/>
                    <a:pt x="98" y="3375"/>
                  </a:cubicBezTo>
                  <a:cubicBezTo>
                    <a:pt x="98" y="3481"/>
                    <a:pt x="204" y="3481"/>
                    <a:pt x="204" y="3580"/>
                  </a:cubicBezTo>
                  <a:lnTo>
                    <a:pt x="204" y="3686"/>
                  </a:lnTo>
                  <a:lnTo>
                    <a:pt x="303" y="3784"/>
                  </a:lnTo>
                  <a:lnTo>
                    <a:pt x="303" y="3890"/>
                  </a:lnTo>
                  <a:cubicBezTo>
                    <a:pt x="409" y="3890"/>
                    <a:pt x="409" y="3988"/>
                    <a:pt x="409" y="4094"/>
                  </a:cubicBezTo>
                  <a:cubicBezTo>
                    <a:pt x="711" y="4397"/>
                    <a:pt x="1022" y="4707"/>
                    <a:pt x="1431" y="4912"/>
                  </a:cubicBezTo>
                  <a:cubicBezTo>
                    <a:pt x="1431" y="4912"/>
                    <a:pt x="1529" y="5010"/>
                    <a:pt x="1635" y="5010"/>
                  </a:cubicBezTo>
                  <a:cubicBezTo>
                    <a:pt x="1733" y="5010"/>
                    <a:pt x="1839" y="5116"/>
                    <a:pt x="1839" y="5116"/>
                  </a:cubicBezTo>
                  <a:lnTo>
                    <a:pt x="2142" y="5116"/>
                  </a:lnTo>
                  <a:cubicBezTo>
                    <a:pt x="2248" y="5214"/>
                    <a:pt x="2452" y="5214"/>
                    <a:pt x="2657" y="5214"/>
                  </a:cubicBezTo>
                  <a:cubicBezTo>
                    <a:pt x="2959" y="5214"/>
                    <a:pt x="3368" y="5116"/>
                    <a:pt x="3776" y="4912"/>
                  </a:cubicBezTo>
                  <a:cubicBezTo>
                    <a:pt x="3883" y="4912"/>
                    <a:pt x="3883" y="4912"/>
                    <a:pt x="3883" y="4806"/>
                  </a:cubicBezTo>
                  <a:lnTo>
                    <a:pt x="3981" y="4806"/>
                  </a:lnTo>
                  <a:cubicBezTo>
                    <a:pt x="3981" y="4806"/>
                    <a:pt x="4087" y="4806"/>
                    <a:pt x="4087" y="4707"/>
                  </a:cubicBezTo>
                  <a:cubicBezTo>
                    <a:pt x="4087" y="4707"/>
                    <a:pt x="4185" y="4707"/>
                    <a:pt x="4185" y="4601"/>
                  </a:cubicBezTo>
                  <a:lnTo>
                    <a:pt x="4291" y="4601"/>
                  </a:lnTo>
                  <a:cubicBezTo>
                    <a:pt x="4389" y="4503"/>
                    <a:pt x="4389" y="4503"/>
                    <a:pt x="4389" y="4397"/>
                  </a:cubicBezTo>
                  <a:lnTo>
                    <a:pt x="4496" y="4397"/>
                  </a:lnTo>
                  <a:cubicBezTo>
                    <a:pt x="4496" y="4299"/>
                    <a:pt x="4594" y="4299"/>
                    <a:pt x="4594" y="4299"/>
                  </a:cubicBezTo>
                  <a:cubicBezTo>
                    <a:pt x="4594" y="4193"/>
                    <a:pt x="4594" y="4193"/>
                    <a:pt x="4700" y="4193"/>
                  </a:cubicBezTo>
                  <a:cubicBezTo>
                    <a:pt x="4700" y="4193"/>
                    <a:pt x="4700" y="4094"/>
                    <a:pt x="4798" y="3988"/>
                  </a:cubicBezTo>
                  <a:cubicBezTo>
                    <a:pt x="4798" y="3890"/>
                    <a:pt x="4904" y="3890"/>
                    <a:pt x="4904" y="3784"/>
                  </a:cubicBezTo>
                  <a:cubicBezTo>
                    <a:pt x="5002" y="3686"/>
                    <a:pt x="5002" y="3686"/>
                    <a:pt x="5002" y="3580"/>
                  </a:cubicBezTo>
                  <a:lnTo>
                    <a:pt x="5002" y="3481"/>
                  </a:lnTo>
                  <a:cubicBezTo>
                    <a:pt x="5313" y="2762"/>
                    <a:pt x="5207" y="1847"/>
                    <a:pt x="4700" y="1127"/>
                  </a:cubicBezTo>
                  <a:cubicBezTo>
                    <a:pt x="4224" y="387"/>
                    <a:pt x="3395" y="1"/>
                    <a:pt x="2562" y="1"/>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5" name="Google Shape;1465;p28"/>
            <p:cNvSpPr/>
            <p:nvPr/>
          </p:nvSpPr>
          <p:spPr>
            <a:xfrm>
              <a:off x="2161525" y="1015900"/>
              <a:ext cx="148150" cy="129025"/>
            </a:xfrm>
            <a:custGeom>
              <a:rect b="b" l="l" r="r" t="t"/>
              <a:pathLst>
                <a:path extrusionOk="0" h="5161" w="5926">
                  <a:moveTo>
                    <a:pt x="3021" y="0"/>
                  </a:moveTo>
                  <a:cubicBezTo>
                    <a:pt x="1981" y="0"/>
                    <a:pt x="975" y="597"/>
                    <a:pt x="507" y="1607"/>
                  </a:cubicBezTo>
                  <a:cubicBezTo>
                    <a:pt x="0" y="2940"/>
                    <a:pt x="613" y="4468"/>
                    <a:pt x="1937" y="4983"/>
                  </a:cubicBezTo>
                  <a:cubicBezTo>
                    <a:pt x="2252" y="5103"/>
                    <a:pt x="2578" y="5160"/>
                    <a:pt x="2899" y="5160"/>
                  </a:cubicBezTo>
                  <a:cubicBezTo>
                    <a:pt x="3936" y="5160"/>
                    <a:pt x="4920" y="4564"/>
                    <a:pt x="5313" y="3553"/>
                  </a:cubicBezTo>
                  <a:cubicBezTo>
                    <a:pt x="5926" y="2220"/>
                    <a:pt x="5313" y="692"/>
                    <a:pt x="3981" y="177"/>
                  </a:cubicBezTo>
                  <a:cubicBezTo>
                    <a:pt x="3667" y="57"/>
                    <a:pt x="3342" y="0"/>
                    <a:pt x="3021" y="0"/>
                  </a:cubicBezTo>
                  <a:close/>
                </a:path>
              </a:pathLst>
            </a:custGeom>
            <a:solidFill>
              <a:srgbClr val="FF78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6" name="Google Shape;1466;p28"/>
            <p:cNvSpPr/>
            <p:nvPr/>
          </p:nvSpPr>
          <p:spPr>
            <a:xfrm>
              <a:off x="2169075" y="1066300"/>
              <a:ext cx="132850" cy="78625"/>
            </a:xfrm>
            <a:custGeom>
              <a:rect b="b" l="l" r="r" t="t"/>
              <a:pathLst>
                <a:path extrusionOk="0" h="3145" w="5314">
                  <a:moveTo>
                    <a:pt x="5215" y="0"/>
                  </a:moveTo>
                  <a:cubicBezTo>
                    <a:pt x="5215" y="311"/>
                    <a:pt x="5109" y="719"/>
                    <a:pt x="5011" y="1022"/>
                  </a:cubicBezTo>
                  <a:cubicBezTo>
                    <a:pt x="4560" y="2002"/>
                    <a:pt x="3609" y="2593"/>
                    <a:pt x="2611" y="2593"/>
                  </a:cubicBezTo>
                  <a:cubicBezTo>
                    <a:pt x="2252" y="2593"/>
                    <a:pt x="1887" y="2516"/>
                    <a:pt x="1537" y="2354"/>
                  </a:cubicBezTo>
                  <a:cubicBezTo>
                    <a:pt x="818" y="2044"/>
                    <a:pt x="205" y="1332"/>
                    <a:pt x="1" y="515"/>
                  </a:cubicBezTo>
                  <a:lnTo>
                    <a:pt x="1" y="515"/>
                  </a:lnTo>
                  <a:cubicBezTo>
                    <a:pt x="1" y="1537"/>
                    <a:pt x="614" y="2558"/>
                    <a:pt x="1635" y="2967"/>
                  </a:cubicBezTo>
                  <a:cubicBezTo>
                    <a:pt x="1950" y="3087"/>
                    <a:pt x="2276" y="3144"/>
                    <a:pt x="2597" y="3144"/>
                  </a:cubicBezTo>
                  <a:cubicBezTo>
                    <a:pt x="3634" y="3144"/>
                    <a:pt x="4618" y="2548"/>
                    <a:pt x="5011" y="1537"/>
                  </a:cubicBezTo>
                  <a:cubicBezTo>
                    <a:pt x="5313" y="1022"/>
                    <a:pt x="5313" y="515"/>
                    <a:pt x="5215" y="0"/>
                  </a:cubicBezTo>
                  <a:close/>
                </a:path>
              </a:pathLst>
            </a:custGeom>
            <a:solidFill>
              <a:srgbClr val="F56E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7" name="Google Shape;1467;p28"/>
            <p:cNvSpPr/>
            <p:nvPr/>
          </p:nvSpPr>
          <p:spPr>
            <a:xfrm>
              <a:off x="2171725" y="1056075"/>
              <a:ext cx="122625" cy="56225"/>
            </a:xfrm>
            <a:custGeom>
              <a:rect b="b" l="l" r="r" t="t"/>
              <a:pathLst>
                <a:path extrusionOk="0" h="2249" w="4905">
                  <a:moveTo>
                    <a:pt x="99" y="0"/>
                  </a:moveTo>
                  <a:lnTo>
                    <a:pt x="99" y="107"/>
                  </a:lnTo>
                  <a:cubicBezTo>
                    <a:pt x="99" y="107"/>
                    <a:pt x="99" y="205"/>
                    <a:pt x="1" y="311"/>
                  </a:cubicBezTo>
                  <a:lnTo>
                    <a:pt x="4799" y="2248"/>
                  </a:lnTo>
                  <a:cubicBezTo>
                    <a:pt x="4799" y="2248"/>
                    <a:pt x="4905" y="2150"/>
                    <a:pt x="4905" y="2044"/>
                  </a:cubicBezTo>
                  <a:lnTo>
                    <a:pt x="4905" y="1946"/>
                  </a:lnTo>
                  <a:lnTo>
                    <a:pt x="99" y="0"/>
                  </a:lnTo>
                  <a:close/>
                </a:path>
              </a:pathLst>
            </a:custGeom>
            <a:solidFill>
              <a:srgbClr val="F56E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8" name="Google Shape;1468;p28"/>
            <p:cNvSpPr/>
            <p:nvPr/>
          </p:nvSpPr>
          <p:spPr>
            <a:xfrm>
              <a:off x="2174175" y="1050975"/>
              <a:ext cx="122625" cy="58875"/>
            </a:xfrm>
            <a:custGeom>
              <a:rect b="b" l="l" r="r" t="t"/>
              <a:pathLst>
                <a:path extrusionOk="0" h="2355" w="4905">
                  <a:moveTo>
                    <a:pt x="107" y="0"/>
                  </a:moveTo>
                  <a:cubicBezTo>
                    <a:pt x="107" y="106"/>
                    <a:pt x="107" y="106"/>
                    <a:pt x="1" y="204"/>
                  </a:cubicBezTo>
                  <a:lnTo>
                    <a:pt x="1" y="311"/>
                  </a:lnTo>
                  <a:lnTo>
                    <a:pt x="4807" y="2354"/>
                  </a:lnTo>
                  <a:lnTo>
                    <a:pt x="4807" y="2150"/>
                  </a:lnTo>
                  <a:cubicBezTo>
                    <a:pt x="4905" y="2150"/>
                    <a:pt x="4905" y="2043"/>
                    <a:pt x="4905" y="2043"/>
                  </a:cubicBezTo>
                  <a:lnTo>
                    <a:pt x="10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9" name="Google Shape;1469;p28"/>
            <p:cNvSpPr/>
            <p:nvPr/>
          </p:nvSpPr>
          <p:spPr>
            <a:xfrm>
              <a:off x="1466775" y="908700"/>
              <a:ext cx="132850" cy="130700"/>
            </a:xfrm>
            <a:custGeom>
              <a:rect b="b" l="l" r="r" t="t"/>
              <a:pathLst>
                <a:path extrusionOk="0" h="5228" w="5314">
                  <a:moveTo>
                    <a:pt x="2633" y="0"/>
                  </a:moveTo>
                  <a:cubicBezTo>
                    <a:pt x="2180" y="0"/>
                    <a:pt x="1727" y="125"/>
                    <a:pt x="1325" y="378"/>
                  </a:cubicBezTo>
                  <a:cubicBezTo>
                    <a:pt x="1227" y="378"/>
                    <a:pt x="1227" y="485"/>
                    <a:pt x="1120" y="485"/>
                  </a:cubicBezTo>
                  <a:lnTo>
                    <a:pt x="1120" y="583"/>
                  </a:lnTo>
                  <a:lnTo>
                    <a:pt x="1022" y="583"/>
                  </a:lnTo>
                  <a:lnTo>
                    <a:pt x="916" y="689"/>
                  </a:lnTo>
                  <a:lnTo>
                    <a:pt x="409" y="1196"/>
                  </a:lnTo>
                  <a:cubicBezTo>
                    <a:pt x="409" y="1302"/>
                    <a:pt x="409" y="1400"/>
                    <a:pt x="303" y="1400"/>
                  </a:cubicBezTo>
                  <a:lnTo>
                    <a:pt x="303" y="1506"/>
                  </a:lnTo>
                  <a:cubicBezTo>
                    <a:pt x="303" y="1506"/>
                    <a:pt x="303" y="1604"/>
                    <a:pt x="205" y="1604"/>
                  </a:cubicBezTo>
                  <a:lnTo>
                    <a:pt x="205" y="1711"/>
                  </a:lnTo>
                  <a:cubicBezTo>
                    <a:pt x="205" y="1711"/>
                    <a:pt x="205" y="1809"/>
                    <a:pt x="99" y="1915"/>
                  </a:cubicBezTo>
                  <a:lnTo>
                    <a:pt x="99" y="2119"/>
                  </a:lnTo>
                  <a:lnTo>
                    <a:pt x="99" y="2217"/>
                  </a:lnTo>
                  <a:lnTo>
                    <a:pt x="99" y="2324"/>
                  </a:lnTo>
                  <a:lnTo>
                    <a:pt x="1" y="2422"/>
                  </a:lnTo>
                  <a:lnTo>
                    <a:pt x="1" y="2626"/>
                  </a:lnTo>
                  <a:lnTo>
                    <a:pt x="1" y="2830"/>
                  </a:lnTo>
                  <a:cubicBezTo>
                    <a:pt x="1" y="2937"/>
                    <a:pt x="99" y="2937"/>
                    <a:pt x="99" y="2937"/>
                  </a:cubicBezTo>
                  <a:lnTo>
                    <a:pt x="99" y="3141"/>
                  </a:lnTo>
                  <a:lnTo>
                    <a:pt x="99" y="3345"/>
                  </a:lnTo>
                  <a:lnTo>
                    <a:pt x="99" y="3443"/>
                  </a:lnTo>
                  <a:cubicBezTo>
                    <a:pt x="205" y="3443"/>
                    <a:pt x="205" y="3550"/>
                    <a:pt x="205" y="3648"/>
                  </a:cubicBezTo>
                  <a:cubicBezTo>
                    <a:pt x="303" y="3754"/>
                    <a:pt x="303" y="3754"/>
                    <a:pt x="303" y="3852"/>
                  </a:cubicBezTo>
                  <a:lnTo>
                    <a:pt x="409" y="3852"/>
                  </a:lnTo>
                  <a:cubicBezTo>
                    <a:pt x="409" y="3958"/>
                    <a:pt x="409" y="4056"/>
                    <a:pt x="507" y="4056"/>
                  </a:cubicBezTo>
                  <a:cubicBezTo>
                    <a:pt x="712" y="4465"/>
                    <a:pt x="1120" y="4776"/>
                    <a:pt x="1431" y="4980"/>
                  </a:cubicBezTo>
                  <a:cubicBezTo>
                    <a:pt x="1529" y="4980"/>
                    <a:pt x="1635" y="4980"/>
                    <a:pt x="1635" y="5078"/>
                  </a:cubicBezTo>
                  <a:lnTo>
                    <a:pt x="1938" y="5078"/>
                  </a:lnTo>
                  <a:cubicBezTo>
                    <a:pt x="1938" y="5184"/>
                    <a:pt x="2044" y="5184"/>
                    <a:pt x="2142" y="5184"/>
                  </a:cubicBezTo>
                  <a:cubicBezTo>
                    <a:pt x="2278" y="5184"/>
                    <a:pt x="2371" y="5228"/>
                    <a:pt x="2478" y="5228"/>
                  </a:cubicBezTo>
                  <a:cubicBezTo>
                    <a:pt x="2532" y="5228"/>
                    <a:pt x="2589" y="5217"/>
                    <a:pt x="2657" y="5184"/>
                  </a:cubicBezTo>
                  <a:cubicBezTo>
                    <a:pt x="3066" y="5184"/>
                    <a:pt x="3474" y="5184"/>
                    <a:pt x="3777" y="4980"/>
                  </a:cubicBezTo>
                  <a:lnTo>
                    <a:pt x="3883" y="4980"/>
                  </a:lnTo>
                  <a:cubicBezTo>
                    <a:pt x="3883" y="4874"/>
                    <a:pt x="3883" y="4874"/>
                    <a:pt x="3981" y="4874"/>
                  </a:cubicBezTo>
                  <a:lnTo>
                    <a:pt x="4087" y="4776"/>
                  </a:lnTo>
                  <a:cubicBezTo>
                    <a:pt x="4185" y="4776"/>
                    <a:pt x="4185" y="4669"/>
                    <a:pt x="4292" y="4669"/>
                  </a:cubicBezTo>
                  <a:cubicBezTo>
                    <a:pt x="4292" y="4571"/>
                    <a:pt x="4292" y="4571"/>
                    <a:pt x="4390" y="4571"/>
                  </a:cubicBezTo>
                  <a:cubicBezTo>
                    <a:pt x="4390" y="4571"/>
                    <a:pt x="4390" y="4465"/>
                    <a:pt x="4496" y="4465"/>
                  </a:cubicBezTo>
                  <a:lnTo>
                    <a:pt x="4496" y="4367"/>
                  </a:lnTo>
                  <a:cubicBezTo>
                    <a:pt x="4594" y="4367"/>
                    <a:pt x="4594" y="4367"/>
                    <a:pt x="4594" y="4261"/>
                  </a:cubicBezTo>
                  <a:lnTo>
                    <a:pt x="4700" y="4261"/>
                  </a:lnTo>
                  <a:cubicBezTo>
                    <a:pt x="4700" y="4163"/>
                    <a:pt x="4798" y="4163"/>
                    <a:pt x="4798" y="4056"/>
                  </a:cubicBezTo>
                  <a:cubicBezTo>
                    <a:pt x="4798" y="4056"/>
                    <a:pt x="4798" y="3958"/>
                    <a:pt x="4905" y="3958"/>
                  </a:cubicBezTo>
                  <a:lnTo>
                    <a:pt x="4905" y="3852"/>
                  </a:lnTo>
                  <a:lnTo>
                    <a:pt x="5003" y="3754"/>
                  </a:lnTo>
                  <a:lnTo>
                    <a:pt x="5003" y="3648"/>
                  </a:lnTo>
                  <a:lnTo>
                    <a:pt x="5109" y="3550"/>
                  </a:lnTo>
                  <a:cubicBezTo>
                    <a:pt x="5313" y="2732"/>
                    <a:pt x="5313" y="1915"/>
                    <a:pt x="4798" y="1196"/>
                  </a:cubicBezTo>
                  <a:cubicBezTo>
                    <a:pt x="4272" y="407"/>
                    <a:pt x="3452" y="0"/>
                    <a:pt x="2633"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0" name="Google Shape;1470;p28"/>
            <p:cNvSpPr/>
            <p:nvPr/>
          </p:nvSpPr>
          <p:spPr>
            <a:xfrm>
              <a:off x="1451450" y="896850"/>
              <a:ext cx="148175" cy="130575"/>
            </a:xfrm>
            <a:custGeom>
              <a:rect b="b" l="l" r="r" t="t"/>
              <a:pathLst>
                <a:path extrusionOk="0" h="5223" w="5927">
                  <a:moveTo>
                    <a:pt x="2909" y="1"/>
                  </a:moveTo>
                  <a:cubicBezTo>
                    <a:pt x="1916" y="1"/>
                    <a:pt x="986" y="592"/>
                    <a:pt x="614" y="1572"/>
                  </a:cubicBezTo>
                  <a:cubicBezTo>
                    <a:pt x="1" y="2896"/>
                    <a:pt x="614" y="4432"/>
                    <a:pt x="1938" y="5045"/>
                  </a:cubicBezTo>
                  <a:cubicBezTo>
                    <a:pt x="2253" y="5165"/>
                    <a:pt x="2579" y="5222"/>
                    <a:pt x="2901" y="5222"/>
                  </a:cubicBezTo>
                  <a:cubicBezTo>
                    <a:pt x="3942" y="5222"/>
                    <a:pt x="4943" y="4626"/>
                    <a:pt x="5411" y="3615"/>
                  </a:cubicBezTo>
                  <a:cubicBezTo>
                    <a:pt x="5926" y="2283"/>
                    <a:pt x="5313" y="754"/>
                    <a:pt x="3981" y="239"/>
                  </a:cubicBezTo>
                  <a:cubicBezTo>
                    <a:pt x="3631" y="77"/>
                    <a:pt x="3266" y="1"/>
                    <a:pt x="2909" y="1"/>
                  </a:cubicBezTo>
                  <a:close/>
                </a:path>
              </a:pathLst>
            </a:custGeom>
            <a:solidFill>
              <a:srgbClr val="FF78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1" name="Google Shape;1471;p28"/>
            <p:cNvSpPr/>
            <p:nvPr/>
          </p:nvSpPr>
          <p:spPr>
            <a:xfrm>
              <a:off x="1461675" y="948800"/>
              <a:ext cx="130175" cy="78625"/>
            </a:xfrm>
            <a:custGeom>
              <a:rect b="b" l="l" r="r" t="t"/>
              <a:pathLst>
                <a:path extrusionOk="0" h="3145" w="5207">
                  <a:moveTo>
                    <a:pt x="5109" y="0"/>
                  </a:moveTo>
                  <a:cubicBezTo>
                    <a:pt x="5109" y="311"/>
                    <a:pt x="5109" y="613"/>
                    <a:pt x="4904" y="924"/>
                  </a:cubicBezTo>
                  <a:cubicBezTo>
                    <a:pt x="4511" y="1935"/>
                    <a:pt x="3527" y="2531"/>
                    <a:pt x="2491" y="2531"/>
                  </a:cubicBezTo>
                  <a:cubicBezTo>
                    <a:pt x="2170" y="2531"/>
                    <a:pt x="1844" y="2474"/>
                    <a:pt x="1529" y="2354"/>
                  </a:cubicBezTo>
                  <a:cubicBezTo>
                    <a:pt x="711" y="2044"/>
                    <a:pt x="205" y="1333"/>
                    <a:pt x="0" y="515"/>
                  </a:cubicBezTo>
                  <a:lnTo>
                    <a:pt x="0" y="515"/>
                  </a:lnTo>
                  <a:cubicBezTo>
                    <a:pt x="0" y="1537"/>
                    <a:pt x="613" y="2559"/>
                    <a:pt x="1529" y="2967"/>
                  </a:cubicBezTo>
                  <a:cubicBezTo>
                    <a:pt x="1844" y="3087"/>
                    <a:pt x="2170" y="3144"/>
                    <a:pt x="2492" y="3144"/>
                  </a:cubicBezTo>
                  <a:cubicBezTo>
                    <a:pt x="3533" y="3144"/>
                    <a:pt x="4534" y="2548"/>
                    <a:pt x="5002" y="1537"/>
                  </a:cubicBezTo>
                  <a:cubicBezTo>
                    <a:pt x="5207" y="1022"/>
                    <a:pt x="5207" y="515"/>
                    <a:pt x="5109" y="0"/>
                  </a:cubicBezTo>
                  <a:close/>
                </a:path>
              </a:pathLst>
            </a:custGeom>
            <a:solidFill>
              <a:srgbClr val="F56E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2" name="Google Shape;1472;p28"/>
            <p:cNvSpPr/>
            <p:nvPr/>
          </p:nvSpPr>
          <p:spPr>
            <a:xfrm>
              <a:off x="1464125" y="936125"/>
              <a:ext cx="122625" cy="58675"/>
            </a:xfrm>
            <a:custGeom>
              <a:rect b="b" l="l" r="r" t="t"/>
              <a:pathLst>
                <a:path extrusionOk="0" h="2347" w="4905">
                  <a:moveTo>
                    <a:pt x="107" y="1"/>
                  </a:moveTo>
                  <a:cubicBezTo>
                    <a:pt x="107" y="99"/>
                    <a:pt x="107" y="99"/>
                    <a:pt x="0" y="99"/>
                  </a:cubicBezTo>
                  <a:lnTo>
                    <a:pt x="0" y="303"/>
                  </a:lnTo>
                  <a:lnTo>
                    <a:pt x="4700" y="2346"/>
                  </a:lnTo>
                  <a:cubicBezTo>
                    <a:pt x="4806" y="2248"/>
                    <a:pt x="4806" y="2248"/>
                    <a:pt x="4806" y="2142"/>
                  </a:cubicBezTo>
                  <a:cubicBezTo>
                    <a:pt x="4904" y="2142"/>
                    <a:pt x="4904" y="2044"/>
                    <a:pt x="4904" y="2044"/>
                  </a:cubicBezTo>
                  <a:lnTo>
                    <a:pt x="107" y="1"/>
                  </a:lnTo>
                  <a:close/>
                </a:path>
              </a:pathLst>
            </a:custGeom>
            <a:solidFill>
              <a:srgbClr val="F56E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3" name="Google Shape;1473;p28"/>
            <p:cNvSpPr/>
            <p:nvPr/>
          </p:nvSpPr>
          <p:spPr>
            <a:xfrm>
              <a:off x="1464125" y="933475"/>
              <a:ext cx="122625" cy="56225"/>
            </a:xfrm>
            <a:custGeom>
              <a:rect b="b" l="l" r="r" t="t"/>
              <a:pathLst>
                <a:path extrusionOk="0" h="2249" w="4905">
                  <a:moveTo>
                    <a:pt x="205" y="0"/>
                  </a:moveTo>
                  <a:cubicBezTo>
                    <a:pt x="107" y="0"/>
                    <a:pt x="107" y="107"/>
                    <a:pt x="107" y="107"/>
                  </a:cubicBezTo>
                  <a:cubicBezTo>
                    <a:pt x="107" y="205"/>
                    <a:pt x="0" y="205"/>
                    <a:pt x="0" y="311"/>
                  </a:cubicBezTo>
                  <a:lnTo>
                    <a:pt x="4806" y="2248"/>
                  </a:lnTo>
                  <a:cubicBezTo>
                    <a:pt x="4806" y="2248"/>
                    <a:pt x="4904" y="2248"/>
                    <a:pt x="4904" y="2150"/>
                  </a:cubicBezTo>
                  <a:lnTo>
                    <a:pt x="4904" y="1946"/>
                  </a:lnTo>
                  <a:lnTo>
                    <a:pt x="205"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4" name="Google Shape;1474;p28"/>
            <p:cNvSpPr/>
            <p:nvPr/>
          </p:nvSpPr>
          <p:spPr>
            <a:xfrm>
              <a:off x="1630250" y="976825"/>
              <a:ext cx="132850" cy="130350"/>
            </a:xfrm>
            <a:custGeom>
              <a:rect b="b" l="l" r="r" t="t"/>
              <a:pathLst>
                <a:path extrusionOk="0" h="5214" w="5314">
                  <a:moveTo>
                    <a:pt x="2534" y="0"/>
                  </a:moveTo>
                  <a:cubicBezTo>
                    <a:pt x="2092" y="0"/>
                    <a:pt x="1642" y="102"/>
                    <a:pt x="1226" y="310"/>
                  </a:cubicBezTo>
                  <a:cubicBezTo>
                    <a:pt x="1226" y="416"/>
                    <a:pt x="1120" y="416"/>
                    <a:pt x="1120" y="416"/>
                  </a:cubicBezTo>
                  <a:cubicBezTo>
                    <a:pt x="1120" y="416"/>
                    <a:pt x="1022" y="416"/>
                    <a:pt x="1022" y="514"/>
                  </a:cubicBezTo>
                  <a:lnTo>
                    <a:pt x="916" y="514"/>
                  </a:lnTo>
                  <a:cubicBezTo>
                    <a:pt x="916" y="514"/>
                    <a:pt x="916" y="620"/>
                    <a:pt x="818" y="620"/>
                  </a:cubicBezTo>
                  <a:cubicBezTo>
                    <a:pt x="711" y="825"/>
                    <a:pt x="507" y="923"/>
                    <a:pt x="409" y="1127"/>
                  </a:cubicBezTo>
                  <a:lnTo>
                    <a:pt x="409" y="1233"/>
                  </a:lnTo>
                  <a:cubicBezTo>
                    <a:pt x="303" y="1233"/>
                    <a:pt x="303" y="1331"/>
                    <a:pt x="303" y="1331"/>
                  </a:cubicBezTo>
                  <a:lnTo>
                    <a:pt x="205" y="1438"/>
                  </a:lnTo>
                  <a:lnTo>
                    <a:pt x="205" y="1536"/>
                  </a:lnTo>
                  <a:cubicBezTo>
                    <a:pt x="205" y="1642"/>
                    <a:pt x="205" y="1642"/>
                    <a:pt x="98" y="1642"/>
                  </a:cubicBezTo>
                  <a:lnTo>
                    <a:pt x="98" y="1846"/>
                  </a:lnTo>
                  <a:cubicBezTo>
                    <a:pt x="98" y="1944"/>
                    <a:pt x="0" y="2051"/>
                    <a:pt x="0" y="2051"/>
                  </a:cubicBezTo>
                  <a:lnTo>
                    <a:pt x="0" y="2149"/>
                  </a:lnTo>
                  <a:lnTo>
                    <a:pt x="0" y="2255"/>
                  </a:lnTo>
                  <a:lnTo>
                    <a:pt x="0" y="2353"/>
                  </a:lnTo>
                  <a:lnTo>
                    <a:pt x="0" y="2557"/>
                  </a:lnTo>
                  <a:lnTo>
                    <a:pt x="0" y="2868"/>
                  </a:lnTo>
                  <a:lnTo>
                    <a:pt x="0" y="3072"/>
                  </a:lnTo>
                  <a:cubicBezTo>
                    <a:pt x="0" y="3170"/>
                    <a:pt x="98" y="3277"/>
                    <a:pt x="98" y="3375"/>
                  </a:cubicBezTo>
                  <a:cubicBezTo>
                    <a:pt x="98" y="3375"/>
                    <a:pt x="98" y="3481"/>
                    <a:pt x="205" y="3579"/>
                  </a:cubicBezTo>
                  <a:cubicBezTo>
                    <a:pt x="205" y="3685"/>
                    <a:pt x="205" y="3685"/>
                    <a:pt x="303" y="3783"/>
                  </a:cubicBezTo>
                  <a:lnTo>
                    <a:pt x="303" y="3890"/>
                  </a:lnTo>
                  <a:cubicBezTo>
                    <a:pt x="303" y="3890"/>
                    <a:pt x="409" y="3988"/>
                    <a:pt x="409" y="4094"/>
                  </a:cubicBezTo>
                  <a:cubicBezTo>
                    <a:pt x="711" y="4396"/>
                    <a:pt x="1022" y="4707"/>
                    <a:pt x="1431" y="4911"/>
                  </a:cubicBezTo>
                  <a:cubicBezTo>
                    <a:pt x="1431" y="4911"/>
                    <a:pt x="1529" y="5009"/>
                    <a:pt x="1635" y="5009"/>
                  </a:cubicBezTo>
                  <a:cubicBezTo>
                    <a:pt x="1733" y="5009"/>
                    <a:pt x="1733" y="5009"/>
                    <a:pt x="1839" y="5116"/>
                  </a:cubicBezTo>
                  <a:lnTo>
                    <a:pt x="2044" y="5116"/>
                  </a:lnTo>
                  <a:cubicBezTo>
                    <a:pt x="2248" y="5214"/>
                    <a:pt x="2452" y="5214"/>
                    <a:pt x="2550" y="5214"/>
                  </a:cubicBezTo>
                  <a:cubicBezTo>
                    <a:pt x="2959" y="5214"/>
                    <a:pt x="3368" y="5116"/>
                    <a:pt x="3776" y="4911"/>
                  </a:cubicBezTo>
                  <a:lnTo>
                    <a:pt x="3883" y="4805"/>
                  </a:lnTo>
                  <a:lnTo>
                    <a:pt x="3981" y="4805"/>
                  </a:lnTo>
                  <a:cubicBezTo>
                    <a:pt x="3981" y="4805"/>
                    <a:pt x="3981" y="4707"/>
                    <a:pt x="4087" y="4707"/>
                  </a:cubicBezTo>
                  <a:lnTo>
                    <a:pt x="4185" y="4601"/>
                  </a:lnTo>
                  <a:cubicBezTo>
                    <a:pt x="4291" y="4601"/>
                    <a:pt x="4291" y="4601"/>
                    <a:pt x="4291" y="4503"/>
                  </a:cubicBezTo>
                  <a:cubicBezTo>
                    <a:pt x="4291" y="4503"/>
                    <a:pt x="4389" y="4503"/>
                    <a:pt x="4389" y="4396"/>
                  </a:cubicBezTo>
                  <a:lnTo>
                    <a:pt x="4496" y="4396"/>
                  </a:lnTo>
                  <a:cubicBezTo>
                    <a:pt x="4496" y="4298"/>
                    <a:pt x="4496" y="4298"/>
                    <a:pt x="4594" y="4192"/>
                  </a:cubicBezTo>
                  <a:lnTo>
                    <a:pt x="4798" y="3988"/>
                  </a:lnTo>
                  <a:lnTo>
                    <a:pt x="4798" y="3890"/>
                  </a:lnTo>
                  <a:lnTo>
                    <a:pt x="4904" y="3783"/>
                  </a:lnTo>
                  <a:lnTo>
                    <a:pt x="4904" y="3685"/>
                  </a:lnTo>
                  <a:lnTo>
                    <a:pt x="5002" y="3579"/>
                  </a:lnTo>
                  <a:lnTo>
                    <a:pt x="5002" y="3481"/>
                  </a:lnTo>
                  <a:cubicBezTo>
                    <a:pt x="5313" y="2762"/>
                    <a:pt x="5207" y="1846"/>
                    <a:pt x="4700" y="1127"/>
                  </a:cubicBezTo>
                  <a:cubicBezTo>
                    <a:pt x="4225" y="387"/>
                    <a:pt x="3396" y="0"/>
                    <a:pt x="2534"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5" name="Google Shape;1475;p28"/>
            <p:cNvSpPr/>
            <p:nvPr/>
          </p:nvSpPr>
          <p:spPr>
            <a:xfrm>
              <a:off x="1614925" y="963275"/>
              <a:ext cx="148175" cy="130550"/>
            </a:xfrm>
            <a:custGeom>
              <a:rect b="b" l="l" r="r" t="t"/>
              <a:pathLst>
                <a:path extrusionOk="0" h="5222" w="5927">
                  <a:moveTo>
                    <a:pt x="2907" y="0"/>
                  </a:moveTo>
                  <a:cubicBezTo>
                    <a:pt x="1909" y="0"/>
                    <a:pt x="958" y="591"/>
                    <a:pt x="507" y="1571"/>
                  </a:cubicBezTo>
                  <a:cubicBezTo>
                    <a:pt x="0" y="2895"/>
                    <a:pt x="613" y="4432"/>
                    <a:pt x="1937" y="5045"/>
                  </a:cubicBezTo>
                  <a:cubicBezTo>
                    <a:pt x="2252" y="5165"/>
                    <a:pt x="2579" y="5222"/>
                    <a:pt x="2900" y="5222"/>
                  </a:cubicBezTo>
                  <a:cubicBezTo>
                    <a:pt x="3936" y="5222"/>
                    <a:pt x="4920" y="4625"/>
                    <a:pt x="5313" y="3614"/>
                  </a:cubicBezTo>
                  <a:cubicBezTo>
                    <a:pt x="5926" y="2282"/>
                    <a:pt x="5207" y="754"/>
                    <a:pt x="3981" y="239"/>
                  </a:cubicBezTo>
                  <a:cubicBezTo>
                    <a:pt x="3631" y="77"/>
                    <a:pt x="3266" y="0"/>
                    <a:pt x="2907" y="0"/>
                  </a:cubicBezTo>
                  <a:close/>
                </a:path>
              </a:pathLst>
            </a:custGeom>
            <a:solidFill>
              <a:srgbClr val="FF78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6" name="Google Shape;1476;p28"/>
            <p:cNvSpPr/>
            <p:nvPr/>
          </p:nvSpPr>
          <p:spPr>
            <a:xfrm>
              <a:off x="1622475" y="1015200"/>
              <a:ext cx="132850" cy="78625"/>
            </a:xfrm>
            <a:custGeom>
              <a:rect b="b" l="l" r="r" t="t"/>
              <a:pathLst>
                <a:path extrusionOk="0" h="3145" w="5314">
                  <a:moveTo>
                    <a:pt x="5215" y="1"/>
                  </a:moveTo>
                  <a:cubicBezTo>
                    <a:pt x="5215" y="311"/>
                    <a:pt x="5109" y="614"/>
                    <a:pt x="5011" y="1022"/>
                  </a:cubicBezTo>
                  <a:cubicBezTo>
                    <a:pt x="4560" y="2002"/>
                    <a:pt x="3610" y="2593"/>
                    <a:pt x="2611" y="2593"/>
                  </a:cubicBezTo>
                  <a:cubicBezTo>
                    <a:pt x="2253" y="2593"/>
                    <a:pt x="1888" y="2517"/>
                    <a:pt x="1537" y="2355"/>
                  </a:cubicBezTo>
                  <a:cubicBezTo>
                    <a:pt x="720" y="2044"/>
                    <a:pt x="205" y="1333"/>
                    <a:pt x="1" y="516"/>
                  </a:cubicBezTo>
                  <a:lnTo>
                    <a:pt x="1" y="516"/>
                  </a:lnTo>
                  <a:cubicBezTo>
                    <a:pt x="1" y="1537"/>
                    <a:pt x="614" y="2559"/>
                    <a:pt x="1635" y="2968"/>
                  </a:cubicBezTo>
                  <a:cubicBezTo>
                    <a:pt x="1950" y="3088"/>
                    <a:pt x="2277" y="3145"/>
                    <a:pt x="2598" y="3145"/>
                  </a:cubicBezTo>
                  <a:cubicBezTo>
                    <a:pt x="3634" y="3145"/>
                    <a:pt x="4618" y="2548"/>
                    <a:pt x="5011" y="1537"/>
                  </a:cubicBezTo>
                  <a:cubicBezTo>
                    <a:pt x="5215" y="1022"/>
                    <a:pt x="5313" y="516"/>
                    <a:pt x="5215" y="1"/>
                  </a:cubicBezTo>
                  <a:close/>
                </a:path>
              </a:pathLst>
            </a:custGeom>
            <a:solidFill>
              <a:srgbClr val="F56E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7" name="Google Shape;1477;p28"/>
            <p:cNvSpPr/>
            <p:nvPr/>
          </p:nvSpPr>
          <p:spPr>
            <a:xfrm>
              <a:off x="1625125" y="1002550"/>
              <a:ext cx="122650" cy="58650"/>
            </a:xfrm>
            <a:custGeom>
              <a:rect b="b" l="l" r="r" t="t"/>
              <a:pathLst>
                <a:path extrusionOk="0" h="2346" w="4906">
                  <a:moveTo>
                    <a:pt x="99" y="0"/>
                  </a:moveTo>
                  <a:lnTo>
                    <a:pt x="99" y="98"/>
                  </a:lnTo>
                  <a:cubicBezTo>
                    <a:pt x="99" y="204"/>
                    <a:pt x="1" y="302"/>
                    <a:pt x="1" y="409"/>
                  </a:cubicBezTo>
                  <a:lnTo>
                    <a:pt x="4799" y="2346"/>
                  </a:lnTo>
                  <a:cubicBezTo>
                    <a:pt x="4799" y="2248"/>
                    <a:pt x="4799" y="2248"/>
                    <a:pt x="4905" y="2141"/>
                  </a:cubicBezTo>
                  <a:lnTo>
                    <a:pt x="4905" y="2043"/>
                  </a:lnTo>
                  <a:lnTo>
                    <a:pt x="99" y="0"/>
                  </a:lnTo>
                  <a:close/>
                </a:path>
              </a:pathLst>
            </a:custGeom>
            <a:solidFill>
              <a:srgbClr val="F56E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8" name="Google Shape;1478;p28"/>
            <p:cNvSpPr/>
            <p:nvPr/>
          </p:nvSpPr>
          <p:spPr>
            <a:xfrm>
              <a:off x="1627600" y="999875"/>
              <a:ext cx="122625" cy="58875"/>
            </a:xfrm>
            <a:custGeom>
              <a:rect b="b" l="l" r="r" t="t"/>
              <a:pathLst>
                <a:path extrusionOk="0" h="2355" w="4905">
                  <a:moveTo>
                    <a:pt x="106" y="1"/>
                  </a:moveTo>
                  <a:lnTo>
                    <a:pt x="0" y="107"/>
                  </a:lnTo>
                  <a:lnTo>
                    <a:pt x="0" y="311"/>
                  </a:lnTo>
                  <a:lnTo>
                    <a:pt x="4700" y="2355"/>
                  </a:lnTo>
                  <a:cubicBezTo>
                    <a:pt x="4806" y="2248"/>
                    <a:pt x="4806" y="2248"/>
                    <a:pt x="4806" y="2150"/>
                  </a:cubicBezTo>
                  <a:lnTo>
                    <a:pt x="4904" y="2044"/>
                  </a:lnTo>
                  <a:lnTo>
                    <a:pt x="10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9" name="Google Shape;1479;p28"/>
            <p:cNvSpPr/>
            <p:nvPr/>
          </p:nvSpPr>
          <p:spPr>
            <a:xfrm>
              <a:off x="1791050" y="1043225"/>
              <a:ext cx="132850" cy="130375"/>
            </a:xfrm>
            <a:custGeom>
              <a:rect b="b" l="l" r="r" t="t"/>
              <a:pathLst>
                <a:path extrusionOk="0" h="5215" w="5314">
                  <a:moveTo>
                    <a:pt x="2571" y="1"/>
                  </a:moveTo>
                  <a:cubicBezTo>
                    <a:pt x="2140" y="1"/>
                    <a:pt x="1713" y="102"/>
                    <a:pt x="1333" y="310"/>
                  </a:cubicBezTo>
                  <a:cubicBezTo>
                    <a:pt x="1227" y="416"/>
                    <a:pt x="1227" y="416"/>
                    <a:pt x="1129" y="416"/>
                  </a:cubicBezTo>
                  <a:lnTo>
                    <a:pt x="1129" y="514"/>
                  </a:lnTo>
                  <a:lnTo>
                    <a:pt x="1022" y="514"/>
                  </a:lnTo>
                  <a:lnTo>
                    <a:pt x="924" y="621"/>
                  </a:lnTo>
                  <a:cubicBezTo>
                    <a:pt x="720" y="825"/>
                    <a:pt x="516" y="1029"/>
                    <a:pt x="409" y="1234"/>
                  </a:cubicBezTo>
                  <a:lnTo>
                    <a:pt x="311" y="1332"/>
                  </a:lnTo>
                  <a:lnTo>
                    <a:pt x="311" y="1438"/>
                  </a:lnTo>
                  <a:cubicBezTo>
                    <a:pt x="205" y="1536"/>
                    <a:pt x="205" y="1536"/>
                    <a:pt x="205" y="1642"/>
                  </a:cubicBezTo>
                  <a:cubicBezTo>
                    <a:pt x="205" y="1740"/>
                    <a:pt x="107" y="1847"/>
                    <a:pt x="107" y="1847"/>
                  </a:cubicBezTo>
                  <a:lnTo>
                    <a:pt x="107" y="1945"/>
                  </a:lnTo>
                  <a:lnTo>
                    <a:pt x="107" y="2051"/>
                  </a:lnTo>
                  <a:cubicBezTo>
                    <a:pt x="107" y="2149"/>
                    <a:pt x="1" y="2149"/>
                    <a:pt x="1" y="2149"/>
                  </a:cubicBezTo>
                  <a:lnTo>
                    <a:pt x="1" y="2353"/>
                  </a:lnTo>
                  <a:lnTo>
                    <a:pt x="1" y="2664"/>
                  </a:lnTo>
                  <a:lnTo>
                    <a:pt x="1" y="2868"/>
                  </a:lnTo>
                  <a:lnTo>
                    <a:pt x="1" y="3073"/>
                  </a:lnTo>
                  <a:cubicBezTo>
                    <a:pt x="107" y="3073"/>
                    <a:pt x="107" y="3073"/>
                    <a:pt x="107" y="3171"/>
                  </a:cubicBezTo>
                  <a:lnTo>
                    <a:pt x="107" y="3375"/>
                  </a:lnTo>
                  <a:cubicBezTo>
                    <a:pt x="107" y="3481"/>
                    <a:pt x="205" y="3481"/>
                    <a:pt x="205" y="3580"/>
                  </a:cubicBezTo>
                  <a:lnTo>
                    <a:pt x="205" y="3686"/>
                  </a:lnTo>
                  <a:lnTo>
                    <a:pt x="311" y="3784"/>
                  </a:lnTo>
                  <a:lnTo>
                    <a:pt x="311" y="3890"/>
                  </a:lnTo>
                  <a:cubicBezTo>
                    <a:pt x="409" y="3890"/>
                    <a:pt x="409" y="3988"/>
                    <a:pt x="409" y="4094"/>
                  </a:cubicBezTo>
                  <a:cubicBezTo>
                    <a:pt x="720" y="4397"/>
                    <a:pt x="1022" y="4707"/>
                    <a:pt x="1431" y="4912"/>
                  </a:cubicBezTo>
                  <a:cubicBezTo>
                    <a:pt x="1537" y="4912"/>
                    <a:pt x="1537" y="5010"/>
                    <a:pt x="1635" y="5010"/>
                  </a:cubicBezTo>
                  <a:cubicBezTo>
                    <a:pt x="1742" y="5010"/>
                    <a:pt x="1840" y="5116"/>
                    <a:pt x="1840" y="5116"/>
                  </a:cubicBezTo>
                  <a:lnTo>
                    <a:pt x="2150" y="5116"/>
                  </a:lnTo>
                  <a:cubicBezTo>
                    <a:pt x="2248" y="5214"/>
                    <a:pt x="2453" y="5214"/>
                    <a:pt x="2657" y="5214"/>
                  </a:cubicBezTo>
                  <a:cubicBezTo>
                    <a:pt x="3066" y="5214"/>
                    <a:pt x="3376" y="5116"/>
                    <a:pt x="3785" y="4912"/>
                  </a:cubicBezTo>
                  <a:cubicBezTo>
                    <a:pt x="3883" y="4912"/>
                    <a:pt x="3883" y="4912"/>
                    <a:pt x="3883" y="4806"/>
                  </a:cubicBezTo>
                  <a:lnTo>
                    <a:pt x="3989" y="4806"/>
                  </a:lnTo>
                  <a:cubicBezTo>
                    <a:pt x="3989" y="4806"/>
                    <a:pt x="4087" y="4806"/>
                    <a:pt x="4087" y="4707"/>
                  </a:cubicBezTo>
                  <a:cubicBezTo>
                    <a:pt x="4087" y="4707"/>
                    <a:pt x="4194" y="4707"/>
                    <a:pt x="4194" y="4601"/>
                  </a:cubicBezTo>
                  <a:lnTo>
                    <a:pt x="4292" y="4601"/>
                  </a:lnTo>
                  <a:lnTo>
                    <a:pt x="4496" y="4397"/>
                  </a:lnTo>
                  <a:cubicBezTo>
                    <a:pt x="4496" y="4299"/>
                    <a:pt x="4602" y="4299"/>
                    <a:pt x="4602" y="4299"/>
                  </a:cubicBezTo>
                  <a:cubicBezTo>
                    <a:pt x="4602" y="4299"/>
                    <a:pt x="4602" y="4193"/>
                    <a:pt x="4700" y="4193"/>
                  </a:cubicBezTo>
                  <a:cubicBezTo>
                    <a:pt x="4700" y="4193"/>
                    <a:pt x="4700" y="4094"/>
                    <a:pt x="4807" y="3988"/>
                  </a:cubicBezTo>
                  <a:cubicBezTo>
                    <a:pt x="4905" y="3890"/>
                    <a:pt x="4905" y="3890"/>
                    <a:pt x="4905" y="3784"/>
                  </a:cubicBezTo>
                  <a:cubicBezTo>
                    <a:pt x="5011" y="3686"/>
                    <a:pt x="5011" y="3686"/>
                    <a:pt x="5011" y="3580"/>
                  </a:cubicBezTo>
                  <a:lnTo>
                    <a:pt x="5011" y="3481"/>
                  </a:lnTo>
                  <a:cubicBezTo>
                    <a:pt x="5313" y="2762"/>
                    <a:pt x="5215" y="1847"/>
                    <a:pt x="4807" y="1127"/>
                  </a:cubicBezTo>
                  <a:cubicBezTo>
                    <a:pt x="4266" y="387"/>
                    <a:pt x="3412" y="1"/>
                    <a:pt x="2571" y="1"/>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0" name="Google Shape;1480;p28"/>
            <p:cNvSpPr/>
            <p:nvPr/>
          </p:nvSpPr>
          <p:spPr>
            <a:xfrm>
              <a:off x="1775725" y="1031225"/>
              <a:ext cx="148175" cy="129025"/>
            </a:xfrm>
            <a:custGeom>
              <a:rect b="b" l="l" r="r" t="t"/>
              <a:pathLst>
                <a:path extrusionOk="0" h="5161" w="5927">
                  <a:moveTo>
                    <a:pt x="3027" y="0"/>
                  </a:moveTo>
                  <a:cubicBezTo>
                    <a:pt x="1991" y="0"/>
                    <a:pt x="1007" y="597"/>
                    <a:pt x="614" y="1607"/>
                  </a:cubicBezTo>
                  <a:cubicBezTo>
                    <a:pt x="1" y="2940"/>
                    <a:pt x="614" y="4468"/>
                    <a:pt x="1946" y="4983"/>
                  </a:cubicBezTo>
                  <a:cubicBezTo>
                    <a:pt x="2259" y="5103"/>
                    <a:pt x="2584" y="5160"/>
                    <a:pt x="2906" y="5160"/>
                  </a:cubicBezTo>
                  <a:cubicBezTo>
                    <a:pt x="3945" y="5160"/>
                    <a:pt x="4952" y="4564"/>
                    <a:pt x="5420" y="3553"/>
                  </a:cubicBezTo>
                  <a:cubicBezTo>
                    <a:pt x="5926" y="2220"/>
                    <a:pt x="5313" y="692"/>
                    <a:pt x="3989" y="177"/>
                  </a:cubicBezTo>
                  <a:cubicBezTo>
                    <a:pt x="3674" y="57"/>
                    <a:pt x="3348" y="0"/>
                    <a:pt x="3027" y="0"/>
                  </a:cubicBezTo>
                  <a:close/>
                </a:path>
              </a:pathLst>
            </a:custGeom>
            <a:solidFill>
              <a:srgbClr val="FF78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1" name="Google Shape;1481;p28"/>
            <p:cNvSpPr/>
            <p:nvPr/>
          </p:nvSpPr>
          <p:spPr>
            <a:xfrm>
              <a:off x="1785950" y="1081625"/>
              <a:ext cx="130400" cy="78625"/>
            </a:xfrm>
            <a:custGeom>
              <a:rect b="b" l="l" r="r" t="t"/>
              <a:pathLst>
                <a:path extrusionOk="0" h="3145" w="5216">
                  <a:moveTo>
                    <a:pt x="5109" y="0"/>
                  </a:moveTo>
                  <a:cubicBezTo>
                    <a:pt x="5109" y="311"/>
                    <a:pt x="5011" y="719"/>
                    <a:pt x="4904" y="1022"/>
                  </a:cubicBezTo>
                  <a:cubicBezTo>
                    <a:pt x="4454" y="2002"/>
                    <a:pt x="3507" y="2593"/>
                    <a:pt x="2551" y="2593"/>
                  </a:cubicBezTo>
                  <a:cubicBezTo>
                    <a:pt x="2207" y="2593"/>
                    <a:pt x="1861" y="2516"/>
                    <a:pt x="1537" y="2354"/>
                  </a:cubicBezTo>
                  <a:cubicBezTo>
                    <a:pt x="720" y="2044"/>
                    <a:pt x="107" y="1332"/>
                    <a:pt x="0" y="613"/>
                  </a:cubicBezTo>
                  <a:lnTo>
                    <a:pt x="0" y="613"/>
                  </a:lnTo>
                  <a:cubicBezTo>
                    <a:pt x="0" y="1537"/>
                    <a:pt x="515" y="2558"/>
                    <a:pt x="1537" y="2967"/>
                  </a:cubicBezTo>
                  <a:cubicBezTo>
                    <a:pt x="1850" y="3087"/>
                    <a:pt x="2175" y="3144"/>
                    <a:pt x="2497" y="3144"/>
                  </a:cubicBezTo>
                  <a:cubicBezTo>
                    <a:pt x="3536" y="3144"/>
                    <a:pt x="4543" y="2548"/>
                    <a:pt x="5011" y="1537"/>
                  </a:cubicBezTo>
                  <a:cubicBezTo>
                    <a:pt x="5215" y="1022"/>
                    <a:pt x="5215" y="515"/>
                    <a:pt x="5109" y="0"/>
                  </a:cubicBezTo>
                  <a:close/>
                </a:path>
              </a:pathLst>
            </a:custGeom>
            <a:solidFill>
              <a:srgbClr val="F56E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2" name="Google Shape;1482;p28"/>
            <p:cNvSpPr/>
            <p:nvPr/>
          </p:nvSpPr>
          <p:spPr>
            <a:xfrm>
              <a:off x="1785950" y="1071400"/>
              <a:ext cx="122625" cy="56225"/>
            </a:xfrm>
            <a:custGeom>
              <a:rect b="b" l="l" r="r" t="t"/>
              <a:pathLst>
                <a:path extrusionOk="0" h="2249" w="4905">
                  <a:moveTo>
                    <a:pt x="205" y="0"/>
                  </a:moveTo>
                  <a:cubicBezTo>
                    <a:pt x="107" y="0"/>
                    <a:pt x="107" y="0"/>
                    <a:pt x="107" y="107"/>
                  </a:cubicBezTo>
                  <a:cubicBezTo>
                    <a:pt x="107" y="107"/>
                    <a:pt x="107" y="205"/>
                    <a:pt x="0" y="311"/>
                  </a:cubicBezTo>
                  <a:lnTo>
                    <a:pt x="4806" y="2248"/>
                  </a:lnTo>
                  <a:cubicBezTo>
                    <a:pt x="4806" y="2248"/>
                    <a:pt x="4904" y="2150"/>
                    <a:pt x="4904" y="2044"/>
                  </a:cubicBezTo>
                  <a:lnTo>
                    <a:pt x="4904" y="1946"/>
                  </a:lnTo>
                  <a:lnTo>
                    <a:pt x="205" y="0"/>
                  </a:lnTo>
                  <a:close/>
                </a:path>
              </a:pathLst>
            </a:custGeom>
            <a:solidFill>
              <a:srgbClr val="F56E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3" name="Google Shape;1483;p28"/>
            <p:cNvSpPr/>
            <p:nvPr/>
          </p:nvSpPr>
          <p:spPr>
            <a:xfrm>
              <a:off x="1788600" y="1066300"/>
              <a:ext cx="122625" cy="58875"/>
            </a:xfrm>
            <a:custGeom>
              <a:rect b="b" l="l" r="r" t="t"/>
              <a:pathLst>
                <a:path extrusionOk="0" h="2355" w="4905">
                  <a:moveTo>
                    <a:pt x="99" y="0"/>
                  </a:moveTo>
                  <a:lnTo>
                    <a:pt x="99" y="204"/>
                  </a:lnTo>
                  <a:cubicBezTo>
                    <a:pt x="1" y="204"/>
                    <a:pt x="1" y="311"/>
                    <a:pt x="1" y="311"/>
                  </a:cubicBezTo>
                  <a:lnTo>
                    <a:pt x="4798" y="2354"/>
                  </a:lnTo>
                  <a:cubicBezTo>
                    <a:pt x="4798" y="2248"/>
                    <a:pt x="4798" y="2248"/>
                    <a:pt x="4905" y="2150"/>
                  </a:cubicBezTo>
                  <a:lnTo>
                    <a:pt x="4905" y="2044"/>
                  </a:lnTo>
                  <a:lnTo>
                    <a:pt x="9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4" name="Google Shape;1484;p28"/>
            <p:cNvSpPr/>
            <p:nvPr/>
          </p:nvSpPr>
          <p:spPr>
            <a:xfrm>
              <a:off x="1952075" y="1110375"/>
              <a:ext cx="135300" cy="129625"/>
            </a:xfrm>
            <a:custGeom>
              <a:rect b="b" l="l" r="r" t="t"/>
              <a:pathLst>
                <a:path extrusionOk="0" h="5185" w="5412">
                  <a:moveTo>
                    <a:pt x="2659" y="0"/>
                  </a:moveTo>
                  <a:cubicBezTo>
                    <a:pt x="2197" y="0"/>
                    <a:pt x="1734" y="125"/>
                    <a:pt x="1325" y="387"/>
                  </a:cubicBezTo>
                  <a:cubicBezTo>
                    <a:pt x="1226" y="387"/>
                    <a:pt x="1226" y="387"/>
                    <a:pt x="1226" y="485"/>
                  </a:cubicBezTo>
                  <a:lnTo>
                    <a:pt x="1120" y="485"/>
                  </a:lnTo>
                  <a:cubicBezTo>
                    <a:pt x="1022" y="485"/>
                    <a:pt x="1022" y="485"/>
                    <a:pt x="1022" y="591"/>
                  </a:cubicBezTo>
                  <a:lnTo>
                    <a:pt x="916" y="591"/>
                  </a:lnTo>
                  <a:lnTo>
                    <a:pt x="916" y="689"/>
                  </a:lnTo>
                  <a:cubicBezTo>
                    <a:pt x="712" y="795"/>
                    <a:pt x="613" y="1000"/>
                    <a:pt x="507" y="1204"/>
                  </a:cubicBezTo>
                  <a:lnTo>
                    <a:pt x="409" y="1204"/>
                  </a:lnTo>
                  <a:cubicBezTo>
                    <a:pt x="409" y="1302"/>
                    <a:pt x="409" y="1302"/>
                    <a:pt x="303" y="1408"/>
                  </a:cubicBezTo>
                  <a:cubicBezTo>
                    <a:pt x="303" y="1507"/>
                    <a:pt x="303" y="1507"/>
                    <a:pt x="205" y="1613"/>
                  </a:cubicBezTo>
                  <a:cubicBezTo>
                    <a:pt x="205" y="1711"/>
                    <a:pt x="205" y="1817"/>
                    <a:pt x="99" y="1817"/>
                  </a:cubicBezTo>
                  <a:lnTo>
                    <a:pt x="99" y="1915"/>
                  </a:lnTo>
                  <a:lnTo>
                    <a:pt x="99" y="2120"/>
                  </a:lnTo>
                  <a:lnTo>
                    <a:pt x="99" y="2324"/>
                  </a:lnTo>
                  <a:lnTo>
                    <a:pt x="99" y="2430"/>
                  </a:lnTo>
                  <a:cubicBezTo>
                    <a:pt x="0" y="2430"/>
                    <a:pt x="0" y="2528"/>
                    <a:pt x="0" y="2634"/>
                  </a:cubicBezTo>
                  <a:cubicBezTo>
                    <a:pt x="0" y="2733"/>
                    <a:pt x="0" y="2733"/>
                    <a:pt x="99" y="2839"/>
                  </a:cubicBezTo>
                  <a:lnTo>
                    <a:pt x="99" y="2937"/>
                  </a:lnTo>
                  <a:lnTo>
                    <a:pt x="99" y="3043"/>
                  </a:lnTo>
                  <a:lnTo>
                    <a:pt x="99" y="3141"/>
                  </a:lnTo>
                  <a:cubicBezTo>
                    <a:pt x="99" y="3247"/>
                    <a:pt x="99" y="3247"/>
                    <a:pt x="205" y="3346"/>
                  </a:cubicBezTo>
                  <a:lnTo>
                    <a:pt x="205" y="3550"/>
                  </a:lnTo>
                  <a:cubicBezTo>
                    <a:pt x="205" y="3550"/>
                    <a:pt x="205" y="3656"/>
                    <a:pt x="303" y="3656"/>
                  </a:cubicBezTo>
                  <a:lnTo>
                    <a:pt x="303" y="3754"/>
                  </a:lnTo>
                  <a:cubicBezTo>
                    <a:pt x="303" y="3860"/>
                    <a:pt x="409" y="3860"/>
                    <a:pt x="409" y="3860"/>
                  </a:cubicBezTo>
                  <a:cubicBezTo>
                    <a:pt x="409" y="3959"/>
                    <a:pt x="409" y="3959"/>
                    <a:pt x="507" y="4065"/>
                  </a:cubicBezTo>
                  <a:cubicBezTo>
                    <a:pt x="712" y="4473"/>
                    <a:pt x="1120" y="4678"/>
                    <a:pt x="1431" y="4882"/>
                  </a:cubicBezTo>
                  <a:cubicBezTo>
                    <a:pt x="1529" y="4980"/>
                    <a:pt x="1635" y="4980"/>
                    <a:pt x="1635" y="4980"/>
                  </a:cubicBezTo>
                  <a:cubicBezTo>
                    <a:pt x="1733" y="5086"/>
                    <a:pt x="1839" y="5086"/>
                    <a:pt x="1938" y="5086"/>
                  </a:cubicBezTo>
                  <a:cubicBezTo>
                    <a:pt x="2044" y="5086"/>
                    <a:pt x="2044" y="5185"/>
                    <a:pt x="2142" y="5185"/>
                  </a:cubicBezTo>
                  <a:lnTo>
                    <a:pt x="2657" y="5185"/>
                  </a:lnTo>
                  <a:cubicBezTo>
                    <a:pt x="3065" y="5185"/>
                    <a:pt x="3474" y="5086"/>
                    <a:pt x="3777" y="4882"/>
                  </a:cubicBezTo>
                  <a:lnTo>
                    <a:pt x="3981" y="4882"/>
                  </a:lnTo>
                  <a:lnTo>
                    <a:pt x="3981" y="4776"/>
                  </a:lnTo>
                  <a:lnTo>
                    <a:pt x="4087" y="4776"/>
                  </a:lnTo>
                  <a:cubicBezTo>
                    <a:pt x="4185" y="4678"/>
                    <a:pt x="4185" y="4678"/>
                    <a:pt x="4291" y="4678"/>
                  </a:cubicBezTo>
                  <a:lnTo>
                    <a:pt x="4291" y="4572"/>
                  </a:lnTo>
                  <a:lnTo>
                    <a:pt x="4390" y="4572"/>
                  </a:lnTo>
                  <a:cubicBezTo>
                    <a:pt x="4390" y="4473"/>
                    <a:pt x="4390" y="4473"/>
                    <a:pt x="4496" y="4473"/>
                  </a:cubicBezTo>
                  <a:lnTo>
                    <a:pt x="4496" y="4367"/>
                  </a:lnTo>
                  <a:cubicBezTo>
                    <a:pt x="4594" y="4367"/>
                    <a:pt x="4594" y="4269"/>
                    <a:pt x="4594" y="4269"/>
                  </a:cubicBezTo>
                  <a:cubicBezTo>
                    <a:pt x="4700" y="4269"/>
                    <a:pt x="4700" y="4269"/>
                    <a:pt x="4700" y="4163"/>
                  </a:cubicBezTo>
                  <a:lnTo>
                    <a:pt x="4798" y="4065"/>
                  </a:lnTo>
                  <a:cubicBezTo>
                    <a:pt x="4798" y="3959"/>
                    <a:pt x="4904" y="3959"/>
                    <a:pt x="4904" y="3959"/>
                  </a:cubicBezTo>
                  <a:lnTo>
                    <a:pt x="4904" y="3860"/>
                  </a:lnTo>
                  <a:lnTo>
                    <a:pt x="5003" y="3754"/>
                  </a:lnTo>
                  <a:lnTo>
                    <a:pt x="5003" y="3656"/>
                  </a:lnTo>
                  <a:cubicBezTo>
                    <a:pt x="5003" y="3550"/>
                    <a:pt x="5109" y="3550"/>
                    <a:pt x="5109" y="3550"/>
                  </a:cubicBezTo>
                  <a:lnTo>
                    <a:pt x="5109" y="3452"/>
                  </a:lnTo>
                  <a:cubicBezTo>
                    <a:pt x="5411" y="2733"/>
                    <a:pt x="5313" y="1817"/>
                    <a:pt x="4798" y="1098"/>
                  </a:cubicBezTo>
                  <a:cubicBezTo>
                    <a:pt x="4278" y="385"/>
                    <a:pt x="3469" y="0"/>
                    <a:pt x="2659"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5" name="Google Shape;1485;p28"/>
            <p:cNvSpPr/>
            <p:nvPr/>
          </p:nvSpPr>
          <p:spPr>
            <a:xfrm>
              <a:off x="1936750" y="1097625"/>
              <a:ext cx="148175" cy="130550"/>
            </a:xfrm>
            <a:custGeom>
              <a:rect b="b" l="l" r="r" t="t"/>
              <a:pathLst>
                <a:path extrusionOk="0" h="5222" w="5927">
                  <a:moveTo>
                    <a:pt x="3022" y="0"/>
                  </a:moveTo>
                  <a:cubicBezTo>
                    <a:pt x="1988" y="0"/>
                    <a:pt x="1000" y="597"/>
                    <a:pt x="613" y="1608"/>
                  </a:cubicBezTo>
                  <a:cubicBezTo>
                    <a:pt x="0" y="2940"/>
                    <a:pt x="712" y="4469"/>
                    <a:pt x="1938" y="4983"/>
                  </a:cubicBezTo>
                  <a:cubicBezTo>
                    <a:pt x="2290" y="5146"/>
                    <a:pt x="2656" y="5222"/>
                    <a:pt x="3015" y="5222"/>
                  </a:cubicBezTo>
                  <a:cubicBezTo>
                    <a:pt x="4014" y="5222"/>
                    <a:pt x="4960" y="4631"/>
                    <a:pt x="5411" y="3651"/>
                  </a:cubicBezTo>
                  <a:cubicBezTo>
                    <a:pt x="5926" y="2327"/>
                    <a:pt x="5313" y="791"/>
                    <a:pt x="3981" y="177"/>
                  </a:cubicBezTo>
                  <a:cubicBezTo>
                    <a:pt x="3668" y="58"/>
                    <a:pt x="3343" y="0"/>
                    <a:pt x="3022" y="0"/>
                  </a:cubicBezTo>
                  <a:close/>
                </a:path>
              </a:pathLst>
            </a:custGeom>
            <a:solidFill>
              <a:srgbClr val="FF78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6" name="Google Shape;1486;p28"/>
            <p:cNvSpPr/>
            <p:nvPr/>
          </p:nvSpPr>
          <p:spPr>
            <a:xfrm>
              <a:off x="1946975" y="1148025"/>
              <a:ext cx="130175" cy="80150"/>
            </a:xfrm>
            <a:custGeom>
              <a:rect b="b" l="l" r="r" t="t"/>
              <a:pathLst>
                <a:path extrusionOk="0" h="3206" w="5207">
                  <a:moveTo>
                    <a:pt x="5108" y="1"/>
                  </a:moveTo>
                  <a:cubicBezTo>
                    <a:pt x="5108" y="311"/>
                    <a:pt x="5108" y="720"/>
                    <a:pt x="4904" y="1022"/>
                  </a:cubicBezTo>
                  <a:cubicBezTo>
                    <a:pt x="4512" y="2037"/>
                    <a:pt x="3532" y="2634"/>
                    <a:pt x="2499" y="2634"/>
                  </a:cubicBezTo>
                  <a:cubicBezTo>
                    <a:pt x="2175" y="2634"/>
                    <a:pt x="1846" y="2575"/>
                    <a:pt x="1529" y="2453"/>
                  </a:cubicBezTo>
                  <a:cubicBezTo>
                    <a:pt x="711" y="2044"/>
                    <a:pt x="204" y="1333"/>
                    <a:pt x="0" y="614"/>
                  </a:cubicBezTo>
                  <a:lnTo>
                    <a:pt x="0" y="614"/>
                  </a:lnTo>
                  <a:cubicBezTo>
                    <a:pt x="0" y="1635"/>
                    <a:pt x="613" y="2559"/>
                    <a:pt x="1529" y="2967"/>
                  </a:cubicBezTo>
                  <a:cubicBezTo>
                    <a:pt x="1881" y="3130"/>
                    <a:pt x="2247" y="3206"/>
                    <a:pt x="2606" y="3206"/>
                  </a:cubicBezTo>
                  <a:cubicBezTo>
                    <a:pt x="3605" y="3206"/>
                    <a:pt x="4551" y="2615"/>
                    <a:pt x="5002" y="1635"/>
                  </a:cubicBezTo>
                  <a:cubicBezTo>
                    <a:pt x="5207" y="1128"/>
                    <a:pt x="5207" y="515"/>
                    <a:pt x="5108" y="1"/>
                  </a:cubicBezTo>
                  <a:close/>
                </a:path>
              </a:pathLst>
            </a:custGeom>
            <a:solidFill>
              <a:srgbClr val="F56E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7" name="Google Shape;1487;p28"/>
            <p:cNvSpPr/>
            <p:nvPr/>
          </p:nvSpPr>
          <p:spPr>
            <a:xfrm>
              <a:off x="1949425" y="1137800"/>
              <a:ext cx="122625" cy="58875"/>
            </a:xfrm>
            <a:custGeom>
              <a:rect b="b" l="l" r="r" t="t"/>
              <a:pathLst>
                <a:path extrusionOk="0" h="2355" w="4905">
                  <a:moveTo>
                    <a:pt x="106" y="1"/>
                  </a:moveTo>
                  <a:lnTo>
                    <a:pt x="106" y="107"/>
                  </a:lnTo>
                  <a:cubicBezTo>
                    <a:pt x="0" y="205"/>
                    <a:pt x="0" y="205"/>
                    <a:pt x="0" y="311"/>
                  </a:cubicBezTo>
                  <a:lnTo>
                    <a:pt x="4700" y="2355"/>
                  </a:lnTo>
                  <a:cubicBezTo>
                    <a:pt x="4806" y="2249"/>
                    <a:pt x="4806" y="2150"/>
                    <a:pt x="4806" y="2044"/>
                  </a:cubicBezTo>
                  <a:lnTo>
                    <a:pt x="4904" y="2044"/>
                  </a:lnTo>
                  <a:lnTo>
                    <a:pt x="106" y="1"/>
                  </a:lnTo>
                  <a:close/>
                </a:path>
              </a:pathLst>
            </a:custGeom>
            <a:solidFill>
              <a:srgbClr val="F56E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8" name="Google Shape;1488;p28"/>
            <p:cNvSpPr/>
            <p:nvPr/>
          </p:nvSpPr>
          <p:spPr>
            <a:xfrm>
              <a:off x="1949425" y="1132700"/>
              <a:ext cx="122625" cy="58875"/>
            </a:xfrm>
            <a:custGeom>
              <a:rect b="b" l="l" r="r" t="t"/>
              <a:pathLst>
                <a:path extrusionOk="0" h="2355" w="4905">
                  <a:moveTo>
                    <a:pt x="205" y="1"/>
                  </a:moveTo>
                  <a:cubicBezTo>
                    <a:pt x="106" y="107"/>
                    <a:pt x="106" y="107"/>
                    <a:pt x="106" y="205"/>
                  </a:cubicBezTo>
                  <a:lnTo>
                    <a:pt x="0" y="311"/>
                  </a:lnTo>
                  <a:lnTo>
                    <a:pt x="4806" y="2354"/>
                  </a:lnTo>
                  <a:lnTo>
                    <a:pt x="4904" y="2248"/>
                  </a:lnTo>
                  <a:lnTo>
                    <a:pt x="4904" y="2044"/>
                  </a:lnTo>
                  <a:lnTo>
                    <a:pt x="20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9" name="Google Shape;1489;p28"/>
            <p:cNvSpPr/>
            <p:nvPr/>
          </p:nvSpPr>
          <p:spPr>
            <a:xfrm>
              <a:off x="2115550" y="1176775"/>
              <a:ext cx="132825" cy="129625"/>
            </a:xfrm>
            <a:custGeom>
              <a:rect b="b" l="l" r="r" t="t"/>
              <a:pathLst>
                <a:path extrusionOk="0" h="5185" w="5313">
                  <a:moveTo>
                    <a:pt x="2629" y="0"/>
                  </a:moveTo>
                  <a:cubicBezTo>
                    <a:pt x="2157" y="0"/>
                    <a:pt x="1672" y="126"/>
                    <a:pt x="1226" y="387"/>
                  </a:cubicBezTo>
                  <a:cubicBezTo>
                    <a:pt x="1226" y="387"/>
                    <a:pt x="1120" y="387"/>
                    <a:pt x="1120" y="485"/>
                  </a:cubicBezTo>
                  <a:lnTo>
                    <a:pt x="1022" y="485"/>
                  </a:lnTo>
                  <a:lnTo>
                    <a:pt x="1022" y="591"/>
                  </a:lnTo>
                  <a:cubicBezTo>
                    <a:pt x="916" y="591"/>
                    <a:pt x="916" y="591"/>
                    <a:pt x="916" y="690"/>
                  </a:cubicBezTo>
                  <a:lnTo>
                    <a:pt x="817" y="690"/>
                  </a:lnTo>
                  <a:cubicBezTo>
                    <a:pt x="711" y="796"/>
                    <a:pt x="507" y="1000"/>
                    <a:pt x="409" y="1204"/>
                  </a:cubicBezTo>
                  <a:cubicBezTo>
                    <a:pt x="303" y="1303"/>
                    <a:pt x="303" y="1303"/>
                    <a:pt x="303" y="1409"/>
                  </a:cubicBezTo>
                  <a:lnTo>
                    <a:pt x="204" y="1507"/>
                  </a:lnTo>
                  <a:lnTo>
                    <a:pt x="204" y="1613"/>
                  </a:lnTo>
                  <a:lnTo>
                    <a:pt x="204" y="1711"/>
                  </a:lnTo>
                  <a:cubicBezTo>
                    <a:pt x="98" y="1711"/>
                    <a:pt x="98" y="1817"/>
                    <a:pt x="98" y="1916"/>
                  </a:cubicBezTo>
                  <a:cubicBezTo>
                    <a:pt x="98" y="2022"/>
                    <a:pt x="0" y="2022"/>
                    <a:pt x="0" y="2120"/>
                  </a:cubicBezTo>
                  <a:lnTo>
                    <a:pt x="0" y="2226"/>
                  </a:lnTo>
                  <a:lnTo>
                    <a:pt x="0" y="2324"/>
                  </a:lnTo>
                  <a:lnTo>
                    <a:pt x="0" y="2430"/>
                  </a:lnTo>
                  <a:lnTo>
                    <a:pt x="0" y="2635"/>
                  </a:lnTo>
                  <a:lnTo>
                    <a:pt x="0" y="2839"/>
                  </a:lnTo>
                  <a:lnTo>
                    <a:pt x="0" y="2937"/>
                  </a:lnTo>
                  <a:lnTo>
                    <a:pt x="0" y="3043"/>
                  </a:lnTo>
                  <a:lnTo>
                    <a:pt x="0" y="3142"/>
                  </a:lnTo>
                  <a:cubicBezTo>
                    <a:pt x="0" y="3248"/>
                    <a:pt x="98" y="3346"/>
                    <a:pt x="98" y="3346"/>
                  </a:cubicBezTo>
                  <a:cubicBezTo>
                    <a:pt x="98" y="3452"/>
                    <a:pt x="98" y="3550"/>
                    <a:pt x="204" y="3550"/>
                  </a:cubicBezTo>
                  <a:lnTo>
                    <a:pt x="204" y="3656"/>
                  </a:lnTo>
                  <a:cubicBezTo>
                    <a:pt x="204" y="3755"/>
                    <a:pt x="204" y="3755"/>
                    <a:pt x="303" y="3861"/>
                  </a:cubicBezTo>
                  <a:cubicBezTo>
                    <a:pt x="303" y="3959"/>
                    <a:pt x="409" y="4065"/>
                    <a:pt x="409" y="4065"/>
                  </a:cubicBezTo>
                  <a:cubicBezTo>
                    <a:pt x="711" y="4474"/>
                    <a:pt x="1022" y="4776"/>
                    <a:pt x="1430" y="4882"/>
                  </a:cubicBezTo>
                  <a:cubicBezTo>
                    <a:pt x="1430" y="4981"/>
                    <a:pt x="1529" y="4981"/>
                    <a:pt x="1635" y="4981"/>
                  </a:cubicBezTo>
                  <a:cubicBezTo>
                    <a:pt x="1733" y="5087"/>
                    <a:pt x="1733" y="5087"/>
                    <a:pt x="1839" y="5087"/>
                  </a:cubicBezTo>
                  <a:cubicBezTo>
                    <a:pt x="1937" y="5185"/>
                    <a:pt x="2043" y="5185"/>
                    <a:pt x="2142" y="5185"/>
                  </a:cubicBezTo>
                  <a:lnTo>
                    <a:pt x="2550" y="5185"/>
                  </a:lnTo>
                  <a:cubicBezTo>
                    <a:pt x="2959" y="5185"/>
                    <a:pt x="3368" y="5087"/>
                    <a:pt x="3776" y="4981"/>
                  </a:cubicBezTo>
                  <a:lnTo>
                    <a:pt x="3776" y="4882"/>
                  </a:lnTo>
                  <a:lnTo>
                    <a:pt x="3981" y="4882"/>
                  </a:lnTo>
                  <a:lnTo>
                    <a:pt x="3981" y="4776"/>
                  </a:lnTo>
                  <a:lnTo>
                    <a:pt x="4087" y="4776"/>
                  </a:lnTo>
                  <a:lnTo>
                    <a:pt x="4185" y="4678"/>
                  </a:lnTo>
                  <a:lnTo>
                    <a:pt x="4185" y="4572"/>
                  </a:lnTo>
                  <a:lnTo>
                    <a:pt x="4291" y="4572"/>
                  </a:lnTo>
                  <a:lnTo>
                    <a:pt x="4389" y="4474"/>
                  </a:lnTo>
                  <a:lnTo>
                    <a:pt x="4496" y="4368"/>
                  </a:lnTo>
                  <a:cubicBezTo>
                    <a:pt x="4496" y="4368"/>
                    <a:pt x="4594" y="4368"/>
                    <a:pt x="4594" y="4269"/>
                  </a:cubicBezTo>
                  <a:cubicBezTo>
                    <a:pt x="4700" y="4163"/>
                    <a:pt x="4700" y="4065"/>
                    <a:pt x="4798" y="4065"/>
                  </a:cubicBezTo>
                  <a:lnTo>
                    <a:pt x="4798" y="3959"/>
                  </a:lnTo>
                  <a:cubicBezTo>
                    <a:pt x="4798" y="3959"/>
                    <a:pt x="4798" y="3861"/>
                    <a:pt x="4904" y="3861"/>
                  </a:cubicBezTo>
                  <a:lnTo>
                    <a:pt x="4904" y="3755"/>
                  </a:lnTo>
                  <a:lnTo>
                    <a:pt x="5002" y="3656"/>
                  </a:lnTo>
                  <a:lnTo>
                    <a:pt x="5002" y="3550"/>
                  </a:lnTo>
                  <a:cubicBezTo>
                    <a:pt x="5313" y="2733"/>
                    <a:pt x="5207" y="1916"/>
                    <a:pt x="4700" y="1098"/>
                  </a:cubicBezTo>
                  <a:cubicBezTo>
                    <a:pt x="4242" y="385"/>
                    <a:pt x="3456" y="0"/>
                    <a:pt x="2629"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0" name="Google Shape;1490;p28"/>
            <p:cNvSpPr/>
            <p:nvPr/>
          </p:nvSpPr>
          <p:spPr>
            <a:xfrm>
              <a:off x="2100225" y="1164025"/>
              <a:ext cx="148150" cy="130575"/>
            </a:xfrm>
            <a:custGeom>
              <a:rect b="b" l="l" r="r" t="t"/>
              <a:pathLst>
                <a:path extrusionOk="0" h="5223" w="5926">
                  <a:moveTo>
                    <a:pt x="3021" y="1"/>
                  </a:moveTo>
                  <a:cubicBezTo>
                    <a:pt x="1981" y="1"/>
                    <a:pt x="975" y="597"/>
                    <a:pt x="507" y="1608"/>
                  </a:cubicBezTo>
                  <a:cubicBezTo>
                    <a:pt x="0" y="2940"/>
                    <a:pt x="613" y="4469"/>
                    <a:pt x="1937" y="4984"/>
                  </a:cubicBezTo>
                  <a:cubicBezTo>
                    <a:pt x="2290" y="5146"/>
                    <a:pt x="2656" y="5222"/>
                    <a:pt x="3013" y="5222"/>
                  </a:cubicBezTo>
                  <a:cubicBezTo>
                    <a:pt x="4007" y="5222"/>
                    <a:pt x="4934" y="4631"/>
                    <a:pt x="5313" y="3652"/>
                  </a:cubicBezTo>
                  <a:cubicBezTo>
                    <a:pt x="5926" y="2327"/>
                    <a:pt x="5313" y="791"/>
                    <a:pt x="3981" y="178"/>
                  </a:cubicBezTo>
                  <a:cubicBezTo>
                    <a:pt x="3667" y="58"/>
                    <a:pt x="3342" y="1"/>
                    <a:pt x="3021" y="1"/>
                  </a:cubicBezTo>
                  <a:close/>
                </a:path>
              </a:pathLst>
            </a:custGeom>
            <a:solidFill>
              <a:srgbClr val="FF78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1" name="Google Shape;1491;p28"/>
            <p:cNvSpPr/>
            <p:nvPr/>
          </p:nvSpPr>
          <p:spPr>
            <a:xfrm>
              <a:off x="2107775" y="1214425"/>
              <a:ext cx="132850" cy="80175"/>
            </a:xfrm>
            <a:custGeom>
              <a:rect b="b" l="l" r="r" t="t"/>
              <a:pathLst>
                <a:path extrusionOk="0" h="3207" w="5314">
                  <a:moveTo>
                    <a:pt x="5215" y="1"/>
                  </a:moveTo>
                  <a:cubicBezTo>
                    <a:pt x="5215" y="410"/>
                    <a:pt x="5109" y="720"/>
                    <a:pt x="5011" y="1023"/>
                  </a:cubicBezTo>
                  <a:cubicBezTo>
                    <a:pt x="4544" y="2037"/>
                    <a:pt x="3542" y="2634"/>
                    <a:pt x="2506" y="2634"/>
                  </a:cubicBezTo>
                  <a:cubicBezTo>
                    <a:pt x="2181" y="2634"/>
                    <a:pt x="1853" y="2576"/>
                    <a:pt x="1537" y="2453"/>
                  </a:cubicBezTo>
                  <a:cubicBezTo>
                    <a:pt x="720" y="2044"/>
                    <a:pt x="205" y="1431"/>
                    <a:pt x="1" y="614"/>
                  </a:cubicBezTo>
                  <a:lnTo>
                    <a:pt x="1" y="614"/>
                  </a:lnTo>
                  <a:cubicBezTo>
                    <a:pt x="1" y="1636"/>
                    <a:pt x="614" y="2559"/>
                    <a:pt x="1635" y="2968"/>
                  </a:cubicBezTo>
                  <a:cubicBezTo>
                    <a:pt x="1988" y="3130"/>
                    <a:pt x="2354" y="3206"/>
                    <a:pt x="2711" y="3206"/>
                  </a:cubicBezTo>
                  <a:cubicBezTo>
                    <a:pt x="3705" y="3206"/>
                    <a:pt x="4632" y="2615"/>
                    <a:pt x="5011" y="1636"/>
                  </a:cubicBezTo>
                  <a:cubicBezTo>
                    <a:pt x="5215" y="1129"/>
                    <a:pt x="5313" y="516"/>
                    <a:pt x="5215" y="1"/>
                  </a:cubicBezTo>
                  <a:close/>
                </a:path>
              </a:pathLst>
            </a:custGeom>
            <a:solidFill>
              <a:srgbClr val="F56E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2" name="Google Shape;1492;p28"/>
            <p:cNvSpPr/>
            <p:nvPr/>
          </p:nvSpPr>
          <p:spPr>
            <a:xfrm>
              <a:off x="2110425" y="1204225"/>
              <a:ext cx="122625" cy="58875"/>
            </a:xfrm>
            <a:custGeom>
              <a:rect b="b" l="l" r="r" t="t"/>
              <a:pathLst>
                <a:path extrusionOk="0" h="2355" w="4905">
                  <a:moveTo>
                    <a:pt x="99" y="0"/>
                  </a:moveTo>
                  <a:lnTo>
                    <a:pt x="99" y="106"/>
                  </a:lnTo>
                  <a:cubicBezTo>
                    <a:pt x="99" y="205"/>
                    <a:pt x="1" y="205"/>
                    <a:pt x="1" y="311"/>
                  </a:cubicBezTo>
                  <a:lnTo>
                    <a:pt x="4799" y="2354"/>
                  </a:lnTo>
                  <a:cubicBezTo>
                    <a:pt x="4799" y="2248"/>
                    <a:pt x="4799" y="2150"/>
                    <a:pt x="4905" y="2150"/>
                  </a:cubicBezTo>
                  <a:lnTo>
                    <a:pt x="4905" y="2044"/>
                  </a:lnTo>
                  <a:lnTo>
                    <a:pt x="99" y="0"/>
                  </a:lnTo>
                  <a:close/>
                </a:path>
              </a:pathLst>
            </a:custGeom>
            <a:solidFill>
              <a:srgbClr val="F56E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3" name="Google Shape;1493;p28"/>
            <p:cNvSpPr/>
            <p:nvPr/>
          </p:nvSpPr>
          <p:spPr>
            <a:xfrm>
              <a:off x="2112875" y="1201775"/>
              <a:ext cx="122625" cy="56200"/>
            </a:xfrm>
            <a:custGeom>
              <a:rect b="b" l="l" r="r" t="t"/>
              <a:pathLst>
                <a:path extrusionOk="0" h="2248" w="4905">
                  <a:moveTo>
                    <a:pt x="107" y="0"/>
                  </a:moveTo>
                  <a:lnTo>
                    <a:pt x="1" y="98"/>
                  </a:lnTo>
                  <a:lnTo>
                    <a:pt x="1" y="303"/>
                  </a:lnTo>
                  <a:lnTo>
                    <a:pt x="4807" y="2248"/>
                  </a:lnTo>
                  <a:lnTo>
                    <a:pt x="4807" y="2142"/>
                  </a:lnTo>
                  <a:cubicBezTo>
                    <a:pt x="4807" y="2043"/>
                    <a:pt x="4905" y="2043"/>
                    <a:pt x="4905" y="1937"/>
                  </a:cubicBezTo>
                  <a:lnTo>
                    <a:pt x="10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94" name="Google Shape;1494;p28"/>
          <p:cNvGrpSpPr/>
          <p:nvPr/>
        </p:nvGrpSpPr>
        <p:grpSpPr>
          <a:xfrm>
            <a:off x="8266150" y="4248125"/>
            <a:ext cx="480225" cy="615300"/>
            <a:chOff x="912850" y="4743425"/>
            <a:chExt cx="480225" cy="615300"/>
          </a:xfrm>
        </p:grpSpPr>
        <p:sp>
          <p:nvSpPr>
            <p:cNvPr id="1495" name="Google Shape;1495;p28"/>
            <p:cNvSpPr/>
            <p:nvPr/>
          </p:nvSpPr>
          <p:spPr>
            <a:xfrm>
              <a:off x="912850" y="4825175"/>
              <a:ext cx="480225" cy="533550"/>
            </a:xfrm>
            <a:custGeom>
              <a:rect b="b" l="l" r="r" t="t"/>
              <a:pathLst>
                <a:path extrusionOk="0" h="21342" w="19209">
                  <a:moveTo>
                    <a:pt x="5927" y="0"/>
                  </a:moveTo>
                  <a:lnTo>
                    <a:pt x="5722" y="1022"/>
                  </a:lnTo>
                  <a:cubicBezTo>
                    <a:pt x="4194" y="1120"/>
                    <a:pt x="2968" y="2044"/>
                    <a:pt x="2763" y="3270"/>
                  </a:cubicBezTo>
                  <a:lnTo>
                    <a:pt x="311" y="15832"/>
                  </a:lnTo>
                  <a:cubicBezTo>
                    <a:pt x="1" y="17467"/>
                    <a:pt x="1227" y="19101"/>
                    <a:pt x="3172" y="19412"/>
                  </a:cubicBezTo>
                  <a:lnTo>
                    <a:pt x="12572" y="21251"/>
                  </a:lnTo>
                  <a:cubicBezTo>
                    <a:pt x="12846" y="21312"/>
                    <a:pt x="13120" y="21341"/>
                    <a:pt x="13390" y="21341"/>
                  </a:cubicBezTo>
                  <a:cubicBezTo>
                    <a:pt x="14925" y="21341"/>
                    <a:pt x="16295" y="20394"/>
                    <a:pt x="16552" y="19003"/>
                  </a:cubicBezTo>
                  <a:lnTo>
                    <a:pt x="19004" y="6539"/>
                  </a:lnTo>
                  <a:cubicBezTo>
                    <a:pt x="19208" y="5207"/>
                    <a:pt x="18497" y="3883"/>
                    <a:pt x="17165" y="3270"/>
                  </a:cubicBezTo>
                  <a:lnTo>
                    <a:pt x="17369" y="2248"/>
                  </a:lnTo>
                  <a:lnTo>
                    <a:pt x="5927" y="0"/>
                  </a:ln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6" name="Google Shape;1496;p28"/>
            <p:cNvSpPr/>
            <p:nvPr/>
          </p:nvSpPr>
          <p:spPr>
            <a:xfrm>
              <a:off x="1055900" y="4825175"/>
              <a:ext cx="291200" cy="71525"/>
            </a:xfrm>
            <a:custGeom>
              <a:rect b="b" l="l" r="r" t="t"/>
              <a:pathLst>
                <a:path extrusionOk="0" h="2861" w="11648">
                  <a:moveTo>
                    <a:pt x="205" y="0"/>
                  </a:moveTo>
                  <a:lnTo>
                    <a:pt x="0" y="613"/>
                  </a:lnTo>
                  <a:lnTo>
                    <a:pt x="11549" y="2861"/>
                  </a:lnTo>
                  <a:lnTo>
                    <a:pt x="11647" y="2248"/>
                  </a:lnTo>
                  <a:lnTo>
                    <a:pt x="205" y="0"/>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7" name="Google Shape;1497;p28"/>
            <p:cNvSpPr/>
            <p:nvPr/>
          </p:nvSpPr>
          <p:spPr>
            <a:xfrm>
              <a:off x="1038125" y="4743425"/>
              <a:ext cx="344725" cy="143075"/>
            </a:xfrm>
            <a:custGeom>
              <a:rect b="b" l="l" r="r" t="t"/>
              <a:pathLst>
                <a:path extrusionOk="0" h="5723" w="13789">
                  <a:moveTo>
                    <a:pt x="613" y="1"/>
                  </a:moveTo>
                  <a:lnTo>
                    <a:pt x="0" y="3066"/>
                  </a:lnTo>
                  <a:lnTo>
                    <a:pt x="13176" y="5722"/>
                  </a:lnTo>
                  <a:lnTo>
                    <a:pt x="13789" y="2657"/>
                  </a:lnTo>
                  <a:lnTo>
                    <a:pt x="613"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8" name="Google Shape;1498;p28"/>
            <p:cNvSpPr/>
            <p:nvPr/>
          </p:nvSpPr>
          <p:spPr>
            <a:xfrm>
              <a:off x="1050775" y="4745900"/>
              <a:ext cx="28225" cy="79300"/>
            </a:xfrm>
            <a:custGeom>
              <a:rect b="b" l="l" r="r" t="t"/>
              <a:pathLst>
                <a:path extrusionOk="0" h="3172" w="1129">
                  <a:moveTo>
                    <a:pt x="614" y="0"/>
                  </a:moveTo>
                  <a:lnTo>
                    <a:pt x="1" y="3065"/>
                  </a:lnTo>
                  <a:lnTo>
                    <a:pt x="516" y="3171"/>
                  </a:lnTo>
                  <a:lnTo>
                    <a:pt x="1129" y="106"/>
                  </a:lnTo>
                  <a:lnTo>
                    <a:pt x="614" y="0"/>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9" name="Google Shape;1499;p28"/>
            <p:cNvSpPr/>
            <p:nvPr/>
          </p:nvSpPr>
          <p:spPr>
            <a:xfrm>
              <a:off x="1078975" y="4751000"/>
              <a:ext cx="30675" cy="81750"/>
            </a:xfrm>
            <a:custGeom>
              <a:rect b="b" l="l" r="r" t="t"/>
              <a:pathLst>
                <a:path extrusionOk="0" h="3270" w="1227">
                  <a:moveTo>
                    <a:pt x="614" y="0"/>
                  </a:moveTo>
                  <a:lnTo>
                    <a:pt x="1" y="3172"/>
                  </a:lnTo>
                  <a:lnTo>
                    <a:pt x="614" y="3270"/>
                  </a:lnTo>
                  <a:lnTo>
                    <a:pt x="1227" y="107"/>
                  </a:lnTo>
                  <a:lnTo>
                    <a:pt x="614" y="0"/>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0" name="Google Shape;1500;p28"/>
            <p:cNvSpPr/>
            <p:nvPr/>
          </p:nvSpPr>
          <p:spPr>
            <a:xfrm>
              <a:off x="1109625" y="4756100"/>
              <a:ext cx="28025" cy="81775"/>
            </a:xfrm>
            <a:custGeom>
              <a:rect b="b" l="l" r="r" t="t"/>
              <a:pathLst>
                <a:path extrusionOk="0" h="3271" w="1121">
                  <a:moveTo>
                    <a:pt x="614" y="1"/>
                  </a:moveTo>
                  <a:lnTo>
                    <a:pt x="1" y="3172"/>
                  </a:lnTo>
                  <a:lnTo>
                    <a:pt x="508" y="3270"/>
                  </a:lnTo>
                  <a:lnTo>
                    <a:pt x="1121" y="107"/>
                  </a:lnTo>
                  <a:lnTo>
                    <a:pt x="614" y="1"/>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1" name="Google Shape;1501;p28"/>
            <p:cNvSpPr/>
            <p:nvPr/>
          </p:nvSpPr>
          <p:spPr>
            <a:xfrm>
              <a:off x="1137625" y="4763875"/>
              <a:ext cx="30675" cy="79100"/>
            </a:xfrm>
            <a:custGeom>
              <a:rect b="b" l="l" r="r" t="t"/>
              <a:pathLst>
                <a:path extrusionOk="0" h="3164" w="1227">
                  <a:moveTo>
                    <a:pt x="614" y="0"/>
                  </a:moveTo>
                  <a:lnTo>
                    <a:pt x="1" y="3065"/>
                  </a:lnTo>
                  <a:lnTo>
                    <a:pt x="516" y="3163"/>
                  </a:lnTo>
                  <a:lnTo>
                    <a:pt x="1227" y="98"/>
                  </a:lnTo>
                  <a:lnTo>
                    <a:pt x="614" y="0"/>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2" name="Google Shape;1502;p28"/>
            <p:cNvSpPr/>
            <p:nvPr/>
          </p:nvSpPr>
          <p:spPr>
            <a:xfrm>
              <a:off x="1165825" y="4768975"/>
              <a:ext cx="30675" cy="79100"/>
            </a:xfrm>
            <a:custGeom>
              <a:rect b="b" l="l" r="r" t="t"/>
              <a:pathLst>
                <a:path extrusionOk="0" h="3164" w="1227">
                  <a:moveTo>
                    <a:pt x="712" y="1"/>
                  </a:moveTo>
                  <a:lnTo>
                    <a:pt x="1" y="3066"/>
                  </a:lnTo>
                  <a:lnTo>
                    <a:pt x="614" y="3164"/>
                  </a:lnTo>
                  <a:lnTo>
                    <a:pt x="1227" y="99"/>
                  </a:lnTo>
                  <a:lnTo>
                    <a:pt x="712" y="1"/>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3" name="Google Shape;1503;p28"/>
            <p:cNvSpPr/>
            <p:nvPr/>
          </p:nvSpPr>
          <p:spPr>
            <a:xfrm>
              <a:off x="1196475" y="4774075"/>
              <a:ext cx="28025" cy="81775"/>
            </a:xfrm>
            <a:custGeom>
              <a:rect b="b" l="l" r="r" t="t"/>
              <a:pathLst>
                <a:path extrusionOk="0" h="3271" w="1121">
                  <a:moveTo>
                    <a:pt x="614" y="1"/>
                  </a:moveTo>
                  <a:lnTo>
                    <a:pt x="1" y="3164"/>
                  </a:lnTo>
                  <a:lnTo>
                    <a:pt x="507" y="3270"/>
                  </a:lnTo>
                  <a:lnTo>
                    <a:pt x="1120" y="99"/>
                  </a:lnTo>
                  <a:lnTo>
                    <a:pt x="614" y="1"/>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4" name="Google Shape;1504;p28"/>
            <p:cNvSpPr/>
            <p:nvPr/>
          </p:nvSpPr>
          <p:spPr>
            <a:xfrm>
              <a:off x="1224475" y="4779200"/>
              <a:ext cx="30675" cy="81750"/>
            </a:xfrm>
            <a:custGeom>
              <a:rect b="b" l="l" r="r" t="t"/>
              <a:pathLst>
                <a:path extrusionOk="0" h="3270" w="1227">
                  <a:moveTo>
                    <a:pt x="613" y="0"/>
                  </a:moveTo>
                  <a:lnTo>
                    <a:pt x="0" y="3163"/>
                  </a:lnTo>
                  <a:lnTo>
                    <a:pt x="613" y="3270"/>
                  </a:lnTo>
                  <a:lnTo>
                    <a:pt x="1226" y="98"/>
                  </a:lnTo>
                  <a:lnTo>
                    <a:pt x="613" y="0"/>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5" name="Google Shape;1505;p28"/>
            <p:cNvSpPr/>
            <p:nvPr/>
          </p:nvSpPr>
          <p:spPr>
            <a:xfrm>
              <a:off x="1255125" y="4786750"/>
              <a:ext cx="28225" cy="79300"/>
            </a:xfrm>
            <a:custGeom>
              <a:rect b="b" l="l" r="r" t="t"/>
              <a:pathLst>
                <a:path extrusionOk="0" h="3172" w="1129">
                  <a:moveTo>
                    <a:pt x="613" y="1"/>
                  </a:moveTo>
                  <a:lnTo>
                    <a:pt x="0" y="3066"/>
                  </a:lnTo>
                  <a:lnTo>
                    <a:pt x="515" y="3172"/>
                  </a:lnTo>
                  <a:lnTo>
                    <a:pt x="1128" y="107"/>
                  </a:lnTo>
                  <a:lnTo>
                    <a:pt x="613" y="1"/>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6" name="Google Shape;1506;p28"/>
            <p:cNvSpPr/>
            <p:nvPr/>
          </p:nvSpPr>
          <p:spPr>
            <a:xfrm>
              <a:off x="1283325" y="4791875"/>
              <a:ext cx="30675" cy="81750"/>
            </a:xfrm>
            <a:custGeom>
              <a:rect b="b" l="l" r="r" t="t"/>
              <a:pathLst>
                <a:path extrusionOk="0" h="3270" w="1227">
                  <a:moveTo>
                    <a:pt x="613" y="0"/>
                  </a:moveTo>
                  <a:lnTo>
                    <a:pt x="0" y="3171"/>
                  </a:lnTo>
                  <a:lnTo>
                    <a:pt x="613" y="3269"/>
                  </a:lnTo>
                  <a:lnTo>
                    <a:pt x="1226" y="106"/>
                  </a:lnTo>
                  <a:lnTo>
                    <a:pt x="613" y="0"/>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7" name="Google Shape;1507;p28"/>
            <p:cNvSpPr/>
            <p:nvPr/>
          </p:nvSpPr>
          <p:spPr>
            <a:xfrm>
              <a:off x="1313975" y="4796975"/>
              <a:ext cx="28000" cy="81750"/>
            </a:xfrm>
            <a:custGeom>
              <a:rect b="b" l="l" r="r" t="t"/>
              <a:pathLst>
                <a:path extrusionOk="0" h="3270" w="1120">
                  <a:moveTo>
                    <a:pt x="613" y="0"/>
                  </a:moveTo>
                  <a:lnTo>
                    <a:pt x="0" y="3172"/>
                  </a:lnTo>
                  <a:lnTo>
                    <a:pt x="507" y="3270"/>
                  </a:lnTo>
                  <a:lnTo>
                    <a:pt x="1120" y="107"/>
                  </a:lnTo>
                  <a:lnTo>
                    <a:pt x="613" y="0"/>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8" name="Google Shape;1508;p28"/>
            <p:cNvSpPr/>
            <p:nvPr/>
          </p:nvSpPr>
          <p:spPr>
            <a:xfrm>
              <a:off x="1341950" y="4804725"/>
              <a:ext cx="30675" cy="79125"/>
            </a:xfrm>
            <a:custGeom>
              <a:rect b="b" l="l" r="r" t="t"/>
              <a:pathLst>
                <a:path extrusionOk="0" h="3165" w="1227">
                  <a:moveTo>
                    <a:pt x="614" y="1"/>
                  </a:moveTo>
                  <a:lnTo>
                    <a:pt x="1" y="3066"/>
                  </a:lnTo>
                  <a:lnTo>
                    <a:pt x="516" y="3164"/>
                  </a:lnTo>
                  <a:lnTo>
                    <a:pt x="1227" y="99"/>
                  </a:lnTo>
                  <a:lnTo>
                    <a:pt x="614" y="1"/>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9" name="Google Shape;1509;p28"/>
            <p:cNvSpPr/>
            <p:nvPr/>
          </p:nvSpPr>
          <p:spPr>
            <a:xfrm>
              <a:off x="935950" y="4963100"/>
              <a:ext cx="441800" cy="260550"/>
            </a:xfrm>
            <a:custGeom>
              <a:rect b="b" l="l" r="r" t="t"/>
              <a:pathLst>
                <a:path extrusionOk="0" h="10422" w="17672">
                  <a:moveTo>
                    <a:pt x="1431" y="0"/>
                  </a:moveTo>
                  <a:lnTo>
                    <a:pt x="0" y="7250"/>
                  </a:lnTo>
                  <a:lnTo>
                    <a:pt x="16241" y="10421"/>
                  </a:lnTo>
                  <a:lnTo>
                    <a:pt x="17671" y="3163"/>
                  </a:lnTo>
                  <a:lnTo>
                    <a:pt x="143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0" name="Google Shape;1510;p28"/>
            <p:cNvSpPr/>
            <p:nvPr/>
          </p:nvSpPr>
          <p:spPr>
            <a:xfrm>
              <a:off x="912850" y="5169875"/>
              <a:ext cx="424025" cy="188850"/>
            </a:xfrm>
            <a:custGeom>
              <a:rect b="b" l="l" r="r" t="t"/>
              <a:pathLst>
                <a:path extrusionOk="0" h="7554" w="16961">
                  <a:moveTo>
                    <a:pt x="16961" y="3172"/>
                  </a:moveTo>
                  <a:lnTo>
                    <a:pt x="16946" y="3244"/>
                  </a:lnTo>
                  <a:lnTo>
                    <a:pt x="16946" y="3244"/>
                  </a:lnTo>
                  <a:cubicBezTo>
                    <a:pt x="16951" y="3220"/>
                    <a:pt x="16956" y="3196"/>
                    <a:pt x="16961" y="3172"/>
                  </a:cubicBezTo>
                  <a:close/>
                  <a:moveTo>
                    <a:pt x="720" y="1"/>
                  </a:moveTo>
                  <a:lnTo>
                    <a:pt x="311" y="2044"/>
                  </a:lnTo>
                  <a:cubicBezTo>
                    <a:pt x="1" y="3679"/>
                    <a:pt x="1227" y="5313"/>
                    <a:pt x="3172" y="5624"/>
                  </a:cubicBezTo>
                  <a:lnTo>
                    <a:pt x="12572" y="7463"/>
                  </a:lnTo>
                  <a:cubicBezTo>
                    <a:pt x="12846" y="7524"/>
                    <a:pt x="13120" y="7553"/>
                    <a:pt x="13390" y="7553"/>
                  </a:cubicBezTo>
                  <a:cubicBezTo>
                    <a:pt x="14925" y="7553"/>
                    <a:pt x="16295" y="6606"/>
                    <a:pt x="16552" y="5215"/>
                  </a:cubicBezTo>
                  <a:lnTo>
                    <a:pt x="16946" y="3244"/>
                  </a:lnTo>
                  <a:lnTo>
                    <a:pt x="16946" y="3244"/>
                  </a:lnTo>
                  <a:cubicBezTo>
                    <a:pt x="16656" y="4596"/>
                    <a:pt x="15307" y="5510"/>
                    <a:pt x="13798" y="5510"/>
                  </a:cubicBezTo>
                  <a:cubicBezTo>
                    <a:pt x="13529" y="5510"/>
                    <a:pt x="13255" y="5481"/>
                    <a:pt x="12980" y="5420"/>
                  </a:cubicBezTo>
                  <a:lnTo>
                    <a:pt x="3475" y="3581"/>
                  </a:lnTo>
                  <a:cubicBezTo>
                    <a:pt x="1636" y="3270"/>
                    <a:pt x="410" y="1635"/>
                    <a:pt x="720" y="1"/>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1" name="Google Shape;1511;p28"/>
            <p:cNvSpPr/>
            <p:nvPr/>
          </p:nvSpPr>
          <p:spPr>
            <a:xfrm>
              <a:off x="963950" y="4963100"/>
              <a:ext cx="413800" cy="112400"/>
            </a:xfrm>
            <a:custGeom>
              <a:rect b="b" l="l" r="r" t="t"/>
              <a:pathLst>
                <a:path extrusionOk="0" h="4496" w="16552">
                  <a:moveTo>
                    <a:pt x="311" y="0"/>
                  </a:moveTo>
                  <a:lnTo>
                    <a:pt x="0" y="1324"/>
                  </a:lnTo>
                  <a:lnTo>
                    <a:pt x="16249" y="4496"/>
                  </a:lnTo>
                  <a:lnTo>
                    <a:pt x="16551" y="3163"/>
                  </a:lnTo>
                  <a:lnTo>
                    <a:pt x="311" y="0"/>
                  </a:lnTo>
                  <a:close/>
                </a:path>
              </a:pathLst>
            </a:custGeom>
            <a:solidFill>
              <a:srgbClr val="FF78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2" name="Google Shape;1512;p28"/>
            <p:cNvSpPr/>
            <p:nvPr/>
          </p:nvSpPr>
          <p:spPr>
            <a:xfrm>
              <a:off x="984375" y="5034625"/>
              <a:ext cx="94625" cy="94425"/>
            </a:xfrm>
            <a:custGeom>
              <a:rect b="b" l="l" r="r" t="t"/>
              <a:pathLst>
                <a:path extrusionOk="0" h="3777" w="3785">
                  <a:moveTo>
                    <a:pt x="1537" y="0"/>
                  </a:moveTo>
                  <a:lnTo>
                    <a:pt x="1333" y="1022"/>
                  </a:lnTo>
                  <a:lnTo>
                    <a:pt x="311" y="817"/>
                  </a:lnTo>
                  <a:lnTo>
                    <a:pt x="1" y="2248"/>
                  </a:lnTo>
                  <a:lnTo>
                    <a:pt x="1022" y="2452"/>
                  </a:lnTo>
                  <a:lnTo>
                    <a:pt x="818" y="3474"/>
                  </a:lnTo>
                  <a:lnTo>
                    <a:pt x="2248" y="3776"/>
                  </a:lnTo>
                  <a:lnTo>
                    <a:pt x="2453" y="2754"/>
                  </a:lnTo>
                  <a:lnTo>
                    <a:pt x="3474" y="2959"/>
                  </a:lnTo>
                  <a:lnTo>
                    <a:pt x="3785" y="1528"/>
                  </a:lnTo>
                  <a:lnTo>
                    <a:pt x="2763" y="1324"/>
                  </a:lnTo>
                  <a:lnTo>
                    <a:pt x="2967" y="302"/>
                  </a:lnTo>
                  <a:lnTo>
                    <a:pt x="1537" y="0"/>
                  </a:lnTo>
                  <a:close/>
                </a:path>
              </a:pathLst>
            </a:custGeom>
            <a:solidFill>
              <a:srgbClr val="FF78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3" name="Google Shape;1513;p28"/>
            <p:cNvSpPr/>
            <p:nvPr/>
          </p:nvSpPr>
          <p:spPr>
            <a:xfrm>
              <a:off x="1178500" y="5075475"/>
              <a:ext cx="145700" cy="43350"/>
            </a:xfrm>
            <a:custGeom>
              <a:rect b="b" l="l" r="r" t="t"/>
              <a:pathLst>
                <a:path extrusionOk="0" h="1734" w="5828">
                  <a:moveTo>
                    <a:pt x="205" y="1"/>
                  </a:moveTo>
                  <a:lnTo>
                    <a:pt x="0" y="614"/>
                  </a:lnTo>
                  <a:lnTo>
                    <a:pt x="5722" y="1733"/>
                  </a:lnTo>
                  <a:lnTo>
                    <a:pt x="5828" y="1120"/>
                  </a:lnTo>
                  <a:lnTo>
                    <a:pt x="205" y="1"/>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4" name="Google Shape;1514;p28"/>
            <p:cNvSpPr/>
            <p:nvPr/>
          </p:nvSpPr>
          <p:spPr>
            <a:xfrm>
              <a:off x="1170925" y="5113700"/>
              <a:ext cx="145525" cy="43550"/>
            </a:xfrm>
            <a:custGeom>
              <a:rect b="b" l="l" r="r" t="t"/>
              <a:pathLst>
                <a:path extrusionOk="0" h="1742" w="5821">
                  <a:moveTo>
                    <a:pt x="205" y="0"/>
                  </a:moveTo>
                  <a:lnTo>
                    <a:pt x="1" y="719"/>
                  </a:lnTo>
                  <a:lnTo>
                    <a:pt x="5722" y="1741"/>
                  </a:lnTo>
                  <a:lnTo>
                    <a:pt x="5820" y="1128"/>
                  </a:lnTo>
                  <a:lnTo>
                    <a:pt x="205" y="0"/>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15" name="Google Shape;1515;p28"/>
          <p:cNvSpPr/>
          <p:nvPr/>
        </p:nvSpPr>
        <p:spPr>
          <a:xfrm flipH="1">
            <a:off x="321590" y="851441"/>
            <a:ext cx="257321" cy="257560"/>
          </a:xfrm>
          <a:custGeom>
            <a:rect b="b" l="l" r="r" t="t"/>
            <a:pathLst>
              <a:path extrusionOk="0" h="3975" w="3971">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6" name="Google Shape;1516;p28"/>
          <p:cNvSpPr/>
          <p:nvPr/>
        </p:nvSpPr>
        <p:spPr>
          <a:xfrm flipH="1">
            <a:off x="1700081" y="61720"/>
            <a:ext cx="243518" cy="243435"/>
          </a:xfrm>
          <a:custGeom>
            <a:rect b="b" l="l" r="r" t="t"/>
            <a:pathLst>
              <a:path extrusionOk="0" h="3757" w="3758">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7" name="Google Shape;1517;p28"/>
          <p:cNvSpPr/>
          <p:nvPr/>
        </p:nvSpPr>
        <p:spPr>
          <a:xfrm flipH="1">
            <a:off x="152397" y="1274488"/>
            <a:ext cx="56441" cy="60195"/>
          </a:xfrm>
          <a:custGeom>
            <a:rect b="b" l="l" r="r" t="t"/>
            <a:pathLst>
              <a:path extrusionOk="0" h="929" w="871">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8" name="Google Shape;1518;p28"/>
          <p:cNvSpPr/>
          <p:nvPr/>
        </p:nvSpPr>
        <p:spPr>
          <a:xfrm flipH="1">
            <a:off x="614097" y="576451"/>
            <a:ext cx="56506" cy="60130"/>
          </a:xfrm>
          <a:custGeom>
            <a:rect b="b" l="l" r="r" t="t"/>
            <a:pathLst>
              <a:path extrusionOk="0" h="928" w="872">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9" name="Google Shape;1519;p28"/>
          <p:cNvSpPr/>
          <p:nvPr/>
        </p:nvSpPr>
        <p:spPr>
          <a:xfrm flipH="1">
            <a:off x="712853" y="160402"/>
            <a:ext cx="56441" cy="56501"/>
          </a:xfrm>
          <a:custGeom>
            <a:rect b="b" l="l" r="r" t="t"/>
            <a:pathLst>
              <a:path extrusionOk="0" h="872" w="871">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0" name="Google Shape;1520;p28"/>
          <p:cNvSpPr/>
          <p:nvPr/>
        </p:nvSpPr>
        <p:spPr>
          <a:xfrm flipH="1">
            <a:off x="2362920" y="269841"/>
            <a:ext cx="60199" cy="59871"/>
          </a:xfrm>
          <a:custGeom>
            <a:rect b="b" l="l" r="r" t="t"/>
            <a:pathLst>
              <a:path extrusionOk="0" h="924" w="929">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1" name="Google Shape;1521;p28"/>
          <p:cNvSpPr/>
          <p:nvPr/>
        </p:nvSpPr>
        <p:spPr>
          <a:xfrm>
            <a:off x="8408223" y="367974"/>
            <a:ext cx="261014" cy="257301"/>
          </a:xfrm>
          <a:custGeom>
            <a:rect b="b" l="l" r="r" t="t"/>
            <a:pathLst>
              <a:path extrusionOk="0" h="3971" w="4028">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2" name="Google Shape;1522;p28"/>
          <p:cNvSpPr/>
          <p:nvPr/>
        </p:nvSpPr>
        <p:spPr>
          <a:xfrm>
            <a:off x="8538536" y="82293"/>
            <a:ext cx="60199" cy="60130"/>
          </a:xfrm>
          <a:custGeom>
            <a:rect b="b" l="l" r="r" t="t"/>
            <a:pathLst>
              <a:path extrusionOk="0" h="928" w="929">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3" name="Google Shape;1523;p28"/>
          <p:cNvSpPr/>
          <p:nvPr/>
        </p:nvSpPr>
        <p:spPr>
          <a:xfrm>
            <a:off x="8697360" y="1016702"/>
            <a:ext cx="59875" cy="59871"/>
          </a:xfrm>
          <a:custGeom>
            <a:rect b="b" l="l" r="r" t="t"/>
            <a:pathLst>
              <a:path extrusionOk="0" h="924" w="924">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4" name="Google Shape;1524;p28"/>
          <p:cNvSpPr/>
          <p:nvPr/>
        </p:nvSpPr>
        <p:spPr>
          <a:xfrm>
            <a:off x="8937353" y="417069"/>
            <a:ext cx="60134" cy="60130"/>
          </a:xfrm>
          <a:custGeom>
            <a:rect b="b" l="l" r="r" t="t"/>
            <a:pathLst>
              <a:path extrusionOk="0" h="928" w="928">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5" name="Google Shape;1525;p28"/>
          <p:cNvSpPr/>
          <p:nvPr/>
        </p:nvSpPr>
        <p:spPr>
          <a:xfrm rot="10800000">
            <a:off x="28" y="36"/>
            <a:ext cx="1695422" cy="2497239"/>
          </a:xfrm>
          <a:custGeom>
            <a:rect b="b" l="l" r="r" t="t"/>
            <a:pathLst>
              <a:path extrusionOk="0" h="72368" w="49132">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1_1_1">
    <p:spTree>
      <p:nvGrpSpPr>
        <p:cNvPr id="1526" name="Shape 1526"/>
        <p:cNvGrpSpPr/>
        <p:nvPr/>
      </p:nvGrpSpPr>
      <p:grpSpPr>
        <a:xfrm>
          <a:off x="0" y="0"/>
          <a:ext cx="0" cy="0"/>
          <a:chOff x="0" y="0"/>
          <a:chExt cx="0" cy="0"/>
        </a:xfrm>
      </p:grpSpPr>
      <p:sp>
        <p:nvSpPr>
          <p:cNvPr id="1527" name="Google Shape;1527;p29"/>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Clr>
                <a:schemeClr val="lt2"/>
              </a:buClr>
              <a:buSzPts val="2800"/>
              <a:buNone/>
              <a:defRPr>
                <a:solidFill>
                  <a:schemeClr val="lt2"/>
                </a:solidFill>
              </a:defRPr>
            </a:lvl2pPr>
            <a:lvl3pPr lvl="2" rtl="0">
              <a:spcBef>
                <a:spcPts val="0"/>
              </a:spcBef>
              <a:spcAft>
                <a:spcPts val="0"/>
              </a:spcAft>
              <a:buClr>
                <a:schemeClr val="lt2"/>
              </a:buClr>
              <a:buSzPts val="2800"/>
              <a:buNone/>
              <a:defRPr>
                <a:solidFill>
                  <a:schemeClr val="lt2"/>
                </a:solidFill>
              </a:defRPr>
            </a:lvl3pPr>
            <a:lvl4pPr lvl="3" rtl="0">
              <a:spcBef>
                <a:spcPts val="0"/>
              </a:spcBef>
              <a:spcAft>
                <a:spcPts val="0"/>
              </a:spcAft>
              <a:buClr>
                <a:schemeClr val="lt2"/>
              </a:buClr>
              <a:buSzPts val="2800"/>
              <a:buNone/>
              <a:defRPr>
                <a:solidFill>
                  <a:schemeClr val="lt2"/>
                </a:solidFill>
              </a:defRPr>
            </a:lvl4pPr>
            <a:lvl5pPr lvl="4" rtl="0">
              <a:spcBef>
                <a:spcPts val="0"/>
              </a:spcBef>
              <a:spcAft>
                <a:spcPts val="0"/>
              </a:spcAft>
              <a:buClr>
                <a:schemeClr val="lt2"/>
              </a:buClr>
              <a:buSzPts val="2800"/>
              <a:buNone/>
              <a:defRPr>
                <a:solidFill>
                  <a:schemeClr val="lt2"/>
                </a:solidFill>
              </a:defRPr>
            </a:lvl5pPr>
            <a:lvl6pPr lvl="5" rtl="0">
              <a:spcBef>
                <a:spcPts val="0"/>
              </a:spcBef>
              <a:spcAft>
                <a:spcPts val="0"/>
              </a:spcAft>
              <a:buClr>
                <a:schemeClr val="lt2"/>
              </a:buClr>
              <a:buSzPts val="2800"/>
              <a:buNone/>
              <a:defRPr>
                <a:solidFill>
                  <a:schemeClr val="lt2"/>
                </a:solidFill>
              </a:defRPr>
            </a:lvl6pPr>
            <a:lvl7pPr lvl="6" rtl="0">
              <a:spcBef>
                <a:spcPts val="0"/>
              </a:spcBef>
              <a:spcAft>
                <a:spcPts val="0"/>
              </a:spcAft>
              <a:buClr>
                <a:schemeClr val="lt2"/>
              </a:buClr>
              <a:buSzPts val="2800"/>
              <a:buNone/>
              <a:defRPr>
                <a:solidFill>
                  <a:schemeClr val="lt2"/>
                </a:solidFill>
              </a:defRPr>
            </a:lvl7pPr>
            <a:lvl8pPr lvl="7" rtl="0">
              <a:spcBef>
                <a:spcPts val="0"/>
              </a:spcBef>
              <a:spcAft>
                <a:spcPts val="0"/>
              </a:spcAft>
              <a:buClr>
                <a:schemeClr val="lt2"/>
              </a:buClr>
              <a:buSzPts val="2800"/>
              <a:buNone/>
              <a:defRPr>
                <a:solidFill>
                  <a:schemeClr val="lt2"/>
                </a:solidFill>
              </a:defRPr>
            </a:lvl8pPr>
            <a:lvl9pPr lvl="8" rtl="0">
              <a:spcBef>
                <a:spcPts val="0"/>
              </a:spcBef>
              <a:spcAft>
                <a:spcPts val="0"/>
              </a:spcAft>
              <a:buClr>
                <a:schemeClr val="lt2"/>
              </a:buClr>
              <a:buSzPts val="2800"/>
              <a:buNone/>
              <a:defRPr>
                <a:solidFill>
                  <a:schemeClr val="lt2"/>
                </a:solidFill>
              </a:defRPr>
            </a:lvl9pPr>
          </a:lstStyle>
          <a:p/>
        </p:txBody>
      </p:sp>
      <p:sp>
        <p:nvSpPr>
          <p:cNvPr id="1528" name="Google Shape;1528;p29"/>
          <p:cNvSpPr/>
          <p:nvPr/>
        </p:nvSpPr>
        <p:spPr>
          <a:xfrm rot="10800000">
            <a:off x="7048495" y="2269125"/>
            <a:ext cx="2051903" cy="2874373"/>
          </a:xfrm>
          <a:custGeom>
            <a:rect b="b" l="l" r="r" t="t"/>
            <a:pathLst>
              <a:path extrusionOk="0" h="69648" w="49719">
                <a:moveTo>
                  <a:pt x="0" y="1"/>
                </a:moveTo>
                <a:lnTo>
                  <a:pt x="0" y="69648"/>
                </a:lnTo>
                <a:cubicBezTo>
                  <a:pt x="7726" y="62086"/>
                  <a:pt x="13329" y="52510"/>
                  <a:pt x="9032" y="42442"/>
                </a:cubicBezTo>
                <a:cubicBezTo>
                  <a:pt x="684" y="23087"/>
                  <a:pt x="10447" y="12185"/>
                  <a:pt x="21914" y="12185"/>
                </a:cubicBezTo>
                <a:cubicBezTo>
                  <a:pt x="22406" y="12185"/>
                  <a:pt x="22900" y="12205"/>
                  <a:pt x="23397" y="12245"/>
                </a:cubicBezTo>
                <a:cubicBezTo>
                  <a:pt x="25475" y="12417"/>
                  <a:pt x="27419" y="12499"/>
                  <a:pt x="29233" y="12499"/>
                </a:cubicBezTo>
                <a:cubicBezTo>
                  <a:pt x="43567" y="12499"/>
                  <a:pt x="49719" y="7342"/>
                  <a:pt x="4875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9" name="Google Shape;1529;p29"/>
          <p:cNvSpPr/>
          <p:nvPr/>
        </p:nvSpPr>
        <p:spPr>
          <a:xfrm>
            <a:off x="0" y="0"/>
            <a:ext cx="4687105" cy="634373"/>
          </a:xfrm>
          <a:custGeom>
            <a:rect b="b" l="l" r="r" t="t"/>
            <a:pathLst>
              <a:path extrusionOk="0" h="16489" w="121830">
                <a:moveTo>
                  <a:pt x="0" y="0"/>
                </a:moveTo>
                <a:lnTo>
                  <a:pt x="0" y="16489"/>
                </a:lnTo>
                <a:cubicBezTo>
                  <a:pt x="6168" y="13464"/>
                  <a:pt x="26903" y="8978"/>
                  <a:pt x="43499" y="8978"/>
                </a:cubicBezTo>
                <a:cubicBezTo>
                  <a:pt x="49308" y="8978"/>
                  <a:pt x="54610" y="9528"/>
                  <a:pt x="58603" y="10882"/>
                </a:cubicBezTo>
                <a:cubicBezTo>
                  <a:pt x="64748" y="12941"/>
                  <a:pt x="68805" y="13769"/>
                  <a:pt x="71786" y="13769"/>
                </a:cubicBezTo>
                <a:cubicBezTo>
                  <a:pt x="79047" y="13769"/>
                  <a:pt x="79930" y="8856"/>
                  <a:pt x="89074" y="4845"/>
                </a:cubicBezTo>
                <a:cubicBezTo>
                  <a:pt x="95712" y="1907"/>
                  <a:pt x="117638" y="1741"/>
                  <a:pt x="12182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0" name="Google Shape;1530;p29"/>
          <p:cNvSpPr/>
          <p:nvPr/>
        </p:nvSpPr>
        <p:spPr>
          <a:xfrm>
            <a:off x="123948" y="4008487"/>
            <a:ext cx="261014" cy="257301"/>
          </a:xfrm>
          <a:custGeom>
            <a:rect b="b" l="l" r="r" t="t"/>
            <a:pathLst>
              <a:path extrusionOk="0" h="3971" w="4028">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1" name="Google Shape;1531;p29"/>
          <p:cNvSpPr/>
          <p:nvPr/>
        </p:nvSpPr>
        <p:spPr>
          <a:xfrm>
            <a:off x="254261" y="3722806"/>
            <a:ext cx="60199" cy="60130"/>
          </a:xfrm>
          <a:custGeom>
            <a:rect b="b" l="l" r="r" t="t"/>
            <a:pathLst>
              <a:path extrusionOk="0" h="928" w="929">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2" name="Google Shape;1532;p29"/>
          <p:cNvSpPr/>
          <p:nvPr/>
        </p:nvSpPr>
        <p:spPr>
          <a:xfrm>
            <a:off x="413085" y="4657214"/>
            <a:ext cx="59875" cy="59871"/>
          </a:xfrm>
          <a:custGeom>
            <a:rect b="b" l="l" r="r" t="t"/>
            <a:pathLst>
              <a:path extrusionOk="0" h="924" w="924">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3" name="Google Shape;1533;p29"/>
          <p:cNvSpPr/>
          <p:nvPr/>
        </p:nvSpPr>
        <p:spPr>
          <a:xfrm>
            <a:off x="653078" y="4057582"/>
            <a:ext cx="60134" cy="60130"/>
          </a:xfrm>
          <a:custGeom>
            <a:rect b="b" l="l" r="r" t="t"/>
            <a:pathLst>
              <a:path extrusionOk="0" h="928" w="928">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4" name="Google Shape;1534;p29"/>
          <p:cNvSpPr/>
          <p:nvPr/>
        </p:nvSpPr>
        <p:spPr>
          <a:xfrm>
            <a:off x="8554680" y="962741"/>
            <a:ext cx="257321" cy="257560"/>
          </a:xfrm>
          <a:custGeom>
            <a:rect b="b" l="l" r="r" t="t"/>
            <a:pathLst>
              <a:path extrusionOk="0" h="3975" w="3971">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5" name="Google Shape;1535;p29"/>
          <p:cNvSpPr/>
          <p:nvPr/>
        </p:nvSpPr>
        <p:spPr>
          <a:xfrm>
            <a:off x="7189992" y="173020"/>
            <a:ext cx="243518" cy="243435"/>
          </a:xfrm>
          <a:custGeom>
            <a:rect b="b" l="l" r="r" t="t"/>
            <a:pathLst>
              <a:path extrusionOk="0" h="3757" w="3758">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6" name="Google Shape;1536;p29"/>
          <p:cNvSpPr/>
          <p:nvPr/>
        </p:nvSpPr>
        <p:spPr>
          <a:xfrm>
            <a:off x="8924753" y="1385788"/>
            <a:ext cx="56441" cy="60195"/>
          </a:xfrm>
          <a:custGeom>
            <a:rect b="b" l="l" r="r" t="t"/>
            <a:pathLst>
              <a:path extrusionOk="0" h="929" w="871">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7" name="Google Shape;1537;p29"/>
          <p:cNvSpPr/>
          <p:nvPr/>
        </p:nvSpPr>
        <p:spPr>
          <a:xfrm>
            <a:off x="8462988" y="687751"/>
            <a:ext cx="56506" cy="60130"/>
          </a:xfrm>
          <a:custGeom>
            <a:rect b="b" l="l" r="r" t="t"/>
            <a:pathLst>
              <a:path extrusionOk="0" h="928" w="872">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8" name="Google Shape;1538;p29"/>
          <p:cNvSpPr/>
          <p:nvPr/>
        </p:nvSpPr>
        <p:spPr>
          <a:xfrm>
            <a:off x="8364298" y="271702"/>
            <a:ext cx="56441" cy="56501"/>
          </a:xfrm>
          <a:custGeom>
            <a:rect b="b" l="l" r="r" t="t"/>
            <a:pathLst>
              <a:path extrusionOk="0" h="872" w="871">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9" name="Google Shape;1539;p29"/>
          <p:cNvSpPr/>
          <p:nvPr/>
        </p:nvSpPr>
        <p:spPr>
          <a:xfrm>
            <a:off x="6710472" y="381141"/>
            <a:ext cx="60199" cy="59871"/>
          </a:xfrm>
          <a:custGeom>
            <a:rect b="b" l="l" r="r" t="t"/>
            <a:pathLst>
              <a:path extrusionOk="0" h="924" w="929">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0" name="Google Shape;1540;p29"/>
          <p:cNvSpPr txBox="1"/>
          <p:nvPr>
            <p:ph idx="1" type="subTitle"/>
          </p:nvPr>
        </p:nvSpPr>
        <p:spPr>
          <a:xfrm>
            <a:off x="1120200" y="2447925"/>
            <a:ext cx="1134000" cy="3999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800"/>
              <a:buFont typeface="Nunito ExtraBold"/>
              <a:buNone/>
              <a:defRPr>
                <a:latin typeface="Nunito ExtraBold"/>
                <a:ea typeface="Nunito ExtraBold"/>
                <a:cs typeface="Nunito ExtraBold"/>
                <a:sym typeface="Nunito ExtraBold"/>
              </a:defRPr>
            </a:lvl1pPr>
            <a:lvl2pPr lvl="1" rtl="0" algn="ctr">
              <a:spcBef>
                <a:spcPts val="1600"/>
              </a:spcBef>
              <a:spcAft>
                <a:spcPts val="0"/>
              </a:spcAft>
              <a:buSzPts val="1400"/>
              <a:buFont typeface="Nunito ExtraBold"/>
              <a:buNone/>
              <a:defRPr>
                <a:latin typeface="Nunito ExtraBold"/>
                <a:ea typeface="Nunito ExtraBold"/>
                <a:cs typeface="Nunito ExtraBold"/>
                <a:sym typeface="Nunito ExtraBold"/>
              </a:defRPr>
            </a:lvl2pPr>
            <a:lvl3pPr lvl="2" rtl="0" algn="ctr">
              <a:spcBef>
                <a:spcPts val="1600"/>
              </a:spcBef>
              <a:spcAft>
                <a:spcPts val="0"/>
              </a:spcAft>
              <a:buSzPts val="1400"/>
              <a:buFont typeface="Nunito ExtraBold"/>
              <a:buNone/>
              <a:defRPr>
                <a:latin typeface="Nunito ExtraBold"/>
                <a:ea typeface="Nunito ExtraBold"/>
                <a:cs typeface="Nunito ExtraBold"/>
                <a:sym typeface="Nunito ExtraBold"/>
              </a:defRPr>
            </a:lvl3pPr>
            <a:lvl4pPr lvl="3" rtl="0" algn="ctr">
              <a:spcBef>
                <a:spcPts val="1600"/>
              </a:spcBef>
              <a:spcAft>
                <a:spcPts val="0"/>
              </a:spcAft>
              <a:buSzPts val="1400"/>
              <a:buFont typeface="Nunito ExtraBold"/>
              <a:buNone/>
              <a:defRPr>
                <a:latin typeface="Nunito ExtraBold"/>
                <a:ea typeface="Nunito ExtraBold"/>
                <a:cs typeface="Nunito ExtraBold"/>
                <a:sym typeface="Nunito ExtraBold"/>
              </a:defRPr>
            </a:lvl4pPr>
            <a:lvl5pPr lvl="4" rtl="0" algn="ctr">
              <a:spcBef>
                <a:spcPts val="1600"/>
              </a:spcBef>
              <a:spcAft>
                <a:spcPts val="0"/>
              </a:spcAft>
              <a:buSzPts val="1400"/>
              <a:buFont typeface="Nunito ExtraBold"/>
              <a:buNone/>
              <a:defRPr>
                <a:latin typeface="Nunito ExtraBold"/>
                <a:ea typeface="Nunito ExtraBold"/>
                <a:cs typeface="Nunito ExtraBold"/>
                <a:sym typeface="Nunito ExtraBold"/>
              </a:defRPr>
            </a:lvl5pPr>
            <a:lvl6pPr lvl="5" rtl="0" algn="ctr">
              <a:spcBef>
                <a:spcPts val="1600"/>
              </a:spcBef>
              <a:spcAft>
                <a:spcPts val="0"/>
              </a:spcAft>
              <a:buSzPts val="1400"/>
              <a:buFont typeface="Nunito ExtraBold"/>
              <a:buNone/>
              <a:defRPr>
                <a:latin typeface="Nunito ExtraBold"/>
                <a:ea typeface="Nunito ExtraBold"/>
                <a:cs typeface="Nunito ExtraBold"/>
                <a:sym typeface="Nunito ExtraBold"/>
              </a:defRPr>
            </a:lvl6pPr>
            <a:lvl7pPr lvl="6" rtl="0" algn="ctr">
              <a:spcBef>
                <a:spcPts val="1600"/>
              </a:spcBef>
              <a:spcAft>
                <a:spcPts val="0"/>
              </a:spcAft>
              <a:buSzPts val="1400"/>
              <a:buFont typeface="Nunito ExtraBold"/>
              <a:buNone/>
              <a:defRPr>
                <a:latin typeface="Nunito ExtraBold"/>
                <a:ea typeface="Nunito ExtraBold"/>
                <a:cs typeface="Nunito ExtraBold"/>
                <a:sym typeface="Nunito ExtraBold"/>
              </a:defRPr>
            </a:lvl7pPr>
            <a:lvl8pPr lvl="7" rtl="0" algn="ctr">
              <a:spcBef>
                <a:spcPts val="1600"/>
              </a:spcBef>
              <a:spcAft>
                <a:spcPts val="0"/>
              </a:spcAft>
              <a:buSzPts val="1400"/>
              <a:buFont typeface="Nunito ExtraBold"/>
              <a:buNone/>
              <a:defRPr>
                <a:latin typeface="Nunito ExtraBold"/>
                <a:ea typeface="Nunito ExtraBold"/>
                <a:cs typeface="Nunito ExtraBold"/>
                <a:sym typeface="Nunito ExtraBold"/>
              </a:defRPr>
            </a:lvl8pPr>
            <a:lvl9pPr lvl="8" rtl="0" algn="ctr">
              <a:spcBef>
                <a:spcPts val="1600"/>
              </a:spcBef>
              <a:spcAft>
                <a:spcPts val="1600"/>
              </a:spcAft>
              <a:buSzPts val="1400"/>
              <a:buFont typeface="Nunito ExtraBold"/>
              <a:buNone/>
              <a:defRPr>
                <a:latin typeface="Nunito ExtraBold"/>
                <a:ea typeface="Nunito ExtraBold"/>
                <a:cs typeface="Nunito ExtraBold"/>
                <a:sym typeface="Nunito ExtraBold"/>
              </a:defRPr>
            </a:lvl9pPr>
          </a:lstStyle>
          <a:p/>
        </p:txBody>
      </p:sp>
      <p:sp>
        <p:nvSpPr>
          <p:cNvPr id="1541" name="Google Shape;1541;p29"/>
          <p:cNvSpPr txBox="1"/>
          <p:nvPr>
            <p:ph idx="2" type="subTitle"/>
          </p:nvPr>
        </p:nvSpPr>
        <p:spPr>
          <a:xfrm>
            <a:off x="806850" y="2838450"/>
            <a:ext cx="1760700" cy="1066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lvl1pPr>
            <a:lvl2pPr lvl="1" rtl="0" algn="ctr">
              <a:spcBef>
                <a:spcPts val="1600"/>
              </a:spcBef>
              <a:spcAft>
                <a:spcPts val="0"/>
              </a:spcAft>
              <a:buSzPts val="1400"/>
              <a:buNone/>
              <a:defRPr/>
            </a:lvl2pPr>
            <a:lvl3pPr lvl="2" rtl="0" algn="ctr">
              <a:spcBef>
                <a:spcPts val="1600"/>
              </a:spcBef>
              <a:spcAft>
                <a:spcPts val="0"/>
              </a:spcAft>
              <a:buSzPts val="1400"/>
              <a:buNone/>
              <a:defRPr/>
            </a:lvl3pPr>
            <a:lvl4pPr lvl="3" rtl="0" algn="ctr">
              <a:spcBef>
                <a:spcPts val="1600"/>
              </a:spcBef>
              <a:spcAft>
                <a:spcPts val="0"/>
              </a:spcAft>
              <a:buSzPts val="1400"/>
              <a:buNone/>
              <a:defRPr/>
            </a:lvl4pPr>
            <a:lvl5pPr lvl="4" rtl="0" algn="ctr">
              <a:spcBef>
                <a:spcPts val="1600"/>
              </a:spcBef>
              <a:spcAft>
                <a:spcPts val="0"/>
              </a:spcAft>
              <a:buSzPts val="1400"/>
              <a:buNone/>
              <a:defRPr/>
            </a:lvl5pPr>
            <a:lvl6pPr lvl="5" rtl="0" algn="ctr">
              <a:spcBef>
                <a:spcPts val="1600"/>
              </a:spcBef>
              <a:spcAft>
                <a:spcPts val="0"/>
              </a:spcAft>
              <a:buSzPts val="1400"/>
              <a:buNone/>
              <a:defRPr/>
            </a:lvl6pPr>
            <a:lvl7pPr lvl="6" rtl="0" algn="ctr">
              <a:spcBef>
                <a:spcPts val="1600"/>
              </a:spcBef>
              <a:spcAft>
                <a:spcPts val="0"/>
              </a:spcAft>
              <a:buSzPts val="1400"/>
              <a:buNone/>
              <a:defRPr/>
            </a:lvl7pPr>
            <a:lvl8pPr lvl="7" rtl="0" algn="ctr">
              <a:spcBef>
                <a:spcPts val="1600"/>
              </a:spcBef>
              <a:spcAft>
                <a:spcPts val="0"/>
              </a:spcAft>
              <a:buSzPts val="1400"/>
              <a:buNone/>
              <a:defRPr/>
            </a:lvl8pPr>
            <a:lvl9pPr lvl="8" rtl="0" algn="ctr">
              <a:spcBef>
                <a:spcPts val="1600"/>
              </a:spcBef>
              <a:spcAft>
                <a:spcPts val="1600"/>
              </a:spcAft>
              <a:buSzPts val="1400"/>
              <a:buNone/>
              <a:defRPr/>
            </a:lvl9pPr>
          </a:lstStyle>
          <a:p/>
        </p:txBody>
      </p:sp>
      <p:sp>
        <p:nvSpPr>
          <p:cNvPr id="1542" name="Google Shape;1542;p29"/>
          <p:cNvSpPr txBox="1"/>
          <p:nvPr>
            <p:ph idx="3" type="subTitle"/>
          </p:nvPr>
        </p:nvSpPr>
        <p:spPr>
          <a:xfrm>
            <a:off x="3041197" y="2447925"/>
            <a:ext cx="1134000" cy="3999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800"/>
              <a:buFont typeface="Nunito ExtraBold"/>
              <a:buNone/>
              <a:defRPr>
                <a:latin typeface="Nunito ExtraBold"/>
                <a:ea typeface="Nunito ExtraBold"/>
                <a:cs typeface="Nunito ExtraBold"/>
                <a:sym typeface="Nunito ExtraBold"/>
              </a:defRPr>
            </a:lvl1pPr>
            <a:lvl2pPr lvl="1" rtl="0" algn="ctr">
              <a:spcBef>
                <a:spcPts val="1600"/>
              </a:spcBef>
              <a:spcAft>
                <a:spcPts val="0"/>
              </a:spcAft>
              <a:buSzPts val="1400"/>
              <a:buFont typeface="Nunito ExtraBold"/>
              <a:buNone/>
              <a:defRPr>
                <a:latin typeface="Nunito ExtraBold"/>
                <a:ea typeface="Nunito ExtraBold"/>
                <a:cs typeface="Nunito ExtraBold"/>
                <a:sym typeface="Nunito ExtraBold"/>
              </a:defRPr>
            </a:lvl2pPr>
            <a:lvl3pPr lvl="2" rtl="0" algn="ctr">
              <a:spcBef>
                <a:spcPts val="1600"/>
              </a:spcBef>
              <a:spcAft>
                <a:spcPts val="0"/>
              </a:spcAft>
              <a:buSzPts val="1400"/>
              <a:buFont typeface="Nunito ExtraBold"/>
              <a:buNone/>
              <a:defRPr>
                <a:latin typeface="Nunito ExtraBold"/>
                <a:ea typeface="Nunito ExtraBold"/>
                <a:cs typeface="Nunito ExtraBold"/>
                <a:sym typeface="Nunito ExtraBold"/>
              </a:defRPr>
            </a:lvl3pPr>
            <a:lvl4pPr lvl="3" rtl="0" algn="ctr">
              <a:spcBef>
                <a:spcPts val="1600"/>
              </a:spcBef>
              <a:spcAft>
                <a:spcPts val="0"/>
              </a:spcAft>
              <a:buSzPts val="1400"/>
              <a:buFont typeface="Nunito ExtraBold"/>
              <a:buNone/>
              <a:defRPr>
                <a:latin typeface="Nunito ExtraBold"/>
                <a:ea typeface="Nunito ExtraBold"/>
                <a:cs typeface="Nunito ExtraBold"/>
                <a:sym typeface="Nunito ExtraBold"/>
              </a:defRPr>
            </a:lvl4pPr>
            <a:lvl5pPr lvl="4" rtl="0" algn="ctr">
              <a:spcBef>
                <a:spcPts val="1600"/>
              </a:spcBef>
              <a:spcAft>
                <a:spcPts val="0"/>
              </a:spcAft>
              <a:buSzPts val="1400"/>
              <a:buFont typeface="Nunito ExtraBold"/>
              <a:buNone/>
              <a:defRPr>
                <a:latin typeface="Nunito ExtraBold"/>
                <a:ea typeface="Nunito ExtraBold"/>
                <a:cs typeface="Nunito ExtraBold"/>
                <a:sym typeface="Nunito ExtraBold"/>
              </a:defRPr>
            </a:lvl5pPr>
            <a:lvl6pPr lvl="5" rtl="0" algn="ctr">
              <a:spcBef>
                <a:spcPts val="1600"/>
              </a:spcBef>
              <a:spcAft>
                <a:spcPts val="0"/>
              </a:spcAft>
              <a:buSzPts val="1400"/>
              <a:buFont typeface="Nunito ExtraBold"/>
              <a:buNone/>
              <a:defRPr>
                <a:latin typeface="Nunito ExtraBold"/>
                <a:ea typeface="Nunito ExtraBold"/>
                <a:cs typeface="Nunito ExtraBold"/>
                <a:sym typeface="Nunito ExtraBold"/>
              </a:defRPr>
            </a:lvl6pPr>
            <a:lvl7pPr lvl="6" rtl="0" algn="ctr">
              <a:spcBef>
                <a:spcPts val="1600"/>
              </a:spcBef>
              <a:spcAft>
                <a:spcPts val="0"/>
              </a:spcAft>
              <a:buSzPts val="1400"/>
              <a:buFont typeface="Nunito ExtraBold"/>
              <a:buNone/>
              <a:defRPr>
                <a:latin typeface="Nunito ExtraBold"/>
                <a:ea typeface="Nunito ExtraBold"/>
                <a:cs typeface="Nunito ExtraBold"/>
                <a:sym typeface="Nunito ExtraBold"/>
              </a:defRPr>
            </a:lvl7pPr>
            <a:lvl8pPr lvl="7" rtl="0" algn="ctr">
              <a:spcBef>
                <a:spcPts val="1600"/>
              </a:spcBef>
              <a:spcAft>
                <a:spcPts val="0"/>
              </a:spcAft>
              <a:buSzPts val="1400"/>
              <a:buFont typeface="Nunito ExtraBold"/>
              <a:buNone/>
              <a:defRPr>
                <a:latin typeface="Nunito ExtraBold"/>
                <a:ea typeface="Nunito ExtraBold"/>
                <a:cs typeface="Nunito ExtraBold"/>
                <a:sym typeface="Nunito ExtraBold"/>
              </a:defRPr>
            </a:lvl8pPr>
            <a:lvl9pPr lvl="8" rtl="0" algn="ctr">
              <a:spcBef>
                <a:spcPts val="1600"/>
              </a:spcBef>
              <a:spcAft>
                <a:spcPts val="1600"/>
              </a:spcAft>
              <a:buSzPts val="1400"/>
              <a:buFont typeface="Nunito ExtraBold"/>
              <a:buNone/>
              <a:defRPr>
                <a:latin typeface="Nunito ExtraBold"/>
                <a:ea typeface="Nunito ExtraBold"/>
                <a:cs typeface="Nunito ExtraBold"/>
                <a:sym typeface="Nunito ExtraBold"/>
              </a:defRPr>
            </a:lvl9pPr>
          </a:lstStyle>
          <a:p/>
        </p:txBody>
      </p:sp>
      <p:sp>
        <p:nvSpPr>
          <p:cNvPr id="1543" name="Google Shape;1543;p29"/>
          <p:cNvSpPr txBox="1"/>
          <p:nvPr>
            <p:ph idx="4" type="subTitle"/>
          </p:nvPr>
        </p:nvSpPr>
        <p:spPr>
          <a:xfrm>
            <a:off x="2729617" y="2838450"/>
            <a:ext cx="1764900" cy="1069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lvl1pPr>
            <a:lvl2pPr lvl="1" rtl="0" algn="ctr">
              <a:spcBef>
                <a:spcPts val="1600"/>
              </a:spcBef>
              <a:spcAft>
                <a:spcPts val="0"/>
              </a:spcAft>
              <a:buSzPts val="1400"/>
              <a:buNone/>
              <a:defRPr/>
            </a:lvl2pPr>
            <a:lvl3pPr lvl="2" rtl="0" algn="ctr">
              <a:spcBef>
                <a:spcPts val="1600"/>
              </a:spcBef>
              <a:spcAft>
                <a:spcPts val="0"/>
              </a:spcAft>
              <a:buSzPts val="1400"/>
              <a:buNone/>
              <a:defRPr/>
            </a:lvl3pPr>
            <a:lvl4pPr lvl="3" rtl="0" algn="ctr">
              <a:spcBef>
                <a:spcPts val="1600"/>
              </a:spcBef>
              <a:spcAft>
                <a:spcPts val="0"/>
              </a:spcAft>
              <a:buSzPts val="1400"/>
              <a:buNone/>
              <a:defRPr/>
            </a:lvl4pPr>
            <a:lvl5pPr lvl="4" rtl="0" algn="ctr">
              <a:spcBef>
                <a:spcPts val="1600"/>
              </a:spcBef>
              <a:spcAft>
                <a:spcPts val="0"/>
              </a:spcAft>
              <a:buSzPts val="1400"/>
              <a:buNone/>
              <a:defRPr/>
            </a:lvl5pPr>
            <a:lvl6pPr lvl="5" rtl="0" algn="ctr">
              <a:spcBef>
                <a:spcPts val="1600"/>
              </a:spcBef>
              <a:spcAft>
                <a:spcPts val="0"/>
              </a:spcAft>
              <a:buSzPts val="1400"/>
              <a:buNone/>
              <a:defRPr/>
            </a:lvl6pPr>
            <a:lvl7pPr lvl="6" rtl="0" algn="ctr">
              <a:spcBef>
                <a:spcPts val="1600"/>
              </a:spcBef>
              <a:spcAft>
                <a:spcPts val="0"/>
              </a:spcAft>
              <a:buSzPts val="1400"/>
              <a:buNone/>
              <a:defRPr/>
            </a:lvl7pPr>
            <a:lvl8pPr lvl="7" rtl="0" algn="ctr">
              <a:spcBef>
                <a:spcPts val="1600"/>
              </a:spcBef>
              <a:spcAft>
                <a:spcPts val="0"/>
              </a:spcAft>
              <a:buSzPts val="1400"/>
              <a:buNone/>
              <a:defRPr/>
            </a:lvl8pPr>
            <a:lvl9pPr lvl="8" rtl="0" algn="ctr">
              <a:spcBef>
                <a:spcPts val="1600"/>
              </a:spcBef>
              <a:spcAft>
                <a:spcPts val="1600"/>
              </a:spcAft>
              <a:buSzPts val="1400"/>
              <a:buNone/>
              <a:defRPr/>
            </a:lvl9pPr>
          </a:lstStyle>
          <a:p/>
        </p:txBody>
      </p:sp>
      <p:sp>
        <p:nvSpPr>
          <p:cNvPr id="1544" name="Google Shape;1544;p29"/>
          <p:cNvSpPr txBox="1"/>
          <p:nvPr>
            <p:ph idx="5" type="subTitle"/>
          </p:nvPr>
        </p:nvSpPr>
        <p:spPr>
          <a:xfrm>
            <a:off x="4972408" y="2447925"/>
            <a:ext cx="1134000" cy="3999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800"/>
              <a:buFont typeface="Nunito ExtraBold"/>
              <a:buNone/>
              <a:defRPr>
                <a:latin typeface="Nunito ExtraBold"/>
                <a:ea typeface="Nunito ExtraBold"/>
                <a:cs typeface="Nunito ExtraBold"/>
                <a:sym typeface="Nunito ExtraBold"/>
              </a:defRPr>
            </a:lvl1pPr>
            <a:lvl2pPr lvl="1" rtl="0" algn="ctr">
              <a:spcBef>
                <a:spcPts val="1600"/>
              </a:spcBef>
              <a:spcAft>
                <a:spcPts val="0"/>
              </a:spcAft>
              <a:buSzPts val="1400"/>
              <a:buFont typeface="Nunito ExtraBold"/>
              <a:buNone/>
              <a:defRPr>
                <a:latin typeface="Nunito ExtraBold"/>
                <a:ea typeface="Nunito ExtraBold"/>
                <a:cs typeface="Nunito ExtraBold"/>
                <a:sym typeface="Nunito ExtraBold"/>
              </a:defRPr>
            </a:lvl2pPr>
            <a:lvl3pPr lvl="2" rtl="0" algn="ctr">
              <a:spcBef>
                <a:spcPts val="1600"/>
              </a:spcBef>
              <a:spcAft>
                <a:spcPts val="0"/>
              </a:spcAft>
              <a:buSzPts val="1400"/>
              <a:buFont typeface="Nunito ExtraBold"/>
              <a:buNone/>
              <a:defRPr>
                <a:latin typeface="Nunito ExtraBold"/>
                <a:ea typeface="Nunito ExtraBold"/>
                <a:cs typeface="Nunito ExtraBold"/>
                <a:sym typeface="Nunito ExtraBold"/>
              </a:defRPr>
            </a:lvl3pPr>
            <a:lvl4pPr lvl="3" rtl="0" algn="ctr">
              <a:spcBef>
                <a:spcPts val="1600"/>
              </a:spcBef>
              <a:spcAft>
                <a:spcPts val="0"/>
              </a:spcAft>
              <a:buSzPts val="1400"/>
              <a:buFont typeface="Nunito ExtraBold"/>
              <a:buNone/>
              <a:defRPr>
                <a:latin typeface="Nunito ExtraBold"/>
                <a:ea typeface="Nunito ExtraBold"/>
                <a:cs typeface="Nunito ExtraBold"/>
                <a:sym typeface="Nunito ExtraBold"/>
              </a:defRPr>
            </a:lvl4pPr>
            <a:lvl5pPr lvl="4" rtl="0" algn="ctr">
              <a:spcBef>
                <a:spcPts val="1600"/>
              </a:spcBef>
              <a:spcAft>
                <a:spcPts val="0"/>
              </a:spcAft>
              <a:buSzPts val="1400"/>
              <a:buFont typeface="Nunito ExtraBold"/>
              <a:buNone/>
              <a:defRPr>
                <a:latin typeface="Nunito ExtraBold"/>
                <a:ea typeface="Nunito ExtraBold"/>
                <a:cs typeface="Nunito ExtraBold"/>
                <a:sym typeface="Nunito ExtraBold"/>
              </a:defRPr>
            </a:lvl5pPr>
            <a:lvl6pPr lvl="5" rtl="0" algn="ctr">
              <a:spcBef>
                <a:spcPts val="1600"/>
              </a:spcBef>
              <a:spcAft>
                <a:spcPts val="0"/>
              </a:spcAft>
              <a:buSzPts val="1400"/>
              <a:buFont typeface="Nunito ExtraBold"/>
              <a:buNone/>
              <a:defRPr>
                <a:latin typeface="Nunito ExtraBold"/>
                <a:ea typeface="Nunito ExtraBold"/>
                <a:cs typeface="Nunito ExtraBold"/>
                <a:sym typeface="Nunito ExtraBold"/>
              </a:defRPr>
            </a:lvl6pPr>
            <a:lvl7pPr lvl="6" rtl="0" algn="ctr">
              <a:spcBef>
                <a:spcPts val="1600"/>
              </a:spcBef>
              <a:spcAft>
                <a:spcPts val="0"/>
              </a:spcAft>
              <a:buSzPts val="1400"/>
              <a:buFont typeface="Nunito ExtraBold"/>
              <a:buNone/>
              <a:defRPr>
                <a:latin typeface="Nunito ExtraBold"/>
                <a:ea typeface="Nunito ExtraBold"/>
                <a:cs typeface="Nunito ExtraBold"/>
                <a:sym typeface="Nunito ExtraBold"/>
              </a:defRPr>
            </a:lvl7pPr>
            <a:lvl8pPr lvl="7" rtl="0" algn="ctr">
              <a:spcBef>
                <a:spcPts val="1600"/>
              </a:spcBef>
              <a:spcAft>
                <a:spcPts val="0"/>
              </a:spcAft>
              <a:buSzPts val="1400"/>
              <a:buFont typeface="Nunito ExtraBold"/>
              <a:buNone/>
              <a:defRPr>
                <a:latin typeface="Nunito ExtraBold"/>
                <a:ea typeface="Nunito ExtraBold"/>
                <a:cs typeface="Nunito ExtraBold"/>
                <a:sym typeface="Nunito ExtraBold"/>
              </a:defRPr>
            </a:lvl8pPr>
            <a:lvl9pPr lvl="8" rtl="0" algn="ctr">
              <a:spcBef>
                <a:spcPts val="1600"/>
              </a:spcBef>
              <a:spcAft>
                <a:spcPts val="1600"/>
              </a:spcAft>
              <a:buSzPts val="1400"/>
              <a:buFont typeface="Nunito ExtraBold"/>
              <a:buNone/>
              <a:defRPr>
                <a:latin typeface="Nunito ExtraBold"/>
                <a:ea typeface="Nunito ExtraBold"/>
                <a:cs typeface="Nunito ExtraBold"/>
                <a:sym typeface="Nunito ExtraBold"/>
              </a:defRPr>
            </a:lvl9pPr>
          </a:lstStyle>
          <a:p/>
        </p:txBody>
      </p:sp>
      <p:sp>
        <p:nvSpPr>
          <p:cNvPr id="1545" name="Google Shape;1545;p29"/>
          <p:cNvSpPr txBox="1"/>
          <p:nvPr>
            <p:ph idx="6" type="subTitle"/>
          </p:nvPr>
        </p:nvSpPr>
        <p:spPr>
          <a:xfrm>
            <a:off x="4656583" y="2838450"/>
            <a:ext cx="1764900" cy="1069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lvl1pPr>
            <a:lvl2pPr lvl="1" rtl="0" algn="ctr">
              <a:spcBef>
                <a:spcPts val="1600"/>
              </a:spcBef>
              <a:spcAft>
                <a:spcPts val="0"/>
              </a:spcAft>
              <a:buSzPts val="1400"/>
              <a:buNone/>
              <a:defRPr/>
            </a:lvl2pPr>
            <a:lvl3pPr lvl="2" rtl="0" algn="ctr">
              <a:spcBef>
                <a:spcPts val="1600"/>
              </a:spcBef>
              <a:spcAft>
                <a:spcPts val="0"/>
              </a:spcAft>
              <a:buSzPts val="1400"/>
              <a:buNone/>
              <a:defRPr/>
            </a:lvl3pPr>
            <a:lvl4pPr lvl="3" rtl="0" algn="ctr">
              <a:spcBef>
                <a:spcPts val="1600"/>
              </a:spcBef>
              <a:spcAft>
                <a:spcPts val="0"/>
              </a:spcAft>
              <a:buSzPts val="1400"/>
              <a:buNone/>
              <a:defRPr/>
            </a:lvl4pPr>
            <a:lvl5pPr lvl="4" rtl="0" algn="ctr">
              <a:spcBef>
                <a:spcPts val="1600"/>
              </a:spcBef>
              <a:spcAft>
                <a:spcPts val="0"/>
              </a:spcAft>
              <a:buSzPts val="1400"/>
              <a:buNone/>
              <a:defRPr/>
            </a:lvl5pPr>
            <a:lvl6pPr lvl="5" rtl="0" algn="ctr">
              <a:spcBef>
                <a:spcPts val="1600"/>
              </a:spcBef>
              <a:spcAft>
                <a:spcPts val="0"/>
              </a:spcAft>
              <a:buSzPts val="1400"/>
              <a:buNone/>
              <a:defRPr/>
            </a:lvl6pPr>
            <a:lvl7pPr lvl="6" rtl="0" algn="ctr">
              <a:spcBef>
                <a:spcPts val="1600"/>
              </a:spcBef>
              <a:spcAft>
                <a:spcPts val="0"/>
              </a:spcAft>
              <a:buSzPts val="1400"/>
              <a:buNone/>
              <a:defRPr/>
            </a:lvl7pPr>
            <a:lvl8pPr lvl="7" rtl="0" algn="ctr">
              <a:spcBef>
                <a:spcPts val="1600"/>
              </a:spcBef>
              <a:spcAft>
                <a:spcPts val="0"/>
              </a:spcAft>
              <a:buSzPts val="1400"/>
              <a:buNone/>
              <a:defRPr/>
            </a:lvl8pPr>
            <a:lvl9pPr lvl="8" rtl="0" algn="ctr">
              <a:spcBef>
                <a:spcPts val="1600"/>
              </a:spcBef>
              <a:spcAft>
                <a:spcPts val="1600"/>
              </a:spcAft>
              <a:buSzPts val="1400"/>
              <a:buNone/>
              <a:defRPr/>
            </a:lvl9pPr>
          </a:lstStyle>
          <a:p/>
        </p:txBody>
      </p:sp>
      <p:sp>
        <p:nvSpPr>
          <p:cNvPr id="1546" name="Google Shape;1546;p29"/>
          <p:cNvSpPr txBox="1"/>
          <p:nvPr>
            <p:ph idx="7" type="subTitle"/>
          </p:nvPr>
        </p:nvSpPr>
        <p:spPr>
          <a:xfrm>
            <a:off x="6899000" y="2447925"/>
            <a:ext cx="1134000" cy="3999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800"/>
              <a:buFont typeface="Nunito ExtraBold"/>
              <a:buNone/>
              <a:defRPr>
                <a:latin typeface="Nunito ExtraBold"/>
                <a:ea typeface="Nunito ExtraBold"/>
                <a:cs typeface="Nunito ExtraBold"/>
                <a:sym typeface="Nunito ExtraBold"/>
              </a:defRPr>
            </a:lvl1pPr>
            <a:lvl2pPr lvl="1" rtl="0" algn="ctr">
              <a:spcBef>
                <a:spcPts val="1600"/>
              </a:spcBef>
              <a:spcAft>
                <a:spcPts val="0"/>
              </a:spcAft>
              <a:buSzPts val="1400"/>
              <a:buFont typeface="Nunito ExtraBold"/>
              <a:buNone/>
              <a:defRPr>
                <a:latin typeface="Nunito ExtraBold"/>
                <a:ea typeface="Nunito ExtraBold"/>
                <a:cs typeface="Nunito ExtraBold"/>
                <a:sym typeface="Nunito ExtraBold"/>
              </a:defRPr>
            </a:lvl2pPr>
            <a:lvl3pPr lvl="2" rtl="0" algn="ctr">
              <a:spcBef>
                <a:spcPts val="1600"/>
              </a:spcBef>
              <a:spcAft>
                <a:spcPts val="0"/>
              </a:spcAft>
              <a:buSzPts val="1400"/>
              <a:buFont typeface="Nunito ExtraBold"/>
              <a:buNone/>
              <a:defRPr>
                <a:latin typeface="Nunito ExtraBold"/>
                <a:ea typeface="Nunito ExtraBold"/>
                <a:cs typeface="Nunito ExtraBold"/>
                <a:sym typeface="Nunito ExtraBold"/>
              </a:defRPr>
            </a:lvl3pPr>
            <a:lvl4pPr lvl="3" rtl="0" algn="ctr">
              <a:spcBef>
                <a:spcPts val="1600"/>
              </a:spcBef>
              <a:spcAft>
                <a:spcPts val="0"/>
              </a:spcAft>
              <a:buSzPts val="1400"/>
              <a:buFont typeface="Nunito ExtraBold"/>
              <a:buNone/>
              <a:defRPr>
                <a:latin typeface="Nunito ExtraBold"/>
                <a:ea typeface="Nunito ExtraBold"/>
                <a:cs typeface="Nunito ExtraBold"/>
                <a:sym typeface="Nunito ExtraBold"/>
              </a:defRPr>
            </a:lvl4pPr>
            <a:lvl5pPr lvl="4" rtl="0" algn="ctr">
              <a:spcBef>
                <a:spcPts val="1600"/>
              </a:spcBef>
              <a:spcAft>
                <a:spcPts val="0"/>
              </a:spcAft>
              <a:buSzPts val="1400"/>
              <a:buFont typeface="Nunito ExtraBold"/>
              <a:buNone/>
              <a:defRPr>
                <a:latin typeface="Nunito ExtraBold"/>
                <a:ea typeface="Nunito ExtraBold"/>
                <a:cs typeface="Nunito ExtraBold"/>
                <a:sym typeface="Nunito ExtraBold"/>
              </a:defRPr>
            </a:lvl5pPr>
            <a:lvl6pPr lvl="5" rtl="0" algn="ctr">
              <a:spcBef>
                <a:spcPts val="1600"/>
              </a:spcBef>
              <a:spcAft>
                <a:spcPts val="0"/>
              </a:spcAft>
              <a:buSzPts val="1400"/>
              <a:buFont typeface="Nunito ExtraBold"/>
              <a:buNone/>
              <a:defRPr>
                <a:latin typeface="Nunito ExtraBold"/>
                <a:ea typeface="Nunito ExtraBold"/>
                <a:cs typeface="Nunito ExtraBold"/>
                <a:sym typeface="Nunito ExtraBold"/>
              </a:defRPr>
            </a:lvl6pPr>
            <a:lvl7pPr lvl="6" rtl="0" algn="ctr">
              <a:spcBef>
                <a:spcPts val="1600"/>
              </a:spcBef>
              <a:spcAft>
                <a:spcPts val="0"/>
              </a:spcAft>
              <a:buSzPts val="1400"/>
              <a:buFont typeface="Nunito ExtraBold"/>
              <a:buNone/>
              <a:defRPr>
                <a:latin typeface="Nunito ExtraBold"/>
                <a:ea typeface="Nunito ExtraBold"/>
                <a:cs typeface="Nunito ExtraBold"/>
                <a:sym typeface="Nunito ExtraBold"/>
              </a:defRPr>
            </a:lvl7pPr>
            <a:lvl8pPr lvl="7" rtl="0" algn="ctr">
              <a:spcBef>
                <a:spcPts val="1600"/>
              </a:spcBef>
              <a:spcAft>
                <a:spcPts val="0"/>
              </a:spcAft>
              <a:buSzPts val="1400"/>
              <a:buFont typeface="Nunito ExtraBold"/>
              <a:buNone/>
              <a:defRPr>
                <a:latin typeface="Nunito ExtraBold"/>
                <a:ea typeface="Nunito ExtraBold"/>
                <a:cs typeface="Nunito ExtraBold"/>
                <a:sym typeface="Nunito ExtraBold"/>
              </a:defRPr>
            </a:lvl8pPr>
            <a:lvl9pPr lvl="8" rtl="0" algn="ctr">
              <a:spcBef>
                <a:spcPts val="1600"/>
              </a:spcBef>
              <a:spcAft>
                <a:spcPts val="1600"/>
              </a:spcAft>
              <a:buSzPts val="1400"/>
              <a:buFont typeface="Nunito ExtraBold"/>
              <a:buNone/>
              <a:defRPr>
                <a:latin typeface="Nunito ExtraBold"/>
                <a:ea typeface="Nunito ExtraBold"/>
                <a:cs typeface="Nunito ExtraBold"/>
                <a:sym typeface="Nunito ExtraBold"/>
              </a:defRPr>
            </a:lvl9pPr>
          </a:lstStyle>
          <a:p/>
        </p:txBody>
      </p:sp>
      <p:sp>
        <p:nvSpPr>
          <p:cNvPr id="1547" name="Google Shape;1547;p29"/>
          <p:cNvSpPr txBox="1"/>
          <p:nvPr>
            <p:ph idx="8" type="subTitle"/>
          </p:nvPr>
        </p:nvSpPr>
        <p:spPr>
          <a:xfrm>
            <a:off x="6583550" y="2838450"/>
            <a:ext cx="1764900" cy="1069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lvl1pPr>
            <a:lvl2pPr lvl="1" rtl="0" algn="ctr">
              <a:spcBef>
                <a:spcPts val="1600"/>
              </a:spcBef>
              <a:spcAft>
                <a:spcPts val="0"/>
              </a:spcAft>
              <a:buSzPts val="1400"/>
              <a:buNone/>
              <a:defRPr/>
            </a:lvl2pPr>
            <a:lvl3pPr lvl="2" rtl="0" algn="ctr">
              <a:spcBef>
                <a:spcPts val="1600"/>
              </a:spcBef>
              <a:spcAft>
                <a:spcPts val="0"/>
              </a:spcAft>
              <a:buSzPts val="1400"/>
              <a:buNone/>
              <a:defRPr/>
            </a:lvl3pPr>
            <a:lvl4pPr lvl="3" rtl="0" algn="ctr">
              <a:spcBef>
                <a:spcPts val="1600"/>
              </a:spcBef>
              <a:spcAft>
                <a:spcPts val="0"/>
              </a:spcAft>
              <a:buSzPts val="1400"/>
              <a:buNone/>
              <a:defRPr/>
            </a:lvl4pPr>
            <a:lvl5pPr lvl="4" rtl="0" algn="ctr">
              <a:spcBef>
                <a:spcPts val="1600"/>
              </a:spcBef>
              <a:spcAft>
                <a:spcPts val="0"/>
              </a:spcAft>
              <a:buSzPts val="1400"/>
              <a:buNone/>
              <a:defRPr/>
            </a:lvl5pPr>
            <a:lvl6pPr lvl="5" rtl="0" algn="ctr">
              <a:spcBef>
                <a:spcPts val="1600"/>
              </a:spcBef>
              <a:spcAft>
                <a:spcPts val="0"/>
              </a:spcAft>
              <a:buSzPts val="1400"/>
              <a:buNone/>
              <a:defRPr/>
            </a:lvl6pPr>
            <a:lvl7pPr lvl="6" rtl="0" algn="ctr">
              <a:spcBef>
                <a:spcPts val="1600"/>
              </a:spcBef>
              <a:spcAft>
                <a:spcPts val="0"/>
              </a:spcAft>
              <a:buSzPts val="1400"/>
              <a:buNone/>
              <a:defRPr/>
            </a:lvl7pPr>
            <a:lvl8pPr lvl="7" rtl="0" algn="ctr">
              <a:spcBef>
                <a:spcPts val="1600"/>
              </a:spcBef>
              <a:spcAft>
                <a:spcPts val="0"/>
              </a:spcAft>
              <a:buSzPts val="1400"/>
              <a:buNone/>
              <a:defRPr/>
            </a:lvl8pPr>
            <a:lvl9pPr lvl="8" rtl="0" algn="ctr">
              <a:spcBef>
                <a:spcPts val="1600"/>
              </a:spcBef>
              <a:spcAft>
                <a:spcPts val="1600"/>
              </a:spcAft>
              <a:buSzPts val="1400"/>
              <a:buNone/>
              <a:defRPr/>
            </a:lvl9pPr>
          </a:lstStyle>
          <a:p/>
        </p:txBody>
      </p:sp>
      <p:sp>
        <p:nvSpPr>
          <p:cNvPr id="1548" name="Google Shape;1548;p29"/>
          <p:cNvSpPr/>
          <p:nvPr/>
        </p:nvSpPr>
        <p:spPr>
          <a:xfrm>
            <a:off x="358848" y="920049"/>
            <a:ext cx="261014" cy="257301"/>
          </a:xfrm>
          <a:custGeom>
            <a:rect b="b" l="l" r="r" t="t"/>
            <a:pathLst>
              <a:path extrusionOk="0" h="3971" w="4028">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9" name="Google Shape;1549;p29"/>
          <p:cNvSpPr/>
          <p:nvPr/>
        </p:nvSpPr>
        <p:spPr>
          <a:xfrm>
            <a:off x="489161" y="634368"/>
            <a:ext cx="60199" cy="60130"/>
          </a:xfrm>
          <a:custGeom>
            <a:rect b="b" l="l" r="r" t="t"/>
            <a:pathLst>
              <a:path extrusionOk="0" h="928" w="929">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0" name="Google Shape;1550;p29"/>
          <p:cNvSpPr/>
          <p:nvPr/>
        </p:nvSpPr>
        <p:spPr>
          <a:xfrm>
            <a:off x="647985" y="1568777"/>
            <a:ext cx="59875" cy="59871"/>
          </a:xfrm>
          <a:custGeom>
            <a:rect b="b" l="l" r="r" t="t"/>
            <a:pathLst>
              <a:path extrusionOk="0" h="924" w="924">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1" name="Google Shape;1551;p29"/>
          <p:cNvSpPr/>
          <p:nvPr/>
        </p:nvSpPr>
        <p:spPr>
          <a:xfrm>
            <a:off x="887978" y="969144"/>
            <a:ext cx="60134" cy="60130"/>
          </a:xfrm>
          <a:custGeom>
            <a:rect b="b" l="l" r="r" t="t"/>
            <a:pathLst>
              <a:path extrusionOk="0" h="928" w="928">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1">
  <p:cSld name="CUSTOM_1_1_1_1">
    <p:spTree>
      <p:nvGrpSpPr>
        <p:cNvPr id="1552" name="Shape 1552"/>
        <p:cNvGrpSpPr/>
        <p:nvPr/>
      </p:nvGrpSpPr>
      <p:grpSpPr>
        <a:xfrm>
          <a:off x="0" y="0"/>
          <a:ext cx="0" cy="0"/>
          <a:chOff x="0" y="0"/>
          <a:chExt cx="0" cy="0"/>
        </a:xfrm>
      </p:grpSpPr>
      <p:sp>
        <p:nvSpPr>
          <p:cNvPr id="1553" name="Google Shape;1553;p30"/>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Clr>
                <a:schemeClr val="lt2"/>
              </a:buClr>
              <a:buSzPts val="2800"/>
              <a:buNone/>
              <a:defRPr>
                <a:solidFill>
                  <a:schemeClr val="lt2"/>
                </a:solidFill>
              </a:defRPr>
            </a:lvl2pPr>
            <a:lvl3pPr lvl="2" rtl="0">
              <a:spcBef>
                <a:spcPts val="0"/>
              </a:spcBef>
              <a:spcAft>
                <a:spcPts val="0"/>
              </a:spcAft>
              <a:buClr>
                <a:schemeClr val="lt2"/>
              </a:buClr>
              <a:buSzPts val="2800"/>
              <a:buNone/>
              <a:defRPr>
                <a:solidFill>
                  <a:schemeClr val="lt2"/>
                </a:solidFill>
              </a:defRPr>
            </a:lvl3pPr>
            <a:lvl4pPr lvl="3" rtl="0">
              <a:spcBef>
                <a:spcPts val="0"/>
              </a:spcBef>
              <a:spcAft>
                <a:spcPts val="0"/>
              </a:spcAft>
              <a:buClr>
                <a:schemeClr val="lt2"/>
              </a:buClr>
              <a:buSzPts val="2800"/>
              <a:buNone/>
              <a:defRPr>
                <a:solidFill>
                  <a:schemeClr val="lt2"/>
                </a:solidFill>
              </a:defRPr>
            </a:lvl4pPr>
            <a:lvl5pPr lvl="4" rtl="0">
              <a:spcBef>
                <a:spcPts val="0"/>
              </a:spcBef>
              <a:spcAft>
                <a:spcPts val="0"/>
              </a:spcAft>
              <a:buClr>
                <a:schemeClr val="lt2"/>
              </a:buClr>
              <a:buSzPts val="2800"/>
              <a:buNone/>
              <a:defRPr>
                <a:solidFill>
                  <a:schemeClr val="lt2"/>
                </a:solidFill>
              </a:defRPr>
            </a:lvl5pPr>
            <a:lvl6pPr lvl="5" rtl="0">
              <a:spcBef>
                <a:spcPts val="0"/>
              </a:spcBef>
              <a:spcAft>
                <a:spcPts val="0"/>
              </a:spcAft>
              <a:buClr>
                <a:schemeClr val="lt2"/>
              </a:buClr>
              <a:buSzPts val="2800"/>
              <a:buNone/>
              <a:defRPr>
                <a:solidFill>
                  <a:schemeClr val="lt2"/>
                </a:solidFill>
              </a:defRPr>
            </a:lvl6pPr>
            <a:lvl7pPr lvl="6" rtl="0">
              <a:spcBef>
                <a:spcPts val="0"/>
              </a:spcBef>
              <a:spcAft>
                <a:spcPts val="0"/>
              </a:spcAft>
              <a:buClr>
                <a:schemeClr val="lt2"/>
              </a:buClr>
              <a:buSzPts val="2800"/>
              <a:buNone/>
              <a:defRPr>
                <a:solidFill>
                  <a:schemeClr val="lt2"/>
                </a:solidFill>
              </a:defRPr>
            </a:lvl7pPr>
            <a:lvl8pPr lvl="7" rtl="0">
              <a:spcBef>
                <a:spcPts val="0"/>
              </a:spcBef>
              <a:spcAft>
                <a:spcPts val="0"/>
              </a:spcAft>
              <a:buClr>
                <a:schemeClr val="lt2"/>
              </a:buClr>
              <a:buSzPts val="2800"/>
              <a:buNone/>
              <a:defRPr>
                <a:solidFill>
                  <a:schemeClr val="lt2"/>
                </a:solidFill>
              </a:defRPr>
            </a:lvl8pPr>
            <a:lvl9pPr lvl="8" rtl="0">
              <a:spcBef>
                <a:spcPts val="0"/>
              </a:spcBef>
              <a:spcAft>
                <a:spcPts val="0"/>
              </a:spcAft>
              <a:buClr>
                <a:schemeClr val="lt2"/>
              </a:buClr>
              <a:buSzPts val="2800"/>
              <a:buNone/>
              <a:defRPr>
                <a:solidFill>
                  <a:schemeClr val="lt2"/>
                </a:solidFill>
              </a:defRPr>
            </a:lvl9pPr>
          </a:lstStyle>
          <a:p/>
        </p:txBody>
      </p:sp>
      <p:sp>
        <p:nvSpPr>
          <p:cNvPr id="1554" name="Google Shape;1554;p30"/>
          <p:cNvSpPr/>
          <p:nvPr/>
        </p:nvSpPr>
        <p:spPr>
          <a:xfrm rot="10800000">
            <a:off x="7048495" y="2269125"/>
            <a:ext cx="2051903" cy="2874373"/>
          </a:xfrm>
          <a:custGeom>
            <a:rect b="b" l="l" r="r" t="t"/>
            <a:pathLst>
              <a:path extrusionOk="0" h="69648" w="49719">
                <a:moveTo>
                  <a:pt x="0" y="1"/>
                </a:moveTo>
                <a:lnTo>
                  <a:pt x="0" y="69648"/>
                </a:lnTo>
                <a:cubicBezTo>
                  <a:pt x="7726" y="62086"/>
                  <a:pt x="13329" y="52510"/>
                  <a:pt x="9032" y="42442"/>
                </a:cubicBezTo>
                <a:cubicBezTo>
                  <a:pt x="684" y="23087"/>
                  <a:pt x="10447" y="12185"/>
                  <a:pt x="21914" y="12185"/>
                </a:cubicBezTo>
                <a:cubicBezTo>
                  <a:pt x="22406" y="12185"/>
                  <a:pt x="22900" y="12205"/>
                  <a:pt x="23397" y="12245"/>
                </a:cubicBezTo>
                <a:cubicBezTo>
                  <a:pt x="25475" y="12417"/>
                  <a:pt x="27419" y="12499"/>
                  <a:pt x="29233" y="12499"/>
                </a:cubicBezTo>
                <a:cubicBezTo>
                  <a:pt x="43567" y="12499"/>
                  <a:pt x="49719" y="7342"/>
                  <a:pt x="4875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5" name="Google Shape;1555;p30"/>
          <p:cNvSpPr/>
          <p:nvPr/>
        </p:nvSpPr>
        <p:spPr>
          <a:xfrm>
            <a:off x="0" y="0"/>
            <a:ext cx="4687105" cy="634373"/>
          </a:xfrm>
          <a:custGeom>
            <a:rect b="b" l="l" r="r" t="t"/>
            <a:pathLst>
              <a:path extrusionOk="0" h="16489" w="121830">
                <a:moveTo>
                  <a:pt x="0" y="0"/>
                </a:moveTo>
                <a:lnTo>
                  <a:pt x="0" y="16489"/>
                </a:lnTo>
                <a:cubicBezTo>
                  <a:pt x="6168" y="13464"/>
                  <a:pt x="26903" y="8978"/>
                  <a:pt x="43499" y="8978"/>
                </a:cubicBezTo>
                <a:cubicBezTo>
                  <a:pt x="49308" y="8978"/>
                  <a:pt x="54610" y="9528"/>
                  <a:pt x="58603" y="10882"/>
                </a:cubicBezTo>
                <a:cubicBezTo>
                  <a:pt x="64748" y="12941"/>
                  <a:pt x="68805" y="13769"/>
                  <a:pt x="71786" y="13769"/>
                </a:cubicBezTo>
                <a:cubicBezTo>
                  <a:pt x="79047" y="13769"/>
                  <a:pt x="79930" y="8856"/>
                  <a:pt x="89074" y="4845"/>
                </a:cubicBezTo>
                <a:cubicBezTo>
                  <a:pt x="95712" y="1907"/>
                  <a:pt x="117638" y="1741"/>
                  <a:pt x="12182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6" name="Google Shape;1556;p30"/>
          <p:cNvSpPr/>
          <p:nvPr/>
        </p:nvSpPr>
        <p:spPr>
          <a:xfrm>
            <a:off x="123948" y="4008487"/>
            <a:ext cx="261014" cy="257301"/>
          </a:xfrm>
          <a:custGeom>
            <a:rect b="b" l="l" r="r" t="t"/>
            <a:pathLst>
              <a:path extrusionOk="0" h="3971" w="4028">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7" name="Google Shape;1557;p30"/>
          <p:cNvSpPr/>
          <p:nvPr/>
        </p:nvSpPr>
        <p:spPr>
          <a:xfrm>
            <a:off x="254261" y="3722806"/>
            <a:ext cx="60199" cy="60130"/>
          </a:xfrm>
          <a:custGeom>
            <a:rect b="b" l="l" r="r" t="t"/>
            <a:pathLst>
              <a:path extrusionOk="0" h="928" w="929">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8" name="Google Shape;1558;p30"/>
          <p:cNvSpPr/>
          <p:nvPr/>
        </p:nvSpPr>
        <p:spPr>
          <a:xfrm>
            <a:off x="413085" y="4657214"/>
            <a:ext cx="59875" cy="59871"/>
          </a:xfrm>
          <a:custGeom>
            <a:rect b="b" l="l" r="r" t="t"/>
            <a:pathLst>
              <a:path extrusionOk="0" h="924" w="924">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9" name="Google Shape;1559;p30"/>
          <p:cNvSpPr/>
          <p:nvPr/>
        </p:nvSpPr>
        <p:spPr>
          <a:xfrm>
            <a:off x="653078" y="4057582"/>
            <a:ext cx="60134" cy="60130"/>
          </a:xfrm>
          <a:custGeom>
            <a:rect b="b" l="l" r="r" t="t"/>
            <a:pathLst>
              <a:path extrusionOk="0" h="928" w="928">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0" name="Google Shape;1560;p30"/>
          <p:cNvSpPr/>
          <p:nvPr/>
        </p:nvSpPr>
        <p:spPr>
          <a:xfrm>
            <a:off x="8554680" y="962741"/>
            <a:ext cx="257321" cy="257560"/>
          </a:xfrm>
          <a:custGeom>
            <a:rect b="b" l="l" r="r" t="t"/>
            <a:pathLst>
              <a:path extrusionOk="0" h="3975" w="3971">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1" name="Google Shape;1561;p30"/>
          <p:cNvSpPr/>
          <p:nvPr/>
        </p:nvSpPr>
        <p:spPr>
          <a:xfrm>
            <a:off x="7189992" y="173020"/>
            <a:ext cx="243518" cy="243435"/>
          </a:xfrm>
          <a:custGeom>
            <a:rect b="b" l="l" r="r" t="t"/>
            <a:pathLst>
              <a:path extrusionOk="0" h="3757" w="3758">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2" name="Google Shape;1562;p30"/>
          <p:cNvSpPr/>
          <p:nvPr/>
        </p:nvSpPr>
        <p:spPr>
          <a:xfrm>
            <a:off x="8924753" y="1385788"/>
            <a:ext cx="56441" cy="60195"/>
          </a:xfrm>
          <a:custGeom>
            <a:rect b="b" l="l" r="r" t="t"/>
            <a:pathLst>
              <a:path extrusionOk="0" h="929" w="871">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3" name="Google Shape;1563;p30"/>
          <p:cNvSpPr/>
          <p:nvPr/>
        </p:nvSpPr>
        <p:spPr>
          <a:xfrm>
            <a:off x="8462988" y="687751"/>
            <a:ext cx="56506" cy="60130"/>
          </a:xfrm>
          <a:custGeom>
            <a:rect b="b" l="l" r="r" t="t"/>
            <a:pathLst>
              <a:path extrusionOk="0" h="928" w="872">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4" name="Google Shape;1564;p30"/>
          <p:cNvSpPr/>
          <p:nvPr/>
        </p:nvSpPr>
        <p:spPr>
          <a:xfrm>
            <a:off x="8364298" y="271702"/>
            <a:ext cx="56441" cy="56501"/>
          </a:xfrm>
          <a:custGeom>
            <a:rect b="b" l="l" r="r" t="t"/>
            <a:pathLst>
              <a:path extrusionOk="0" h="872" w="871">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5" name="Google Shape;1565;p30"/>
          <p:cNvSpPr/>
          <p:nvPr/>
        </p:nvSpPr>
        <p:spPr>
          <a:xfrm>
            <a:off x="6710472" y="381141"/>
            <a:ext cx="60199" cy="59871"/>
          </a:xfrm>
          <a:custGeom>
            <a:rect b="b" l="l" r="r" t="t"/>
            <a:pathLst>
              <a:path extrusionOk="0" h="924" w="929">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6" name="Google Shape;1566;p30"/>
          <p:cNvSpPr txBox="1"/>
          <p:nvPr>
            <p:ph idx="1" type="subTitle"/>
          </p:nvPr>
        </p:nvSpPr>
        <p:spPr>
          <a:xfrm>
            <a:off x="2359306" y="1388775"/>
            <a:ext cx="1995900" cy="365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800"/>
              <a:buFont typeface="Nunito ExtraBold"/>
              <a:buNone/>
              <a:defRPr>
                <a:latin typeface="Nunito ExtraBold"/>
                <a:ea typeface="Nunito ExtraBold"/>
                <a:cs typeface="Nunito ExtraBold"/>
                <a:sym typeface="Nunito ExtraBold"/>
              </a:defRPr>
            </a:lvl1pPr>
            <a:lvl2pPr lvl="1" rtl="0" algn="ctr">
              <a:spcBef>
                <a:spcPts val="0"/>
              </a:spcBef>
              <a:spcAft>
                <a:spcPts val="0"/>
              </a:spcAft>
              <a:buSzPts val="1400"/>
              <a:buFont typeface="Nunito ExtraBold"/>
              <a:buNone/>
              <a:defRPr>
                <a:latin typeface="Nunito ExtraBold"/>
                <a:ea typeface="Nunito ExtraBold"/>
                <a:cs typeface="Nunito ExtraBold"/>
                <a:sym typeface="Nunito ExtraBold"/>
              </a:defRPr>
            </a:lvl2pPr>
            <a:lvl3pPr lvl="2" rtl="0" algn="ctr">
              <a:spcBef>
                <a:spcPts val="1600"/>
              </a:spcBef>
              <a:spcAft>
                <a:spcPts val="0"/>
              </a:spcAft>
              <a:buSzPts val="1400"/>
              <a:buFont typeface="Nunito ExtraBold"/>
              <a:buNone/>
              <a:defRPr>
                <a:latin typeface="Nunito ExtraBold"/>
                <a:ea typeface="Nunito ExtraBold"/>
                <a:cs typeface="Nunito ExtraBold"/>
                <a:sym typeface="Nunito ExtraBold"/>
              </a:defRPr>
            </a:lvl3pPr>
            <a:lvl4pPr lvl="3" rtl="0" algn="ctr">
              <a:spcBef>
                <a:spcPts val="1600"/>
              </a:spcBef>
              <a:spcAft>
                <a:spcPts val="0"/>
              </a:spcAft>
              <a:buSzPts val="1400"/>
              <a:buFont typeface="Nunito ExtraBold"/>
              <a:buNone/>
              <a:defRPr>
                <a:latin typeface="Nunito ExtraBold"/>
                <a:ea typeface="Nunito ExtraBold"/>
                <a:cs typeface="Nunito ExtraBold"/>
                <a:sym typeface="Nunito ExtraBold"/>
              </a:defRPr>
            </a:lvl4pPr>
            <a:lvl5pPr lvl="4" rtl="0" algn="ctr">
              <a:spcBef>
                <a:spcPts val="1600"/>
              </a:spcBef>
              <a:spcAft>
                <a:spcPts val="0"/>
              </a:spcAft>
              <a:buSzPts val="1400"/>
              <a:buFont typeface="Nunito ExtraBold"/>
              <a:buNone/>
              <a:defRPr>
                <a:latin typeface="Nunito ExtraBold"/>
                <a:ea typeface="Nunito ExtraBold"/>
                <a:cs typeface="Nunito ExtraBold"/>
                <a:sym typeface="Nunito ExtraBold"/>
              </a:defRPr>
            </a:lvl5pPr>
            <a:lvl6pPr lvl="5" rtl="0" algn="ctr">
              <a:spcBef>
                <a:spcPts val="1600"/>
              </a:spcBef>
              <a:spcAft>
                <a:spcPts val="0"/>
              </a:spcAft>
              <a:buSzPts val="1400"/>
              <a:buFont typeface="Nunito ExtraBold"/>
              <a:buNone/>
              <a:defRPr>
                <a:latin typeface="Nunito ExtraBold"/>
                <a:ea typeface="Nunito ExtraBold"/>
                <a:cs typeface="Nunito ExtraBold"/>
                <a:sym typeface="Nunito ExtraBold"/>
              </a:defRPr>
            </a:lvl6pPr>
            <a:lvl7pPr lvl="6" rtl="0" algn="ctr">
              <a:spcBef>
                <a:spcPts val="1600"/>
              </a:spcBef>
              <a:spcAft>
                <a:spcPts val="0"/>
              </a:spcAft>
              <a:buSzPts val="1400"/>
              <a:buFont typeface="Nunito ExtraBold"/>
              <a:buNone/>
              <a:defRPr>
                <a:latin typeface="Nunito ExtraBold"/>
                <a:ea typeface="Nunito ExtraBold"/>
                <a:cs typeface="Nunito ExtraBold"/>
                <a:sym typeface="Nunito ExtraBold"/>
              </a:defRPr>
            </a:lvl7pPr>
            <a:lvl8pPr lvl="7" rtl="0" algn="ctr">
              <a:spcBef>
                <a:spcPts val="1600"/>
              </a:spcBef>
              <a:spcAft>
                <a:spcPts val="0"/>
              </a:spcAft>
              <a:buSzPts val="1400"/>
              <a:buFont typeface="Nunito ExtraBold"/>
              <a:buNone/>
              <a:defRPr>
                <a:latin typeface="Nunito ExtraBold"/>
                <a:ea typeface="Nunito ExtraBold"/>
                <a:cs typeface="Nunito ExtraBold"/>
                <a:sym typeface="Nunito ExtraBold"/>
              </a:defRPr>
            </a:lvl8pPr>
            <a:lvl9pPr lvl="8" rtl="0" algn="ctr">
              <a:spcBef>
                <a:spcPts val="1600"/>
              </a:spcBef>
              <a:spcAft>
                <a:spcPts val="1600"/>
              </a:spcAft>
              <a:buSzPts val="1400"/>
              <a:buFont typeface="Nunito ExtraBold"/>
              <a:buNone/>
              <a:defRPr>
                <a:latin typeface="Nunito ExtraBold"/>
                <a:ea typeface="Nunito ExtraBold"/>
                <a:cs typeface="Nunito ExtraBold"/>
                <a:sym typeface="Nunito ExtraBold"/>
              </a:defRPr>
            </a:lvl9pPr>
          </a:lstStyle>
          <a:p/>
        </p:txBody>
      </p:sp>
      <p:sp>
        <p:nvSpPr>
          <p:cNvPr id="1567" name="Google Shape;1567;p30"/>
          <p:cNvSpPr txBox="1"/>
          <p:nvPr>
            <p:ph idx="2" type="subTitle"/>
          </p:nvPr>
        </p:nvSpPr>
        <p:spPr>
          <a:xfrm>
            <a:off x="2359306" y="1755200"/>
            <a:ext cx="1992000" cy="5472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800"/>
              <a:buNone/>
              <a:defRPr sz="1400"/>
            </a:lvl1pPr>
            <a:lvl2pPr lvl="1" rtl="0" algn="ctr">
              <a:spcBef>
                <a:spcPts val="0"/>
              </a:spcBef>
              <a:spcAft>
                <a:spcPts val="0"/>
              </a:spcAft>
              <a:buSzPts val="1400"/>
              <a:buNone/>
              <a:defRPr/>
            </a:lvl2pPr>
            <a:lvl3pPr lvl="2" rtl="0" algn="ctr">
              <a:spcBef>
                <a:spcPts val="1600"/>
              </a:spcBef>
              <a:spcAft>
                <a:spcPts val="0"/>
              </a:spcAft>
              <a:buSzPts val="1400"/>
              <a:buNone/>
              <a:defRPr/>
            </a:lvl3pPr>
            <a:lvl4pPr lvl="3" rtl="0" algn="ctr">
              <a:spcBef>
                <a:spcPts val="1600"/>
              </a:spcBef>
              <a:spcAft>
                <a:spcPts val="0"/>
              </a:spcAft>
              <a:buSzPts val="1400"/>
              <a:buNone/>
              <a:defRPr/>
            </a:lvl4pPr>
            <a:lvl5pPr lvl="4" rtl="0" algn="ctr">
              <a:spcBef>
                <a:spcPts val="1600"/>
              </a:spcBef>
              <a:spcAft>
                <a:spcPts val="0"/>
              </a:spcAft>
              <a:buSzPts val="1400"/>
              <a:buNone/>
              <a:defRPr/>
            </a:lvl5pPr>
            <a:lvl6pPr lvl="5" rtl="0" algn="ctr">
              <a:spcBef>
                <a:spcPts val="1600"/>
              </a:spcBef>
              <a:spcAft>
                <a:spcPts val="0"/>
              </a:spcAft>
              <a:buSzPts val="1400"/>
              <a:buNone/>
              <a:defRPr/>
            </a:lvl6pPr>
            <a:lvl7pPr lvl="6" rtl="0" algn="ctr">
              <a:spcBef>
                <a:spcPts val="1600"/>
              </a:spcBef>
              <a:spcAft>
                <a:spcPts val="0"/>
              </a:spcAft>
              <a:buSzPts val="1400"/>
              <a:buNone/>
              <a:defRPr/>
            </a:lvl7pPr>
            <a:lvl8pPr lvl="7" rtl="0" algn="ctr">
              <a:spcBef>
                <a:spcPts val="1600"/>
              </a:spcBef>
              <a:spcAft>
                <a:spcPts val="0"/>
              </a:spcAft>
              <a:buSzPts val="1400"/>
              <a:buNone/>
              <a:defRPr/>
            </a:lvl8pPr>
            <a:lvl9pPr lvl="8" rtl="0" algn="ctr">
              <a:spcBef>
                <a:spcPts val="1600"/>
              </a:spcBef>
              <a:spcAft>
                <a:spcPts val="1600"/>
              </a:spcAft>
              <a:buSzPts val="1400"/>
              <a:buNone/>
              <a:defRPr/>
            </a:lvl9pPr>
          </a:lstStyle>
          <a:p/>
        </p:txBody>
      </p:sp>
      <p:sp>
        <p:nvSpPr>
          <p:cNvPr id="1568" name="Google Shape;1568;p30"/>
          <p:cNvSpPr txBox="1"/>
          <p:nvPr>
            <p:ph idx="3" type="subTitle"/>
          </p:nvPr>
        </p:nvSpPr>
        <p:spPr>
          <a:xfrm>
            <a:off x="2356892" y="3209125"/>
            <a:ext cx="1995900" cy="365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800"/>
              <a:buFont typeface="Nunito ExtraBold"/>
              <a:buNone/>
              <a:defRPr>
                <a:latin typeface="Nunito ExtraBold"/>
                <a:ea typeface="Nunito ExtraBold"/>
                <a:cs typeface="Nunito ExtraBold"/>
                <a:sym typeface="Nunito ExtraBold"/>
              </a:defRPr>
            </a:lvl1pPr>
            <a:lvl2pPr lvl="1" rtl="0" algn="ctr">
              <a:spcBef>
                <a:spcPts val="0"/>
              </a:spcBef>
              <a:spcAft>
                <a:spcPts val="0"/>
              </a:spcAft>
              <a:buSzPts val="1400"/>
              <a:buFont typeface="Nunito ExtraBold"/>
              <a:buNone/>
              <a:defRPr>
                <a:latin typeface="Nunito ExtraBold"/>
                <a:ea typeface="Nunito ExtraBold"/>
                <a:cs typeface="Nunito ExtraBold"/>
                <a:sym typeface="Nunito ExtraBold"/>
              </a:defRPr>
            </a:lvl2pPr>
            <a:lvl3pPr lvl="2" rtl="0" algn="ctr">
              <a:spcBef>
                <a:spcPts val="1600"/>
              </a:spcBef>
              <a:spcAft>
                <a:spcPts val="0"/>
              </a:spcAft>
              <a:buSzPts val="1400"/>
              <a:buFont typeface="Nunito ExtraBold"/>
              <a:buNone/>
              <a:defRPr>
                <a:latin typeface="Nunito ExtraBold"/>
                <a:ea typeface="Nunito ExtraBold"/>
                <a:cs typeface="Nunito ExtraBold"/>
                <a:sym typeface="Nunito ExtraBold"/>
              </a:defRPr>
            </a:lvl3pPr>
            <a:lvl4pPr lvl="3" rtl="0" algn="ctr">
              <a:spcBef>
                <a:spcPts val="1600"/>
              </a:spcBef>
              <a:spcAft>
                <a:spcPts val="0"/>
              </a:spcAft>
              <a:buSzPts val="1400"/>
              <a:buFont typeface="Nunito ExtraBold"/>
              <a:buNone/>
              <a:defRPr>
                <a:latin typeface="Nunito ExtraBold"/>
                <a:ea typeface="Nunito ExtraBold"/>
                <a:cs typeface="Nunito ExtraBold"/>
                <a:sym typeface="Nunito ExtraBold"/>
              </a:defRPr>
            </a:lvl4pPr>
            <a:lvl5pPr lvl="4" rtl="0" algn="ctr">
              <a:spcBef>
                <a:spcPts val="1600"/>
              </a:spcBef>
              <a:spcAft>
                <a:spcPts val="0"/>
              </a:spcAft>
              <a:buSzPts val="1400"/>
              <a:buFont typeface="Nunito ExtraBold"/>
              <a:buNone/>
              <a:defRPr>
                <a:latin typeface="Nunito ExtraBold"/>
                <a:ea typeface="Nunito ExtraBold"/>
                <a:cs typeface="Nunito ExtraBold"/>
                <a:sym typeface="Nunito ExtraBold"/>
              </a:defRPr>
            </a:lvl5pPr>
            <a:lvl6pPr lvl="5" rtl="0" algn="ctr">
              <a:spcBef>
                <a:spcPts val="1600"/>
              </a:spcBef>
              <a:spcAft>
                <a:spcPts val="0"/>
              </a:spcAft>
              <a:buSzPts val="1400"/>
              <a:buFont typeface="Nunito ExtraBold"/>
              <a:buNone/>
              <a:defRPr>
                <a:latin typeface="Nunito ExtraBold"/>
                <a:ea typeface="Nunito ExtraBold"/>
                <a:cs typeface="Nunito ExtraBold"/>
                <a:sym typeface="Nunito ExtraBold"/>
              </a:defRPr>
            </a:lvl6pPr>
            <a:lvl7pPr lvl="6" rtl="0" algn="ctr">
              <a:spcBef>
                <a:spcPts val="1600"/>
              </a:spcBef>
              <a:spcAft>
                <a:spcPts val="0"/>
              </a:spcAft>
              <a:buSzPts val="1400"/>
              <a:buFont typeface="Nunito ExtraBold"/>
              <a:buNone/>
              <a:defRPr>
                <a:latin typeface="Nunito ExtraBold"/>
                <a:ea typeface="Nunito ExtraBold"/>
                <a:cs typeface="Nunito ExtraBold"/>
                <a:sym typeface="Nunito ExtraBold"/>
              </a:defRPr>
            </a:lvl7pPr>
            <a:lvl8pPr lvl="7" rtl="0" algn="ctr">
              <a:spcBef>
                <a:spcPts val="1600"/>
              </a:spcBef>
              <a:spcAft>
                <a:spcPts val="0"/>
              </a:spcAft>
              <a:buSzPts val="1400"/>
              <a:buFont typeface="Nunito ExtraBold"/>
              <a:buNone/>
              <a:defRPr>
                <a:latin typeface="Nunito ExtraBold"/>
                <a:ea typeface="Nunito ExtraBold"/>
                <a:cs typeface="Nunito ExtraBold"/>
                <a:sym typeface="Nunito ExtraBold"/>
              </a:defRPr>
            </a:lvl8pPr>
            <a:lvl9pPr lvl="8" rtl="0" algn="ctr">
              <a:spcBef>
                <a:spcPts val="1600"/>
              </a:spcBef>
              <a:spcAft>
                <a:spcPts val="1600"/>
              </a:spcAft>
              <a:buSzPts val="1400"/>
              <a:buFont typeface="Nunito ExtraBold"/>
              <a:buNone/>
              <a:defRPr>
                <a:latin typeface="Nunito ExtraBold"/>
                <a:ea typeface="Nunito ExtraBold"/>
                <a:cs typeface="Nunito ExtraBold"/>
                <a:sym typeface="Nunito ExtraBold"/>
              </a:defRPr>
            </a:lvl9pPr>
          </a:lstStyle>
          <a:p/>
        </p:txBody>
      </p:sp>
      <p:sp>
        <p:nvSpPr>
          <p:cNvPr id="1569" name="Google Shape;1569;p30"/>
          <p:cNvSpPr txBox="1"/>
          <p:nvPr>
            <p:ph idx="4" type="subTitle"/>
          </p:nvPr>
        </p:nvSpPr>
        <p:spPr>
          <a:xfrm>
            <a:off x="2356892" y="3575550"/>
            <a:ext cx="1996500" cy="548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800"/>
              <a:buNone/>
              <a:defRPr sz="1400"/>
            </a:lvl1pPr>
            <a:lvl2pPr lvl="1" rtl="0" algn="ctr">
              <a:spcBef>
                <a:spcPts val="0"/>
              </a:spcBef>
              <a:spcAft>
                <a:spcPts val="0"/>
              </a:spcAft>
              <a:buSzPts val="1400"/>
              <a:buNone/>
              <a:defRPr/>
            </a:lvl2pPr>
            <a:lvl3pPr lvl="2" rtl="0" algn="ctr">
              <a:spcBef>
                <a:spcPts val="1600"/>
              </a:spcBef>
              <a:spcAft>
                <a:spcPts val="0"/>
              </a:spcAft>
              <a:buSzPts val="1400"/>
              <a:buNone/>
              <a:defRPr/>
            </a:lvl3pPr>
            <a:lvl4pPr lvl="3" rtl="0" algn="ctr">
              <a:spcBef>
                <a:spcPts val="1600"/>
              </a:spcBef>
              <a:spcAft>
                <a:spcPts val="0"/>
              </a:spcAft>
              <a:buSzPts val="1400"/>
              <a:buNone/>
              <a:defRPr/>
            </a:lvl4pPr>
            <a:lvl5pPr lvl="4" rtl="0" algn="ctr">
              <a:spcBef>
                <a:spcPts val="1600"/>
              </a:spcBef>
              <a:spcAft>
                <a:spcPts val="0"/>
              </a:spcAft>
              <a:buSzPts val="1400"/>
              <a:buNone/>
              <a:defRPr/>
            </a:lvl5pPr>
            <a:lvl6pPr lvl="5" rtl="0" algn="ctr">
              <a:spcBef>
                <a:spcPts val="1600"/>
              </a:spcBef>
              <a:spcAft>
                <a:spcPts val="0"/>
              </a:spcAft>
              <a:buSzPts val="1400"/>
              <a:buNone/>
              <a:defRPr/>
            </a:lvl6pPr>
            <a:lvl7pPr lvl="6" rtl="0" algn="ctr">
              <a:spcBef>
                <a:spcPts val="1600"/>
              </a:spcBef>
              <a:spcAft>
                <a:spcPts val="0"/>
              </a:spcAft>
              <a:buSzPts val="1400"/>
              <a:buNone/>
              <a:defRPr/>
            </a:lvl7pPr>
            <a:lvl8pPr lvl="7" rtl="0" algn="ctr">
              <a:spcBef>
                <a:spcPts val="1600"/>
              </a:spcBef>
              <a:spcAft>
                <a:spcPts val="0"/>
              </a:spcAft>
              <a:buSzPts val="1400"/>
              <a:buNone/>
              <a:defRPr/>
            </a:lvl8pPr>
            <a:lvl9pPr lvl="8" rtl="0" algn="ctr">
              <a:spcBef>
                <a:spcPts val="1600"/>
              </a:spcBef>
              <a:spcAft>
                <a:spcPts val="1600"/>
              </a:spcAft>
              <a:buSzPts val="1400"/>
              <a:buNone/>
              <a:defRPr/>
            </a:lvl9pPr>
          </a:lstStyle>
          <a:p/>
        </p:txBody>
      </p:sp>
      <p:sp>
        <p:nvSpPr>
          <p:cNvPr id="1570" name="Google Shape;1570;p30"/>
          <p:cNvSpPr txBox="1"/>
          <p:nvPr>
            <p:ph idx="5" type="subTitle"/>
          </p:nvPr>
        </p:nvSpPr>
        <p:spPr>
          <a:xfrm>
            <a:off x="5758587" y="1388775"/>
            <a:ext cx="1995900" cy="365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800"/>
              <a:buFont typeface="Nunito ExtraBold"/>
              <a:buNone/>
              <a:defRPr>
                <a:latin typeface="Nunito ExtraBold"/>
                <a:ea typeface="Nunito ExtraBold"/>
                <a:cs typeface="Nunito ExtraBold"/>
                <a:sym typeface="Nunito ExtraBold"/>
              </a:defRPr>
            </a:lvl1pPr>
            <a:lvl2pPr lvl="1" rtl="0" algn="ctr">
              <a:spcBef>
                <a:spcPts val="0"/>
              </a:spcBef>
              <a:spcAft>
                <a:spcPts val="0"/>
              </a:spcAft>
              <a:buSzPts val="1400"/>
              <a:buFont typeface="Nunito ExtraBold"/>
              <a:buNone/>
              <a:defRPr>
                <a:latin typeface="Nunito ExtraBold"/>
                <a:ea typeface="Nunito ExtraBold"/>
                <a:cs typeface="Nunito ExtraBold"/>
                <a:sym typeface="Nunito ExtraBold"/>
              </a:defRPr>
            </a:lvl2pPr>
            <a:lvl3pPr lvl="2" rtl="0" algn="ctr">
              <a:spcBef>
                <a:spcPts val="1600"/>
              </a:spcBef>
              <a:spcAft>
                <a:spcPts val="0"/>
              </a:spcAft>
              <a:buSzPts val="1400"/>
              <a:buFont typeface="Nunito ExtraBold"/>
              <a:buNone/>
              <a:defRPr>
                <a:latin typeface="Nunito ExtraBold"/>
                <a:ea typeface="Nunito ExtraBold"/>
                <a:cs typeface="Nunito ExtraBold"/>
                <a:sym typeface="Nunito ExtraBold"/>
              </a:defRPr>
            </a:lvl3pPr>
            <a:lvl4pPr lvl="3" rtl="0" algn="ctr">
              <a:spcBef>
                <a:spcPts val="1600"/>
              </a:spcBef>
              <a:spcAft>
                <a:spcPts val="0"/>
              </a:spcAft>
              <a:buSzPts val="1400"/>
              <a:buFont typeface="Nunito ExtraBold"/>
              <a:buNone/>
              <a:defRPr>
                <a:latin typeface="Nunito ExtraBold"/>
                <a:ea typeface="Nunito ExtraBold"/>
                <a:cs typeface="Nunito ExtraBold"/>
                <a:sym typeface="Nunito ExtraBold"/>
              </a:defRPr>
            </a:lvl4pPr>
            <a:lvl5pPr lvl="4" rtl="0" algn="ctr">
              <a:spcBef>
                <a:spcPts val="1600"/>
              </a:spcBef>
              <a:spcAft>
                <a:spcPts val="0"/>
              </a:spcAft>
              <a:buSzPts val="1400"/>
              <a:buFont typeface="Nunito ExtraBold"/>
              <a:buNone/>
              <a:defRPr>
                <a:latin typeface="Nunito ExtraBold"/>
                <a:ea typeface="Nunito ExtraBold"/>
                <a:cs typeface="Nunito ExtraBold"/>
                <a:sym typeface="Nunito ExtraBold"/>
              </a:defRPr>
            </a:lvl5pPr>
            <a:lvl6pPr lvl="5" rtl="0" algn="ctr">
              <a:spcBef>
                <a:spcPts val="1600"/>
              </a:spcBef>
              <a:spcAft>
                <a:spcPts val="0"/>
              </a:spcAft>
              <a:buSzPts val="1400"/>
              <a:buFont typeface="Nunito ExtraBold"/>
              <a:buNone/>
              <a:defRPr>
                <a:latin typeface="Nunito ExtraBold"/>
                <a:ea typeface="Nunito ExtraBold"/>
                <a:cs typeface="Nunito ExtraBold"/>
                <a:sym typeface="Nunito ExtraBold"/>
              </a:defRPr>
            </a:lvl6pPr>
            <a:lvl7pPr lvl="6" rtl="0" algn="ctr">
              <a:spcBef>
                <a:spcPts val="1600"/>
              </a:spcBef>
              <a:spcAft>
                <a:spcPts val="0"/>
              </a:spcAft>
              <a:buSzPts val="1400"/>
              <a:buFont typeface="Nunito ExtraBold"/>
              <a:buNone/>
              <a:defRPr>
                <a:latin typeface="Nunito ExtraBold"/>
                <a:ea typeface="Nunito ExtraBold"/>
                <a:cs typeface="Nunito ExtraBold"/>
                <a:sym typeface="Nunito ExtraBold"/>
              </a:defRPr>
            </a:lvl7pPr>
            <a:lvl8pPr lvl="7" rtl="0" algn="ctr">
              <a:spcBef>
                <a:spcPts val="1600"/>
              </a:spcBef>
              <a:spcAft>
                <a:spcPts val="0"/>
              </a:spcAft>
              <a:buSzPts val="1400"/>
              <a:buFont typeface="Nunito ExtraBold"/>
              <a:buNone/>
              <a:defRPr>
                <a:latin typeface="Nunito ExtraBold"/>
                <a:ea typeface="Nunito ExtraBold"/>
                <a:cs typeface="Nunito ExtraBold"/>
                <a:sym typeface="Nunito ExtraBold"/>
              </a:defRPr>
            </a:lvl8pPr>
            <a:lvl9pPr lvl="8" rtl="0" algn="ctr">
              <a:spcBef>
                <a:spcPts val="1600"/>
              </a:spcBef>
              <a:spcAft>
                <a:spcPts val="1600"/>
              </a:spcAft>
              <a:buSzPts val="1400"/>
              <a:buFont typeface="Nunito ExtraBold"/>
              <a:buNone/>
              <a:defRPr>
                <a:latin typeface="Nunito ExtraBold"/>
                <a:ea typeface="Nunito ExtraBold"/>
                <a:cs typeface="Nunito ExtraBold"/>
                <a:sym typeface="Nunito ExtraBold"/>
              </a:defRPr>
            </a:lvl9pPr>
          </a:lstStyle>
          <a:p/>
        </p:txBody>
      </p:sp>
      <p:sp>
        <p:nvSpPr>
          <p:cNvPr id="1571" name="Google Shape;1571;p30"/>
          <p:cNvSpPr txBox="1"/>
          <p:nvPr>
            <p:ph idx="6" type="subTitle"/>
          </p:nvPr>
        </p:nvSpPr>
        <p:spPr>
          <a:xfrm>
            <a:off x="5758215" y="1755200"/>
            <a:ext cx="1996500" cy="548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800"/>
              <a:buNone/>
              <a:defRPr sz="1400"/>
            </a:lvl1pPr>
            <a:lvl2pPr lvl="1" rtl="0" algn="ctr">
              <a:spcBef>
                <a:spcPts val="0"/>
              </a:spcBef>
              <a:spcAft>
                <a:spcPts val="0"/>
              </a:spcAft>
              <a:buSzPts val="1400"/>
              <a:buNone/>
              <a:defRPr/>
            </a:lvl2pPr>
            <a:lvl3pPr lvl="2" rtl="0" algn="ctr">
              <a:spcBef>
                <a:spcPts val="1600"/>
              </a:spcBef>
              <a:spcAft>
                <a:spcPts val="0"/>
              </a:spcAft>
              <a:buSzPts val="1400"/>
              <a:buNone/>
              <a:defRPr/>
            </a:lvl3pPr>
            <a:lvl4pPr lvl="3" rtl="0" algn="ctr">
              <a:spcBef>
                <a:spcPts val="1600"/>
              </a:spcBef>
              <a:spcAft>
                <a:spcPts val="0"/>
              </a:spcAft>
              <a:buSzPts val="1400"/>
              <a:buNone/>
              <a:defRPr/>
            </a:lvl4pPr>
            <a:lvl5pPr lvl="4" rtl="0" algn="ctr">
              <a:spcBef>
                <a:spcPts val="1600"/>
              </a:spcBef>
              <a:spcAft>
                <a:spcPts val="0"/>
              </a:spcAft>
              <a:buSzPts val="1400"/>
              <a:buNone/>
              <a:defRPr/>
            </a:lvl5pPr>
            <a:lvl6pPr lvl="5" rtl="0" algn="ctr">
              <a:spcBef>
                <a:spcPts val="1600"/>
              </a:spcBef>
              <a:spcAft>
                <a:spcPts val="0"/>
              </a:spcAft>
              <a:buSzPts val="1400"/>
              <a:buNone/>
              <a:defRPr/>
            </a:lvl6pPr>
            <a:lvl7pPr lvl="6" rtl="0" algn="ctr">
              <a:spcBef>
                <a:spcPts val="1600"/>
              </a:spcBef>
              <a:spcAft>
                <a:spcPts val="0"/>
              </a:spcAft>
              <a:buSzPts val="1400"/>
              <a:buNone/>
              <a:defRPr/>
            </a:lvl7pPr>
            <a:lvl8pPr lvl="7" rtl="0" algn="ctr">
              <a:spcBef>
                <a:spcPts val="1600"/>
              </a:spcBef>
              <a:spcAft>
                <a:spcPts val="0"/>
              </a:spcAft>
              <a:buSzPts val="1400"/>
              <a:buNone/>
              <a:defRPr/>
            </a:lvl8pPr>
            <a:lvl9pPr lvl="8" rtl="0" algn="ctr">
              <a:spcBef>
                <a:spcPts val="1600"/>
              </a:spcBef>
              <a:spcAft>
                <a:spcPts val="1600"/>
              </a:spcAft>
              <a:buSzPts val="1400"/>
              <a:buNone/>
              <a:defRPr/>
            </a:lvl9pPr>
          </a:lstStyle>
          <a:p/>
        </p:txBody>
      </p:sp>
      <p:sp>
        <p:nvSpPr>
          <p:cNvPr id="1572" name="Google Shape;1572;p30"/>
          <p:cNvSpPr txBox="1"/>
          <p:nvPr>
            <p:ph idx="7" type="subTitle"/>
          </p:nvPr>
        </p:nvSpPr>
        <p:spPr>
          <a:xfrm>
            <a:off x="5758587" y="3209125"/>
            <a:ext cx="1995900" cy="365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800"/>
              <a:buFont typeface="Nunito ExtraBold"/>
              <a:buNone/>
              <a:defRPr>
                <a:latin typeface="Nunito ExtraBold"/>
                <a:ea typeface="Nunito ExtraBold"/>
                <a:cs typeface="Nunito ExtraBold"/>
                <a:sym typeface="Nunito ExtraBold"/>
              </a:defRPr>
            </a:lvl1pPr>
            <a:lvl2pPr lvl="1" rtl="0" algn="ctr">
              <a:spcBef>
                <a:spcPts val="0"/>
              </a:spcBef>
              <a:spcAft>
                <a:spcPts val="0"/>
              </a:spcAft>
              <a:buSzPts val="1400"/>
              <a:buFont typeface="Nunito ExtraBold"/>
              <a:buNone/>
              <a:defRPr>
                <a:latin typeface="Nunito ExtraBold"/>
                <a:ea typeface="Nunito ExtraBold"/>
                <a:cs typeface="Nunito ExtraBold"/>
                <a:sym typeface="Nunito ExtraBold"/>
              </a:defRPr>
            </a:lvl2pPr>
            <a:lvl3pPr lvl="2" rtl="0" algn="ctr">
              <a:spcBef>
                <a:spcPts val="1600"/>
              </a:spcBef>
              <a:spcAft>
                <a:spcPts val="0"/>
              </a:spcAft>
              <a:buSzPts val="1400"/>
              <a:buFont typeface="Nunito ExtraBold"/>
              <a:buNone/>
              <a:defRPr>
                <a:latin typeface="Nunito ExtraBold"/>
                <a:ea typeface="Nunito ExtraBold"/>
                <a:cs typeface="Nunito ExtraBold"/>
                <a:sym typeface="Nunito ExtraBold"/>
              </a:defRPr>
            </a:lvl3pPr>
            <a:lvl4pPr lvl="3" rtl="0" algn="ctr">
              <a:spcBef>
                <a:spcPts val="1600"/>
              </a:spcBef>
              <a:spcAft>
                <a:spcPts val="0"/>
              </a:spcAft>
              <a:buSzPts val="1400"/>
              <a:buFont typeface="Nunito ExtraBold"/>
              <a:buNone/>
              <a:defRPr>
                <a:latin typeface="Nunito ExtraBold"/>
                <a:ea typeface="Nunito ExtraBold"/>
                <a:cs typeface="Nunito ExtraBold"/>
                <a:sym typeface="Nunito ExtraBold"/>
              </a:defRPr>
            </a:lvl4pPr>
            <a:lvl5pPr lvl="4" rtl="0" algn="ctr">
              <a:spcBef>
                <a:spcPts val="1600"/>
              </a:spcBef>
              <a:spcAft>
                <a:spcPts val="0"/>
              </a:spcAft>
              <a:buSzPts val="1400"/>
              <a:buFont typeface="Nunito ExtraBold"/>
              <a:buNone/>
              <a:defRPr>
                <a:latin typeface="Nunito ExtraBold"/>
                <a:ea typeface="Nunito ExtraBold"/>
                <a:cs typeface="Nunito ExtraBold"/>
                <a:sym typeface="Nunito ExtraBold"/>
              </a:defRPr>
            </a:lvl5pPr>
            <a:lvl6pPr lvl="5" rtl="0" algn="ctr">
              <a:spcBef>
                <a:spcPts val="1600"/>
              </a:spcBef>
              <a:spcAft>
                <a:spcPts val="0"/>
              </a:spcAft>
              <a:buSzPts val="1400"/>
              <a:buFont typeface="Nunito ExtraBold"/>
              <a:buNone/>
              <a:defRPr>
                <a:latin typeface="Nunito ExtraBold"/>
                <a:ea typeface="Nunito ExtraBold"/>
                <a:cs typeface="Nunito ExtraBold"/>
                <a:sym typeface="Nunito ExtraBold"/>
              </a:defRPr>
            </a:lvl6pPr>
            <a:lvl7pPr lvl="6" rtl="0" algn="ctr">
              <a:spcBef>
                <a:spcPts val="1600"/>
              </a:spcBef>
              <a:spcAft>
                <a:spcPts val="0"/>
              </a:spcAft>
              <a:buSzPts val="1400"/>
              <a:buFont typeface="Nunito ExtraBold"/>
              <a:buNone/>
              <a:defRPr>
                <a:latin typeface="Nunito ExtraBold"/>
                <a:ea typeface="Nunito ExtraBold"/>
                <a:cs typeface="Nunito ExtraBold"/>
                <a:sym typeface="Nunito ExtraBold"/>
              </a:defRPr>
            </a:lvl7pPr>
            <a:lvl8pPr lvl="7" rtl="0" algn="ctr">
              <a:spcBef>
                <a:spcPts val="1600"/>
              </a:spcBef>
              <a:spcAft>
                <a:spcPts val="0"/>
              </a:spcAft>
              <a:buSzPts val="1400"/>
              <a:buFont typeface="Nunito ExtraBold"/>
              <a:buNone/>
              <a:defRPr>
                <a:latin typeface="Nunito ExtraBold"/>
                <a:ea typeface="Nunito ExtraBold"/>
                <a:cs typeface="Nunito ExtraBold"/>
                <a:sym typeface="Nunito ExtraBold"/>
              </a:defRPr>
            </a:lvl8pPr>
            <a:lvl9pPr lvl="8" rtl="0" algn="ctr">
              <a:spcBef>
                <a:spcPts val="1600"/>
              </a:spcBef>
              <a:spcAft>
                <a:spcPts val="1600"/>
              </a:spcAft>
              <a:buSzPts val="1400"/>
              <a:buFont typeface="Nunito ExtraBold"/>
              <a:buNone/>
              <a:defRPr>
                <a:latin typeface="Nunito ExtraBold"/>
                <a:ea typeface="Nunito ExtraBold"/>
                <a:cs typeface="Nunito ExtraBold"/>
                <a:sym typeface="Nunito ExtraBold"/>
              </a:defRPr>
            </a:lvl9pPr>
          </a:lstStyle>
          <a:p/>
        </p:txBody>
      </p:sp>
      <p:sp>
        <p:nvSpPr>
          <p:cNvPr id="1573" name="Google Shape;1573;p30"/>
          <p:cNvSpPr txBox="1"/>
          <p:nvPr>
            <p:ph idx="8" type="subTitle"/>
          </p:nvPr>
        </p:nvSpPr>
        <p:spPr>
          <a:xfrm>
            <a:off x="5758215" y="3575550"/>
            <a:ext cx="1996500" cy="548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800"/>
              <a:buNone/>
              <a:defRPr sz="1400"/>
            </a:lvl1pPr>
            <a:lvl2pPr lvl="1" rtl="0" algn="ctr">
              <a:spcBef>
                <a:spcPts val="0"/>
              </a:spcBef>
              <a:spcAft>
                <a:spcPts val="0"/>
              </a:spcAft>
              <a:buSzPts val="1400"/>
              <a:buNone/>
              <a:defRPr/>
            </a:lvl2pPr>
            <a:lvl3pPr lvl="2" rtl="0" algn="ctr">
              <a:spcBef>
                <a:spcPts val="1600"/>
              </a:spcBef>
              <a:spcAft>
                <a:spcPts val="0"/>
              </a:spcAft>
              <a:buSzPts val="1400"/>
              <a:buNone/>
              <a:defRPr/>
            </a:lvl3pPr>
            <a:lvl4pPr lvl="3" rtl="0" algn="ctr">
              <a:spcBef>
                <a:spcPts val="1600"/>
              </a:spcBef>
              <a:spcAft>
                <a:spcPts val="0"/>
              </a:spcAft>
              <a:buSzPts val="1400"/>
              <a:buNone/>
              <a:defRPr/>
            </a:lvl4pPr>
            <a:lvl5pPr lvl="4" rtl="0" algn="ctr">
              <a:spcBef>
                <a:spcPts val="1600"/>
              </a:spcBef>
              <a:spcAft>
                <a:spcPts val="0"/>
              </a:spcAft>
              <a:buSzPts val="1400"/>
              <a:buNone/>
              <a:defRPr/>
            </a:lvl5pPr>
            <a:lvl6pPr lvl="5" rtl="0" algn="ctr">
              <a:spcBef>
                <a:spcPts val="1600"/>
              </a:spcBef>
              <a:spcAft>
                <a:spcPts val="0"/>
              </a:spcAft>
              <a:buSzPts val="1400"/>
              <a:buNone/>
              <a:defRPr/>
            </a:lvl6pPr>
            <a:lvl7pPr lvl="6" rtl="0" algn="ctr">
              <a:spcBef>
                <a:spcPts val="1600"/>
              </a:spcBef>
              <a:spcAft>
                <a:spcPts val="0"/>
              </a:spcAft>
              <a:buSzPts val="1400"/>
              <a:buNone/>
              <a:defRPr/>
            </a:lvl7pPr>
            <a:lvl8pPr lvl="7" rtl="0" algn="ctr">
              <a:spcBef>
                <a:spcPts val="1600"/>
              </a:spcBef>
              <a:spcAft>
                <a:spcPts val="0"/>
              </a:spcAft>
              <a:buSzPts val="1400"/>
              <a:buNone/>
              <a:defRPr/>
            </a:lvl8pPr>
            <a:lvl9pPr lvl="8" rtl="0" algn="ctr">
              <a:spcBef>
                <a:spcPts val="1600"/>
              </a:spcBef>
              <a:spcAft>
                <a:spcPts val="1600"/>
              </a:spcAft>
              <a:buSzPts val="1400"/>
              <a:buNone/>
              <a:defRPr/>
            </a:lvl9pPr>
          </a:lstStyle>
          <a:p/>
        </p:txBody>
      </p:sp>
      <p:sp>
        <p:nvSpPr>
          <p:cNvPr id="1574" name="Google Shape;1574;p30"/>
          <p:cNvSpPr/>
          <p:nvPr/>
        </p:nvSpPr>
        <p:spPr>
          <a:xfrm>
            <a:off x="358848" y="920049"/>
            <a:ext cx="261014" cy="257301"/>
          </a:xfrm>
          <a:custGeom>
            <a:rect b="b" l="l" r="r" t="t"/>
            <a:pathLst>
              <a:path extrusionOk="0" h="3971" w="4028">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5" name="Google Shape;1575;p30"/>
          <p:cNvSpPr/>
          <p:nvPr/>
        </p:nvSpPr>
        <p:spPr>
          <a:xfrm>
            <a:off x="489161" y="634368"/>
            <a:ext cx="60199" cy="60130"/>
          </a:xfrm>
          <a:custGeom>
            <a:rect b="b" l="l" r="r" t="t"/>
            <a:pathLst>
              <a:path extrusionOk="0" h="928" w="929">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6" name="Google Shape;1576;p30"/>
          <p:cNvSpPr/>
          <p:nvPr/>
        </p:nvSpPr>
        <p:spPr>
          <a:xfrm>
            <a:off x="647985" y="1568777"/>
            <a:ext cx="59875" cy="59871"/>
          </a:xfrm>
          <a:custGeom>
            <a:rect b="b" l="l" r="r" t="t"/>
            <a:pathLst>
              <a:path extrusionOk="0" h="924" w="924">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7" name="Google Shape;1577;p30"/>
          <p:cNvSpPr/>
          <p:nvPr/>
        </p:nvSpPr>
        <p:spPr>
          <a:xfrm>
            <a:off x="887978" y="969144"/>
            <a:ext cx="60134" cy="60130"/>
          </a:xfrm>
          <a:custGeom>
            <a:rect b="b" l="l" r="r" t="t"/>
            <a:pathLst>
              <a:path extrusionOk="0" h="928" w="928">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ive columns">
  <p:cSld name="CUSTOM_1_1_1_1_4">
    <p:spTree>
      <p:nvGrpSpPr>
        <p:cNvPr id="1578" name="Shape 1578"/>
        <p:cNvGrpSpPr/>
        <p:nvPr/>
      </p:nvGrpSpPr>
      <p:grpSpPr>
        <a:xfrm>
          <a:off x="0" y="0"/>
          <a:ext cx="0" cy="0"/>
          <a:chOff x="0" y="0"/>
          <a:chExt cx="0" cy="0"/>
        </a:xfrm>
      </p:grpSpPr>
      <p:sp>
        <p:nvSpPr>
          <p:cNvPr id="1579" name="Google Shape;1579;p31"/>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Clr>
                <a:schemeClr val="lt2"/>
              </a:buClr>
              <a:buSzPts val="2800"/>
              <a:buNone/>
              <a:defRPr>
                <a:solidFill>
                  <a:schemeClr val="lt2"/>
                </a:solidFill>
              </a:defRPr>
            </a:lvl2pPr>
            <a:lvl3pPr lvl="2" rtl="0">
              <a:spcBef>
                <a:spcPts val="0"/>
              </a:spcBef>
              <a:spcAft>
                <a:spcPts val="0"/>
              </a:spcAft>
              <a:buClr>
                <a:schemeClr val="lt2"/>
              </a:buClr>
              <a:buSzPts val="2800"/>
              <a:buNone/>
              <a:defRPr>
                <a:solidFill>
                  <a:schemeClr val="lt2"/>
                </a:solidFill>
              </a:defRPr>
            </a:lvl3pPr>
            <a:lvl4pPr lvl="3" rtl="0">
              <a:spcBef>
                <a:spcPts val="0"/>
              </a:spcBef>
              <a:spcAft>
                <a:spcPts val="0"/>
              </a:spcAft>
              <a:buClr>
                <a:schemeClr val="lt2"/>
              </a:buClr>
              <a:buSzPts val="2800"/>
              <a:buNone/>
              <a:defRPr>
                <a:solidFill>
                  <a:schemeClr val="lt2"/>
                </a:solidFill>
              </a:defRPr>
            </a:lvl4pPr>
            <a:lvl5pPr lvl="4" rtl="0">
              <a:spcBef>
                <a:spcPts val="0"/>
              </a:spcBef>
              <a:spcAft>
                <a:spcPts val="0"/>
              </a:spcAft>
              <a:buClr>
                <a:schemeClr val="lt2"/>
              </a:buClr>
              <a:buSzPts val="2800"/>
              <a:buNone/>
              <a:defRPr>
                <a:solidFill>
                  <a:schemeClr val="lt2"/>
                </a:solidFill>
              </a:defRPr>
            </a:lvl5pPr>
            <a:lvl6pPr lvl="5" rtl="0">
              <a:spcBef>
                <a:spcPts val="0"/>
              </a:spcBef>
              <a:spcAft>
                <a:spcPts val="0"/>
              </a:spcAft>
              <a:buClr>
                <a:schemeClr val="lt2"/>
              </a:buClr>
              <a:buSzPts val="2800"/>
              <a:buNone/>
              <a:defRPr>
                <a:solidFill>
                  <a:schemeClr val="lt2"/>
                </a:solidFill>
              </a:defRPr>
            </a:lvl6pPr>
            <a:lvl7pPr lvl="6" rtl="0">
              <a:spcBef>
                <a:spcPts val="0"/>
              </a:spcBef>
              <a:spcAft>
                <a:spcPts val="0"/>
              </a:spcAft>
              <a:buClr>
                <a:schemeClr val="lt2"/>
              </a:buClr>
              <a:buSzPts val="2800"/>
              <a:buNone/>
              <a:defRPr>
                <a:solidFill>
                  <a:schemeClr val="lt2"/>
                </a:solidFill>
              </a:defRPr>
            </a:lvl7pPr>
            <a:lvl8pPr lvl="7" rtl="0">
              <a:spcBef>
                <a:spcPts val="0"/>
              </a:spcBef>
              <a:spcAft>
                <a:spcPts val="0"/>
              </a:spcAft>
              <a:buClr>
                <a:schemeClr val="lt2"/>
              </a:buClr>
              <a:buSzPts val="2800"/>
              <a:buNone/>
              <a:defRPr>
                <a:solidFill>
                  <a:schemeClr val="lt2"/>
                </a:solidFill>
              </a:defRPr>
            </a:lvl8pPr>
            <a:lvl9pPr lvl="8" rtl="0">
              <a:spcBef>
                <a:spcPts val="0"/>
              </a:spcBef>
              <a:spcAft>
                <a:spcPts val="0"/>
              </a:spcAft>
              <a:buClr>
                <a:schemeClr val="lt2"/>
              </a:buClr>
              <a:buSzPts val="2800"/>
              <a:buNone/>
              <a:defRPr>
                <a:solidFill>
                  <a:schemeClr val="lt2"/>
                </a:solidFill>
              </a:defRPr>
            </a:lvl9pPr>
          </a:lstStyle>
          <a:p/>
        </p:txBody>
      </p:sp>
      <p:sp>
        <p:nvSpPr>
          <p:cNvPr id="1580" name="Google Shape;1580;p31"/>
          <p:cNvSpPr/>
          <p:nvPr/>
        </p:nvSpPr>
        <p:spPr>
          <a:xfrm rot="10800000">
            <a:off x="7048495" y="2269125"/>
            <a:ext cx="2051903" cy="2874373"/>
          </a:xfrm>
          <a:custGeom>
            <a:rect b="b" l="l" r="r" t="t"/>
            <a:pathLst>
              <a:path extrusionOk="0" h="69648" w="49719">
                <a:moveTo>
                  <a:pt x="0" y="1"/>
                </a:moveTo>
                <a:lnTo>
                  <a:pt x="0" y="69648"/>
                </a:lnTo>
                <a:cubicBezTo>
                  <a:pt x="7726" y="62086"/>
                  <a:pt x="13329" y="52510"/>
                  <a:pt x="9032" y="42442"/>
                </a:cubicBezTo>
                <a:cubicBezTo>
                  <a:pt x="684" y="23087"/>
                  <a:pt x="10447" y="12185"/>
                  <a:pt x="21914" y="12185"/>
                </a:cubicBezTo>
                <a:cubicBezTo>
                  <a:pt x="22406" y="12185"/>
                  <a:pt x="22900" y="12205"/>
                  <a:pt x="23397" y="12245"/>
                </a:cubicBezTo>
                <a:cubicBezTo>
                  <a:pt x="25475" y="12417"/>
                  <a:pt x="27419" y="12499"/>
                  <a:pt x="29233" y="12499"/>
                </a:cubicBezTo>
                <a:cubicBezTo>
                  <a:pt x="43567" y="12499"/>
                  <a:pt x="49719" y="7342"/>
                  <a:pt x="4875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1" name="Google Shape;1581;p31"/>
          <p:cNvSpPr/>
          <p:nvPr/>
        </p:nvSpPr>
        <p:spPr>
          <a:xfrm>
            <a:off x="0" y="0"/>
            <a:ext cx="4687105" cy="634373"/>
          </a:xfrm>
          <a:custGeom>
            <a:rect b="b" l="l" r="r" t="t"/>
            <a:pathLst>
              <a:path extrusionOk="0" h="16489" w="121830">
                <a:moveTo>
                  <a:pt x="0" y="0"/>
                </a:moveTo>
                <a:lnTo>
                  <a:pt x="0" y="16489"/>
                </a:lnTo>
                <a:cubicBezTo>
                  <a:pt x="6168" y="13464"/>
                  <a:pt x="26903" y="8978"/>
                  <a:pt x="43499" y="8978"/>
                </a:cubicBezTo>
                <a:cubicBezTo>
                  <a:pt x="49308" y="8978"/>
                  <a:pt x="54610" y="9528"/>
                  <a:pt x="58603" y="10882"/>
                </a:cubicBezTo>
                <a:cubicBezTo>
                  <a:pt x="64748" y="12941"/>
                  <a:pt x="68805" y="13769"/>
                  <a:pt x="71786" y="13769"/>
                </a:cubicBezTo>
                <a:cubicBezTo>
                  <a:pt x="79047" y="13769"/>
                  <a:pt x="79930" y="8856"/>
                  <a:pt x="89074" y="4845"/>
                </a:cubicBezTo>
                <a:cubicBezTo>
                  <a:pt x="95712" y="1907"/>
                  <a:pt x="117638" y="1741"/>
                  <a:pt x="12182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2" name="Google Shape;1582;p31"/>
          <p:cNvSpPr/>
          <p:nvPr/>
        </p:nvSpPr>
        <p:spPr>
          <a:xfrm>
            <a:off x="123948" y="4008487"/>
            <a:ext cx="261014" cy="257301"/>
          </a:xfrm>
          <a:custGeom>
            <a:rect b="b" l="l" r="r" t="t"/>
            <a:pathLst>
              <a:path extrusionOk="0" h="3971" w="4028">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3" name="Google Shape;1583;p31"/>
          <p:cNvSpPr/>
          <p:nvPr/>
        </p:nvSpPr>
        <p:spPr>
          <a:xfrm>
            <a:off x="254261" y="3722806"/>
            <a:ext cx="60199" cy="60130"/>
          </a:xfrm>
          <a:custGeom>
            <a:rect b="b" l="l" r="r" t="t"/>
            <a:pathLst>
              <a:path extrusionOk="0" h="928" w="929">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4" name="Google Shape;1584;p31"/>
          <p:cNvSpPr/>
          <p:nvPr/>
        </p:nvSpPr>
        <p:spPr>
          <a:xfrm>
            <a:off x="413085" y="4657214"/>
            <a:ext cx="59875" cy="59871"/>
          </a:xfrm>
          <a:custGeom>
            <a:rect b="b" l="l" r="r" t="t"/>
            <a:pathLst>
              <a:path extrusionOk="0" h="924" w="924">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5" name="Google Shape;1585;p31"/>
          <p:cNvSpPr/>
          <p:nvPr/>
        </p:nvSpPr>
        <p:spPr>
          <a:xfrm>
            <a:off x="653078" y="4057582"/>
            <a:ext cx="60134" cy="60130"/>
          </a:xfrm>
          <a:custGeom>
            <a:rect b="b" l="l" r="r" t="t"/>
            <a:pathLst>
              <a:path extrusionOk="0" h="928" w="928">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6" name="Google Shape;1586;p31"/>
          <p:cNvSpPr/>
          <p:nvPr/>
        </p:nvSpPr>
        <p:spPr>
          <a:xfrm>
            <a:off x="8554680" y="962741"/>
            <a:ext cx="257321" cy="257560"/>
          </a:xfrm>
          <a:custGeom>
            <a:rect b="b" l="l" r="r" t="t"/>
            <a:pathLst>
              <a:path extrusionOk="0" h="3975" w="3971">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7" name="Google Shape;1587;p31"/>
          <p:cNvSpPr/>
          <p:nvPr/>
        </p:nvSpPr>
        <p:spPr>
          <a:xfrm>
            <a:off x="7189992" y="173020"/>
            <a:ext cx="243518" cy="243435"/>
          </a:xfrm>
          <a:custGeom>
            <a:rect b="b" l="l" r="r" t="t"/>
            <a:pathLst>
              <a:path extrusionOk="0" h="3757" w="3758">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8" name="Google Shape;1588;p31"/>
          <p:cNvSpPr/>
          <p:nvPr/>
        </p:nvSpPr>
        <p:spPr>
          <a:xfrm>
            <a:off x="8924753" y="1385788"/>
            <a:ext cx="56441" cy="60195"/>
          </a:xfrm>
          <a:custGeom>
            <a:rect b="b" l="l" r="r" t="t"/>
            <a:pathLst>
              <a:path extrusionOk="0" h="929" w="871">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9" name="Google Shape;1589;p31"/>
          <p:cNvSpPr/>
          <p:nvPr/>
        </p:nvSpPr>
        <p:spPr>
          <a:xfrm>
            <a:off x="8462988" y="687751"/>
            <a:ext cx="56506" cy="60130"/>
          </a:xfrm>
          <a:custGeom>
            <a:rect b="b" l="l" r="r" t="t"/>
            <a:pathLst>
              <a:path extrusionOk="0" h="928" w="872">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0" name="Google Shape;1590;p31"/>
          <p:cNvSpPr/>
          <p:nvPr/>
        </p:nvSpPr>
        <p:spPr>
          <a:xfrm>
            <a:off x="8364298" y="271702"/>
            <a:ext cx="56441" cy="56501"/>
          </a:xfrm>
          <a:custGeom>
            <a:rect b="b" l="l" r="r" t="t"/>
            <a:pathLst>
              <a:path extrusionOk="0" h="872" w="871">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1" name="Google Shape;1591;p31"/>
          <p:cNvSpPr/>
          <p:nvPr/>
        </p:nvSpPr>
        <p:spPr>
          <a:xfrm>
            <a:off x="6710472" y="381141"/>
            <a:ext cx="60199" cy="59871"/>
          </a:xfrm>
          <a:custGeom>
            <a:rect b="b" l="l" r="r" t="t"/>
            <a:pathLst>
              <a:path extrusionOk="0" h="924" w="929">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2" name="Google Shape;1592;p31"/>
          <p:cNvSpPr txBox="1"/>
          <p:nvPr>
            <p:ph idx="1" type="subTitle"/>
          </p:nvPr>
        </p:nvSpPr>
        <p:spPr>
          <a:xfrm>
            <a:off x="2140937" y="1769775"/>
            <a:ext cx="1982400" cy="365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800"/>
              <a:buFont typeface="Nunito ExtraBold"/>
              <a:buNone/>
              <a:defRPr>
                <a:latin typeface="Nunito ExtraBold"/>
                <a:ea typeface="Nunito ExtraBold"/>
                <a:cs typeface="Nunito ExtraBold"/>
                <a:sym typeface="Nunito ExtraBold"/>
              </a:defRPr>
            </a:lvl1pPr>
            <a:lvl2pPr lvl="1" rtl="0" algn="ctr">
              <a:spcBef>
                <a:spcPts val="0"/>
              </a:spcBef>
              <a:spcAft>
                <a:spcPts val="0"/>
              </a:spcAft>
              <a:buSzPts val="1400"/>
              <a:buFont typeface="Nunito ExtraBold"/>
              <a:buNone/>
              <a:defRPr>
                <a:latin typeface="Nunito ExtraBold"/>
                <a:ea typeface="Nunito ExtraBold"/>
                <a:cs typeface="Nunito ExtraBold"/>
                <a:sym typeface="Nunito ExtraBold"/>
              </a:defRPr>
            </a:lvl2pPr>
            <a:lvl3pPr lvl="2" rtl="0" algn="ctr">
              <a:spcBef>
                <a:spcPts val="1600"/>
              </a:spcBef>
              <a:spcAft>
                <a:spcPts val="0"/>
              </a:spcAft>
              <a:buSzPts val="1400"/>
              <a:buFont typeface="Nunito ExtraBold"/>
              <a:buNone/>
              <a:defRPr>
                <a:latin typeface="Nunito ExtraBold"/>
                <a:ea typeface="Nunito ExtraBold"/>
                <a:cs typeface="Nunito ExtraBold"/>
                <a:sym typeface="Nunito ExtraBold"/>
              </a:defRPr>
            </a:lvl3pPr>
            <a:lvl4pPr lvl="3" rtl="0" algn="ctr">
              <a:spcBef>
                <a:spcPts val="1600"/>
              </a:spcBef>
              <a:spcAft>
                <a:spcPts val="0"/>
              </a:spcAft>
              <a:buSzPts val="1400"/>
              <a:buFont typeface="Nunito ExtraBold"/>
              <a:buNone/>
              <a:defRPr>
                <a:latin typeface="Nunito ExtraBold"/>
                <a:ea typeface="Nunito ExtraBold"/>
                <a:cs typeface="Nunito ExtraBold"/>
                <a:sym typeface="Nunito ExtraBold"/>
              </a:defRPr>
            </a:lvl4pPr>
            <a:lvl5pPr lvl="4" rtl="0" algn="ctr">
              <a:spcBef>
                <a:spcPts val="1600"/>
              </a:spcBef>
              <a:spcAft>
                <a:spcPts val="0"/>
              </a:spcAft>
              <a:buSzPts val="1400"/>
              <a:buFont typeface="Nunito ExtraBold"/>
              <a:buNone/>
              <a:defRPr>
                <a:latin typeface="Nunito ExtraBold"/>
                <a:ea typeface="Nunito ExtraBold"/>
                <a:cs typeface="Nunito ExtraBold"/>
                <a:sym typeface="Nunito ExtraBold"/>
              </a:defRPr>
            </a:lvl5pPr>
            <a:lvl6pPr lvl="5" rtl="0" algn="ctr">
              <a:spcBef>
                <a:spcPts val="1600"/>
              </a:spcBef>
              <a:spcAft>
                <a:spcPts val="0"/>
              </a:spcAft>
              <a:buSzPts val="1400"/>
              <a:buFont typeface="Nunito ExtraBold"/>
              <a:buNone/>
              <a:defRPr>
                <a:latin typeface="Nunito ExtraBold"/>
                <a:ea typeface="Nunito ExtraBold"/>
                <a:cs typeface="Nunito ExtraBold"/>
                <a:sym typeface="Nunito ExtraBold"/>
              </a:defRPr>
            </a:lvl6pPr>
            <a:lvl7pPr lvl="6" rtl="0" algn="ctr">
              <a:spcBef>
                <a:spcPts val="1600"/>
              </a:spcBef>
              <a:spcAft>
                <a:spcPts val="0"/>
              </a:spcAft>
              <a:buSzPts val="1400"/>
              <a:buFont typeface="Nunito ExtraBold"/>
              <a:buNone/>
              <a:defRPr>
                <a:latin typeface="Nunito ExtraBold"/>
                <a:ea typeface="Nunito ExtraBold"/>
                <a:cs typeface="Nunito ExtraBold"/>
                <a:sym typeface="Nunito ExtraBold"/>
              </a:defRPr>
            </a:lvl7pPr>
            <a:lvl8pPr lvl="7" rtl="0" algn="ctr">
              <a:spcBef>
                <a:spcPts val="1600"/>
              </a:spcBef>
              <a:spcAft>
                <a:spcPts val="0"/>
              </a:spcAft>
              <a:buSzPts val="1400"/>
              <a:buFont typeface="Nunito ExtraBold"/>
              <a:buNone/>
              <a:defRPr>
                <a:latin typeface="Nunito ExtraBold"/>
                <a:ea typeface="Nunito ExtraBold"/>
                <a:cs typeface="Nunito ExtraBold"/>
                <a:sym typeface="Nunito ExtraBold"/>
              </a:defRPr>
            </a:lvl8pPr>
            <a:lvl9pPr lvl="8" rtl="0" algn="ctr">
              <a:spcBef>
                <a:spcPts val="1600"/>
              </a:spcBef>
              <a:spcAft>
                <a:spcPts val="1600"/>
              </a:spcAft>
              <a:buSzPts val="1400"/>
              <a:buFont typeface="Nunito ExtraBold"/>
              <a:buNone/>
              <a:defRPr>
                <a:latin typeface="Nunito ExtraBold"/>
                <a:ea typeface="Nunito ExtraBold"/>
                <a:cs typeface="Nunito ExtraBold"/>
                <a:sym typeface="Nunito ExtraBold"/>
              </a:defRPr>
            </a:lvl9pPr>
          </a:lstStyle>
          <a:p/>
        </p:txBody>
      </p:sp>
      <p:sp>
        <p:nvSpPr>
          <p:cNvPr id="1593" name="Google Shape;1593;p31"/>
          <p:cNvSpPr txBox="1"/>
          <p:nvPr>
            <p:ph idx="2" type="subTitle"/>
          </p:nvPr>
        </p:nvSpPr>
        <p:spPr>
          <a:xfrm>
            <a:off x="2141762" y="2135475"/>
            <a:ext cx="1978500" cy="456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800"/>
              <a:buNone/>
              <a:defRPr sz="1400"/>
            </a:lvl1pPr>
            <a:lvl2pPr lvl="1" rtl="0" algn="ctr">
              <a:spcBef>
                <a:spcPts val="0"/>
              </a:spcBef>
              <a:spcAft>
                <a:spcPts val="0"/>
              </a:spcAft>
              <a:buSzPts val="1400"/>
              <a:buNone/>
              <a:defRPr/>
            </a:lvl2pPr>
            <a:lvl3pPr lvl="2" rtl="0" algn="ctr">
              <a:spcBef>
                <a:spcPts val="1600"/>
              </a:spcBef>
              <a:spcAft>
                <a:spcPts val="0"/>
              </a:spcAft>
              <a:buSzPts val="1400"/>
              <a:buNone/>
              <a:defRPr/>
            </a:lvl3pPr>
            <a:lvl4pPr lvl="3" rtl="0" algn="ctr">
              <a:spcBef>
                <a:spcPts val="1600"/>
              </a:spcBef>
              <a:spcAft>
                <a:spcPts val="0"/>
              </a:spcAft>
              <a:buSzPts val="1400"/>
              <a:buNone/>
              <a:defRPr/>
            </a:lvl4pPr>
            <a:lvl5pPr lvl="4" rtl="0" algn="ctr">
              <a:spcBef>
                <a:spcPts val="1600"/>
              </a:spcBef>
              <a:spcAft>
                <a:spcPts val="0"/>
              </a:spcAft>
              <a:buSzPts val="1400"/>
              <a:buNone/>
              <a:defRPr/>
            </a:lvl5pPr>
            <a:lvl6pPr lvl="5" rtl="0" algn="ctr">
              <a:spcBef>
                <a:spcPts val="1600"/>
              </a:spcBef>
              <a:spcAft>
                <a:spcPts val="0"/>
              </a:spcAft>
              <a:buSzPts val="1400"/>
              <a:buNone/>
              <a:defRPr/>
            </a:lvl6pPr>
            <a:lvl7pPr lvl="6" rtl="0" algn="ctr">
              <a:spcBef>
                <a:spcPts val="1600"/>
              </a:spcBef>
              <a:spcAft>
                <a:spcPts val="0"/>
              </a:spcAft>
              <a:buSzPts val="1400"/>
              <a:buNone/>
              <a:defRPr/>
            </a:lvl7pPr>
            <a:lvl8pPr lvl="7" rtl="0" algn="ctr">
              <a:spcBef>
                <a:spcPts val="1600"/>
              </a:spcBef>
              <a:spcAft>
                <a:spcPts val="0"/>
              </a:spcAft>
              <a:buSzPts val="1400"/>
              <a:buNone/>
              <a:defRPr/>
            </a:lvl8pPr>
            <a:lvl9pPr lvl="8" rtl="0" algn="ctr">
              <a:spcBef>
                <a:spcPts val="1600"/>
              </a:spcBef>
              <a:spcAft>
                <a:spcPts val="1600"/>
              </a:spcAft>
              <a:buSzPts val="1400"/>
              <a:buNone/>
              <a:defRPr/>
            </a:lvl9pPr>
          </a:lstStyle>
          <a:p/>
        </p:txBody>
      </p:sp>
      <p:sp>
        <p:nvSpPr>
          <p:cNvPr id="1594" name="Google Shape;1594;p31"/>
          <p:cNvSpPr txBox="1"/>
          <p:nvPr>
            <p:ph idx="3" type="subTitle"/>
          </p:nvPr>
        </p:nvSpPr>
        <p:spPr>
          <a:xfrm>
            <a:off x="704173" y="3665600"/>
            <a:ext cx="1982400" cy="365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800"/>
              <a:buFont typeface="Nunito ExtraBold"/>
              <a:buNone/>
              <a:defRPr>
                <a:latin typeface="Nunito ExtraBold"/>
                <a:ea typeface="Nunito ExtraBold"/>
                <a:cs typeface="Nunito ExtraBold"/>
                <a:sym typeface="Nunito ExtraBold"/>
              </a:defRPr>
            </a:lvl1pPr>
            <a:lvl2pPr lvl="1" rtl="0" algn="ctr">
              <a:spcBef>
                <a:spcPts val="0"/>
              </a:spcBef>
              <a:spcAft>
                <a:spcPts val="0"/>
              </a:spcAft>
              <a:buSzPts val="1400"/>
              <a:buFont typeface="Nunito ExtraBold"/>
              <a:buNone/>
              <a:defRPr>
                <a:latin typeface="Nunito ExtraBold"/>
                <a:ea typeface="Nunito ExtraBold"/>
                <a:cs typeface="Nunito ExtraBold"/>
                <a:sym typeface="Nunito ExtraBold"/>
              </a:defRPr>
            </a:lvl2pPr>
            <a:lvl3pPr lvl="2" rtl="0" algn="ctr">
              <a:spcBef>
                <a:spcPts val="1600"/>
              </a:spcBef>
              <a:spcAft>
                <a:spcPts val="0"/>
              </a:spcAft>
              <a:buSzPts val="1400"/>
              <a:buFont typeface="Nunito ExtraBold"/>
              <a:buNone/>
              <a:defRPr>
                <a:latin typeface="Nunito ExtraBold"/>
                <a:ea typeface="Nunito ExtraBold"/>
                <a:cs typeface="Nunito ExtraBold"/>
                <a:sym typeface="Nunito ExtraBold"/>
              </a:defRPr>
            </a:lvl3pPr>
            <a:lvl4pPr lvl="3" rtl="0" algn="ctr">
              <a:spcBef>
                <a:spcPts val="1600"/>
              </a:spcBef>
              <a:spcAft>
                <a:spcPts val="0"/>
              </a:spcAft>
              <a:buSzPts val="1400"/>
              <a:buFont typeface="Nunito ExtraBold"/>
              <a:buNone/>
              <a:defRPr>
                <a:latin typeface="Nunito ExtraBold"/>
                <a:ea typeface="Nunito ExtraBold"/>
                <a:cs typeface="Nunito ExtraBold"/>
                <a:sym typeface="Nunito ExtraBold"/>
              </a:defRPr>
            </a:lvl4pPr>
            <a:lvl5pPr lvl="4" rtl="0" algn="ctr">
              <a:spcBef>
                <a:spcPts val="1600"/>
              </a:spcBef>
              <a:spcAft>
                <a:spcPts val="0"/>
              </a:spcAft>
              <a:buSzPts val="1400"/>
              <a:buFont typeface="Nunito ExtraBold"/>
              <a:buNone/>
              <a:defRPr>
                <a:latin typeface="Nunito ExtraBold"/>
                <a:ea typeface="Nunito ExtraBold"/>
                <a:cs typeface="Nunito ExtraBold"/>
                <a:sym typeface="Nunito ExtraBold"/>
              </a:defRPr>
            </a:lvl5pPr>
            <a:lvl6pPr lvl="5" rtl="0" algn="ctr">
              <a:spcBef>
                <a:spcPts val="1600"/>
              </a:spcBef>
              <a:spcAft>
                <a:spcPts val="0"/>
              </a:spcAft>
              <a:buSzPts val="1400"/>
              <a:buFont typeface="Nunito ExtraBold"/>
              <a:buNone/>
              <a:defRPr>
                <a:latin typeface="Nunito ExtraBold"/>
                <a:ea typeface="Nunito ExtraBold"/>
                <a:cs typeface="Nunito ExtraBold"/>
                <a:sym typeface="Nunito ExtraBold"/>
              </a:defRPr>
            </a:lvl6pPr>
            <a:lvl7pPr lvl="6" rtl="0" algn="ctr">
              <a:spcBef>
                <a:spcPts val="1600"/>
              </a:spcBef>
              <a:spcAft>
                <a:spcPts val="0"/>
              </a:spcAft>
              <a:buSzPts val="1400"/>
              <a:buFont typeface="Nunito ExtraBold"/>
              <a:buNone/>
              <a:defRPr>
                <a:latin typeface="Nunito ExtraBold"/>
                <a:ea typeface="Nunito ExtraBold"/>
                <a:cs typeface="Nunito ExtraBold"/>
                <a:sym typeface="Nunito ExtraBold"/>
              </a:defRPr>
            </a:lvl7pPr>
            <a:lvl8pPr lvl="7" rtl="0" algn="ctr">
              <a:spcBef>
                <a:spcPts val="1600"/>
              </a:spcBef>
              <a:spcAft>
                <a:spcPts val="0"/>
              </a:spcAft>
              <a:buSzPts val="1400"/>
              <a:buFont typeface="Nunito ExtraBold"/>
              <a:buNone/>
              <a:defRPr>
                <a:latin typeface="Nunito ExtraBold"/>
                <a:ea typeface="Nunito ExtraBold"/>
                <a:cs typeface="Nunito ExtraBold"/>
                <a:sym typeface="Nunito ExtraBold"/>
              </a:defRPr>
            </a:lvl8pPr>
            <a:lvl9pPr lvl="8" rtl="0" algn="ctr">
              <a:spcBef>
                <a:spcPts val="1600"/>
              </a:spcBef>
              <a:spcAft>
                <a:spcPts val="1600"/>
              </a:spcAft>
              <a:buSzPts val="1400"/>
              <a:buFont typeface="Nunito ExtraBold"/>
              <a:buNone/>
              <a:defRPr>
                <a:latin typeface="Nunito ExtraBold"/>
                <a:ea typeface="Nunito ExtraBold"/>
                <a:cs typeface="Nunito ExtraBold"/>
                <a:sym typeface="Nunito ExtraBold"/>
              </a:defRPr>
            </a:lvl9pPr>
          </a:lstStyle>
          <a:p/>
        </p:txBody>
      </p:sp>
      <p:sp>
        <p:nvSpPr>
          <p:cNvPr id="1595" name="Google Shape;1595;p31"/>
          <p:cNvSpPr txBox="1"/>
          <p:nvPr>
            <p:ph idx="4" type="subTitle"/>
          </p:nvPr>
        </p:nvSpPr>
        <p:spPr>
          <a:xfrm>
            <a:off x="703873" y="4032025"/>
            <a:ext cx="1983000" cy="457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800"/>
              <a:buNone/>
              <a:defRPr sz="1400"/>
            </a:lvl1pPr>
            <a:lvl2pPr lvl="1" rtl="0" algn="ctr">
              <a:spcBef>
                <a:spcPts val="0"/>
              </a:spcBef>
              <a:spcAft>
                <a:spcPts val="0"/>
              </a:spcAft>
              <a:buSzPts val="1400"/>
              <a:buNone/>
              <a:defRPr/>
            </a:lvl2pPr>
            <a:lvl3pPr lvl="2" rtl="0" algn="ctr">
              <a:spcBef>
                <a:spcPts val="1600"/>
              </a:spcBef>
              <a:spcAft>
                <a:spcPts val="0"/>
              </a:spcAft>
              <a:buSzPts val="1400"/>
              <a:buNone/>
              <a:defRPr/>
            </a:lvl3pPr>
            <a:lvl4pPr lvl="3" rtl="0" algn="ctr">
              <a:spcBef>
                <a:spcPts val="1600"/>
              </a:spcBef>
              <a:spcAft>
                <a:spcPts val="0"/>
              </a:spcAft>
              <a:buSzPts val="1400"/>
              <a:buNone/>
              <a:defRPr/>
            </a:lvl4pPr>
            <a:lvl5pPr lvl="4" rtl="0" algn="ctr">
              <a:spcBef>
                <a:spcPts val="1600"/>
              </a:spcBef>
              <a:spcAft>
                <a:spcPts val="0"/>
              </a:spcAft>
              <a:buSzPts val="1400"/>
              <a:buNone/>
              <a:defRPr/>
            </a:lvl5pPr>
            <a:lvl6pPr lvl="5" rtl="0" algn="ctr">
              <a:spcBef>
                <a:spcPts val="1600"/>
              </a:spcBef>
              <a:spcAft>
                <a:spcPts val="0"/>
              </a:spcAft>
              <a:buSzPts val="1400"/>
              <a:buNone/>
              <a:defRPr/>
            </a:lvl6pPr>
            <a:lvl7pPr lvl="6" rtl="0" algn="ctr">
              <a:spcBef>
                <a:spcPts val="1600"/>
              </a:spcBef>
              <a:spcAft>
                <a:spcPts val="0"/>
              </a:spcAft>
              <a:buSzPts val="1400"/>
              <a:buNone/>
              <a:defRPr/>
            </a:lvl7pPr>
            <a:lvl8pPr lvl="7" rtl="0" algn="ctr">
              <a:spcBef>
                <a:spcPts val="1600"/>
              </a:spcBef>
              <a:spcAft>
                <a:spcPts val="0"/>
              </a:spcAft>
              <a:buSzPts val="1400"/>
              <a:buNone/>
              <a:defRPr/>
            </a:lvl8pPr>
            <a:lvl9pPr lvl="8" rtl="0" algn="ctr">
              <a:spcBef>
                <a:spcPts val="1600"/>
              </a:spcBef>
              <a:spcAft>
                <a:spcPts val="1600"/>
              </a:spcAft>
              <a:buSzPts val="1400"/>
              <a:buNone/>
              <a:defRPr/>
            </a:lvl9pPr>
          </a:lstStyle>
          <a:p/>
        </p:txBody>
      </p:sp>
      <p:sp>
        <p:nvSpPr>
          <p:cNvPr id="1596" name="Google Shape;1596;p31"/>
          <p:cNvSpPr txBox="1"/>
          <p:nvPr>
            <p:ph idx="5" type="subTitle"/>
          </p:nvPr>
        </p:nvSpPr>
        <p:spPr>
          <a:xfrm>
            <a:off x="5014464" y="1769775"/>
            <a:ext cx="1982400" cy="365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800"/>
              <a:buFont typeface="Nunito ExtraBold"/>
              <a:buNone/>
              <a:defRPr>
                <a:latin typeface="Nunito ExtraBold"/>
                <a:ea typeface="Nunito ExtraBold"/>
                <a:cs typeface="Nunito ExtraBold"/>
                <a:sym typeface="Nunito ExtraBold"/>
              </a:defRPr>
            </a:lvl1pPr>
            <a:lvl2pPr lvl="1" rtl="0" algn="ctr">
              <a:spcBef>
                <a:spcPts val="0"/>
              </a:spcBef>
              <a:spcAft>
                <a:spcPts val="0"/>
              </a:spcAft>
              <a:buSzPts val="1400"/>
              <a:buFont typeface="Nunito ExtraBold"/>
              <a:buNone/>
              <a:defRPr>
                <a:latin typeface="Nunito ExtraBold"/>
                <a:ea typeface="Nunito ExtraBold"/>
                <a:cs typeface="Nunito ExtraBold"/>
                <a:sym typeface="Nunito ExtraBold"/>
              </a:defRPr>
            </a:lvl2pPr>
            <a:lvl3pPr lvl="2" rtl="0" algn="ctr">
              <a:spcBef>
                <a:spcPts val="1600"/>
              </a:spcBef>
              <a:spcAft>
                <a:spcPts val="0"/>
              </a:spcAft>
              <a:buSzPts val="1400"/>
              <a:buFont typeface="Nunito ExtraBold"/>
              <a:buNone/>
              <a:defRPr>
                <a:latin typeface="Nunito ExtraBold"/>
                <a:ea typeface="Nunito ExtraBold"/>
                <a:cs typeface="Nunito ExtraBold"/>
                <a:sym typeface="Nunito ExtraBold"/>
              </a:defRPr>
            </a:lvl3pPr>
            <a:lvl4pPr lvl="3" rtl="0" algn="ctr">
              <a:spcBef>
                <a:spcPts val="1600"/>
              </a:spcBef>
              <a:spcAft>
                <a:spcPts val="0"/>
              </a:spcAft>
              <a:buSzPts val="1400"/>
              <a:buFont typeface="Nunito ExtraBold"/>
              <a:buNone/>
              <a:defRPr>
                <a:latin typeface="Nunito ExtraBold"/>
                <a:ea typeface="Nunito ExtraBold"/>
                <a:cs typeface="Nunito ExtraBold"/>
                <a:sym typeface="Nunito ExtraBold"/>
              </a:defRPr>
            </a:lvl4pPr>
            <a:lvl5pPr lvl="4" rtl="0" algn="ctr">
              <a:spcBef>
                <a:spcPts val="1600"/>
              </a:spcBef>
              <a:spcAft>
                <a:spcPts val="0"/>
              </a:spcAft>
              <a:buSzPts val="1400"/>
              <a:buFont typeface="Nunito ExtraBold"/>
              <a:buNone/>
              <a:defRPr>
                <a:latin typeface="Nunito ExtraBold"/>
                <a:ea typeface="Nunito ExtraBold"/>
                <a:cs typeface="Nunito ExtraBold"/>
                <a:sym typeface="Nunito ExtraBold"/>
              </a:defRPr>
            </a:lvl5pPr>
            <a:lvl6pPr lvl="5" rtl="0" algn="ctr">
              <a:spcBef>
                <a:spcPts val="1600"/>
              </a:spcBef>
              <a:spcAft>
                <a:spcPts val="0"/>
              </a:spcAft>
              <a:buSzPts val="1400"/>
              <a:buFont typeface="Nunito ExtraBold"/>
              <a:buNone/>
              <a:defRPr>
                <a:latin typeface="Nunito ExtraBold"/>
                <a:ea typeface="Nunito ExtraBold"/>
                <a:cs typeface="Nunito ExtraBold"/>
                <a:sym typeface="Nunito ExtraBold"/>
              </a:defRPr>
            </a:lvl6pPr>
            <a:lvl7pPr lvl="6" rtl="0" algn="ctr">
              <a:spcBef>
                <a:spcPts val="1600"/>
              </a:spcBef>
              <a:spcAft>
                <a:spcPts val="0"/>
              </a:spcAft>
              <a:buSzPts val="1400"/>
              <a:buFont typeface="Nunito ExtraBold"/>
              <a:buNone/>
              <a:defRPr>
                <a:latin typeface="Nunito ExtraBold"/>
                <a:ea typeface="Nunito ExtraBold"/>
                <a:cs typeface="Nunito ExtraBold"/>
                <a:sym typeface="Nunito ExtraBold"/>
              </a:defRPr>
            </a:lvl7pPr>
            <a:lvl8pPr lvl="7" rtl="0" algn="ctr">
              <a:spcBef>
                <a:spcPts val="1600"/>
              </a:spcBef>
              <a:spcAft>
                <a:spcPts val="0"/>
              </a:spcAft>
              <a:buSzPts val="1400"/>
              <a:buFont typeface="Nunito ExtraBold"/>
              <a:buNone/>
              <a:defRPr>
                <a:latin typeface="Nunito ExtraBold"/>
                <a:ea typeface="Nunito ExtraBold"/>
                <a:cs typeface="Nunito ExtraBold"/>
                <a:sym typeface="Nunito ExtraBold"/>
              </a:defRPr>
            </a:lvl8pPr>
            <a:lvl9pPr lvl="8" rtl="0" algn="ctr">
              <a:spcBef>
                <a:spcPts val="1600"/>
              </a:spcBef>
              <a:spcAft>
                <a:spcPts val="1600"/>
              </a:spcAft>
              <a:buSzPts val="1400"/>
              <a:buFont typeface="Nunito ExtraBold"/>
              <a:buNone/>
              <a:defRPr>
                <a:latin typeface="Nunito ExtraBold"/>
                <a:ea typeface="Nunito ExtraBold"/>
                <a:cs typeface="Nunito ExtraBold"/>
                <a:sym typeface="Nunito ExtraBold"/>
              </a:defRPr>
            </a:lvl9pPr>
          </a:lstStyle>
          <a:p/>
        </p:txBody>
      </p:sp>
      <p:sp>
        <p:nvSpPr>
          <p:cNvPr id="1597" name="Google Shape;1597;p31"/>
          <p:cNvSpPr txBox="1"/>
          <p:nvPr>
            <p:ph idx="6" type="subTitle"/>
          </p:nvPr>
        </p:nvSpPr>
        <p:spPr>
          <a:xfrm>
            <a:off x="5013039" y="2135475"/>
            <a:ext cx="1983000" cy="457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800"/>
              <a:buNone/>
              <a:defRPr sz="1400"/>
            </a:lvl1pPr>
            <a:lvl2pPr lvl="1" rtl="0" algn="ctr">
              <a:spcBef>
                <a:spcPts val="0"/>
              </a:spcBef>
              <a:spcAft>
                <a:spcPts val="0"/>
              </a:spcAft>
              <a:buSzPts val="1400"/>
              <a:buNone/>
              <a:defRPr/>
            </a:lvl2pPr>
            <a:lvl3pPr lvl="2" rtl="0" algn="ctr">
              <a:spcBef>
                <a:spcPts val="1600"/>
              </a:spcBef>
              <a:spcAft>
                <a:spcPts val="0"/>
              </a:spcAft>
              <a:buSzPts val="1400"/>
              <a:buNone/>
              <a:defRPr/>
            </a:lvl3pPr>
            <a:lvl4pPr lvl="3" rtl="0" algn="ctr">
              <a:spcBef>
                <a:spcPts val="1600"/>
              </a:spcBef>
              <a:spcAft>
                <a:spcPts val="0"/>
              </a:spcAft>
              <a:buSzPts val="1400"/>
              <a:buNone/>
              <a:defRPr/>
            </a:lvl4pPr>
            <a:lvl5pPr lvl="4" rtl="0" algn="ctr">
              <a:spcBef>
                <a:spcPts val="1600"/>
              </a:spcBef>
              <a:spcAft>
                <a:spcPts val="0"/>
              </a:spcAft>
              <a:buSzPts val="1400"/>
              <a:buNone/>
              <a:defRPr/>
            </a:lvl5pPr>
            <a:lvl6pPr lvl="5" rtl="0" algn="ctr">
              <a:spcBef>
                <a:spcPts val="1600"/>
              </a:spcBef>
              <a:spcAft>
                <a:spcPts val="0"/>
              </a:spcAft>
              <a:buSzPts val="1400"/>
              <a:buNone/>
              <a:defRPr/>
            </a:lvl6pPr>
            <a:lvl7pPr lvl="6" rtl="0" algn="ctr">
              <a:spcBef>
                <a:spcPts val="1600"/>
              </a:spcBef>
              <a:spcAft>
                <a:spcPts val="0"/>
              </a:spcAft>
              <a:buSzPts val="1400"/>
              <a:buNone/>
              <a:defRPr/>
            </a:lvl7pPr>
            <a:lvl8pPr lvl="7" rtl="0" algn="ctr">
              <a:spcBef>
                <a:spcPts val="1600"/>
              </a:spcBef>
              <a:spcAft>
                <a:spcPts val="0"/>
              </a:spcAft>
              <a:buSzPts val="1400"/>
              <a:buNone/>
              <a:defRPr/>
            </a:lvl8pPr>
            <a:lvl9pPr lvl="8" rtl="0" algn="ctr">
              <a:spcBef>
                <a:spcPts val="1600"/>
              </a:spcBef>
              <a:spcAft>
                <a:spcPts val="1600"/>
              </a:spcAft>
              <a:buSzPts val="1400"/>
              <a:buNone/>
              <a:defRPr/>
            </a:lvl9pPr>
          </a:lstStyle>
          <a:p/>
        </p:txBody>
      </p:sp>
      <p:sp>
        <p:nvSpPr>
          <p:cNvPr id="1598" name="Google Shape;1598;p31"/>
          <p:cNvSpPr txBox="1"/>
          <p:nvPr>
            <p:ph idx="7" type="subTitle"/>
          </p:nvPr>
        </p:nvSpPr>
        <p:spPr>
          <a:xfrm>
            <a:off x="3577700" y="3666325"/>
            <a:ext cx="1982400" cy="365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800"/>
              <a:buFont typeface="Nunito ExtraBold"/>
              <a:buNone/>
              <a:defRPr>
                <a:latin typeface="Nunito ExtraBold"/>
                <a:ea typeface="Nunito ExtraBold"/>
                <a:cs typeface="Nunito ExtraBold"/>
                <a:sym typeface="Nunito ExtraBold"/>
              </a:defRPr>
            </a:lvl1pPr>
            <a:lvl2pPr lvl="1" rtl="0" algn="ctr">
              <a:spcBef>
                <a:spcPts val="0"/>
              </a:spcBef>
              <a:spcAft>
                <a:spcPts val="0"/>
              </a:spcAft>
              <a:buSzPts val="1400"/>
              <a:buFont typeface="Nunito ExtraBold"/>
              <a:buNone/>
              <a:defRPr>
                <a:latin typeface="Nunito ExtraBold"/>
                <a:ea typeface="Nunito ExtraBold"/>
                <a:cs typeface="Nunito ExtraBold"/>
                <a:sym typeface="Nunito ExtraBold"/>
              </a:defRPr>
            </a:lvl2pPr>
            <a:lvl3pPr lvl="2" rtl="0" algn="ctr">
              <a:spcBef>
                <a:spcPts val="1600"/>
              </a:spcBef>
              <a:spcAft>
                <a:spcPts val="0"/>
              </a:spcAft>
              <a:buSzPts val="1400"/>
              <a:buFont typeface="Nunito ExtraBold"/>
              <a:buNone/>
              <a:defRPr>
                <a:latin typeface="Nunito ExtraBold"/>
                <a:ea typeface="Nunito ExtraBold"/>
                <a:cs typeface="Nunito ExtraBold"/>
                <a:sym typeface="Nunito ExtraBold"/>
              </a:defRPr>
            </a:lvl3pPr>
            <a:lvl4pPr lvl="3" rtl="0" algn="ctr">
              <a:spcBef>
                <a:spcPts val="1600"/>
              </a:spcBef>
              <a:spcAft>
                <a:spcPts val="0"/>
              </a:spcAft>
              <a:buSzPts val="1400"/>
              <a:buFont typeface="Nunito ExtraBold"/>
              <a:buNone/>
              <a:defRPr>
                <a:latin typeface="Nunito ExtraBold"/>
                <a:ea typeface="Nunito ExtraBold"/>
                <a:cs typeface="Nunito ExtraBold"/>
                <a:sym typeface="Nunito ExtraBold"/>
              </a:defRPr>
            </a:lvl4pPr>
            <a:lvl5pPr lvl="4" rtl="0" algn="ctr">
              <a:spcBef>
                <a:spcPts val="1600"/>
              </a:spcBef>
              <a:spcAft>
                <a:spcPts val="0"/>
              </a:spcAft>
              <a:buSzPts val="1400"/>
              <a:buFont typeface="Nunito ExtraBold"/>
              <a:buNone/>
              <a:defRPr>
                <a:latin typeface="Nunito ExtraBold"/>
                <a:ea typeface="Nunito ExtraBold"/>
                <a:cs typeface="Nunito ExtraBold"/>
                <a:sym typeface="Nunito ExtraBold"/>
              </a:defRPr>
            </a:lvl5pPr>
            <a:lvl6pPr lvl="5" rtl="0" algn="ctr">
              <a:spcBef>
                <a:spcPts val="1600"/>
              </a:spcBef>
              <a:spcAft>
                <a:spcPts val="0"/>
              </a:spcAft>
              <a:buSzPts val="1400"/>
              <a:buFont typeface="Nunito ExtraBold"/>
              <a:buNone/>
              <a:defRPr>
                <a:latin typeface="Nunito ExtraBold"/>
                <a:ea typeface="Nunito ExtraBold"/>
                <a:cs typeface="Nunito ExtraBold"/>
                <a:sym typeface="Nunito ExtraBold"/>
              </a:defRPr>
            </a:lvl6pPr>
            <a:lvl7pPr lvl="6" rtl="0" algn="ctr">
              <a:spcBef>
                <a:spcPts val="1600"/>
              </a:spcBef>
              <a:spcAft>
                <a:spcPts val="0"/>
              </a:spcAft>
              <a:buSzPts val="1400"/>
              <a:buFont typeface="Nunito ExtraBold"/>
              <a:buNone/>
              <a:defRPr>
                <a:latin typeface="Nunito ExtraBold"/>
                <a:ea typeface="Nunito ExtraBold"/>
                <a:cs typeface="Nunito ExtraBold"/>
                <a:sym typeface="Nunito ExtraBold"/>
              </a:defRPr>
            </a:lvl7pPr>
            <a:lvl8pPr lvl="7" rtl="0" algn="ctr">
              <a:spcBef>
                <a:spcPts val="1600"/>
              </a:spcBef>
              <a:spcAft>
                <a:spcPts val="0"/>
              </a:spcAft>
              <a:buSzPts val="1400"/>
              <a:buFont typeface="Nunito ExtraBold"/>
              <a:buNone/>
              <a:defRPr>
                <a:latin typeface="Nunito ExtraBold"/>
                <a:ea typeface="Nunito ExtraBold"/>
                <a:cs typeface="Nunito ExtraBold"/>
                <a:sym typeface="Nunito ExtraBold"/>
              </a:defRPr>
            </a:lvl8pPr>
            <a:lvl9pPr lvl="8" rtl="0" algn="ctr">
              <a:spcBef>
                <a:spcPts val="1600"/>
              </a:spcBef>
              <a:spcAft>
                <a:spcPts val="1600"/>
              </a:spcAft>
              <a:buSzPts val="1400"/>
              <a:buFont typeface="Nunito ExtraBold"/>
              <a:buNone/>
              <a:defRPr>
                <a:latin typeface="Nunito ExtraBold"/>
                <a:ea typeface="Nunito ExtraBold"/>
                <a:cs typeface="Nunito ExtraBold"/>
                <a:sym typeface="Nunito ExtraBold"/>
              </a:defRPr>
            </a:lvl9pPr>
          </a:lstStyle>
          <a:p/>
        </p:txBody>
      </p:sp>
      <p:sp>
        <p:nvSpPr>
          <p:cNvPr id="1599" name="Google Shape;1599;p31"/>
          <p:cNvSpPr txBox="1"/>
          <p:nvPr>
            <p:ph idx="8" type="subTitle"/>
          </p:nvPr>
        </p:nvSpPr>
        <p:spPr>
          <a:xfrm>
            <a:off x="3575150" y="4032025"/>
            <a:ext cx="1983000" cy="457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800"/>
              <a:buNone/>
              <a:defRPr sz="1400"/>
            </a:lvl1pPr>
            <a:lvl2pPr lvl="1" rtl="0" algn="ctr">
              <a:spcBef>
                <a:spcPts val="0"/>
              </a:spcBef>
              <a:spcAft>
                <a:spcPts val="0"/>
              </a:spcAft>
              <a:buSzPts val="1400"/>
              <a:buNone/>
              <a:defRPr/>
            </a:lvl2pPr>
            <a:lvl3pPr lvl="2" rtl="0" algn="ctr">
              <a:spcBef>
                <a:spcPts val="1600"/>
              </a:spcBef>
              <a:spcAft>
                <a:spcPts val="0"/>
              </a:spcAft>
              <a:buSzPts val="1400"/>
              <a:buNone/>
              <a:defRPr/>
            </a:lvl3pPr>
            <a:lvl4pPr lvl="3" rtl="0" algn="ctr">
              <a:spcBef>
                <a:spcPts val="1600"/>
              </a:spcBef>
              <a:spcAft>
                <a:spcPts val="0"/>
              </a:spcAft>
              <a:buSzPts val="1400"/>
              <a:buNone/>
              <a:defRPr/>
            </a:lvl4pPr>
            <a:lvl5pPr lvl="4" rtl="0" algn="ctr">
              <a:spcBef>
                <a:spcPts val="1600"/>
              </a:spcBef>
              <a:spcAft>
                <a:spcPts val="0"/>
              </a:spcAft>
              <a:buSzPts val="1400"/>
              <a:buNone/>
              <a:defRPr/>
            </a:lvl5pPr>
            <a:lvl6pPr lvl="5" rtl="0" algn="ctr">
              <a:spcBef>
                <a:spcPts val="1600"/>
              </a:spcBef>
              <a:spcAft>
                <a:spcPts val="0"/>
              </a:spcAft>
              <a:buSzPts val="1400"/>
              <a:buNone/>
              <a:defRPr/>
            </a:lvl6pPr>
            <a:lvl7pPr lvl="6" rtl="0" algn="ctr">
              <a:spcBef>
                <a:spcPts val="1600"/>
              </a:spcBef>
              <a:spcAft>
                <a:spcPts val="0"/>
              </a:spcAft>
              <a:buSzPts val="1400"/>
              <a:buNone/>
              <a:defRPr/>
            </a:lvl7pPr>
            <a:lvl8pPr lvl="7" rtl="0" algn="ctr">
              <a:spcBef>
                <a:spcPts val="1600"/>
              </a:spcBef>
              <a:spcAft>
                <a:spcPts val="0"/>
              </a:spcAft>
              <a:buSzPts val="1400"/>
              <a:buNone/>
              <a:defRPr/>
            </a:lvl8pPr>
            <a:lvl9pPr lvl="8" rtl="0" algn="ctr">
              <a:spcBef>
                <a:spcPts val="1600"/>
              </a:spcBef>
              <a:spcAft>
                <a:spcPts val="1600"/>
              </a:spcAft>
              <a:buSzPts val="1400"/>
              <a:buNone/>
              <a:defRPr/>
            </a:lvl9pPr>
          </a:lstStyle>
          <a:p/>
        </p:txBody>
      </p:sp>
      <p:sp>
        <p:nvSpPr>
          <p:cNvPr id="1600" name="Google Shape;1600;p31"/>
          <p:cNvSpPr/>
          <p:nvPr/>
        </p:nvSpPr>
        <p:spPr>
          <a:xfrm>
            <a:off x="358848" y="920049"/>
            <a:ext cx="261014" cy="257301"/>
          </a:xfrm>
          <a:custGeom>
            <a:rect b="b" l="l" r="r" t="t"/>
            <a:pathLst>
              <a:path extrusionOk="0" h="3971" w="4028">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1" name="Google Shape;1601;p31"/>
          <p:cNvSpPr/>
          <p:nvPr/>
        </p:nvSpPr>
        <p:spPr>
          <a:xfrm>
            <a:off x="489161" y="634368"/>
            <a:ext cx="60199" cy="60130"/>
          </a:xfrm>
          <a:custGeom>
            <a:rect b="b" l="l" r="r" t="t"/>
            <a:pathLst>
              <a:path extrusionOk="0" h="928" w="929">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2" name="Google Shape;1602;p31"/>
          <p:cNvSpPr/>
          <p:nvPr/>
        </p:nvSpPr>
        <p:spPr>
          <a:xfrm>
            <a:off x="647985" y="1568777"/>
            <a:ext cx="59875" cy="59871"/>
          </a:xfrm>
          <a:custGeom>
            <a:rect b="b" l="l" r="r" t="t"/>
            <a:pathLst>
              <a:path extrusionOk="0" h="924" w="924">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3" name="Google Shape;1603;p31"/>
          <p:cNvSpPr/>
          <p:nvPr/>
        </p:nvSpPr>
        <p:spPr>
          <a:xfrm>
            <a:off x="887978" y="969144"/>
            <a:ext cx="60134" cy="60130"/>
          </a:xfrm>
          <a:custGeom>
            <a:rect b="b" l="l" r="r" t="t"/>
            <a:pathLst>
              <a:path extrusionOk="0" h="928" w="928">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4" name="Google Shape;1604;p31"/>
          <p:cNvSpPr txBox="1"/>
          <p:nvPr>
            <p:ph idx="9" type="subTitle"/>
          </p:nvPr>
        </p:nvSpPr>
        <p:spPr>
          <a:xfrm>
            <a:off x="6451228" y="3666325"/>
            <a:ext cx="1982400" cy="365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800"/>
              <a:buFont typeface="Nunito ExtraBold"/>
              <a:buNone/>
              <a:defRPr>
                <a:latin typeface="Nunito ExtraBold"/>
                <a:ea typeface="Nunito ExtraBold"/>
                <a:cs typeface="Nunito ExtraBold"/>
                <a:sym typeface="Nunito ExtraBold"/>
              </a:defRPr>
            </a:lvl1pPr>
            <a:lvl2pPr lvl="1" rtl="0" algn="ctr">
              <a:spcBef>
                <a:spcPts val="0"/>
              </a:spcBef>
              <a:spcAft>
                <a:spcPts val="0"/>
              </a:spcAft>
              <a:buSzPts val="1400"/>
              <a:buFont typeface="Nunito ExtraBold"/>
              <a:buNone/>
              <a:defRPr>
                <a:latin typeface="Nunito ExtraBold"/>
                <a:ea typeface="Nunito ExtraBold"/>
                <a:cs typeface="Nunito ExtraBold"/>
                <a:sym typeface="Nunito ExtraBold"/>
              </a:defRPr>
            </a:lvl2pPr>
            <a:lvl3pPr lvl="2" rtl="0" algn="ctr">
              <a:spcBef>
                <a:spcPts val="1600"/>
              </a:spcBef>
              <a:spcAft>
                <a:spcPts val="0"/>
              </a:spcAft>
              <a:buSzPts val="1400"/>
              <a:buFont typeface="Nunito ExtraBold"/>
              <a:buNone/>
              <a:defRPr>
                <a:latin typeface="Nunito ExtraBold"/>
                <a:ea typeface="Nunito ExtraBold"/>
                <a:cs typeface="Nunito ExtraBold"/>
                <a:sym typeface="Nunito ExtraBold"/>
              </a:defRPr>
            </a:lvl3pPr>
            <a:lvl4pPr lvl="3" rtl="0" algn="ctr">
              <a:spcBef>
                <a:spcPts val="1600"/>
              </a:spcBef>
              <a:spcAft>
                <a:spcPts val="0"/>
              </a:spcAft>
              <a:buSzPts val="1400"/>
              <a:buFont typeface="Nunito ExtraBold"/>
              <a:buNone/>
              <a:defRPr>
                <a:latin typeface="Nunito ExtraBold"/>
                <a:ea typeface="Nunito ExtraBold"/>
                <a:cs typeface="Nunito ExtraBold"/>
                <a:sym typeface="Nunito ExtraBold"/>
              </a:defRPr>
            </a:lvl4pPr>
            <a:lvl5pPr lvl="4" rtl="0" algn="ctr">
              <a:spcBef>
                <a:spcPts val="1600"/>
              </a:spcBef>
              <a:spcAft>
                <a:spcPts val="0"/>
              </a:spcAft>
              <a:buSzPts val="1400"/>
              <a:buFont typeface="Nunito ExtraBold"/>
              <a:buNone/>
              <a:defRPr>
                <a:latin typeface="Nunito ExtraBold"/>
                <a:ea typeface="Nunito ExtraBold"/>
                <a:cs typeface="Nunito ExtraBold"/>
                <a:sym typeface="Nunito ExtraBold"/>
              </a:defRPr>
            </a:lvl5pPr>
            <a:lvl6pPr lvl="5" rtl="0" algn="ctr">
              <a:spcBef>
                <a:spcPts val="1600"/>
              </a:spcBef>
              <a:spcAft>
                <a:spcPts val="0"/>
              </a:spcAft>
              <a:buSzPts val="1400"/>
              <a:buFont typeface="Nunito ExtraBold"/>
              <a:buNone/>
              <a:defRPr>
                <a:latin typeface="Nunito ExtraBold"/>
                <a:ea typeface="Nunito ExtraBold"/>
                <a:cs typeface="Nunito ExtraBold"/>
                <a:sym typeface="Nunito ExtraBold"/>
              </a:defRPr>
            </a:lvl6pPr>
            <a:lvl7pPr lvl="6" rtl="0" algn="ctr">
              <a:spcBef>
                <a:spcPts val="1600"/>
              </a:spcBef>
              <a:spcAft>
                <a:spcPts val="0"/>
              </a:spcAft>
              <a:buSzPts val="1400"/>
              <a:buFont typeface="Nunito ExtraBold"/>
              <a:buNone/>
              <a:defRPr>
                <a:latin typeface="Nunito ExtraBold"/>
                <a:ea typeface="Nunito ExtraBold"/>
                <a:cs typeface="Nunito ExtraBold"/>
                <a:sym typeface="Nunito ExtraBold"/>
              </a:defRPr>
            </a:lvl7pPr>
            <a:lvl8pPr lvl="7" rtl="0" algn="ctr">
              <a:spcBef>
                <a:spcPts val="1600"/>
              </a:spcBef>
              <a:spcAft>
                <a:spcPts val="0"/>
              </a:spcAft>
              <a:buSzPts val="1400"/>
              <a:buFont typeface="Nunito ExtraBold"/>
              <a:buNone/>
              <a:defRPr>
                <a:latin typeface="Nunito ExtraBold"/>
                <a:ea typeface="Nunito ExtraBold"/>
                <a:cs typeface="Nunito ExtraBold"/>
                <a:sym typeface="Nunito ExtraBold"/>
              </a:defRPr>
            </a:lvl8pPr>
            <a:lvl9pPr lvl="8" rtl="0" algn="ctr">
              <a:spcBef>
                <a:spcPts val="1600"/>
              </a:spcBef>
              <a:spcAft>
                <a:spcPts val="1600"/>
              </a:spcAft>
              <a:buSzPts val="1400"/>
              <a:buFont typeface="Nunito ExtraBold"/>
              <a:buNone/>
              <a:defRPr>
                <a:latin typeface="Nunito ExtraBold"/>
                <a:ea typeface="Nunito ExtraBold"/>
                <a:cs typeface="Nunito ExtraBold"/>
                <a:sym typeface="Nunito ExtraBold"/>
              </a:defRPr>
            </a:lvl9pPr>
          </a:lstStyle>
          <a:p/>
        </p:txBody>
      </p:sp>
      <p:sp>
        <p:nvSpPr>
          <p:cNvPr id="1605" name="Google Shape;1605;p31"/>
          <p:cNvSpPr txBox="1"/>
          <p:nvPr>
            <p:ph idx="13" type="subTitle"/>
          </p:nvPr>
        </p:nvSpPr>
        <p:spPr>
          <a:xfrm>
            <a:off x="6450928" y="4032025"/>
            <a:ext cx="1983000" cy="457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800"/>
              <a:buNone/>
              <a:defRPr sz="1400"/>
            </a:lvl1pPr>
            <a:lvl2pPr lvl="1" rtl="0" algn="ctr">
              <a:spcBef>
                <a:spcPts val="0"/>
              </a:spcBef>
              <a:spcAft>
                <a:spcPts val="0"/>
              </a:spcAft>
              <a:buSzPts val="1400"/>
              <a:buNone/>
              <a:defRPr/>
            </a:lvl2pPr>
            <a:lvl3pPr lvl="2" rtl="0" algn="ctr">
              <a:spcBef>
                <a:spcPts val="1600"/>
              </a:spcBef>
              <a:spcAft>
                <a:spcPts val="0"/>
              </a:spcAft>
              <a:buSzPts val="1400"/>
              <a:buNone/>
              <a:defRPr/>
            </a:lvl3pPr>
            <a:lvl4pPr lvl="3" rtl="0" algn="ctr">
              <a:spcBef>
                <a:spcPts val="1600"/>
              </a:spcBef>
              <a:spcAft>
                <a:spcPts val="0"/>
              </a:spcAft>
              <a:buSzPts val="1400"/>
              <a:buNone/>
              <a:defRPr/>
            </a:lvl4pPr>
            <a:lvl5pPr lvl="4" rtl="0" algn="ctr">
              <a:spcBef>
                <a:spcPts val="1600"/>
              </a:spcBef>
              <a:spcAft>
                <a:spcPts val="0"/>
              </a:spcAft>
              <a:buSzPts val="1400"/>
              <a:buNone/>
              <a:defRPr/>
            </a:lvl5pPr>
            <a:lvl6pPr lvl="5" rtl="0" algn="ctr">
              <a:spcBef>
                <a:spcPts val="1600"/>
              </a:spcBef>
              <a:spcAft>
                <a:spcPts val="0"/>
              </a:spcAft>
              <a:buSzPts val="1400"/>
              <a:buNone/>
              <a:defRPr/>
            </a:lvl6pPr>
            <a:lvl7pPr lvl="6" rtl="0" algn="ctr">
              <a:spcBef>
                <a:spcPts val="1600"/>
              </a:spcBef>
              <a:spcAft>
                <a:spcPts val="0"/>
              </a:spcAft>
              <a:buSzPts val="1400"/>
              <a:buNone/>
              <a:defRPr/>
            </a:lvl7pPr>
            <a:lvl8pPr lvl="7" rtl="0" algn="ctr">
              <a:spcBef>
                <a:spcPts val="1600"/>
              </a:spcBef>
              <a:spcAft>
                <a:spcPts val="0"/>
              </a:spcAft>
              <a:buSzPts val="1400"/>
              <a:buNone/>
              <a:defRPr/>
            </a:lvl8pPr>
            <a:lvl9pPr lvl="8" rtl="0" algn="ctr">
              <a:spcBef>
                <a:spcPts val="1600"/>
              </a:spcBef>
              <a:spcAft>
                <a:spcPts val="1600"/>
              </a:spcAft>
              <a:buSzPts val="14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1_1_1_1_2">
    <p:spTree>
      <p:nvGrpSpPr>
        <p:cNvPr id="1606" name="Shape 1606"/>
        <p:cNvGrpSpPr/>
        <p:nvPr/>
      </p:nvGrpSpPr>
      <p:grpSpPr>
        <a:xfrm>
          <a:off x="0" y="0"/>
          <a:ext cx="0" cy="0"/>
          <a:chOff x="0" y="0"/>
          <a:chExt cx="0" cy="0"/>
        </a:xfrm>
      </p:grpSpPr>
      <p:sp>
        <p:nvSpPr>
          <p:cNvPr id="1607" name="Google Shape;1607;p32"/>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Clr>
                <a:schemeClr val="lt2"/>
              </a:buClr>
              <a:buSzPts val="2800"/>
              <a:buNone/>
              <a:defRPr>
                <a:solidFill>
                  <a:schemeClr val="lt2"/>
                </a:solidFill>
              </a:defRPr>
            </a:lvl2pPr>
            <a:lvl3pPr lvl="2" rtl="0">
              <a:spcBef>
                <a:spcPts val="0"/>
              </a:spcBef>
              <a:spcAft>
                <a:spcPts val="0"/>
              </a:spcAft>
              <a:buClr>
                <a:schemeClr val="lt2"/>
              </a:buClr>
              <a:buSzPts val="2800"/>
              <a:buNone/>
              <a:defRPr>
                <a:solidFill>
                  <a:schemeClr val="lt2"/>
                </a:solidFill>
              </a:defRPr>
            </a:lvl3pPr>
            <a:lvl4pPr lvl="3" rtl="0">
              <a:spcBef>
                <a:spcPts val="0"/>
              </a:spcBef>
              <a:spcAft>
                <a:spcPts val="0"/>
              </a:spcAft>
              <a:buClr>
                <a:schemeClr val="lt2"/>
              </a:buClr>
              <a:buSzPts val="2800"/>
              <a:buNone/>
              <a:defRPr>
                <a:solidFill>
                  <a:schemeClr val="lt2"/>
                </a:solidFill>
              </a:defRPr>
            </a:lvl4pPr>
            <a:lvl5pPr lvl="4" rtl="0">
              <a:spcBef>
                <a:spcPts val="0"/>
              </a:spcBef>
              <a:spcAft>
                <a:spcPts val="0"/>
              </a:spcAft>
              <a:buClr>
                <a:schemeClr val="lt2"/>
              </a:buClr>
              <a:buSzPts val="2800"/>
              <a:buNone/>
              <a:defRPr>
                <a:solidFill>
                  <a:schemeClr val="lt2"/>
                </a:solidFill>
              </a:defRPr>
            </a:lvl5pPr>
            <a:lvl6pPr lvl="5" rtl="0">
              <a:spcBef>
                <a:spcPts val="0"/>
              </a:spcBef>
              <a:spcAft>
                <a:spcPts val="0"/>
              </a:spcAft>
              <a:buClr>
                <a:schemeClr val="lt2"/>
              </a:buClr>
              <a:buSzPts val="2800"/>
              <a:buNone/>
              <a:defRPr>
                <a:solidFill>
                  <a:schemeClr val="lt2"/>
                </a:solidFill>
              </a:defRPr>
            </a:lvl6pPr>
            <a:lvl7pPr lvl="6" rtl="0">
              <a:spcBef>
                <a:spcPts val="0"/>
              </a:spcBef>
              <a:spcAft>
                <a:spcPts val="0"/>
              </a:spcAft>
              <a:buClr>
                <a:schemeClr val="lt2"/>
              </a:buClr>
              <a:buSzPts val="2800"/>
              <a:buNone/>
              <a:defRPr>
                <a:solidFill>
                  <a:schemeClr val="lt2"/>
                </a:solidFill>
              </a:defRPr>
            </a:lvl7pPr>
            <a:lvl8pPr lvl="7" rtl="0">
              <a:spcBef>
                <a:spcPts val="0"/>
              </a:spcBef>
              <a:spcAft>
                <a:spcPts val="0"/>
              </a:spcAft>
              <a:buClr>
                <a:schemeClr val="lt2"/>
              </a:buClr>
              <a:buSzPts val="2800"/>
              <a:buNone/>
              <a:defRPr>
                <a:solidFill>
                  <a:schemeClr val="lt2"/>
                </a:solidFill>
              </a:defRPr>
            </a:lvl8pPr>
            <a:lvl9pPr lvl="8" rtl="0">
              <a:spcBef>
                <a:spcPts val="0"/>
              </a:spcBef>
              <a:spcAft>
                <a:spcPts val="0"/>
              </a:spcAft>
              <a:buClr>
                <a:schemeClr val="lt2"/>
              </a:buClr>
              <a:buSzPts val="2800"/>
              <a:buNone/>
              <a:defRPr>
                <a:solidFill>
                  <a:schemeClr val="lt2"/>
                </a:solidFill>
              </a:defRPr>
            </a:lvl9pPr>
          </a:lstStyle>
          <a:p/>
        </p:txBody>
      </p:sp>
      <p:sp>
        <p:nvSpPr>
          <p:cNvPr id="1608" name="Google Shape;1608;p32"/>
          <p:cNvSpPr txBox="1"/>
          <p:nvPr>
            <p:ph idx="1" type="subTitle"/>
          </p:nvPr>
        </p:nvSpPr>
        <p:spPr>
          <a:xfrm>
            <a:off x="1496675" y="1857375"/>
            <a:ext cx="1152000" cy="365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800"/>
              <a:buFont typeface="Nunito ExtraBold"/>
              <a:buNone/>
              <a:defRPr>
                <a:latin typeface="Nunito ExtraBold"/>
                <a:ea typeface="Nunito ExtraBold"/>
                <a:cs typeface="Nunito ExtraBold"/>
                <a:sym typeface="Nunito ExtraBold"/>
              </a:defRPr>
            </a:lvl1pPr>
            <a:lvl2pPr lvl="1" rtl="0" algn="ctr">
              <a:spcBef>
                <a:spcPts val="1600"/>
              </a:spcBef>
              <a:spcAft>
                <a:spcPts val="0"/>
              </a:spcAft>
              <a:buSzPts val="1800"/>
              <a:buFont typeface="Nunito ExtraBold"/>
              <a:buNone/>
              <a:defRPr sz="1800">
                <a:latin typeface="Nunito ExtraBold"/>
                <a:ea typeface="Nunito ExtraBold"/>
                <a:cs typeface="Nunito ExtraBold"/>
                <a:sym typeface="Nunito ExtraBold"/>
              </a:defRPr>
            </a:lvl2pPr>
            <a:lvl3pPr lvl="2" rtl="0" algn="ctr">
              <a:spcBef>
                <a:spcPts val="1600"/>
              </a:spcBef>
              <a:spcAft>
                <a:spcPts val="0"/>
              </a:spcAft>
              <a:buSzPts val="1800"/>
              <a:buFont typeface="Nunito ExtraBold"/>
              <a:buNone/>
              <a:defRPr sz="1800">
                <a:latin typeface="Nunito ExtraBold"/>
                <a:ea typeface="Nunito ExtraBold"/>
                <a:cs typeface="Nunito ExtraBold"/>
                <a:sym typeface="Nunito ExtraBold"/>
              </a:defRPr>
            </a:lvl3pPr>
            <a:lvl4pPr lvl="3" rtl="0" algn="ctr">
              <a:spcBef>
                <a:spcPts val="1600"/>
              </a:spcBef>
              <a:spcAft>
                <a:spcPts val="0"/>
              </a:spcAft>
              <a:buSzPts val="1800"/>
              <a:buFont typeface="Nunito ExtraBold"/>
              <a:buNone/>
              <a:defRPr sz="1800">
                <a:latin typeface="Nunito ExtraBold"/>
                <a:ea typeface="Nunito ExtraBold"/>
                <a:cs typeface="Nunito ExtraBold"/>
                <a:sym typeface="Nunito ExtraBold"/>
              </a:defRPr>
            </a:lvl4pPr>
            <a:lvl5pPr lvl="4" rtl="0" algn="ctr">
              <a:spcBef>
                <a:spcPts val="1600"/>
              </a:spcBef>
              <a:spcAft>
                <a:spcPts val="0"/>
              </a:spcAft>
              <a:buSzPts val="1800"/>
              <a:buFont typeface="Nunito ExtraBold"/>
              <a:buNone/>
              <a:defRPr sz="1800">
                <a:latin typeface="Nunito ExtraBold"/>
                <a:ea typeface="Nunito ExtraBold"/>
                <a:cs typeface="Nunito ExtraBold"/>
                <a:sym typeface="Nunito ExtraBold"/>
              </a:defRPr>
            </a:lvl5pPr>
            <a:lvl6pPr lvl="5" rtl="0" algn="ctr">
              <a:spcBef>
                <a:spcPts val="1600"/>
              </a:spcBef>
              <a:spcAft>
                <a:spcPts val="0"/>
              </a:spcAft>
              <a:buSzPts val="1800"/>
              <a:buFont typeface="Nunito ExtraBold"/>
              <a:buNone/>
              <a:defRPr sz="1800">
                <a:latin typeface="Nunito ExtraBold"/>
                <a:ea typeface="Nunito ExtraBold"/>
                <a:cs typeface="Nunito ExtraBold"/>
                <a:sym typeface="Nunito ExtraBold"/>
              </a:defRPr>
            </a:lvl6pPr>
            <a:lvl7pPr lvl="6" rtl="0" algn="ctr">
              <a:spcBef>
                <a:spcPts val="1600"/>
              </a:spcBef>
              <a:spcAft>
                <a:spcPts val="0"/>
              </a:spcAft>
              <a:buSzPts val="1800"/>
              <a:buFont typeface="Nunito ExtraBold"/>
              <a:buNone/>
              <a:defRPr sz="1800">
                <a:latin typeface="Nunito ExtraBold"/>
                <a:ea typeface="Nunito ExtraBold"/>
                <a:cs typeface="Nunito ExtraBold"/>
                <a:sym typeface="Nunito ExtraBold"/>
              </a:defRPr>
            </a:lvl7pPr>
            <a:lvl8pPr lvl="7" rtl="0" algn="ctr">
              <a:spcBef>
                <a:spcPts val="1600"/>
              </a:spcBef>
              <a:spcAft>
                <a:spcPts val="0"/>
              </a:spcAft>
              <a:buSzPts val="1800"/>
              <a:buFont typeface="Nunito ExtraBold"/>
              <a:buNone/>
              <a:defRPr sz="1800">
                <a:latin typeface="Nunito ExtraBold"/>
                <a:ea typeface="Nunito ExtraBold"/>
                <a:cs typeface="Nunito ExtraBold"/>
                <a:sym typeface="Nunito ExtraBold"/>
              </a:defRPr>
            </a:lvl8pPr>
            <a:lvl9pPr lvl="8" rtl="0" algn="ctr">
              <a:spcBef>
                <a:spcPts val="1600"/>
              </a:spcBef>
              <a:spcAft>
                <a:spcPts val="1600"/>
              </a:spcAft>
              <a:buSzPts val="1800"/>
              <a:buFont typeface="Nunito ExtraBold"/>
              <a:buNone/>
              <a:defRPr sz="1800">
                <a:latin typeface="Nunito ExtraBold"/>
                <a:ea typeface="Nunito ExtraBold"/>
                <a:cs typeface="Nunito ExtraBold"/>
                <a:sym typeface="Nunito ExtraBold"/>
              </a:defRPr>
            </a:lvl9pPr>
          </a:lstStyle>
          <a:p/>
        </p:txBody>
      </p:sp>
      <p:sp>
        <p:nvSpPr>
          <p:cNvPr id="1609" name="Google Shape;1609;p32"/>
          <p:cNvSpPr txBox="1"/>
          <p:nvPr>
            <p:ph idx="2" type="subTitle"/>
          </p:nvPr>
        </p:nvSpPr>
        <p:spPr>
          <a:xfrm>
            <a:off x="4069200" y="1857375"/>
            <a:ext cx="1152000" cy="365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800"/>
              <a:buFont typeface="Nunito ExtraBold"/>
              <a:buNone/>
              <a:defRPr>
                <a:latin typeface="Nunito ExtraBold"/>
                <a:ea typeface="Nunito ExtraBold"/>
                <a:cs typeface="Nunito ExtraBold"/>
                <a:sym typeface="Nunito ExtraBold"/>
              </a:defRPr>
            </a:lvl1pPr>
            <a:lvl2pPr lvl="1" rtl="0" algn="ctr">
              <a:spcBef>
                <a:spcPts val="1600"/>
              </a:spcBef>
              <a:spcAft>
                <a:spcPts val="0"/>
              </a:spcAft>
              <a:buSzPts val="1800"/>
              <a:buFont typeface="Nunito ExtraBold"/>
              <a:buNone/>
              <a:defRPr sz="1800">
                <a:latin typeface="Nunito ExtraBold"/>
                <a:ea typeface="Nunito ExtraBold"/>
                <a:cs typeface="Nunito ExtraBold"/>
                <a:sym typeface="Nunito ExtraBold"/>
              </a:defRPr>
            </a:lvl2pPr>
            <a:lvl3pPr lvl="2" rtl="0" algn="ctr">
              <a:spcBef>
                <a:spcPts val="1600"/>
              </a:spcBef>
              <a:spcAft>
                <a:spcPts val="0"/>
              </a:spcAft>
              <a:buSzPts val="1800"/>
              <a:buFont typeface="Nunito ExtraBold"/>
              <a:buNone/>
              <a:defRPr sz="1800">
                <a:latin typeface="Nunito ExtraBold"/>
                <a:ea typeface="Nunito ExtraBold"/>
                <a:cs typeface="Nunito ExtraBold"/>
                <a:sym typeface="Nunito ExtraBold"/>
              </a:defRPr>
            </a:lvl3pPr>
            <a:lvl4pPr lvl="3" rtl="0" algn="ctr">
              <a:spcBef>
                <a:spcPts val="1600"/>
              </a:spcBef>
              <a:spcAft>
                <a:spcPts val="0"/>
              </a:spcAft>
              <a:buSzPts val="1800"/>
              <a:buFont typeface="Nunito ExtraBold"/>
              <a:buNone/>
              <a:defRPr sz="1800">
                <a:latin typeface="Nunito ExtraBold"/>
                <a:ea typeface="Nunito ExtraBold"/>
                <a:cs typeface="Nunito ExtraBold"/>
                <a:sym typeface="Nunito ExtraBold"/>
              </a:defRPr>
            </a:lvl4pPr>
            <a:lvl5pPr lvl="4" rtl="0" algn="ctr">
              <a:spcBef>
                <a:spcPts val="1600"/>
              </a:spcBef>
              <a:spcAft>
                <a:spcPts val="0"/>
              </a:spcAft>
              <a:buSzPts val="1800"/>
              <a:buFont typeface="Nunito ExtraBold"/>
              <a:buNone/>
              <a:defRPr sz="1800">
                <a:latin typeface="Nunito ExtraBold"/>
                <a:ea typeface="Nunito ExtraBold"/>
                <a:cs typeface="Nunito ExtraBold"/>
                <a:sym typeface="Nunito ExtraBold"/>
              </a:defRPr>
            </a:lvl5pPr>
            <a:lvl6pPr lvl="5" rtl="0" algn="ctr">
              <a:spcBef>
                <a:spcPts val="1600"/>
              </a:spcBef>
              <a:spcAft>
                <a:spcPts val="0"/>
              </a:spcAft>
              <a:buSzPts val="1800"/>
              <a:buFont typeface="Nunito ExtraBold"/>
              <a:buNone/>
              <a:defRPr sz="1800">
                <a:latin typeface="Nunito ExtraBold"/>
                <a:ea typeface="Nunito ExtraBold"/>
                <a:cs typeface="Nunito ExtraBold"/>
                <a:sym typeface="Nunito ExtraBold"/>
              </a:defRPr>
            </a:lvl6pPr>
            <a:lvl7pPr lvl="6" rtl="0" algn="ctr">
              <a:spcBef>
                <a:spcPts val="1600"/>
              </a:spcBef>
              <a:spcAft>
                <a:spcPts val="0"/>
              </a:spcAft>
              <a:buSzPts val="1800"/>
              <a:buFont typeface="Nunito ExtraBold"/>
              <a:buNone/>
              <a:defRPr sz="1800">
                <a:latin typeface="Nunito ExtraBold"/>
                <a:ea typeface="Nunito ExtraBold"/>
                <a:cs typeface="Nunito ExtraBold"/>
                <a:sym typeface="Nunito ExtraBold"/>
              </a:defRPr>
            </a:lvl7pPr>
            <a:lvl8pPr lvl="7" rtl="0" algn="ctr">
              <a:spcBef>
                <a:spcPts val="1600"/>
              </a:spcBef>
              <a:spcAft>
                <a:spcPts val="0"/>
              </a:spcAft>
              <a:buSzPts val="1800"/>
              <a:buFont typeface="Nunito ExtraBold"/>
              <a:buNone/>
              <a:defRPr sz="1800">
                <a:latin typeface="Nunito ExtraBold"/>
                <a:ea typeface="Nunito ExtraBold"/>
                <a:cs typeface="Nunito ExtraBold"/>
                <a:sym typeface="Nunito ExtraBold"/>
              </a:defRPr>
            </a:lvl8pPr>
            <a:lvl9pPr lvl="8" rtl="0" algn="ctr">
              <a:spcBef>
                <a:spcPts val="1600"/>
              </a:spcBef>
              <a:spcAft>
                <a:spcPts val="1600"/>
              </a:spcAft>
              <a:buSzPts val="1800"/>
              <a:buFont typeface="Nunito ExtraBold"/>
              <a:buNone/>
              <a:defRPr sz="1800">
                <a:latin typeface="Nunito ExtraBold"/>
                <a:ea typeface="Nunito ExtraBold"/>
                <a:cs typeface="Nunito ExtraBold"/>
                <a:sym typeface="Nunito ExtraBold"/>
              </a:defRPr>
            </a:lvl9pPr>
          </a:lstStyle>
          <a:p/>
        </p:txBody>
      </p:sp>
      <p:sp>
        <p:nvSpPr>
          <p:cNvPr id="1610" name="Google Shape;1610;p32"/>
          <p:cNvSpPr txBox="1"/>
          <p:nvPr>
            <p:ph idx="3" type="subTitle"/>
          </p:nvPr>
        </p:nvSpPr>
        <p:spPr>
          <a:xfrm>
            <a:off x="6643850" y="1857375"/>
            <a:ext cx="1152000" cy="365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800"/>
              <a:buFont typeface="Nunito ExtraBold"/>
              <a:buNone/>
              <a:defRPr>
                <a:latin typeface="Nunito ExtraBold"/>
                <a:ea typeface="Nunito ExtraBold"/>
                <a:cs typeface="Nunito ExtraBold"/>
                <a:sym typeface="Nunito ExtraBold"/>
              </a:defRPr>
            </a:lvl1pPr>
            <a:lvl2pPr lvl="1" rtl="0" algn="ctr">
              <a:spcBef>
                <a:spcPts val="1600"/>
              </a:spcBef>
              <a:spcAft>
                <a:spcPts val="0"/>
              </a:spcAft>
              <a:buSzPts val="1800"/>
              <a:buFont typeface="Nunito ExtraBold"/>
              <a:buNone/>
              <a:defRPr sz="1800">
                <a:latin typeface="Nunito ExtraBold"/>
                <a:ea typeface="Nunito ExtraBold"/>
                <a:cs typeface="Nunito ExtraBold"/>
                <a:sym typeface="Nunito ExtraBold"/>
              </a:defRPr>
            </a:lvl2pPr>
            <a:lvl3pPr lvl="2" rtl="0" algn="ctr">
              <a:spcBef>
                <a:spcPts val="1600"/>
              </a:spcBef>
              <a:spcAft>
                <a:spcPts val="0"/>
              </a:spcAft>
              <a:buSzPts val="1800"/>
              <a:buFont typeface="Nunito ExtraBold"/>
              <a:buNone/>
              <a:defRPr sz="1800">
                <a:latin typeface="Nunito ExtraBold"/>
                <a:ea typeface="Nunito ExtraBold"/>
                <a:cs typeface="Nunito ExtraBold"/>
                <a:sym typeface="Nunito ExtraBold"/>
              </a:defRPr>
            </a:lvl3pPr>
            <a:lvl4pPr lvl="3" rtl="0" algn="ctr">
              <a:spcBef>
                <a:spcPts val="1600"/>
              </a:spcBef>
              <a:spcAft>
                <a:spcPts val="0"/>
              </a:spcAft>
              <a:buSzPts val="1800"/>
              <a:buFont typeface="Nunito ExtraBold"/>
              <a:buNone/>
              <a:defRPr sz="1800">
                <a:latin typeface="Nunito ExtraBold"/>
                <a:ea typeface="Nunito ExtraBold"/>
                <a:cs typeface="Nunito ExtraBold"/>
                <a:sym typeface="Nunito ExtraBold"/>
              </a:defRPr>
            </a:lvl4pPr>
            <a:lvl5pPr lvl="4" rtl="0" algn="ctr">
              <a:spcBef>
                <a:spcPts val="1600"/>
              </a:spcBef>
              <a:spcAft>
                <a:spcPts val="0"/>
              </a:spcAft>
              <a:buSzPts val="1800"/>
              <a:buFont typeface="Nunito ExtraBold"/>
              <a:buNone/>
              <a:defRPr sz="1800">
                <a:latin typeface="Nunito ExtraBold"/>
                <a:ea typeface="Nunito ExtraBold"/>
                <a:cs typeface="Nunito ExtraBold"/>
                <a:sym typeface="Nunito ExtraBold"/>
              </a:defRPr>
            </a:lvl5pPr>
            <a:lvl6pPr lvl="5" rtl="0" algn="ctr">
              <a:spcBef>
                <a:spcPts val="1600"/>
              </a:spcBef>
              <a:spcAft>
                <a:spcPts val="0"/>
              </a:spcAft>
              <a:buSzPts val="1800"/>
              <a:buFont typeface="Nunito ExtraBold"/>
              <a:buNone/>
              <a:defRPr sz="1800">
                <a:latin typeface="Nunito ExtraBold"/>
                <a:ea typeface="Nunito ExtraBold"/>
                <a:cs typeface="Nunito ExtraBold"/>
                <a:sym typeface="Nunito ExtraBold"/>
              </a:defRPr>
            </a:lvl6pPr>
            <a:lvl7pPr lvl="6" rtl="0" algn="ctr">
              <a:spcBef>
                <a:spcPts val="1600"/>
              </a:spcBef>
              <a:spcAft>
                <a:spcPts val="0"/>
              </a:spcAft>
              <a:buSzPts val="1800"/>
              <a:buFont typeface="Nunito ExtraBold"/>
              <a:buNone/>
              <a:defRPr sz="1800">
                <a:latin typeface="Nunito ExtraBold"/>
                <a:ea typeface="Nunito ExtraBold"/>
                <a:cs typeface="Nunito ExtraBold"/>
                <a:sym typeface="Nunito ExtraBold"/>
              </a:defRPr>
            </a:lvl7pPr>
            <a:lvl8pPr lvl="7" rtl="0" algn="ctr">
              <a:spcBef>
                <a:spcPts val="1600"/>
              </a:spcBef>
              <a:spcAft>
                <a:spcPts val="0"/>
              </a:spcAft>
              <a:buSzPts val="1800"/>
              <a:buFont typeface="Nunito ExtraBold"/>
              <a:buNone/>
              <a:defRPr sz="1800">
                <a:latin typeface="Nunito ExtraBold"/>
                <a:ea typeface="Nunito ExtraBold"/>
                <a:cs typeface="Nunito ExtraBold"/>
                <a:sym typeface="Nunito ExtraBold"/>
              </a:defRPr>
            </a:lvl8pPr>
            <a:lvl9pPr lvl="8" rtl="0" algn="ctr">
              <a:spcBef>
                <a:spcPts val="1600"/>
              </a:spcBef>
              <a:spcAft>
                <a:spcPts val="1600"/>
              </a:spcAft>
              <a:buSzPts val="1800"/>
              <a:buFont typeface="Nunito ExtraBold"/>
              <a:buNone/>
              <a:defRPr sz="1800">
                <a:latin typeface="Nunito ExtraBold"/>
                <a:ea typeface="Nunito ExtraBold"/>
                <a:cs typeface="Nunito ExtraBold"/>
                <a:sym typeface="Nunito ExtraBold"/>
              </a:defRPr>
            </a:lvl9pPr>
          </a:lstStyle>
          <a:p/>
        </p:txBody>
      </p:sp>
      <p:sp>
        <p:nvSpPr>
          <p:cNvPr id="1611" name="Google Shape;1611;p32"/>
          <p:cNvSpPr txBox="1"/>
          <p:nvPr>
            <p:ph idx="4" type="subTitle"/>
          </p:nvPr>
        </p:nvSpPr>
        <p:spPr>
          <a:xfrm>
            <a:off x="998225" y="2238375"/>
            <a:ext cx="2148900" cy="478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300"/>
              <a:buNone/>
              <a:defRPr sz="1400"/>
            </a:lvl1pPr>
            <a:lvl2pPr lvl="1" rtl="0" algn="ctr">
              <a:spcBef>
                <a:spcPts val="0"/>
              </a:spcBef>
              <a:spcAft>
                <a:spcPts val="0"/>
              </a:spcAft>
              <a:buSzPts val="1300"/>
              <a:buNone/>
              <a:defRPr sz="1300"/>
            </a:lvl2pPr>
            <a:lvl3pPr lvl="2" rtl="0" algn="ctr">
              <a:spcBef>
                <a:spcPts val="1600"/>
              </a:spcBef>
              <a:spcAft>
                <a:spcPts val="0"/>
              </a:spcAft>
              <a:buSzPts val="1300"/>
              <a:buNone/>
              <a:defRPr sz="1300"/>
            </a:lvl3pPr>
            <a:lvl4pPr lvl="3" rtl="0" algn="ctr">
              <a:spcBef>
                <a:spcPts val="1600"/>
              </a:spcBef>
              <a:spcAft>
                <a:spcPts val="0"/>
              </a:spcAft>
              <a:buSzPts val="1300"/>
              <a:buNone/>
              <a:defRPr sz="1300"/>
            </a:lvl4pPr>
            <a:lvl5pPr lvl="4" rtl="0" algn="ctr">
              <a:spcBef>
                <a:spcPts val="1600"/>
              </a:spcBef>
              <a:spcAft>
                <a:spcPts val="0"/>
              </a:spcAft>
              <a:buSzPts val="1300"/>
              <a:buNone/>
              <a:defRPr sz="1300"/>
            </a:lvl5pPr>
            <a:lvl6pPr lvl="5" rtl="0" algn="ctr">
              <a:spcBef>
                <a:spcPts val="1600"/>
              </a:spcBef>
              <a:spcAft>
                <a:spcPts val="0"/>
              </a:spcAft>
              <a:buSzPts val="1300"/>
              <a:buNone/>
              <a:defRPr sz="1300"/>
            </a:lvl6pPr>
            <a:lvl7pPr lvl="6" rtl="0" algn="ctr">
              <a:spcBef>
                <a:spcPts val="1600"/>
              </a:spcBef>
              <a:spcAft>
                <a:spcPts val="0"/>
              </a:spcAft>
              <a:buSzPts val="1300"/>
              <a:buNone/>
              <a:defRPr sz="1300"/>
            </a:lvl7pPr>
            <a:lvl8pPr lvl="7" rtl="0" algn="ctr">
              <a:spcBef>
                <a:spcPts val="1600"/>
              </a:spcBef>
              <a:spcAft>
                <a:spcPts val="0"/>
              </a:spcAft>
              <a:buSzPts val="1300"/>
              <a:buNone/>
              <a:defRPr sz="1300"/>
            </a:lvl8pPr>
            <a:lvl9pPr lvl="8" rtl="0" algn="ctr">
              <a:spcBef>
                <a:spcPts val="1600"/>
              </a:spcBef>
              <a:spcAft>
                <a:spcPts val="1600"/>
              </a:spcAft>
              <a:buSzPts val="1300"/>
              <a:buNone/>
              <a:defRPr sz="1300"/>
            </a:lvl9pPr>
          </a:lstStyle>
          <a:p/>
        </p:txBody>
      </p:sp>
      <p:sp>
        <p:nvSpPr>
          <p:cNvPr id="1612" name="Google Shape;1612;p32"/>
          <p:cNvSpPr txBox="1"/>
          <p:nvPr>
            <p:ph idx="5" type="subTitle"/>
          </p:nvPr>
        </p:nvSpPr>
        <p:spPr>
          <a:xfrm>
            <a:off x="3570750" y="2238375"/>
            <a:ext cx="2148900" cy="478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300"/>
              <a:buNone/>
              <a:defRPr sz="1400"/>
            </a:lvl1pPr>
            <a:lvl2pPr lvl="1" rtl="0" algn="ctr">
              <a:spcBef>
                <a:spcPts val="0"/>
              </a:spcBef>
              <a:spcAft>
                <a:spcPts val="0"/>
              </a:spcAft>
              <a:buSzPts val="1300"/>
              <a:buNone/>
              <a:defRPr sz="1300"/>
            </a:lvl2pPr>
            <a:lvl3pPr lvl="2" rtl="0" algn="ctr">
              <a:spcBef>
                <a:spcPts val="1600"/>
              </a:spcBef>
              <a:spcAft>
                <a:spcPts val="0"/>
              </a:spcAft>
              <a:buSzPts val="1300"/>
              <a:buNone/>
              <a:defRPr sz="1300"/>
            </a:lvl3pPr>
            <a:lvl4pPr lvl="3" rtl="0" algn="ctr">
              <a:spcBef>
                <a:spcPts val="1600"/>
              </a:spcBef>
              <a:spcAft>
                <a:spcPts val="0"/>
              </a:spcAft>
              <a:buSzPts val="1300"/>
              <a:buNone/>
              <a:defRPr sz="1300"/>
            </a:lvl4pPr>
            <a:lvl5pPr lvl="4" rtl="0" algn="ctr">
              <a:spcBef>
                <a:spcPts val="1600"/>
              </a:spcBef>
              <a:spcAft>
                <a:spcPts val="0"/>
              </a:spcAft>
              <a:buSzPts val="1300"/>
              <a:buNone/>
              <a:defRPr sz="1300"/>
            </a:lvl5pPr>
            <a:lvl6pPr lvl="5" rtl="0" algn="ctr">
              <a:spcBef>
                <a:spcPts val="1600"/>
              </a:spcBef>
              <a:spcAft>
                <a:spcPts val="0"/>
              </a:spcAft>
              <a:buSzPts val="1300"/>
              <a:buNone/>
              <a:defRPr sz="1300"/>
            </a:lvl6pPr>
            <a:lvl7pPr lvl="6" rtl="0" algn="ctr">
              <a:spcBef>
                <a:spcPts val="1600"/>
              </a:spcBef>
              <a:spcAft>
                <a:spcPts val="0"/>
              </a:spcAft>
              <a:buSzPts val="1300"/>
              <a:buNone/>
              <a:defRPr sz="1300"/>
            </a:lvl7pPr>
            <a:lvl8pPr lvl="7" rtl="0" algn="ctr">
              <a:spcBef>
                <a:spcPts val="1600"/>
              </a:spcBef>
              <a:spcAft>
                <a:spcPts val="0"/>
              </a:spcAft>
              <a:buSzPts val="1300"/>
              <a:buNone/>
              <a:defRPr sz="1300"/>
            </a:lvl8pPr>
            <a:lvl9pPr lvl="8" rtl="0" algn="ctr">
              <a:spcBef>
                <a:spcPts val="1600"/>
              </a:spcBef>
              <a:spcAft>
                <a:spcPts val="1600"/>
              </a:spcAft>
              <a:buSzPts val="1300"/>
              <a:buNone/>
              <a:defRPr sz="1300"/>
            </a:lvl9pPr>
          </a:lstStyle>
          <a:p/>
        </p:txBody>
      </p:sp>
      <p:sp>
        <p:nvSpPr>
          <p:cNvPr id="1613" name="Google Shape;1613;p32"/>
          <p:cNvSpPr txBox="1"/>
          <p:nvPr>
            <p:ph idx="6" type="subTitle"/>
          </p:nvPr>
        </p:nvSpPr>
        <p:spPr>
          <a:xfrm>
            <a:off x="6143750" y="2238375"/>
            <a:ext cx="2152200" cy="478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300"/>
              <a:buNone/>
              <a:defRPr sz="1400"/>
            </a:lvl1pPr>
            <a:lvl2pPr lvl="1" rtl="0" algn="ctr">
              <a:spcBef>
                <a:spcPts val="0"/>
              </a:spcBef>
              <a:spcAft>
                <a:spcPts val="0"/>
              </a:spcAft>
              <a:buSzPts val="1300"/>
              <a:buNone/>
              <a:defRPr sz="1300"/>
            </a:lvl2pPr>
            <a:lvl3pPr lvl="2" rtl="0" algn="ctr">
              <a:spcBef>
                <a:spcPts val="1600"/>
              </a:spcBef>
              <a:spcAft>
                <a:spcPts val="0"/>
              </a:spcAft>
              <a:buSzPts val="1300"/>
              <a:buNone/>
              <a:defRPr sz="1300"/>
            </a:lvl3pPr>
            <a:lvl4pPr lvl="3" rtl="0" algn="ctr">
              <a:spcBef>
                <a:spcPts val="1600"/>
              </a:spcBef>
              <a:spcAft>
                <a:spcPts val="0"/>
              </a:spcAft>
              <a:buSzPts val="1300"/>
              <a:buNone/>
              <a:defRPr sz="1300"/>
            </a:lvl4pPr>
            <a:lvl5pPr lvl="4" rtl="0" algn="ctr">
              <a:spcBef>
                <a:spcPts val="1600"/>
              </a:spcBef>
              <a:spcAft>
                <a:spcPts val="0"/>
              </a:spcAft>
              <a:buSzPts val="1300"/>
              <a:buNone/>
              <a:defRPr sz="1300"/>
            </a:lvl5pPr>
            <a:lvl6pPr lvl="5" rtl="0" algn="ctr">
              <a:spcBef>
                <a:spcPts val="1600"/>
              </a:spcBef>
              <a:spcAft>
                <a:spcPts val="0"/>
              </a:spcAft>
              <a:buSzPts val="1300"/>
              <a:buNone/>
              <a:defRPr sz="1300"/>
            </a:lvl6pPr>
            <a:lvl7pPr lvl="6" rtl="0" algn="ctr">
              <a:spcBef>
                <a:spcPts val="1600"/>
              </a:spcBef>
              <a:spcAft>
                <a:spcPts val="0"/>
              </a:spcAft>
              <a:buSzPts val="1300"/>
              <a:buNone/>
              <a:defRPr sz="1300"/>
            </a:lvl7pPr>
            <a:lvl8pPr lvl="7" rtl="0" algn="ctr">
              <a:spcBef>
                <a:spcPts val="1600"/>
              </a:spcBef>
              <a:spcAft>
                <a:spcPts val="0"/>
              </a:spcAft>
              <a:buSzPts val="1300"/>
              <a:buNone/>
              <a:defRPr sz="1300"/>
            </a:lvl8pPr>
            <a:lvl9pPr lvl="8" rtl="0" algn="ctr">
              <a:spcBef>
                <a:spcPts val="1600"/>
              </a:spcBef>
              <a:spcAft>
                <a:spcPts val="1600"/>
              </a:spcAft>
              <a:buSzPts val="1300"/>
              <a:buNone/>
              <a:defRPr sz="1300"/>
            </a:lvl9pPr>
          </a:lstStyle>
          <a:p/>
        </p:txBody>
      </p:sp>
      <p:sp>
        <p:nvSpPr>
          <p:cNvPr id="1614" name="Google Shape;1614;p32"/>
          <p:cNvSpPr txBox="1"/>
          <p:nvPr>
            <p:ph idx="7" type="subTitle"/>
          </p:nvPr>
        </p:nvSpPr>
        <p:spPr>
          <a:xfrm>
            <a:off x="1496675" y="3609975"/>
            <a:ext cx="1152000" cy="365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800"/>
              <a:buFont typeface="Nunito ExtraBold"/>
              <a:buNone/>
              <a:defRPr>
                <a:latin typeface="Nunito ExtraBold"/>
                <a:ea typeface="Nunito ExtraBold"/>
                <a:cs typeface="Nunito ExtraBold"/>
                <a:sym typeface="Nunito ExtraBold"/>
              </a:defRPr>
            </a:lvl1pPr>
            <a:lvl2pPr lvl="1" rtl="0" algn="ctr">
              <a:spcBef>
                <a:spcPts val="1600"/>
              </a:spcBef>
              <a:spcAft>
                <a:spcPts val="0"/>
              </a:spcAft>
              <a:buSzPts val="1800"/>
              <a:buFont typeface="Nunito ExtraBold"/>
              <a:buNone/>
              <a:defRPr sz="1800">
                <a:latin typeface="Nunito ExtraBold"/>
                <a:ea typeface="Nunito ExtraBold"/>
                <a:cs typeface="Nunito ExtraBold"/>
                <a:sym typeface="Nunito ExtraBold"/>
              </a:defRPr>
            </a:lvl2pPr>
            <a:lvl3pPr lvl="2" rtl="0" algn="ctr">
              <a:spcBef>
                <a:spcPts val="1600"/>
              </a:spcBef>
              <a:spcAft>
                <a:spcPts val="0"/>
              </a:spcAft>
              <a:buSzPts val="1800"/>
              <a:buFont typeface="Nunito ExtraBold"/>
              <a:buNone/>
              <a:defRPr sz="1800">
                <a:latin typeface="Nunito ExtraBold"/>
                <a:ea typeface="Nunito ExtraBold"/>
                <a:cs typeface="Nunito ExtraBold"/>
                <a:sym typeface="Nunito ExtraBold"/>
              </a:defRPr>
            </a:lvl3pPr>
            <a:lvl4pPr lvl="3" rtl="0" algn="ctr">
              <a:spcBef>
                <a:spcPts val="1600"/>
              </a:spcBef>
              <a:spcAft>
                <a:spcPts val="0"/>
              </a:spcAft>
              <a:buSzPts val="1800"/>
              <a:buFont typeface="Nunito ExtraBold"/>
              <a:buNone/>
              <a:defRPr sz="1800">
                <a:latin typeface="Nunito ExtraBold"/>
                <a:ea typeface="Nunito ExtraBold"/>
                <a:cs typeface="Nunito ExtraBold"/>
                <a:sym typeface="Nunito ExtraBold"/>
              </a:defRPr>
            </a:lvl4pPr>
            <a:lvl5pPr lvl="4" rtl="0" algn="ctr">
              <a:spcBef>
                <a:spcPts val="1600"/>
              </a:spcBef>
              <a:spcAft>
                <a:spcPts val="0"/>
              </a:spcAft>
              <a:buSzPts val="1800"/>
              <a:buFont typeface="Nunito ExtraBold"/>
              <a:buNone/>
              <a:defRPr sz="1800">
                <a:latin typeface="Nunito ExtraBold"/>
                <a:ea typeface="Nunito ExtraBold"/>
                <a:cs typeface="Nunito ExtraBold"/>
                <a:sym typeface="Nunito ExtraBold"/>
              </a:defRPr>
            </a:lvl5pPr>
            <a:lvl6pPr lvl="5" rtl="0" algn="ctr">
              <a:spcBef>
                <a:spcPts val="1600"/>
              </a:spcBef>
              <a:spcAft>
                <a:spcPts val="0"/>
              </a:spcAft>
              <a:buSzPts val="1800"/>
              <a:buFont typeface="Nunito ExtraBold"/>
              <a:buNone/>
              <a:defRPr sz="1800">
                <a:latin typeface="Nunito ExtraBold"/>
                <a:ea typeface="Nunito ExtraBold"/>
                <a:cs typeface="Nunito ExtraBold"/>
                <a:sym typeface="Nunito ExtraBold"/>
              </a:defRPr>
            </a:lvl6pPr>
            <a:lvl7pPr lvl="6" rtl="0" algn="ctr">
              <a:spcBef>
                <a:spcPts val="1600"/>
              </a:spcBef>
              <a:spcAft>
                <a:spcPts val="0"/>
              </a:spcAft>
              <a:buSzPts val="1800"/>
              <a:buFont typeface="Nunito ExtraBold"/>
              <a:buNone/>
              <a:defRPr sz="1800">
                <a:latin typeface="Nunito ExtraBold"/>
                <a:ea typeface="Nunito ExtraBold"/>
                <a:cs typeface="Nunito ExtraBold"/>
                <a:sym typeface="Nunito ExtraBold"/>
              </a:defRPr>
            </a:lvl7pPr>
            <a:lvl8pPr lvl="7" rtl="0" algn="ctr">
              <a:spcBef>
                <a:spcPts val="1600"/>
              </a:spcBef>
              <a:spcAft>
                <a:spcPts val="0"/>
              </a:spcAft>
              <a:buSzPts val="1800"/>
              <a:buFont typeface="Nunito ExtraBold"/>
              <a:buNone/>
              <a:defRPr sz="1800">
                <a:latin typeface="Nunito ExtraBold"/>
                <a:ea typeface="Nunito ExtraBold"/>
                <a:cs typeface="Nunito ExtraBold"/>
                <a:sym typeface="Nunito ExtraBold"/>
              </a:defRPr>
            </a:lvl8pPr>
            <a:lvl9pPr lvl="8" rtl="0" algn="ctr">
              <a:spcBef>
                <a:spcPts val="1600"/>
              </a:spcBef>
              <a:spcAft>
                <a:spcPts val="1600"/>
              </a:spcAft>
              <a:buSzPts val="1800"/>
              <a:buFont typeface="Nunito ExtraBold"/>
              <a:buNone/>
              <a:defRPr sz="1800">
                <a:latin typeface="Nunito ExtraBold"/>
                <a:ea typeface="Nunito ExtraBold"/>
                <a:cs typeface="Nunito ExtraBold"/>
                <a:sym typeface="Nunito ExtraBold"/>
              </a:defRPr>
            </a:lvl9pPr>
          </a:lstStyle>
          <a:p/>
        </p:txBody>
      </p:sp>
      <p:sp>
        <p:nvSpPr>
          <p:cNvPr id="1615" name="Google Shape;1615;p32"/>
          <p:cNvSpPr txBox="1"/>
          <p:nvPr>
            <p:ph idx="8" type="subTitle"/>
          </p:nvPr>
        </p:nvSpPr>
        <p:spPr>
          <a:xfrm>
            <a:off x="4069200" y="3609975"/>
            <a:ext cx="1152000" cy="365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800"/>
              <a:buFont typeface="Nunito ExtraBold"/>
              <a:buNone/>
              <a:defRPr>
                <a:latin typeface="Nunito ExtraBold"/>
                <a:ea typeface="Nunito ExtraBold"/>
                <a:cs typeface="Nunito ExtraBold"/>
                <a:sym typeface="Nunito ExtraBold"/>
              </a:defRPr>
            </a:lvl1pPr>
            <a:lvl2pPr lvl="1" rtl="0" algn="ctr">
              <a:spcBef>
                <a:spcPts val="1600"/>
              </a:spcBef>
              <a:spcAft>
                <a:spcPts val="0"/>
              </a:spcAft>
              <a:buSzPts val="1800"/>
              <a:buFont typeface="Nunito ExtraBold"/>
              <a:buNone/>
              <a:defRPr sz="1800">
                <a:latin typeface="Nunito ExtraBold"/>
                <a:ea typeface="Nunito ExtraBold"/>
                <a:cs typeface="Nunito ExtraBold"/>
                <a:sym typeface="Nunito ExtraBold"/>
              </a:defRPr>
            </a:lvl2pPr>
            <a:lvl3pPr lvl="2" rtl="0" algn="ctr">
              <a:spcBef>
                <a:spcPts val="1600"/>
              </a:spcBef>
              <a:spcAft>
                <a:spcPts val="0"/>
              </a:spcAft>
              <a:buSzPts val="1800"/>
              <a:buFont typeface="Nunito ExtraBold"/>
              <a:buNone/>
              <a:defRPr sz="1800">
                <a:latin typeface="Nunito ExtraBold"/>
                <a:ea typeface="Nunito ExtraBold"/>
                <a:cs typeface="Nunito ExtraBold"/>
                <a:sym typeface="Nunito ExtraBold"/>
              </a:defRPr>
            </a:lvl3pPr>
            <a:lvl4pPr lvl="3" rtl="0" algn="ctr">
              <a:spcBef>
                <a:spcPts val="1600"/>
              </a:spcBef>
              <a:spcAft>
                <a:spcPts val="0"/>
              </a:spcAft>
              <a:buSzPts val="1800"/>
              <a:buFont typeface="Nunito ExtraBold"/>
              <a:buNone/>
              <a:defRPr sz="1800">
                <a:latin typeface="Nunito ExtraBold"/>
                <a:ea typeface="Nunito ExtraBold"/>
                <a:cs typeface="Nunito ExtraBold"/>
                <a:sym typeface="Nunito ExtraBold"/>
              </a:defRPr>
            </a:lvl4pPr>
            <a:lvl5pPr lvl="4" rtl="0" algn="ctr">
              <a:spcBef>
                <a:spcPts val="1600"/>
              </a:spcBef>
              <a:spcAft>
                <a:spcPts val="0"/>
              </a:spcAft>
              <a:buSzPts val="1800"/>
              <a:buFont typeface="Nunito ExtraBold"/>
              <a:buNone/>
              <a:defRPr sz="1800">
                <a:latin typeface="Nunito ExtraBold"/>
                <a:ea typeface="Nunito ExtraBold"/>
                <a:cs typeface="Nunito ExtraBold"/>
                <a:sym typeface="Nunito ExtraBold"/>
              </a:defRPr>
            </a:lvl5pPr>
            <a:lvl6pPr lvl="5" rtl="0" algn="ctr">
              <a:spcBef>
                <a:spcPts val="1600"/>
              </a:spcBef>
              <a:spcAft>
                <a:spcPts val="0"/>
              </a:spcAft>
              <a:buSzPts val="1800"/>
              <a:buFont typeface="Nunito ExtraBold"/>
              <a:buNone/>
              <a:defRPr sz="1800">
                <a:latin typeface="Nunito ExtraBold"/>
                <a:ea typeface="Nunito ExtraBold"/>
                <a:cs typeface="Nunito ExtraBold"/>
                <a:sym typeface="Nunito ExtraBold"/>
              </a:defRPr>
            </a:lvl6pPr>
            <a:lvl7pPr lvl="6" rtl="0" algn="ctr">
              <a:spcBef>
                <a:spcPts val="1600"/>
              </a:spcBef>
              <a:spcAft>
                <a:spcPts val="0"/>
              </a:spcAft>
              <a:buSzPts val="1800"/>
              <a:buFont typeface="Nunito ExtraBold"/>
              <a:buNone/>
              <a:defRPr sz="1800">
                <a:latin typeface="Nunito ExtraBold"/>
                <a:ea typeface="Nunito ExtraBold"/>
                <a:cs typeface="Nunito ExtraBold"/>
                <a:sym typeface="Nunito ExtraBold"/>
              </a:defRPr>
            </a:lvl7pPr>
            <a:lvl8pPr lvl="7" rtl="0" algn="ctr">
              <a:spcBef>
                <a:spcPts val="1600"/>
              </a:spcBef>
              <a:spcAft>
                <a:spcPts val="0"/>
              </a:spcAft>
              <a:buSzPts val="1800"/>
              <a:buFont typeface="Nunito ExtraBold"/>
              <a:buNone/>
              <a:defRPr sz="1800">
                <a:latin typeface="Nunito ExtraBold"/>
                <a:ea typeface="Nunito ExtraBold"/>
                <a:cs typeface="Nunito ExtraBold"/>
                <a:sym typeface="Nunito ExtraBold"/>
              </a:defRPr>
            </a:lvl8pPr>
            <a:lvl9pPr lvl="8" rtl="0" algn="ctr">
              <a:spcBef>
                <a:spcPts val="1600"/>
              </a:spcBef>
              <a:spcAft>
                <a:spcPts val="1600"/>
              </a:spcAft>
              <a:buSzPts val="1800"/>
              <a:buFont typeface="Nunito ExtraBold"/>
              <a:buNone/>
              <a:defRPr sz="1800">
                <a:latin typeface="Nunito ExtraBold"/>
                <a:ea typeface="Nunito ExtraBold"/>
                <a:cs typeface="Nunito ExtraBold"/>
                <a:sym typeface="Nunito ExtraBold"/>
              </a:defRPr>
            </a:lvl9pPr>
          </a:lstStyle>
          <a:p/>
        </p:txBody>
      </p:sp>
      <p:sp>
        <p:nvSpPr>
          <p:cNvPr id="1616" name="Google Shape;1616;p32"/>
          <p:cNvSpPr txBox="1"/>
          <p:nvPr>
            <p:ph idx="9" type="subTitle"/>
          </p:nvPr>
        </p:nvSpPr>
        <p:spPr>
          <a:xfrm>
            <a:off x="6643850" y="3609975"/>
            <a:ext cx="1152000" cy="365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800"/>
              <a:buFont typeface="Nunito ExtraBold"/>
              <a:buNone/>
              <a:defRPr>
                <a:latin typeface="Nunito ExtraBold"/>
                <a:ea typeface="Nunito ExtraBold"/>
                <a:cs typeface="Nunito ExtraBold"/>
                <a:sym typeface="Nunito ExtraBold"/>
              </a:defRPr>
            </a:lvl1pPr>
            <a:lvl2pPr lvl="1" rtl="0" algn="ctr">
              <a:spcBef>
                <a:spcPts val="1600"/>
              </a:spcBef>
              <a:spcAft>
                <a:spcPts val="0"/>
              </a:spcAft>
              <a:buSzPts val="1800"/>
              <a:buFont typeface="Nunito ExtraBold"/>
              <a:buNone/>
              <a:defRPr sz="1800">
                <a:latin typeface="Nunito ExtraBold"/>
                <a:ea typeface="Nunito ExtraBold"/>
                <a:cs typeface="Nunito ExtraBold"/>
                <a:sym typeface="Nunito ExtraBold"/>
              </a:defRPr>
            </a:lvl2pPr>
            <a:lvl3pPr lvl="2" rtl="0" algn="ctr">
              <a:spcBef>
                <a:spcPts val="1600"/>
              </a:spcBef>
              <a:spcAft>
                <a:spcPts val="0"/>
              </a:spcAft>
              <a:buSzPts val="1800"/>
              <a:buFont typeface="Nunito ExtraBold"/>
              <a:buNone/>
              <a:defRPr sz="1800">
                <a:latin typeface="Nunito ExtraBold"/>
                <a:ea typeface="Nunito ExtraBold"/>
                <a:cs typeface="Nunito ExtraBold"/>
                <a:sym typeface="Nunito ExtraBold"/>
              </a:defRPr>
            </a:lvl3pPr>
            <a:lvl4pPr lvl="3" rtl="0" algn="ctr">
              <a:spcBef>
                <a:spcPts val="1600"/>
              </a:spcBef>
              <a:spcAft>
                <a:spcPts val="0"/>
              </a:spcAft>
              <a:buSzPts val="1800"/>
              <a:buFont typeface="Nunito ExtraBold"/>
              <a:buNone/>
              <a:defRPr sz="1800">
                <a:latin typeface="Nunito ExtraBold"/>
                <a:ea typeface="Nunito ExtraBold"/>
                <a:cs typeface="Nunito ExtraBold"/>
                <a:sym typeface="Nunito ExtraBold"/>
              </a:defRPr>
            </a:lvl4pPr>
            <a:lvl5pPr lvl="4" rtl="0" algn="ctr">
              <a:spcBef>
                <a:spcPts val="1600"/>
              </a:spcBef>
              <a:spcAft>
                <a:spcPts val="0"/>
              </a:spcAft>
              <a:buSzPts val="1800"/>
              <a:buFont typeface="Nunito ExtraBold"/>
              <a:buNone/>
              <a:defRPr sz="1800">
                <a:latin typeface="Nunito ExtraBold"/>
                <a:ea typeface="Nunito ExtraBold"/>
                <a:cs typeface="Nunito ExtraBold"/>
                <a:sym typeface="Nunito ExtraBold"/>
              </a:defRPr>
            </a:lvl5pPr>
            <a:lvl6pPr lvl="5" rtl="0" algn="ctr">
              <a:spcBef>
                <a:spcPts val="1600"/>
              </a:spcBef>
              <a:spcAft>
                <a:spcPts val="0"/>
              </a:spcAft>
              <a:buSzPts val="1800"/>
              <a:buFont typeface="Nunito ExtraBold"/>
              <a:buNone/>
              <a:defRPr sz="1800">
                <a:latin typeface="Nunito ExtraBold"/>
                <a:ea typeface="Nunito ExtraBold"/>
                <a:cs typeface="Nunito ExtraBold"/>
                <a:sym typeface="Nunito ExtraBold"/>
              </a:defRPr>
            </a:lvl6pPr>
            <a:lvl7pPr lvl="6" rtl="0" algn="ctr">
              <a:spcBef>
                <a:spcPts val="1600"/>
              </a:spcBef>
              <a:spcAft>
                <a:spcPts val="0"/>
              </a:spcAft>
              <a:buSzPts val="1800"/>
              <a:buFont typeface="Nunito ExtraBold"/>
              <a:buNone/>
              <a:defRPr sz="1800">
                <a:latin typeface="Nunito ExtraBold"/>
                <a:ea typeface="Nunito ExtraBold"/>
                <a:cs typeface="Nunito ExtraBold"/>
                <a:sym typeface="Nunito ExtraBold"/>
              </a:defRPr>
            </a:lvl7pPr>
            <a:lvl8pPr lvl="7" rtl="0" algn="ctr">
              <a:spcBef>
                <a:spcPts val="1600"/>
              </a:spcBef>
              <a:spcAft>
                <a:spcPts val="0"/>
              </a:spcAft>
              <a:buSzPts val="1800"/>
              <a:buFont typeface="Nunito ExtraBold"/>
              <a:buNone/>
              <a:defRPr sz="1800">
                <a:latin typeface="Nunito ExtraBold"/>
                <a:ea typeface="Nunito ExtraBold"/>
                <a:cs typeface="Nunito ExtraBold"/>
                <a:sym typeface="Nunito ExtraBold"/>
              </a:defRPr>
            </a:lvl8pPr>
            <a:lvl9pPr lvl="8" rtl="0" algn="ctr">
              <a:spcBef>
                <a:spcPts val="1600"/>
              </a:spcBef>
              <a:spcAft>
                <a:spcPts val="1600"/>
              </a:spcAft>
              <a:buSzPts val="1800"/>
              <a:buFont typeface="Nunito ExtraBold"/>
              <a:buNone/>
              <a:defRPr sz="1800">
                <a:latin typeface="Nunito ExtraBold"/>
                <a:ea typeface="Nunito ExtraBold"/>
                <a:cs typeface="Nunito ExtraBold"/>
                <a:sym typeface="Nunito ExtraBold"/>
              </a:defRPr>
            </a:lvl9pPr>
          </a:lstStyle>
          <a:p/>
        </p:txBody>
      </p:sp>
      <p:sp>
        <p:nvSpPr>
          <p:cNvPr id="1617" name="Google Shape;1617;p32"/>
          <p:cNvSpPr txBox="1"/>
          <p:nvPr>
            <p:ph idx="13" type="subTitle"/>
          </p:nvPr>
        </p:nvSpPr>
        <p:spPr>
          <a:xfrm>
            <a:off x="998225" y="4000500"/>
            <a:ext cx="2148900" cy="478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300"/>
              <a:buNone/>
              <a:defRPr sz="1400"/>
            </a:lvl1pPr>
            <a:lvl2pPr lvl="1" rtl="0" algn="ctr">
              <a:spcBef>
                <a:spcPts val="0"/>
              </a:spcBef>
              <a:spcAft>
                <a:spcPts val="0"/>
              </a:spcAft>
              <a:buSzPts val="1300"/>
              <a:buNone/>
              <a:defRPr sz="1300"/>
            </a:lvl2pPr>
            <a:lvl3pPr lvl="2" rtl="0" algn="ctr">
              <a:spcBef>
                <a:spcPts val="1600"/>
              </a:spcBef>
              <a:spcAft>
                <a:spcPts val="0"/>
              </a:spcAft>
              <a:buSzPts val="1300"/>
              <a:buNone/>
              <a:defRPr sz="1300"/>
            </a:lvl3pPr>
            <a:lvl4pPr lvl="3" rtl="0" algn="ctr">
              <a:spcBef>
                <a:spcPts val="1600"/>
              </a:spcBef>
              <a:spcAft>
                <a:spcPts val="0"/>
              </a:spcAft>
              <a:buSzPts val="1300"/>
              <a:buNone/>
              <a:defRPr sz="1300"/>
            </a:lvl4pPr>
            <a:lvl5pPr lvl="4" rtl="0" algn="ctr">
              <a:spcBef>
                <a:spcPts val="1600"/>
              </a:spcBef>
              <a:spcAft>
                <a:spcPts val="0"/>
              </a:spcAft>
              <a:buSzPts val="1300"/>
              <a:buNone/>
              <a:defRPr sz="1300"/>
            </a:lvl5pPr>
            <a:lvl6pPr lvl="5" rtl="0" algn="ctr">
              <a:spcBef>
                <a:spcPts val="1600"/>
              </a:spcBef>
              <a:spcAft>
                <a:spcPts val="0"/>
              </a:spcAft>
              <a:buSzPts val="1300"/>
              <a:buNone/>
              <a:defRPr sz="1300"/>
            </a:lvl6pPr>
            <a:lvl7pPr lvl="6" rtl="0" algn="ctr">
              <a:spcBef>
                <a:spcPts val="1600"/>
              </a:spcBef>
              <a:spcAft>
                <a:spcPts val="0"/>
              </a:spcAft>
              <a:buSzPts val="1300"/>
              <a:buNone/>
              <a:defRPr sz="1300"/>
            </a:lvl7pPr>
            <a:lvl8pPr lvl="7" rtl="0" algn="ctr">
              <a:spcBef>
                <a:spcPts val="1600"/>
              </a:spcBef>
              <a:spcAft>
                <a:spcPts val="0"/>
              </a:spcAft>
              <a:buSzPts val="1300"/>
              <a:buNone/>
              <a:defRPr sz="1300"/>
            </a:lvl8pPr>
            <a:lvl9pPr lvl="8" rtl="0" algn="ctr">
              <a:spcBef>
                <a:spcPts val="1600"/>
              </a:spcBef>
              <a:spcAft>
                <a:spcPts val="1600"/>
              </a:spcAft>
              <a:buSzPts val="1300"/>
              <a:buNone/>
              <a:defRPr sz="1300"/>
            </a:lvl9pPr>
          </a:lstStyle>
          <a:p/>
        </p:txBody>
      </p:sp>
      <p:sp>
        <p:nvSpPr>
          <p:cNvPr id="1618" name="Google Shape;1618;p32"/>
          <p:cNvSpPr txBox="1"/>
          <p:nvPr>
            <p:ph idx="14" type="subTitle"/>
          </p:nvPr>
        </p:nvSpPr>
        <p:spPr>
          <a:xfrm>
            <a:off x="3570750" y="4000500"/>
            <a:ext cx="2148900" cy="478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300"/>
              <a:buNone/>
              <a:defRPr sz="1400"/>
            </a:lvl1pPr>
            <a:lvl2pPr lvl="1" rtl="0" algn="ctr">
              <a:spcBef>
                <a:spcPts val="0"/>
              </a:spcBef>
              <a:spcAft>
                <a:spcPts val="0"/>
              </a:spcAft>
              <a:buSzPts val="1300"/>
              <a:buNone/>
              <a:defRPr sz="1300"/>
            </a:lvl2pPr>
            <a:lvl3pPr lvl="2" rtl="0" algn="ctr">
              <a:spcBef>
                <a:spcPts val="1600"/>
              </a:spcBef>
              <a:spcAft>
                <a:spcPts val="0"/>
              </a:spcAft>
              <a:buSzPts val="1300"/>
              <a:buNone/>
              <a:defRPr sz="1300"/>
            </a:lvl3pPr>
            <a:lvl4pPr lvl="3" rtl="0" algn="ctr">
              <a:spcBef>
                <a:spcPts val="1600"/>
              </a:spcBef>
              <a:spcAft>
                <a:spcPts val="0"/>
              </a:spcAft>
              <a:buSzPts val="1300"/>
              <a:buNone/>
              <a:defRPr sz="1300"/>
            </a:lvl4pPr>
            <a:lvl5pPr lvl="4" rtl="0" algn="ctr">
              <a:spcBef>
                <a:spcPts val="1600"/>
              </a:spcBef>
              <a:spcAft>
                <a:spcPts val="0"/>
              </a:spcAft>
              <a:buSzPts val="1300"/>
              <a:buNone/>
              <a:defRPr sz="1300"/>
            </a:lvl5pPr>
            <a:lvl6pPr lvl="5" rtl="0" algn="ctr">
              <a:spcBef>
                <a:spcPts val="1600"/>
              </a:spcBef>
              <a:spcAft>
                <a:spcPts val="0"/>
              </a:spcAft>
              <a:buSzPts val="1300"/>
              <a:buNone/>
              <a:defRPr sz="1300"/>
            </a:lvl6pPr>
            <a:lvl7pPr lvl="6" rtl="0" algn="ctr">
              <a:spcBef>
                <a:spcPts val="1600"/>
              </a:spcBef>
              <a:spcAft>
                <a:spcPts val="0"/>
              </a:spcAft>
              <a:buSzPts val="1300"/>
              <a:buNone/>
              <a:defRPr sz="1300"/>
            </a:lvl7pPr>
            <a:lvl8pPr lvl="7" rtl="0" algn="ctr">
              <a:spcBef>
                <a:spcPts val="1600"/>
              </a:spcBef>
              <a:spcAft>
                <a:spcPts val="0"/>
              </a:spcAft>
              <a:buSzPts val="1300"/>
              <a:buNone/>
              <a:defRPr sz="1300"/>
            </a:lvl8pPr>
            <a:lvl9pPr lvl="8" rtl="0" algn="ctr">
              <a:spcBef>
                <a:spcPts val="1600"/>
              </a:spcBef>
              <a:spcAft>
                <a:spcPts val="1600"/>
              </a:spcAft>
              <a:buSzPts val="1300"/>
              <a:buNone/>
              <a:defRPr sz="1300"/>
            </a:lvl9pPr>
          </a:lstStyle>
          <a:p/>
        </p:txBody>
      </p:sp>
      <p:sp>
        <p:nvSpPr>
          <p:cNvPr id="1619" name="Google Shape;1619;p32"/>
          <p:cNvSpPr txBox="1"/>
          <p:nvPr>
            <p:ph idx="15" type="subTitle"/>
          </p:nvPr>
        </p:nvSpPr>
        <p:spPr>
          <a:xfrm>
            <a:off x="6145400" y="4000500"/>
            <a:ext cx="2148900" cy="478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300"/>
              <a:buNone/>
              <a:defRPr sz="1400"/>
            </a:lvl1pPr>
            <a:lvl2pPr lvl="1" rtl="0" algn="ctr">
              <a:spcBef>
                <a:spcPts val="0"/>
              </a:spcBef>
              <a:spcAft>
                <a:spcPts val="0"/>
              </a:spcAft>
              <a:buSzPts val="1300"/>
              <a:buNone/>
              <a:defRPr sz="1300"/>
            </a:lvl2pPr>
            <a:lvl3pPr lvl="2" rtl="0" algn="ctr">
              <a:spcBef>
                <a:spcPts val="1600"/>
              </a:spcBef>
              <a:spcAft>
                <a:spcPts val="0"/>
              </a:spcAft>
              <a:buSzPts val="1300"/>
              <a:buNone/>
              <a:defRPr sz="1300"/>
            </a:lvl3pPr>
            <a:lvl4pPr lvl="3" rtl="0" algn="ctr">
              <a:spcBef>
                <a:spcPts val="1600"/>
              </a:spcBef>
              <a:spcAft>
                <a:spcPts val="0"/>
              </a:spcAft>
              <a:buSzPts val="1300"/>
              <a:buNone/>
              <a:defRPr sz="1300"/>
            </a:lvl4pPr>
            <a:lvl5pPr lvl="4" rtl="0" algn="ctr">
              <a:spcBef>
                <a:spcPts val="1600"/>
              </a:spcBef>
              <a:spcAft>
                <a:spcPts val="0"/>
              </a:spcAft>
              <a:buSzPts val="1300"/>
              <a:buNone/>
              <a:defRPr sz="1300"/>
            </a:lvl5pPr>
            <a:lvl6pPr lvl="5" rtl="0" algn="ctr">
              <a:spcBef>
                <a:spcPts val="1600"/>
              </a:spcBef>
              <a:spcAft>
                <a:spcPts val="0"/>
              </a:spcAft>
              <a:buSzPts val="1300"/>
              <a:buNone/>
              <a:defRPr sz="1300"/>
            </a:lvl6pPr>
            <a:lvl7pPr lvl="6" rtl="0" algn="ctr">
              <a:spcBef>
                <a:spcPts val="1600"/>
              </a:spcBef>
              <a:spcAft>
                <a:spcPts val="0"/>
              </a:spcAft>
              <a:buSzPts val="1300"/>
              <a:buNone/>
              <a:defRPr sz="1300"/>
            </a:lvl7pPr>
            <a:lvl8pPr lvl="7" rtl="0" algn="ctr">
              <a:spcBef>
                <a:spcPts val="1600"/>
              </a:spcBef>
              <a:spcAft>
                <a:spcPts val="0"/>
              </a:spcAft>
              <a:buSzPts val="1300"/>
              <a:buNone/>
              <a:defRPr sz="1300"/>
            </a:lvl8pPr>
            <a:lvl9pPr lvl="8" rtl="0" algn="ctr">
              <a:spcBef>
                <a:spcPts val="1600"/>
              </a:spcBef>
              <a:spcAft>
                <a:spcPts val="1600"/>
              </a:spcAft>
              <a:buSzPts val="1300"/>
              <a:buNone/>
              <a:defRPr sz="1300"/>
            </a:lvl9pPr>
          </a:lstStyle>
          <a:p/>
        </p:txBody>
      </p:sp>
      <p:sp>
        <p:nvSpPr>
          <p:cNvPr id="1620" name="Google Shape;1620;p32"/>
          <p:cNvSpPr/>
          <p:nvPr/>
        </p:nvSpPr>
        <p:spPr>
          <a:xfrm flipH="1">
            <a:off x="321590" y="1203866"/>
            <a:ext cx="257321" cy="257560"/>
          </a:xfrm>
          <a:custGeom>
            <a:rect b="b" l="l" r="r" t="t"/>
            <a:pathLst>
              <a:path extrusionOk="0" h="3975" w="3971">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1" name="Google Shape;1621;p32"/>
          <p:cNvSpPr/>
          <p:nvPr/>
        </p:nvSpPr>
        <p:spPr>
          <a:xfrm flipH="1">
            <a:off x="1700081" y="414145"/>
            <a:ext cx="243518" cy="243435"/>
          </a:xfrm>
          <a:custGeom>
            <a:rect b="b" l="l" r="r" t="t"/>
            <a:pathLst>
              <a:path extrusionOk="0" h="3757" w="3758">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2" name="Google Shape;1622;p32"/>
          <p:cNvSpPr/>
          <p:nvPr/>
        </p:nvSpPr>
        <p:spPr>
          <a:xfrm flipH="1">
            <a:off x="152397" y="1626913"/>
            <a:ext cx="56441" cy="60195"/>
          </a:xfrm>
          <a:custGeom>
            <a:rect b="b" l="l" r="r" t="t"/>
            <a:pathLst>
              <a:path extrusionOk="0" h="929" w="871">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3" name="Google Shape;1623;p32"/>
          <p:cNvSpPr/>
          <p:nvPr/>
        </p:nvSpPr>
        <p:spPr>
          <a:xfrm flipH="1">
            <a:off x="614097" y="928876"/>
            <a:ext cx="56506" cy="60130"/>
          </a:xfrm>
          <a:custGeom>
            <a:rect b="b" l="l" r="r" t="t"/>
            <a:pathLst>
              <a:path extrusionOk="0" h="928" w="872">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4" name="Google Shape;1624;p32"/>
          <p:cNvSpPr/>
          <p:nvPr/>
        </p:nvSpPr>
        <p:spPr>
          <a:xfrm flipH="1">
            <a:off x="712853" y="512827"/>
            <a:ext cx="56441" cy="56501"/>
          </a:xfrm>
          <a:custGeom>
            <a:rect b="b" l="l" r="r" t="t"/>
            <a:pathLst>
              <a:path extrusionOk="0" h="872" w="871">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5" name="Google Shape;1625;p32"/>
          <p:cNvSpPr/>
          <p:nvPr/>
        </p:nvSpPr>
        <p:spPr>
          <a:xfrm flipH="1">
            <a:off x="2362920" y="622266"/>
            <a:ext cx="60199" cy="59871"/>
          </a:xfrm>
          <a:custGeom>
            <a:rect b="b" l="l" r="r" t="t"/>
            <a:pathLst>
              <a:path extrusionOk="0" h="924" w="929">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6" name="Google Shape;1626;p32"/>
          <p:cNvSpPr/>
          <p:nvPr/>
        </p:nvSpPr>
        <p:spPr>
          <a:xfrm>
            <a:off x="8430723" y="567149"/>
            <a:ext cx="261014" cy="257301"/>
          </a:xfrm>
          <a:custGeom>
            <a:rect b="b" l="l" r="r" t="t"/>
            <a:pathLst>
              <a:path extrusionOk="0" h="3971" w="4028">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7" name="Google Shape;1627;p32"/>
          <p:cNvSpPr/>
          <p:nvPr/>
        </p:nvSpPr>
        <p:spPr>
          <a:xfrm>
            <a:off x="8561036" y="281468"/>
            <a:ext cx="60199" cy="60130"/>
          </a:xfrm>
          <a:custGeom>
            <a:rect b="b" l="l" r="r" t="t"/>
            <a:pathLst>
              <a:path extrusionOk="0" h="928" w="929">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8" name="Google Shape;1628;p32"/>
          <p:cNvSpPr/>
          <p:nvPr/>
        </p:nvSpPr>
        <p:spPr>
          <a:xfrm>
            <a:off x="8719860" y="1215877"/>
            <a:ext cx="59875" cy="59871"/>
          </a:xfrm>
          <a:custGeom>
            <a:rect b="b" l="l" r="r" t="t"/>
            <a:pathLst>
              <a:path extrusionOk="0" h="924" w="924">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9" name="Google Shape;1629;p32"/>
          <p:cNvSpPr/>
          <p:nvPr/>
        </p:nvSpPr>
        <p:spPr>
          <a:xfrm>
            <a:off x="8959853" y="616244"/>
            <a:ext cx="60134" cy="60130"/>
          </a:xfrm>
          <a:custGeom>
            <a:rect b="b" l="l" r="r" t="t"/>
            <a:pathLst>
              <a:path extrusionOk="0" h="928" w="928">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0" name="Google Shape;1630;p32"/>
          <p:cNvSpPr/>
          <p:nvPr/>
        </p:nvSpPr>
        <p:spPr>
          <a:xfrm flipH="1">
            <a:off x="4967668" y="0"/>
            <a:ext cx="4176332" cy="565243"/>
          </a:xfrm>
          <a:custGeom>
            <a:rect b="b" l="l" r="r" t="t"/>
            <a:pathLst>
              <a:path extrusionOk="0" h="16489" w="121830">
                <a:moveTo>
                  <a:pt x="0" y="0"/>
                </a:moveTo>
                <a:lnTo>
                  <a:pt x="0" y="16489"/>
                </a:lnTo>
                <a:cubicBezTo>
                  <a:pt x="6168" y="13464"/>
                  <a:pt x="26903" y="8978"/>
                  <a:pt x="43499" y="8978"/>
                </a:cubicBezTo>
                <a:cubicBezTo>
                  <a:pt x="49308" y="8978"/>
                  <a:pt x="54610" y="9528"/>
                  <a:pt x="58603" y="10882"/>
                </a:cubicBezTo>
                <a:cubicBezTo>
                  <a:pt x="64748" y="12941"/>
                  <a:pt x="68805" y="13769"/>
                  <a:pt x="71786" y="13769"/>
                </a:cubicBezTo>
                <a:cubicBezTo>
                  <a:pt x="79047" y="13769"/>
                  <a:pt x="79930" y="8856"/>
                  <a:pt x="89074" y="4845"/>
                </a:cubicBezTo>
                <a:cubicBezTo>
                  <a:pt x="95712" y="1907"/>
                  <a:pt x="117638" y="1741"/>
                  <a:pt x="12182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1" name="Google Shape;1631;p32"/>
          <p:cNvSpPr/>
          <p:nvPr/>
        </p:nvSpPr>
        <p:spPr>
          <a:xfrm>
            <a:off x="6605" y="0"/>
            <a:ext cx="4176332" cy="565243"/>
          </a:xfrm>
          <a:custGeom>
            <a:rect b="b" l="l" r="r" t="t"/>
            <a:pathLst>
              <a:path extrusionOk="0" h="16489" w="121830">
                <a:moveTo>
                  <a:pt x="0" y="0"/>
                </a:moveTo>
                <a:lnTo>
                  <a:pt x="0" y="16489"/>
                </a:lnTo>
                <a:cubicBezTo>
                  <a:pt x="6168" y="13464"/>
                  <a:pt x="26903" y="8978"/>
                  <a:pt x="43499" y="8978"/>
                </a:cubicBezTo>
                <a:cubicBezTo>
                  <a:pt x="49308" y="8978"/>
                  <a:pt x="54610" y="9528"/>
                  <a:pt x="58603" y="10882"/>
                </a:cubicBezTo>
                <a:cubicBezTo>
                  <a:pt x="64748" y="12941"/>
                  <a:pt x="68805" y="13769"/>
                  <a:pt x="71786" y="13769"/>
                </a:cubicBezTo>
                <a:cubicBezTo>
                  <a:pt x="79047" y="13769"/>
                  <a:pt x="79930" y="8856"/>
                  <a:pt x="89074" y="4845"/>
                </a:cubicBezTo>
                <a:cubicBezTo>
                  <a:pt x="95712" y="1907"/>
                  <a:pt x="117638" y="1741"/>
                  <a:pt x="12182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1">
  <p:cSld name="CUSTOM_1_1_1_1_2_1">
    <p:spTree>
      <p:nvGrpSpPr>
        <p:cNvPr id="1632" name="Shape 1632"/>
        <p:cNvGrpSpPr/>
        <p:nvPr/>
      </p:nvGrpSpPr>
      <p:grpSpPr>
        <a:xfrm>
          <a:off x="0" y="0"/>
          <a:ext cx="0" cy="0"/>
          <a:chOff x="0" y="0"/>
          <a:chExt cx="0" cy="0"/>
        </a:xfrm>
      </p:grpSpPr>
      <p:sp>
        <p:nvSpPr>
          <p:cNvPr id="1633" name="Google Shape;1633;p33"/>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Clr>
                <a:schemeClr val="lt2"/>
              </a:buClr>
              <a:buSzPts val="2800"/>
              <a:buNone/>
              <a:defRPr>
                <a:solidFill>
                  <a:schemeClr val="lt2"/>
                </a:solidFill>
              </a:defRPr>
            </a:lvl2pPr>
            <a:lvl3pPr lvl="2" rtl="0">
              <a:spcBef>
                <a:spcPts val="0"/>
              </a:spcBef>
              <a:spcAft>
                <a:spcPts val="0"/>
              </a:spcAft>
              <a:buClr>
                <a:schemeClr val="lt2"/>
              </a:buClr>
              <a:buSzPts val="2800"/>
              <a:buNone/>
              <a:defRPr>
                <a:solidFill>
                  <a:schemeClr val="lt2"/>
                </a:solidFill>
              </a:defRPr>
            </a:lvl3pPr>
            <a:lvl4pPr lvl="3" rtl="0">
              <a:spcBef>
                <a:spcPts val="0"/>
              </a:spcBef>
              <a:spcAft>
                <a:spcPts val="0"/>
              </a:spcAft>
              <a:buClr>
                <a:schemeClr val="lt2"/>
              </a:buClr>
              <a:buSzPts val="2800"/>
              <a:buNone/>
              <a:defRPr>
                <a:solidFill>
                  <a:schemeClr val="lt2"/>
                </a:solidFill>
              </a:defRPr>
            </a:lvl4pPr>
            <a:lvl5pPr lvl="4" rtl="0">
              <a:spcBef>
                <a:spcPts val="0"/>
              </a:spcBef>
              <a:spcAft>
                <a:spcPts val="0"/>
              </a:spcAft>
              <a:buClr>
                <a:schemeClr val="lt2"/>
              </a:buClr>
              <a:buSzPts val="2800"/>
              <a:buNone/>
              <a:defRPr>
                <a:solidFill>
                  <a:schemeClr val="lt2"/>
                </a:solidFill>
              </a:defRPr>
            </a:lvl5pPr>
            <a:lvl6pPr lvl="5" rtl="0">
              <a:spcBef>
                <a:spcPts val="0"/>
              </a:spcBef>
              <a:spcAft>
                <a:spcPts val="0"/>
              </a:spcAft>
              <a:buClr>
                <a:schemeClr val="lt2"/>
              </a:buClr>
              <a:buSzPts val="2800"/>
              <a:buNone/>
              <a:defRPr>
                <a:solidFill>
                  <a:schemeClr val="lt2"/>
                </a:solidFill>
              </a:defRPr>
            </a:lvl6pPr>
            <a:lvl7pPr lvl="6" rtl="0">
              <a:spcBef>
                <a:spcPts val="0"/>
              </a:spcBef>
              <a:spcAft>
                <a:spcPts val="0"/>
              </a:spcAft>
              <a:buClr>
                <a:schemeClr val="lt2"/>
              </a:buClr>
              <a:buSzPts val="2800"/>
              <a:buNone/>
              <a:defRPr>
                <a:solidFill>
                  <a:schemeClr val="lt2"/>
                </a:solidFill>
              </a:defRPr>
            </a:lvl7pPr>
            <a:lvl8pPr lvl="7" rtl="0">
              <a:spcBef>
                <a:spcPts val="0"/>
              </a:spcBef>
              <a:spcAft>
                <a:spcPts val="0"/>
              </a:spcAft>
              <a:buClr>
                <a:schemeClr val="lt2"/>
              </a:buClr>
              <a:buSzPts val="2800"/>
              <a:buNone/>
              <a:defRPr>
                <a:solidFill>
                  <a:schemeClr val="lt2"/>
                </a:solidFill>
              </a:defRPr>
            </a:lvl8pPr>
            <a:lvl9pPr lvl="8" rtl="0">
              <a:spcBef>
                <a:spcPts val="0"/>
              </a:spcBef>
              <a:spcAft>
                <a:spcPts val="0"/>
              </a:spcAft>
              <a:buClr>
                <a:schemeClr val="lt2"/>
              </a:buClr>
              <a:buSzPts val="2800"/>
              <a:buNone/>
              <a:defRPr>
                <a:solidFill>
                  <a:schemeClr val="lt2"/>
                </a:solidFill>
              </a:defRPr>
            </a:lvl9pPr>
          </a:lstStyle>
          <a:p/>
        </p:txBody>
      </p:sp>
      <p:sp>
        <p:nvSpPr>
          <p:cNvPr id="1634" name="Google Shape;1634;p33"/>
          <p:cNvSpPr txBox="1"/>
          <p:nvPr>
            <p:ph idx="1" type="subTitle"/>
          </p:nvPr>
        </p:nvSpPr>
        <p:spPr>
          <a:xfrm>
            <a:off x="2233783" y="1224106"/>
            <a:ext cx="2148900" cy="365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800"/>
              <a:buFont typeface="Nunito ExtraBold"/>
              <a:buNone/>
              <a:defRPr>
                <a:latin typeface="Nunito ExtraBold"/>
                <a:ea typeface="Nunito ExtraBold"/>
                <a:cs typeface="Nunito ExtraBold"/>
                <a:sym typeface="Nunito ExtraBold"/>
              </a:defRPr>
            </a:lvl1pPr>
            <a:lvl2pPr lvl="1" rtl="0" algn="ctr">
              <a:spcBef>
                <a:spcPts val="0"/>
              </a:spcBef>
              <a:spcAft>
                <a:spcPts val="0"/>
              </a:spcAft>
              <a:buSzPts val="1800"/>
              <a:buFont typeface="Nunito ExtraBold"/>
              <a:buNone/>
              <a:defRPr sz="1800">
                <a:latin typeface="Nunito ExtraBold"/>
                <a:ea typeface="Nunito ExtraBold"/>
                <a:cs typeface="Nunito ExtraBold"/>
                <a:sym typeface="Nunito ExtraBold"/>
              </a:defRPr>
            </a:lvl2pPr>
            <a:lvl3pPr lvl="2" rtl="0" algn="ctr">
              <a:spcBef>
                <a:spcPts val="1600"/>
              </a:spcBef>
              <a:spcAft>
                <a:spcPts val="0"/>
              </a:spcAft>
              <a:buSzPts val="1800"/>
              <a:buFont typeface="Nunito ExtraBold"/>
              <a:buNone/>
              <a:defRPr sz="1800">
                <a:latin typeface="Nunito ExtraBold"/>
                <a:ea typeface="Nunito ExtraBold"/>
                <a:cs typeface="Nunito ExtraBold"/>
                <a:sym typeface="Nunito ExtraBold"/>
              </a:defRPr>
            </a:lvl3pPr>
            <a:lvl4pPr lvl="3" rtl="0" algn="ctr">
              <a:spcBef>
                <a:spcPts val="1600"/>
              </a:spcBef>
              <a:spcAft>
                <a:spcPts val="0"/>
              </a:spcAft>
              <a:buSzPts val="1800"/>
              <a:buFont typeface="Nunito ExtraBold"/>
              <a:buNone/>
              <a:defRPr sz="1800">
                <a:latin typeface="Nunito ExtraBold"/>
                <a:ea typeface="Nunito ExtraBold"/>
                <a:cs typeface="Nunito ExtraBold"/>
                <a:sym typeface="Nunito ExtraBold"/>
              </a:defRPr>
            </a:lvl4pPr>
            <a:lvl5pPr lvl="4" rtl="0" algn="ctr">
              <a:spcBef>
                <a:spcPts val="1600"/>
              </a:spcBef>
              <a:spcAft>
                <a:spcPts val="0"/>
              </a:spcAft>
              <a:buSzPts val="1800"/>
              <a:buFont typeface="Nunito ExtraBold"/>
              <a:buNone/>
              <a:defRPr sz="1800">
                <a:latin typeface="Nunito ExtraBold"/>
                <a:ea typeface="Nunito ExtraBold"/>
                <a:cs typeface="Nunito ExtraBold"/>
                <a:sym typeface="Nunito ExtraBold"/>
              </a:defRPr>
            </a:lvl5pPr>
            <a:lvl6pPr lvl="5" rtl="0" algn="ctr">
              <a:spcBef>
                <a:spcPts val="1600"/>
              </a:spcBef>
              <a:spcAft>
                <a:spcPts val="0"/>
              </a:spcAft>
              <a:buSzPts val="1800"/>
              <a:buFont typeface="Nunito ExtraBold"/>
              <a:buNone/>
              <a:defRPr sz="1800">
                <a:latin typeface="Nunito ExtraBold"/>
                <a:ea typeface="Nunito ExtraBold"/>
                <a:cs typeface="Nunito ExtraBold"/>
                <a:sym typeface="Nunito ExtraBold"/>
              </a:defRPr>
            </a:lvl6pPr>
            <a:lvl7pPr lvl="6" rtl="0" algn="ctr">
              <a:spcBef>
                <a:spcPts val="1600"/>
              </a:spcBef>
              <a:spcAft>
                <a:spcPts val="0"/>
              </a:spcAft>
              <a:buSzPts val="1800"/>
              <a:buFont typeface="Nunito ExtraBold"/>
              <a:buNone/>
              <a:defRPr sz="1800">
                <a:latin typeface="Nunito ExtraBold"/>
                <a:ea typeface="Nunito ExtraBold"/>
                <a:cs typeface="Nunito ExtraBold"/>
                <a:sym typeface="Nunito ExtraBold"/>
              </a:defRPr>
            </a:lvl7pPr>
            <a:lvl8pPr lvl="7" rtl="0" algn="ctr">
              <a:spcBef>
                <a:spcPts val="1600"/>
              </a:spcBef>
              <a:spcAft>
                <a:spcPts val="0"/>
              </a:spcAft>
              <a:buSzPts val="1800"/>
              <a:buFont typeface="Nunito ExtraBold"/>
              <a:buNone/>
              <a:defRPr sz="1800">
                <a:latin typeface="Nunito ExtraBold"/>
                <a:ea typeface="Nunito ExtraBold"/>
                <a:cs typeface="Nunito ExtraBold"/>
                <a:sym typeface="Nunito ExtraBold"/>
              </a:defRPr>
            </a:lvl8pPr>
            <a:lvl9pPr lvl="8" rtl="0" algn="ctr">
              <a:spcBef>
                <a:spcPts val="1600"/>
              </a:spcBef>
              <a:spcAft>
                <a:spcPts val="1600"/>
              </a:spcAft>
              <a:buSzPts val="1800"/>
              <a:buFont typeface="Nunito ExtraBold"/>
              <a:buNone/>
              <a:defRPr sz="1800">
                <a:latin typeface="Nunito ExtraBold"/>
                <a:ea typeface="Nunito ExtraBold"/>
                <a:cs typeface="Nunito ExtraBold"/>
                <a:sym typeface="Nunito ExtraBold"/>
              </a:defRPr>
            </a:lvl9pPr>
          </a:lstStyle>
          <a:p/>
        </p:txBody>
      </p:sp>
      <p:sp>
        <p:nvSpPr>
          <p:cNvPr id="1635" name="Google Shape;1635;p33"/>
          <p:cNvSpPr txBox="1"/>
          <p:nvPr>
            <p:ph idx="2" type="subTitle"/>
          </p:nvPr>
        </p:nvSpPr>
        <p:spPr>
          <a:xfrm>
            <a:off x="5725358" y="1224106"/>
            <a:ext cx="2148900" cy="365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800"/>
              <a:buFont typeface="Nunito ExtraBold"/>
              <a:buNone/>
              <a:defRPr>
                <a:latin typeface="Nunito ExtraBold"/>
                <a:ea typeface="Nunito ExtraBold"/>
                <a:cs typeface="Nunito ExtraBold"/>
                <a:sym typeface="Nunito ExtraBold"/>
              </a:defRPr>
            </a:lvl1pPr>
            <a:lvl2pPr lvl="1" rtl="0" algn="ctr">
              <a:spcBef>
                <a:spcPts val="0"/>
              </a:spcBef>
              <a:spcAft>
                <a:spcPts val="0"/>
              </a:spcAft>
              <a:buSzPts val="1800"/>
              <a:buFont typeface="Nunito ExtraBold"/>
              <a:buNone/>
              <a:defRPr sz="1800">
                <a:latin typeface="Nunito ExtraBold"/>
                <a:ea typeface="Nunito ExtraBold"/>
                <a:cs typeface="Nunito ExtraBold"/>
                <a:sym typeface="Nunito ExtraBold"/>
              </a:defRPr>
            </a:lvl2pPr>
            <a:lvl3pPr lvl="2" rtl="0" algn="ctr">
              <a:spcBef>
                <a:spcPts val="1600"/>
              </a:spcBef>
              <a:spcAft>
                <a:spcPts val="0"/>
              </a:spcAft>
              <a:buSzPts val="1800"/>
              <a:buFont typeface="Nunito ExtraBold"/>
              <a:buNone/>
              <a:defRPr sz="1800">
                <a:latin typeface="Nunito ExtraBold"/>
                <a:ea typeface="Nunito ExtraBold"/>
                <a:cs typeface="Nunito ExtraBold"/>
                <a:sym typeface="Nunito ExtraBold"/>
              </a:defRPr>
            </a:lvl3pPr>
            <a:lvl4pPr lvl="3" rtl="0" algn="ctr">
              <a:spcBef>
                <a:spcPts val="1600"/>
              </a:spcBef>
              <a:spcAft>
                <a:spcPts val="0"/>
              </a:spcAft>
              <a:buSzPts val="1800"/>
              <a:buFont typeface="Nunito ExtraBold"/>
              <a:buNone/>
              <a:defRPr sz="1800">
                <a:latin typeface="Nunito ExtraBold"/>
                <a:ea typeface="Nunito ExtraBold"/>
                <a:cs typeface="Nunito ExtraBold"/>
                <a:sym typeface="Nunito ExtraBold"/>
              </a:defRPr>
            </a:lvl4pPr>
            <a:lvl5pPr lvl="4" rtl="0" algn="ctr">
              <a:spcBef>
                <a:spcPts val="1600"/>
              </a:spcBef>
              <a:spcAft>
                <a:spcPts val="0"/>
              </a:spcAft>
              <a:buSzPts val="1800"/>
              <a:buFont typeface="Nunito ExtraBold"/>
              <a:buNone/>
              <a:defRPr sz="1800">
                <a:latin typeface="Nunito ExtraBold"/>
                <a:ea typeface="Nunito ExtraBold"/>
                <a:cs typeface="Nunito ExtraBold"/>
                <a:sym typeface="Nunito ExtraBold"/>
              </a:defRPr>
            </a:lvl5pPr>
            <a:lvl6pPr lvl="5" rtl="0" algn="ctr">
              <a:spcBef>
                <a:spcPts val="1600"/>
              </a:spcBef>
              <a:spcAft>
                <a:spcPts val="0"/>
              </a:spcAft>
              <a:buSzPts val="1800"/>
              <a:buFont typeface="Nunito ExtraBold"/>
              <a:buNone/>
              <a:defRPr sz="1800">
                <a:latin typeface="Nunito ExtraBold"/>
                <a:ea typeface="Nunito ExtraBold"/>
                <a:cs typeface="Nunito ExtraBold"/>
                <a:sym typeface="Nunito ExtraBold"/>
              </a:defRPr>
            </a:lvl6pPr>
            <a:lvl7pPr lvl="6" rtl="0" algn="ctr">
              <a:spcBef>
                <a:spcPts val="1600"/>
              </a:spcBef>
              <a:spcAft>
                <a:spcPts val="0"/>
              </a:spcAft>
              <a:buSzPts val="1800"/>
              <a:buFont typeface="Nunito ExtraBold"/>
              <a:buNone/>
              <a:defRPr sz="1800">
                <a:latin typeface="Nunito ExtraBold"/>
                <a:ea typeface="Nunito ExtraBold"/>
                <a:cs typeface="Nunito ExtraBold"/>
                <a:sym typeface="Nunito ExtraBold"/>
              </a:defRPr>
            </a:lvl7pPr>
            <a:lvl8pPr lvl="7" rtl="0" algn="ctr">
              <a:spcBef>
                <a:spcPts val="1600"/>
              </a:spcBef>
              <a:spcAft>
                <a:spcPts val="0"/>
              </a:spcAft>
              <a:buSzPts val="1800"/>
              <a:buFont typeface="Nunito ExtraBold"/>
              <a:buNone/>
              <a:defRPr sz="1800">
                <a:latin typeface="Nunito ExtraBold"/>
                <a:ea typeface="Nunito ExtraBold"/>
                <a:cs typeface="Nunito ExtraBold"/>
                <a:sym typeface="Nunito ExtraBold"/>
              </a:defRPr>
            </a:lvl8pPr>
            <a:lvl9pPr lvl="8" rtl="0" algn="ctr">
              <a:spcBef>
                <a:spcPts val="1600"/>
              </a:spcBef>
              <a:spcAft>
                <a:spcPts val="1600"/>
              </a:spcAft>
              <a:buSzPts val="1800"/>
              <a:buFont typeface="Nunito ExtraBold"/>
              <a:buNone/>
              <a:defRPr sz="1800">
                <a:latin typeface="Nunito ExtraBold"/>
                <a:ea typeface="Nunito ExtraBold"/>
                <a:cs typeface="Nunito ExtraBold"/>
                <a:sym typeface="Nunito ExtraBold"/>
              </a:defRPr>
            </a:lvl9pPr>
          </a:lstStyle>
          <a:p/>
        </p:txBody>
      </p:sp>
      <p:sp>
        <p:nvSpPr>
          <p:cNvPr id="1636" name="Google Shape;1636;p33"/>
          <p:cNvSpPr txBox="1"/>
          <p:nvPr>
            <p:ph idx="3" type="subTitle"/>
          </p:nvPr>
        </p:nvSpPr>
        <p:spPr>
          <a:xfrm>
            <a:off x="2233783" y="2394859"/>
            <a:ext cx="2148900" cy="365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800"/>
              <a:buFont typeface="Nunito ExtraBold"/>
              <a:buNone/>
              <a:defRPr>
                <a:latin typeface="Nunito ExtraBold"/>
                <a:ea typeface="Nunito ExtraBold"/>
                <a:cs typeface="Nunito ExtraBold"/>
                <a:sym typeface="Nunito ExtraBold"/>
              </a:defRPr>
            </a:lvl1pPr>
            <a:lvl2pPr lvl="1" rtl="0" algn="ctr">
              <a:spcBef>
                <a:spcPts val="0"/>
              </a:spcBef>
              <a:spcAft>
                <a:spcPts val="0"/>
              </a:spcAft>
              <a:buSzPts val="1800"/>
              <a:buFont typeface="Nunito ExtraBold"/>
              <a:buNone/>
              <a:defRPr sz="1800">
                <a:latin typeface="Nunito ExtraBold"/>
                <a:ea typeface="Nunito ExtraBold"/>
                <a:cs typeface="Nunito ExtraBold"/>
                <a:sym typeface="Nunito ExtraBold"/>
              </a:defRPr>
            </a:lvl2pPr>
            <a:lvl3pPr lvl="2" rtl="0" algn="ctr">
              <a:spcBef>
                <a:spcPts val="1600"/>
              </a:spcBef>
              <a:spcAft>
                <a:spcPts val="0"/>
              </a:spcAft>
              <a:buSzPts val="1800"/>
              <a:buFont typeface="Nunito ExtraBold"/>
              <a:buNone/>
              <a:defRPr sz="1800">
                <a:latin typeface="Nunito ExtraBold"/>
                <a:ea typeface="Nunito ExtraBold"/>
                <a:cs typeface="Nunito ExtraBold"/>
                <a:sym typeface="Nunito ExtraBold"/>
              </a:defRPr>
            </a:lvl3pPr>
            <a:lvl4pPr lvl="3" rtl="0" algn="ctr">
              <a:spcBef>
                <a:spcPts val="1600"/>
              </a:spcBef>
              <a:spcAft>
                <a:spcPts val="0"/>
              </a:spcAft>
              <a:buSzPts val="1800"/>
              <a:buFont typeface="Nunito ExtraBold"/>
              <a:buNone/>
              <a:defRPr sz="1800">
                <a:latin typeface="Nunito ExtraBold"/>
                <a:ea typeface="Nunito ExtraBold"/>
                <a:cs typeface="Nunito ExtraBold"/>
                <a:sym typeface="Nunito ExtraBold"/>
              </a:defRPr>
            </a:lvl4pPr>
            <a:lvl5pPr lvl="4" rtl="0" algn="ctr">
              <a:spcBef>
                <a:spcPts val="1600"/>
              </a:spcBef>
              <a:spcAft>
                <a:spcPts val="0"/>
              </a:spcAft>
              <a:buSzPts val="1800"/>
              <a:buFont typeface="Nunito ExtraBold"/>
              <a:buNone/>
              <a:defRPr sz="1800">
                <a:latin typeface="Nunito ExtraBold"/>
                <a:ea typeface="Nunito ExtraBold"/>
                <a:cs typeface="Nunito ExtraBold"/>
                <a:sym typeface="Nunito ExtraBold"/>
              </a:defRPr>
            </a:lvl5pPr>
            <a:lvl6pPr lvl="5" rtl="0" algn="ctr">
              <a:spcBef>
                <a:spcPts val="1600"/>
              </a:spcBef>
              <a:spcAft>
                <a:spcPts val="0"/>
              </a:spcAft>
              <a:buSzPts val="1800"/>
              <a:buFont typeface="Nunito ExtraBold"/>
              <a:buNone/>
              <a:defRPr sz="1800">
                <a:latin typeface="Nunito ExtraBold"/>
                <a:ea typeface="Nunito ExtraBold"/>
                <a:cs typeface="Nunito ExtraBold"/>
                <a:sym typeface="Nunito ExtraBold"/>
              </a:defRPr>
            </a:lvl6pPr>
            <a:lvl7pPr lvl="6" rtl="0" algn="ctr">
              <a:spcBef>
                <a:spcPts val="1600"/>
              </a:spcBef>
              <a:spcAft>
                <a:spcPts val="0"/>
              </a:spcAft>
              <a:buSzPts val="1800"/>
              <a:buFont typeface="Nunito ExtraBold"/>
              <a:buNone/>
              <a:defRPr sz="1800">
                <a:latin typeface="Nunito ExtraBold"/>
                <a:ea typeface="Nunito ExtraBold"/>
                <a:cs typeface="Nunito ExtraBold"/>
                <a:sym typeface="Nunito ExtraBold"/>
              </a:defRPr>
            </a:lvl7pPr>
            <a:lvl8pPr lvl="7" rtl="0" algn="ctr">
              <a:spcBef>
                <a:spcPts val="1600"/>
              </a:spcBef>
              <a:spcAft>
                <a:spcPts val="0"/>
              </a:spcAft>
              <a:buSzPts val="1800"/>
              <a:buFont typeface="Nunito ExtraBold"/>
              <a:buNone/>
              <a:defRPr sz="1800">
                <a:latin typeface="Nunito ExtraBold"/>
                <a:ea typeface="Nunito ExtraBold"/>
                <a:cs typeface="Nunito ExtraBold"/>
                <a:sym typeface="Nunito ExtraBold"/>
              </a:defRPr>
            </a:lvl8pPr>
            <a:lvl9pPr lvl="8" rtl="0" algn="ctr">
              <a:spcBef>
                <a:spcPts val="1600"/>
              </a:spcBef>
              <a:spcAft>
                <a:spcPts val="1600"/>
              </a:spcAft>
              <a:buSzPts val="1800"/>
              <a:buFont typeface="Nunito ExtraBold"/>
              <a:buNone/>
              <a:defRPr sz="1800">
                <a:latin typeface="Nunito ExtraBold"/>
                <a:ea typeface="Nunito ExtraBold"/>
                <a:cs typeface="Nunito ExtraBold"/>
                <a:sym typeface="Nunito ExtraBold"/>
              </a:defRPr>
            </a:lvl9pPr>
          </a:lstStyle>
          <a:p/>
        </p:txBody>
      </p:sp>
      <p:sp>
        <p:nvSpPr>
          <p:cNvPr id="1637" name="Google Shape;1637;p33"/>
          <p:cNvSpPr txBox="1"/>
          <p:nvPr>
            <p:ph idx="4" type="subTitle"/>
          </p:nvPr>
        </p:nvSpPr>
        <p:spPr>
          <a:xfrm>
            <a:off x="2233783" y="1591438"/>
            <a:ext cx="2148900" cy="548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300"/>
              <a:buNone/>
              <a:defRPr sz="1400"/>
            </a:lvl1pPr>
            <a:lvl2pPr lvl="1" rtl="0" algn="ctr">
              <a:spcBef>
                <a:spcPts val="0"/>
              </a:spcBef>
              <a:spcAft>
                <a:spcPts val="0"/>
              </a:spcAft>
              <a:buSzPts val="1300"/>
              <a:buNone/>
              <a:defRPr sz="1300"/>
            </a:lvl2pPr>
            <a:lvl3pPr lvl="2" rtl="0" algn="ctr">
              <a:spcBef>
                <a:spcPts val="1600"/>
              </a:spcBef>
              <a:spcAft>
                <a:spcPts val="0"/>
              </a:spcAft>
              <a:buSzPts val="1300"/>
              <a:buNone/>
              <a:defRPr sz="1300"/>
            </a:lvl3pPr>
            <a:lvl4pPr lvl="3" rtl="0" algn="ctr">
              <a:spcBef>
                <a:spcPts val="1600"/>
              </a:spcBef>
              <a:spcAft>
                <a:spcPts val="0"/>
              </a:spcAft>
              <a:buSzPts val="1300"/>
              <a:buNone/>
              <a:defRPr sz="1300"/>
            </a:lvl4pPr>
            <a:lvl5pPr lvl="4" rtl="0" algn="ctr">
              <a:spcBef>
                <a:spcPts val="1600"/>
              </a:spcBef>
              <a:spcAft>
                <a:spcPts val="0"/>
              </a:spcAft>
              <a:buSzPts val="1300"/>
              <a:buNone/>
              <a:defRPr sz="1300"/>
            </a:lvl5pPr>
            <a:lvl6pPr lvl="5" rtl="0" algn="ctr">
              <a:spcBef>
                <a:spcPts val="1600"/>
              </a:spcBef>
              <a:spcAft>
                <a:spcPts val="0"/>
              </a:spcAft>
              <a:buSzPts val="1300"/>
              <a:buNone/>
              <a:defRPr sz="1300"/>
            </a:lvl6pPr>
            <a:lvl7pPr lvl="6" rtl="0" algn="ctr">
              <a:spcBef>
                <a:spcPts val="1600"/>
              </a:spcBef>
              <a:spcAft>
                <a:spcPts val="0"/>
              </a:spcAft>
              <a:buSzPts val="1300"/>
              <a:buNone/>
              <a:defRPr sz="1300"/>
            </a:lvl7pPr>
            <a:lvl8pPr lvl="7" rtl="0" algn="ctr">
              <a:spcBef>
                <a:spcPts val="1600"/>
              </a:spcBef>
              <a:spcAft>
                <a:spcPts val="0"/>
              </a:spcAft>
              <a:buSzPts val="1300"/>
              <a:buNone/>
              <a:defRPr sz="1300"/>
            </a:lvl8pPr>
            <a:lvl9pPr lvl="8" rtl="0" algn="ctr">
              <a:spcBef>
                <a:spcPts val="1600"/>
              </a:spcBef>
              <a:spcAft>
                <a:spcPts val="1600"/>
              </a:spcAft>
              <a:buSzPts val="1300"/>
              <a:buNone/>
              <a:defRPr sz="1300"/>
            </a:lvl9pPr>
          </a:lstStyle>
          <a:p/>
        </p:txBody>
      </p:sp>
      <p:sp>
        <p:nvSpPr>
          <p:cNvPr id="1638" name="Google Shape;1638;p33"/>
          <p:cNvSpPr txBox="1"/>
          <p:nvPr>
            <p:ph idx="5" type="subTitle"/>
          </p:nvPr>
        </p:nvSpPr>
        <p:spPr>
          <a:xfrm>
            <a:off x="5725358" y="1591438"/>
            <a:ext cx="2148900" cy="548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300"/>
              <a:buNone/>
              <a:defRPr sz="1400"/>
            </a:lvl1pPr>
            <a:lvl2pPr lvl="1" rtl="0" algn="ctr">
              <a:spcBef>
                <a:spcPts val="0"/>
              </a:spcBef>
              <a:spcAft>
                <a:spcPts val="0"/>
              </a:spcAft>
              <a:buSzPts val="1300"/>
              <a:buNone/>
              <a:defRPr sz="1300"/>
            </a:lvl2pPr>
            <a:lvl3pPr lvl="2" rtl="0" algn="ctr">
              <a:spcBef>
                <a:spcPts val="1600"/>
              </a:spcBef>
              <a:spcAft>
                <a:spcPts val="0"/>
              </a:spcAft>
              <a:buSzPts val="1300"/>
              <a:buNone/>
              <a:defRPr sz="1300"/>
            </a:lvl3pPr>
            <a:lvl4pPr lvl="3" rtl="0" algn="ctr">
              <a:spcBef>
                <a:spcPts val="1600"/>
              </a:spcBef>
              <a:spcAft>
                <a:spcPts val="0"/>
              </a:spcAft>
              <a:buSzPts val="1300"/>
              <a:buNone/>
              <a:defRPr sz="1300"/>
            </a:lvl4pPr>
            <a:lvl5pPr lvl="4" rtl="0" algn="ctr">
              <a:spcBef>
                <a:spcPts val="1600"/>
              </a:spcBef>
              <a:spcAft>
                <a:spcPts val="0"/>
              </a:spcAft>
              <a:buSzPts val="1300"/>
              <a:buNone/>
              <a:defRPr sz="1300"/>
            </a:lvl5pPr>
            <a:lvl6pPr lvl="5" rtl="0" algn="ctr">
              <a:spcBef>
                <a:spcPts val="1600"/>
              </a:spcBef>
              <a:spcAft>
                <a:spcPts val="0"/>
              </a:spcAft>
              <a:buSzPts val="1300"/>
              <a:buNone/>
              <a:defRPr sz="1300"/>
            </a:lvl6pPr>
            <a:lvl7pPr lvl="6" rtl="0" algn="ctr">
              <a:spcBef>
                <a:spcPts val="1600"/>
              </a:spcBef>
              <a:spcAft>
                <a:spcPts val="0"/>
              </a:spcAft>
              <a:buSzPts val="1300"/>
              <a:buNone/>
              <a:defRPr sz="1300"/>
            </a:lvl7pPr>
            <a:lvl8pPr lvl="7" rtl="0" algn="ctr">
              <a:spcBef>
                <a:spcPts val="1600"/>
              </a:spcBef>
              <a:spcAft>
                <a:spcPts val="0"/>
              </a:spcAft>
              <a:buSzPts val="1300"/>
              <a:buNone/>
              <a:defRPr sz="1300"/>
            </a:lvl8pPr>
            <a:lvl9pPr lvl="8" rtl="0" algn="ctr">
              <a:spcBef>
                <a:spcPts val="1600"/>
              </a:spcBef>
              <a:spcAft>
                <a:spcPts val="1600"/>
              </a:spcAft>
              <a:buSzPts val="1300"/>
              <a:buNone/>
              <a:defRPr sz="1300"/>
            </a:lvl9pPr>
          </a:lstStyle>
          <a:p/>
        </p:txBody>
      </p:sp>
      <p:sp>
        <p:nvSpPr>
          <p:cNvPr id="1639" name="Google Shape;1639;p33"/>
          <p:cNvSpPr txBox="1"/>
          <p:nvPr>
            <p:ph idx="6" type="subTitle"/>
          </p:nvPr>
        </p:nvSpPr>
        <p:spPr>
          <a:xfrm>
            <a:off x="2233783" y="2762191"/>
            <a:ext cx="2152200" cy="548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300"/>
              <a:buNone/>
              <a:defRPr sz="1400"/>
            </a:lvl1pPr>
            <a:lvl2pPr lvl="1" rtl="0" algn="ctr">
              <a:spcBef>
                <a:spcPts val="0"/>
              </a:spcBef>
              <a:spcAft>
                <a:spcPts val="0"/>
              </a:spcAft>
              <a:buSzPts val="1300"/>
              <a:buNone/>
              <a:defRPr sz="1300"/>
            </a:lvl2pPr>
            <a:lvl3pPr lvl="2" rtl="0" algn="ctr">
              <a:spcBef>
                <a:spcPts val="1600"/>
              </a:spcBef>
              <a:spcAft>
                <a:spcPts val="0"/>
              </a:spcAft>
              <a:buSzPts val="1300"/>
              <a:buNone/>
              <a:defRPr sz="1300"/>
            </a:lvl3pPr>
            <a:lvl4pPr lvl="3" rtl="0" algn="ctr">
              <a:spcBef>
                <a:spcPts val="1600"/>
              </a:spcBef>
              <a:spcAft>
                <a:spcPts val="0"/>
              </a:spcAft>
              <a:buSzPts val="1300"/>
              <a:buNone/>
              <a:defRPr sz="1300"/>
            </a:lvl4pPr>
            <a:lvl5pPr lvl="4" rtl="0" algn="ctr">
              <a:spcBef>
                <a:spcPts val="1600"/>
              </a:spcBef>
              <a:spcAft>
                <a:spcPts val="0"/>
              </a:spcAft>
              <a:buSzPts val="1300"/>
              <a:buNone/>
              <a:defRPr sz="1300"/>
            </a:lvl5pPr>
            <a:lvl6pPr lvl="5" rtl="0" algn="ctr">
              <a:spcBef>
                <a:spcPts val="1600"/>
              </a:spcBef>
              <a:spcAft>
                <a:spcPts val="0"/>
              </a:spcAft>
              <a:buSzPts val="1300"/>
              <a:buNone/>
              <a:defRPr sz="1300"/>
            </a:lvl6pPr>
            <a:lvl7pPr lvl="6" rtl="0" algn="ctr">
              <a:spcBef>
                <a:spcPts val="1600"/>
              </a:spcBef>
              <a:spcAft>
                <a:spcPts val="0"/>
              </a:spcAft>
              <a:buSzPts val="1300"/>
              <a:buNone/>
              <a:defRPr sz="1300"/>
            </a:lvl7pPr>
            <a:lvl8pPr lvl="7" rtl="0" algn="ctr">
              <a:spcBef>
                <a:spcPts val="1600"/>
              </a:spcBef>
              <a:spcAft>
                <a:spcPts val="0"/>
              </a:spcAft>
              <a:buSzPts val="1300"/>
              <a:buNone/>
              <a:defRPr sz="1300"/>
            </a:lvl8pPr>
            <a:lvl9pPr lvl="8" rtl="0" algn="ctr">
              <a:spcBef>
                <a:spcPts val="1600"/>
              </a:spcBef>
              <a:spcAft>
                <a:spcPts val="1600"/>
              </a:spcAft>
              <a:buSzPts val="1300"/>
              <a:buNone/>
              <a:defRPr sz="1300"/>
            </a:lvl9pPr>
          </a:lstStyle>
          <a:p/>
        </p:txBody>
      </p:sp>
      <p:sp>
        <p:nvSpPr>
          <p:cNvPr id="1640" name="Google Shape;1640;p33"/>
          <p:cNvSpPr txBox="1"/>
          <p:nvPr>
            <p:ph idx="7" type="subTitle"/>
          </p:nvPr>
        </p:nvSpPr>
        <p:spPr>
          <a:xfrm>
            <a:off x="2233783" y="3567945"/>
            <a:ext cx="2148900" cy="365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800"/>
              <a:buFont typeface="Nunito ExtraBold"/>
              <a:buNone/>
              <a:defRPr>
                <a:latin typeface="Nunito ExtraBold"/>
                <a:ea typeface="Nunito ExtraBold"/>
                <a:cs typeface="Nunito ExtraBold"/>
                <a:sym typeface="Nunito ExtraBold"/>
              </a:defRPr>
            </a:lvl1pPr>
            <a:lvl2pPr lvl="1" rtl="0" algn="ctr">
              <a:spcBef>
                <a:spcPts val="0"/>
              </a:spcBef>
              <a:spcAft>
                <a:spcPts val="0"/>
              </a:spcAft>
              <a:buSzPts val="1800"/>
              <a:buFont typeface="Nunito ExtraBold"/>
              <a:buNone/>
              <a:defRPr sz="1800">
                <a:latin typeface="Nunito ExtraBold"/>
                <a:ea typeface="Nunito ExtraBold"/>
                <a:cs typeface="Nunito ExtraBold"/>
                <a:sym typeface="Nunito ExtraBold"/>
              </a:defRPr>
            </a:lvl2pPr>
            <a:lvl3pPr lvl="2" rtl="0" algn="ctr">
              <a:spcBef>
                <a:spcPts val="1600"/>
              </a:spcBef>
              <a:spcAft>
                <a:spcPts val="0"/>
              </a:spcAft>
              <a:buSzPts val="1800"/>
              <a:buFont typeface="Nunito ExtraBold"/>
              <a:buNone/>
              <a:defRPr sz="1800">
                <a:latin typeface="Nunito ExtraBold"/>
                <a:ea typeface="Nunito ExtraBold"/>
                <a:cs typeface="Nunito ExtraBold"/>
                <a:sym typeface="Nunito ExtraBold"/>
              </a:defRPr>
            </a:lvl3pPr>
            <a:lvl4pPr lvl="3" rtl="0" algn="ctr">
              <a:spcBef>
                <a:spcPts val="1600"/>
              </a:spcBef>
              <a:spcAft>
                <a:spcPts val="0"/>
              </a:spcAft>
              <a:buSzPts val="1800"/>
              <a:buFont typeface="Nunito ExtraBold"/>
              <a:buNone/>
              <a:defRPr sz="1800">
                <a:latin typeface="Nunito ExtraBold"/>
                <a:ea typeface="Nunito ExtraBold"/>
                <a:cs typeface="Nunito ExtraBold"/>
                <a:sym typeface="Nunito ExtraBold"/>
              </a:defRPr>
            </a:lvl4pPr>
            <a:lvl5pPr lvl="4" rtl="0" algn="ctr">
              <a:spcBef>
                <a:spcPts val="1600"/>
              </a:spcBef>
              <a:spcAft>
                <a:spcPts val="0"/>
              </a:spcAft>
              <a:buSzPts val="1800"/>
              <a:buFont typeface="Nunito ExtraBold"/>
              <a:buNone/>
              <a:defRPr sz="1800">
                <a:latin typeface="Nunito ExtraBold"/>
                <a:ea typeface="Nunito ExtraBold"/>
                <a:cs typeface="Nunito ExtraBold"/>
                <a:sym typeface="Nunito ExtraBold"/>
              </a:defRPr>
            </a:lvl5pPr>
            <a:lvl6pPr lvl="5" rtl="0" algn="ctr">
              <a:spcBef>
                <a:spcPts val="1600"/>
              </a:spcBef>
              <a:spcAft>
                <a:spcPts val="0"/>
              </a:spcAft>
              <a:buSzPts val="1800"/>
              <a:buFont typeface="Nunito ExtraBold"/>
              <a:buNone/>
              <a:defRPr sz="1800">
                <a:latin typeface="Nunito ExtraBold"/>
                <a:ea typeface="Nunito ExtraBold"/>
                <a:cs typeface="Nunito ExtraBold"/>
                <a:sym typeface="Nunito ExtraBold"/>
              </a:defRPr>
            </a:lvl6pPr>
            <a:lvl7pPr lvl="6" rtl="0" algn="ctr">
              <a:spcBef>
                <a:spcPts val="1600"/>
              </a:spcBef>
              <a:spcAft>
                <a:spcPts val="0"/>
              </a:spcAft>
              <a:buSzPts val="1800"/>
              <a:buFont typeface="Nunito ExtraBold"/>
              <a:buNone/>
              <a:defRPr sz="1800">
                <a:latin typeface="Nunito ExtraBold"/>
                <a:ea typeface="Nunito ExtraBold"/>
                <a:cs typeface="Nunito ExtraBold"/>
                <a:sym typeface="Nunito ExtraBold"/>
              </a:defRPr>
            </a:lvl7pPr>
            <a:lvl8pPr lvl="7" rtl="0" algn="ctr">
              <a:spcBef>
                <a:spcPts val="1600"/>
              </a:spcBef>
              <a:spcAft>
                <a:spcPts val="0"/>
              </a:spcAft>
              <a:buSzPts val="1800"/>
              <a:buFont typeface="Nunito ExtraBold"/>
              <a:buNone/>
              <a:defRPr sz="1800">
                <a:latin typeface="Nunito ExtraBold"/>
                <a:ea typeface="Nunito ExtraBold"/>
                <a:cs typeface="Nunito ExtraBold"/>
                <a:sym typeface="Nunito ExtraBold"/>
              </a:defRPr>
            </a:lvl8pPr>
            <a:lvl9pPr lvl="8" rtl="0" algn="ctr">
              <a:spcBef>
                <a:spcPts val="1600"/>
              </a:spcBef>
              <a:spcAft>
                <a:spcPts val="1600"/>
              </a:spcAft>
              <a:buSzPts val="1800"/>
              <a:buFont typeface="Nunito ExtraBold"/>
              <a:buNone/>
              <a:defRPr sz="1800">
                <a:latin typeface="Nunito ExtraBold"/>
                <a:ea typeface="Nunito ExtraBold"/>
                <a:cs typeface="Nunito ExtraBold"/>
                <a:sym typeface="Nunito ExtraBold"/>
              </a:defRPr>
            </a:lvl9pPr>
          </a:lstStyle>
          <a:p/>
        </p:txBody>
      </p:sp>
      <p:sp>
        <p:nvSpPr>
          <p:cNvPr id="1641" name="Google Shape;1641;p33"/>
          <p:cNvSpPr txBox="1"/>
          <p:nvPr>
            <p:ph idx="8" type="subTitle"/>
          </p:nvPr>
        </p:nvSpPr>
        <p:spPr>
          <a:xfrm>
            <a:off x="5725358" y="3567945"/>
            <a:ext cx="2148900" cy="365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800"/>
              <a:buFont typeface="Nunito ExtraBold"/>
              <a:buNone/>
              <a:defRPr>
                <a:latin typeface="Nunito ExtraBold"/>
                <a:ea typeface="Nunito ExtraBold"/>
                <a:cs typeface="Nunito ExtraBold"/>
                <a:sym typeface="Nunito ExtraBold"/>
              </a:defRPr>
            </a:lvl1pPr>
            <a:lvl2pPr lvl="1" rtl="0" algn="ctr">
              <a:spcBef>
                <a:spcPts val="0"/>
              </a:spcBef>
              <a:spcAft>
                <a:spcPts val="0"/>
              </a:spcAft>
              <a:buSzPts val="1800"/>
              <a:buFont typeface="Nunito ExtraBold"/>
              <a:buNone/>
              <a:defRPr sz="1800">
                <a:latin typeface="Nunito ExtraBold"/>
                <a:ea typeface="Nunito ExtraBold"/>
                <a:cs typeface="Nunito ExtraBold"/>
                <a:sym typeface="Nunito ExtraBold"/>
              </a:defRPr>
            </a:lvl2pPr>
            <a:lvl3pPr lvl="2" rtl="0" algn="ctr">
              <a:spcBef>
                <a:spcPts val="1600"/>
              </a:spcBef>
              <a:spcAft>
                <a:spcPts val="0"/>
              </a:spcAft>
              <a:buSzPts val="1800"/>
              <a:buFont typeface="Nunito ExtraBold"/>
              <a:buNone/>
              <a:defRPr sz="1800">
                <a:latin typeface="Nunito ExtraBold"/>
                <a:ea typeface="Nunito ExtraBold"/>
                <a:cs typeface="Nunito ExtraBold"/>
                <a:sym typeface="Nunito ExtraBold"/>
              </a:defRPr>
            </a:lvl3pPr>
            <a:lvl4pPr lvl="3" rtl="0" algn="ctr">
              <a:spcBef>
                <a:spcPts val="1600"/>
              </a:spcBef>
              <a:spcAft>
                <a:spcPts val="0"/>
              </a:spcAft>
              <a:buSzPts val="1800"/>
              <a:buFont typeface="Nunito ExtraBold"/>
              <a:buNone/>
              <a:defRPr sz="1800">
                <a:latin typeface="Nunito ExtraBold"/>
                <a:ea typeface="Nunito ExtraBold"/>
                <a:cs typeface="Nunito ExtraBold"/>
                <a:sym typeface="Nunito ExtraBold"/>
              </a:defRPr>
            </a:lvl4pPr>
            <a:lvl5pPr lvl="4" rtl="0" algn="ctr">
              <a:spcBef>
                <a:spcPts val="1600"/>
              </a:spcBef>
              <a:spcAft>
                <a:spcPts val="0"/>
              </a:spcAft>
              <a:buSzPts val="1800"/>
              <a:buFont typeface="Nunito ExtraBold"/>
              <a:buNone/>
              <a:defRPr sz="1800">
                <a:latin typeface="Nunito ExtraBold"/>
                <a:ea typeface="Nunito ExtraBold"/>
                <a:cs typeface="Nunito ExtraBold"/>
                <a:sym typeface="Nunito ExtraBold"/>
              </a:defRPr>
            </a:lvl5pPr>
            <a:lvl6pPr lvl="5" rtl="0" algn="ctr">
              <a:spcBef>
                <a:spcPts val="1600"/>
              </a:spcBef>
              <a:spcAft>
                <a:spcPts val="0"/>
              </a:spcAft>
              <a:buSzPts val="1800"/>
              <a:buFont typeface="Nunito ExtraBold"/>
              <a:buNone/>
              <a:defRPr sz="1800">
                <a:latin typeface="Nunito ExtraBold"/>
                <a:ea typeface="Nunito ExtraBold"/>
                <a:cs typeface="Nunito ExtraBold"/>
                <a:sym typeface="Nunito ExtraBold"/>
              </a:defRPr>
            </a:lvl6pPr>
            <a:lvl7pPr lvl="6" rtl="0" algn="ctr">
              <a:spcBef>
                <a:spcPts val="1600"/>
              </a:spcBef>
              <a:spcAft>
                <a:spcPts val="0"/>
              </a:spcAft>
              <a:buSzPts val="1800"/>
              <a:buFont typeface="Nunito ExtraBold"/>
              <a:buNone/>
              <a:defRPr sz="1800">
                <a:latin typeface="Nunito ExtraBold"/>
                <a:ea typeface="Nunito ExtraBold"/>
                <a:cs typeface="Nunito ExtraBold"/>
                <a:sym typeface="Nunito ExtraBold"/>
              </a:defRPr>
            </a:lvl7pPr>
            <a:lvl8pPr lvl="7" rtl="0" algn="ctr">
              <a:spcBef>
                <a:spcPts val="1600"/>
              </a:spcBef>
              <a:spcAft>
                <a:spcPts val="0"/>
              </a:spcAft>
              <a:buSzPts val="1800"/>
              <a:buFont typeface="Nunito ExtraBold"/>
              <a:buNone/>
              <a:defRPr sz="1800">
                <a:latin typeface="Nunito ExtraBold"/>
                <a:ea typeface="Nunito ExtraBold"/>
                <a:cs typeface="Nunito ExtraBold"/>
                <a:sym typeface="Nunito ExtraBold"/>
              </a:defRPr>
            </a:lvl8pPr>
            <a:lvl9pPr lvl="8" rtl="0" algn="ctr">
              <a:spcBef>
                <a:spcPts val="1600"/>
              </a:spcBef>
              <a:spcAft>
                <a:spcPts val="1600"/>
              </a:spcAft>
              <a:buSzPts val="1800"/>
              <a:buFont typeface="Nunito ExtraBold"/>
              <a:buNone/>
              <a:defRPr sz="1800">
                <a:latin typeface="Nunito ExtraBold"/>
                <a:ea typeface="Nunito ExtraBold"/>
                <a:cs typeface="Nunito ExtraBold"/>
                <a:sym typeface="Nunito ExtraBold"/>
              </a:defRPr>
            </a:lvl9pPr>
          </a:lstStyle>
          <a:p/>
        </p:txBody>
      </p:sp>
      <p:sp>
        <p:nvSpPr>
          <p:cNvPr id="1642" name="Google Shape;1642;p33"/>
          <p:cNvSpPr txBox="1"/>
          <p:nvPr>
            <p:ph idx="9" type="subTitle"/>
          </p:nvPr>
        </p:nvSpPr>
        <p:spPr>
          <a:xfrm>
            <a:off x="5725358" y="2394859"/>
            <a:ext cx="2148900" cy="365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800"/>
              <a:buFont typeface="Nunito ExtraBold"/>
              <a:buNone/>
              <a:defRPr>
                <a:latin typeface="Nunito ExtraBold"/>
                <a:ea typeface="Nunito ExtraBold"/>
                <a:cs typeface="Nunito ExtraBold"/>
                <a:sym typeface="Nunito ExtraBold"/>
              </a:defRPr>
            </a:lvl1pPr>
            <a:lvl2pPr lvl="1" rtl="0" algn="ctr">
              <a:spcBef>
                <a:spcPts val="0"/>
              </a:spcBef>
              <a:spcAft>
                <a:spcPts val="0"/>
              </a:spcAft>
              <a:buSzPts val="1800"/>
              <a:buFont typeface="Nunito ExtraBold"/>
              <a:buNone/>
              <a:defRPr sz="1800">
                <a:latin typeface="Nunito ExtraBold"/>
                <a:ea typeface="Nunito ExtraBold"/>
                <a:cs typeface="Nunito ExtraBold"/>
                <a:sym typeface="Nunito ExtraBold"/>
              </a:defRPr>
            </a:lvl2pPr>
            <a:lvl3pPr lvl="2" rtl="0" algn="ctr">
              <a:spcBef>
                <a:spcPts val="1600"/>
              </a:spcBef>
              <a:spcAft>
                <a:spcPts val="0"/>
              </a:spcAft>
              <a:buSzPts val="1800"/>
              <a:buFont typeface="Nunito ExtraBold"/>
              <a:buNone/>
              <a:defRPr sz="1800">
                <a:latin typeface="Nunito ExtraBold"/>
                <a:ea typeface="Nunito ExtraBold"/>
                <a:cs typeface="Nunito ExtraBold"/>
                <a:sym typeface="Nunito ExtraBold"/>
              </a:defRPr>
            </a:lvl3pPr>
            <a:lvl4pPr lvl="3" rtl="0" algn="ctr">
              <a:spcBef>
                <a:spcPts val="1600"/>
              </a:spcBef>
              <a:spcAft>
                <a:spcPts val="0"/>
              </a:spcAft>
              <a:buSzPts val="1800"/>
              <a:buFont typeface="Nunito ExtraBold"/>
              <a:buNone/>
              <a:defRPr sz="1800">
                <a:latin typeface="Nunito ExtraBold"/>
                <a:ea typeface="Nunito ExtraBold"/>
                <a:cs typeface="Nunito ExtraBold"/>
                <a:sym typeface="Nunito ExtraBold"/>
              </a:defRPr>
            </a:lvl4pPr>
            <a:lvl5pPr lvl="4" rtl="0" algn="ctr">
              <a:spcBef>
                <a:spcPts val="1600"/>
              </a:spcBef>
              <a:spcAft>
                <a:spcPts val="0"/>
              </a:spcAft>
              <a:buSzPts val="1800"/>
              <a:buFont typeface="Nunito ExtraBold"/>
              <a:buNone/>
              <a:defRPr sz="1800">
                <a:latin typeface="Nunito ExtraBold"/>
                <a:ea typeface="Nunito ExtraBold"/>
                <a:cs typeface="Nunito ExtraBold"/>
                <a:sym typeface="Nunito ExtraBold"/>
              </a:defRPr>
            </a:lvl5pPr>
            <a:lvl6pPr lvl="5" rtl="0" algn="ctr">
              <a:spcBef>
                <a:spcPts val="1600"/>
              </a:spcBef>
              <a:spcAft>
                <a:spcPts val="0"/>
              </a:spcAft>
              <a:buSzPts val="1800"/>
              <a:buFont typeface="Nunito ExtraBold"/>
              <a:buNone/>
              <a:defRPr sz="1800">
                <a:latin typeface="Nunito ExtraBold"/>
                <a:ea typeface="Nunito ExtraBold"/>
                <a:cs typeface="Nunito ExtraBold"/>
                <a:sym typeface="Nunito ExtraBold"/>
              </a:defRPr>
            </a:lvl6pPr>
            <a:lvl7pPr lvl="6" rtl="0" algn="ctr">
              <a:spcBef>
                <a:spcPts val="1600"/>
              </a:spcBef>
              <a:spcAft>
                <a:spcPts val="0"/>
              </a:spcAft>
              <a:buSzPts val="1800"/>
              <a:buFont typeface="Nunito ExtraBold"/>
              <a:buNone/>
              <a:defRPr sz="1800">
                <a:latin typeface="Nunito ExtraBold"/>
                <a:ea typeface="Nunito ExtraBold"/>
                <a:cs typeface="Nunito ExtraBold"/>
                <a:sym typeface="Nunito ExtraBold"/>
              </a:defRPr>
            </a:lvl7pPr>
            <a:lvl8pPr lvl="7" rtl="0" algn="ctr">
              <a:spcBef>
                <a:spcPts val="1600"/>
              </a:spcBef>
              <a:spcAft>
                <a:spcPts val="0"/>
              </a:spcAft>
              <a:buSzPts val="1800"/>
              <a:buFont typeface="Nunito ExtraBold"/>
              <a:buNone/>
              <a:defRPr sz="1800">
                <a:latin typeface="Nunito ExtraBold"/>
                <a:ea typeface="Nunito ExtraBold"/>
                <a:cs typeface="Nunito ExtraBold"/>
                <a:sym typeface="Nunito ExtraBold"/>
              </a:defRPr>
            </a:lvl8pPr>
            <a:lvl9pPr lvl="8" rtl="0" algn="ctr">
              <a:spcBef>
                <a:spcPts val="1600"/>
              </a:spcBef>
              <a:spcAft>
                <a:spcPts val="1600"/>
              </a:spcAft>
              <a:buSzPts val="1800"/>
              <a:buFont typeface="Nunito ExtraBold"/>
              <a:buNone/>
              <a:defRPr sz="1800">
                <a:latin typeface="Nunito ExtraBold"/>
                <a:ea typeface="Nunito ExtraBold"/>
                <a:cs typeface="Nunito ExtraBold"/>
                <a:sym typeface="Nunito ExtraBold"/>
              </a:defRPr>
            </a:lvl9pPr>
          </a:lstStyle>
          <a:p/>
        </p:txBody>
      </p:sp>
      <p:sp>
        <p:nvSpPr>
          <p:cNvPr id="1643" name="Google Shape;1643;p33"/>
          <p:cNvSpPr txBox="1"/>
          <p:nvPr>
            <p:ph idx="13" type="subTitle"/>
          </p:nvPr>
        </p:nvSpPr>
        <p:spPr>
          <a:xfrm>
            <a:off x="2233783" y="3931134"/>
            <a:ext cx="2148900" cy="548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300"/>
              <a:buNone/>
              <a:defRPr sz="1400"/>
            </a:lvl1pPr>
            <a:lvl2pPr lvl="1" rtl="0" algn="ctr">
              <a:spcBef>
                <a:spcPts val="0"/>
              </a:spcBef>
              <a:spcAft>
                <a:spcPts val="0"/>
              </a:spcAft>
              <a:buSzPts val="1300"/>
              <a:buNone/>
              <a:defRPr sz="1300"/>
            </a:lvl2pPr>
            <a:lvl3pPr lvl="2" rtl="0" algn="ctr">
              <a:spcBef>
                <a:spcPts val="1600"/>
              </a:spcBef>
              <a:spcAft>
                <a:spcPts val="0"/>
              </a:spcAft>
              <a:buSzPts val="1300"/>
              <a:buNone/>
              <a:defRPr sz="1300"/>
            </a:lvl3pPr>
            <a:lvl4pPr lvl="3" rtl="0" algn="ctr">
              <a:spcBef>
                <a:spcPts val="1600"/>
              </a:spcBef>
              <a:spcAft>
                <a:spcPts val="0"/>
              </a:spcAft>
              <a:buSzPts val="1300"/>
              <a:buNone/>
              <a:defRPr sz="1300"/>
            </a:lvl4pPr>
            <a:lvl5pPr lvl="4" rtl="0" algn="ctr">
              <a:spcBef>
                <a:spcPts val="1600"/>
              </a:spcBef>
              <a:spcAft>
                <a:spcPts val="0"/>
              </a:spcAft>
              <a:buSzPts val="1300"/>
              <a:buNone/>
              <a:defRPr sz="1300"/>
            </a:lvl5pPr>
            <a:lvl6pPr lvl="5" rtl="0" algn="ctr">
              <a:spcBef>
                <a:spcPts val="1600"/>
              </a:spcBef>
              <a:spcAft>
                <a:spcPts val="0"/>
              </a:spcAft>
              <a:buSzPts val="1300"/>
              <a:buNone/>
              <a:defRPr sz="1300"/>
            </a:lvl6pPr>
            <a:lvl7pPr lvl="6" rtl="0" algn="ctr">
              <a:spcBef>
                <a:spcPts val="1600"/>
              </a:spcBef>
              <a:spcAft>
                <a:spcPts val="0"/>
              </a:spcAft>
              <a:buSzPts val="1300"/>
              <a:buNone/>
              <a:defRPr sz="1300"/>
            </a:lvl7pPr>
            <a:lvl8pPr lvl="7" rtl="0" algn="ctr">
              <a:spcBef>
                <a:spcPts val="1600"/>
              </a:spcBef>
              <a:spcAft>
                <a:spcPts val="0"/>
              </a:spcAft>
              <a:buSzPts val="1300"/>
              <a:buNone/>
              <a:defRPr sz="1300"/>
            </a:lvl8pPr>
            <a:lvl9pPr lvl="8" rtl="0" algn="ctr">
              <a:spcBef>
                <a:spcPts val="1600"/>
              </a:spcBef>
              <a:spcAft>
                <a:spcPts val="1600"/>
              </a:spcAft>
              <a:buSzPts val="1300"/>
              <a:buNone/>
              <a:defRPr sz="1300"/>
            </a:lvl9pPr>
          </a:lstStyle>
          <a:p/>
        </p:txBody>
      </p:sp>
      <p:sp>
        <p:nvSpPr>
          <p:cNvPr id="1644" name="Google Shape;1644;p33"/>
          <p:cNvSpPr txBox="1"/>
          <p:nvPr>
            <p:ph idx="14" type="subTitle"/>
          </p:nvPr>
        </p:nvSpPr>
        <p:spPr>
          <a:xfrm>
            <a:off x="5725358" y="3931134"/>
            <a:ext cx="2148900" cy="548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300"/>
              <a:buNone/>
              <a:defRPr sz="1400"/>
            </a:lvl1pPr>
            <a:lvl2pPr lvl="1" rtl="0" algn="ctr">
              <a:spcBef>
                <a:spcPts val="0"/>
              </a:spcBef>
              <a:spcAft>
                <a:spcPts val="0"/>
              </a:spcAft>
              <a:buSzPts val="1300"/>
              <a:buNone/>
              <a:defRPr sz="1300"/>
            </a:lvl2pPr>
            <a:lvl3pPr lvl="2" rtl="0" algn="ctr">
              <a:spcBef>
                <a:spcPts val="1600"/>
              </a:spcBef>
              <a:spcAft>
                <a:spcPts val="0"/>
              </a:spcAft>
              <a:buSzPts val="1300"/>
              <a:buNone/>
              <a:defRPr sz="1300"/>
            </a:lvl3pPr>
            <a:lvl4pPr lvl="3" rtl="0" algn="ctr">
              <a:spcBef>
                <a:spcPts val="1600"/>
              </a:spcBef>
              <a:spcAft>
                <a:spcPts val="0"/>
              </a:spcAft>
              <a:buSzPts val="1300"/>
              <a:buNone/>
              <a:defRPr sz="1300"/>
            </a:lvl4pPr>
            <a:lvl5pPr lvl="4" rtl="0" algn="ctr">
              <a:spcBef>
                <a:spcPts val="1600"/>
              </a:spcBef>
              <a:spcAft>
                <a:spcPts val="0"/>
              </a:spcAft>
              <a:buSzPts val="1300"/>
              <a:buNone/>
              <a:defRPr sz="1300"/>
            </a:lvl5pPr>
            <a:lvl6pPr lvl="5" rtl="0" algn="ctr">
              <a:spcBef>
                <a:spcPts val="1600"/>
              </a:spcBef>
              <a:spcAft>
                <a:spcPts val="0"/>
              </a:spcAft>
              <a:buSzPts val="1300"/>
              <a:buNone/>
              <a:defRPr sz="1300"/>
            </a:lvl6pPr>
            <a:lvl7pPr lvl="6" rtl="0" algn="ctr">
              <a:spcBef>
                <a:spcPts val="1600"/>
              </a:spcBef>
              <a:spcAft>
                <a:spcPts val="0"/>
              </a:spcAft>
              <a:buSzPts val="1300"/>
              <a:buNone/>
              <a:defRPr sz="1300"/>
            </a:lvl7pPr>
            <a:lvl8pPr lvl="7" rtl="0" algn="ctr">
              <a:spcBef>
                <a:spcPts val="1600"/>
              </a:spcBef>
              <a:spcAft>
                <a:spcPts val="0"/>
              </a:spcAft>
              <a:buSzPts val="1300"/>
              <a:buNone/>
              <a:defRPr sz="1300"/>
            </a:lvl8pPr>
            <a:lvl9pPr lvl="8" rtl="0" algn="ctr">
              <a:spcBef>
                <a:spcPts val="1600"/>
              </a:spcBef>
              <a:spcAft>
                <a:spcPts val="1600"/>
              </a:spcAft>
              <a:buSzPts val="1300"/>
              <a:buNone/>
              <a:defRPr sz="1300"/>
            </a:lvl9pPr>
          </a:lstStyle>
          <a:p/>
        </p:txBody>
      </p:sp>
      <p:sp>
        <p:nvSpPr>
          <p:cNvPr id="1645" name="Google Shape;1645;p33"/>
          <p:cNvSpPr txBox="1"/>
          <p:nvPr>
            <p:ph idx="15" type="subTitle"/>
          </p:nvPr>
        </p:nvSpPr>
        <p:spPr>
          <a:xfrm>
            <a:off x="5725358" y="2762191"/>
            <a:ext cx="2148900" cy="548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300"/>
              <a:buNone/>
              <a:defRPr sz="1400"/>
            </a:lvl1pPr>
            <a:lvl2pPr lvl="1" rtl="0" algn="ctr">
              <a:spcBef>
                <a:spcPts val="0"/>
              </a:spcBef>
              <a:spcAft>
                <a:spcPts val="0"/>
              </a:spcAft>
              <a:buSzPts val="1300"/>
              <a:buNone/>
              <a:defRPr sz="1300"/>
            </a:lvl2pPr>
            <a:lvl3pPr lvl="2" rtl="0" algn="ctr">
              <a:spcBef>
                <a:spcPts val="1600"/>
              </a:spcBef>
              <a:spcAft>
                <a:spcPts val="0"/>
              </a:spcAft>
              <a:buSzPts val="1300"/>
              <a:buNone/>
              <a:defRPr sz="1300"/>
            </a:lvl3pPr>
            <a:lvl4pPr lvl="3" rtl="0" algn="ctr">
              <a:spcBef>
                <a:spcPts val="1600"/>
              </a:spcBef>
              <a:spcAft>
                <a:spcPts val="0"/>
              </a:spcAft>
              <a:buSzPts val="1300"/>
              <a:buNone/>
              <a:defRPr sz="1300"/>
            </a:lvl4pPr>
            <a:lvl5pPr lvl="4" rtl="0" algn="ctr">
              <a:spcBef>
                <a:spcPts val="1600"/>
              </a:spcBef>
              <a:spcAft>
                <a:spcPts val="0"/>
              </a:spcAft>
              <a:buSzPts val="1300"/>
              <a:buNone/>
              <a:defRPr sz="1300"/>
            </a:lvl5pPr>
            <a:lvl6pPr lvl="5" rtl="0" algn="ctr">
              <a:spcBef>
                <a:spcPts val="1600"/>
              </a:spcBef>
              <a:spcAft>
                <a:spcPts val="0"/>
              </a:spcAft>
              <a:buSzPts val="1300"/>
              <a:buNone/>
              <a:defRPr sz="1300"/>
            </a:lvl6pPr>
            <a:lvl7pPr lvl="6" rtl="0" algn="ctr">
              <a:spcBef>
                <a:spcPts val="1600"/>
              </a:spcBef>
              <a:spcAft>
                <a:spcPts val="0"/>
              </a:spcAft>
              <a:buSzPts val="1300"/>
              <a:buNone/>
              <a:defRPr sz="1300"/>
            </a:lvl7pPr>
            <a:lvl8pPr lvl="7" rtl="0" algn="ctr">
              <a:spcBef>
                <a:spcPts val="1600"/>
              </a:spcBef>
              <a:spcAft>
                <a:spcPts val="0"/>
              </a:spcAft>
              <a:buSzPts val="1300"/>
              <a:buNone/>
              <a:defRPr sz="1300"/>
            </a:lvl8pPr>
            <a:lvl9pPr lvl="8" rtl="0" algn="ctr">
              <a:spcBef>
                <a:spcPts val="1600"/>
              </a:spcBef>
              <a:spcAft>
                <a:spcPts val="1600"/>
              </a:spcAft>
              <a:buSzPts val="1300"/>
              <a:buNone/>
              <a:defRPr sz="1300"/>
            </a:lvl9pPr>
          </a:lstStyle>
          <a:p/>
        </p:txBody>
      </p:sp>
      <p:sp>
        <p:nvSpPr>
          <p:cNvPr id="1646" name="Google Shape;1646;p33"/>
          <p:cNvSpPr/>
          <p:nvPr/>
        </p:nvSpPr>
        <p:spPr>
          <a:xfrm flipH="1">
            <a:off x="321590" y="1203866"/>
            <a:ext cx="257321" cy="257560"/>
          </a:xfrm>
          <a:custGeom>
            <a:rect b="b" l="l" r="r" t="t"/>
            <a:pathLst>
              <a:path extrusionOk="0" h="3975" w="3971">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7" name="Google Shape;1647;p33"/>
          <p:cNvSpPr/>
          <p:nvPr/>
        </p:nvSpPr>
        <p:spPr>
          <a:xfrm flipH="1">
            <a:off x="1700081" y="414145"/>
            <a:ext cx="243518" cy="243435"/>
          </a:xfrm>
          <a:custGeom>
            <a:rect b="b" l="l" r="r" t="t"/>
            <a:pathLst>
              <a:path extrusionOk="0" h="3757" w="3758">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8" name="Google Shape;1648;p33"/>
          <p:cNvSpPr/>
          <p:nvPr/>
        </p:nvSpPr>
        <p:spPr>
          <a:xfrm flipH="1">
            <a:off x="152397" y="1626913"/>
            <a:ext cx="56441" cy="60195"/>
          </a:xfrm>
          <a:custGeom>
            <a:rect b="b" l="l" r="r" t="t"/>
            <a:pathLst>
              <a:path extrusionOk="0" h="929" w="871">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9" name="Google Shape;1649;p33"/>
          <p:cNvSpPr/>
          <p:nvPr/>
        </p:nvSpPr>
        <p:spPr>
          <a:xfrm flipH="1">
            <a:off x="614097" y="928876"/>
            <a:ext cx="56506" cy="60130"/>
          </a:xfrm>
          <a:custGeom>
            <a:rect b="b" l="l" r="r" t="t"/>
            <a:pathLst>
              <a:path extrusionOk="0" h="928" w="872">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0" name="Google Shape;1650;p33"/>
          <p:cNvSpPr/>
          <p:nvPr/>
        </p:nvSpPr>
        <p:spPr>
          <a:xfrm flipH="1">
            <a:off x="712853" y="512827"/>
            <a:ext cx="56441" cy="56501"/>
          </a:xfrm>
          <a:custGeom>
            <a:rect b="b" l="l" r="r" t="t"/>
            <a:pathLst>
              <a:path extrusionOk="0" h="872" w="871">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1" name="Google Shape;1651;p33"/>
          <p:cNvSpPr/>
          <p:nvPr/>
        </p:nvSpPr>
        <p:spPr>
          <a:xfrm flipH="1">
            <a:off x="2362920" y="622266"/>
            <a:ext cx="60199" cy="59871"/>
          </a:xfrm>
          <a:custGeom>
            <a:rect b="b" l="l" r="r" t="t"/>
            <a:pathLst>
              <a:path extrusionOk="0" h="924" w="929">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2" name="Google Shape;1652;p33"/>
          <p:cNvSpPr/>
          <p:nvPr/>
        </p:nvSpPr>
        <p:spPr>
          <a:xfrm>
            <a:off x="8430723" y="567149"/>
            <a:ext cx="261014" cy="257301"/>
          </a:xfrm>
          <a:custGeom>
            <a:rect b="b" l="l" r="r" t="t"/>
            <a:pathLst>
              <a:path extrusionOk="0" h="3971" w="4028">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3" name="Google Shape;1653;p33"/>
          <p:cNvSpPr/>
          <p:nvPr/>
        </p:nvSpPr>
        <p:spPr>
          <a:xfrm>
            <a:off x="8561036" y="281468"/>
            <a:ext cx="60199" cy="60130"/>
          </a:xfrm>
          <a:custGeom>
            <a:rect b="b" l="l" r="r" t="t"/>
            <a:pathLst>
              <a:path extrusionOk="0" h="928" w="929">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4" name="Google Shape;1654;p33"/>
          <p:cNvSpPr/>
          <p:nvPr/>
        </p:nvSpPr>
        <p:spPr>
          <a:xfrm>
            <a:off x="8719860" y="1215877"/>
            <a:ext cx="59875" cy="59871"/>
          </a:xfrm>
          <a:custGeom>
            <a:rect b="b" l="l" r="r" t="t"/>
            <a:pathLst>
              <a:path extrusionOk="0" h="924" w="924">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5" name="Google Shape;1655;p33"/>
          <p:cNvSpPr/>
          <p:nvPr/>
        </p:nvSpPr>
        <p:spPr>
          <a:xfrm>
            <a:off x="8959853" y="616244"/>
            <a:ext cx="60134" cy="60130"/>
          </a:xfrm>
          <a:custGeom>
            <a:rect b="b" l="l" r="r" t="t"/>
            <a:pathLst>
              <a:path extrusionOk="0" h="928" w="928">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6" name="Google Shape;1656;p33"/>
          <p:cNvSpPr/>
          <p:nvPr/>
        </p:nvSpPr>
        <p:spPr>
          <a:xfrm flipH="1">
            <a:off x="4967668" y="0"/>
            <a:ext cx="4176332" cy="565243"/>
          </a:xfrm>
          <a:custGeom>
            <a:rect b="b" l="l" r="r" t="t"/>
            <a:pathLst>
              <a:path extrusionOk="0" h="16489" w="121830">
                <a:moveTo>
                  <a:pt x="0" y="0"/>
                </a:moveTo>
                <a:lnTo>
                  <a:pt x="0" y="16489"/>
                </a:lnTo>
                <a:cubicBezTo>
                  <a:pt x="6168" y="13464"/>
                  <a:pt x="26903" y="8978"/>
                  <a:pt x="43499" y="8978"/>
                </a:cubicBezTo>
                <a:cubicBezTo>
                  <a:pt x="49308" y="8978"/>
                  <a:pt x="54610" y="9528"/>
                  <a:pt x="58603" y="10882"/>
                </a:cubicBezTo>
                <a:cubicBezTo>
                  <a:pt x="64748" y="12941"/>
                  <a:pt x="68805" y="13769"/>
                  <a:pt x="71786" y="13769"/>
                </a:cubicBezTo>
                <a:cubicBezTo>
                  <a:pt x="79047" y="13769"/>
                  <a:pt x="79930" y="8856"/>
                  <a:pt x="89074" y="4845"/>
                </a:cubicBezTo>
                <a:cubicBezTo>
                  <a:pt x="95712" y="1907"/>
                  <a:pt x="117638" y="1741"/>
                  <a:pt x="12182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7" name="Google Shape;1657;p33"/>
          <p:cNvSpPr/>
          <p:nvPr/>
        </p:nvSpPr>
        <p:spPr>
          <a:xfrm>
            <a:off x="6605" y="0"/>
            <a:ext cx="4176332" cy="565243"/>
          </a:xfrm>
          <a:custGeom>
            <a:rect b="b" l="l" r="r" t="t"/>
            <a:pathLst>
              <a:path extrusionOk="0" h="16489" w="121830">
                <a:moveTo>
                  <a:pt x="0" y="0"/>
                </a:moveTo>
                <a:lnTo>
                  <a:pt x="0" y="16489"/>
                </a:lnTo>
                <a:cubicBezTo>
                  <a:pt x="6168" y="13464"/>
                  <a:pt x="26903" y="8978"/>
                  <a:pt x="43499" y="8978"/>
                </a:cubicBezTo>
                <a:cubicBezTo>
                  <a:pt x="49308" y="8978"/>
                  <a:pt x="54610" y="9528"/>
                  <a:pt x="58603" y="10882"/>
                </a:cubicBezTo>
                <a:cubicBezTo>
                  <a:pt x="64748" y="12941"/>
                  <a:pt x="68805" y="13769"/>
                  <a:pt x="71786" y="13769"/>
                </a:cubicBezTo>
                <a:cubicBezTo>
                  <a:pt x="79047" y="13769"/>
                  <a:pt x="79930" y="8856"/>
                  <a:pt x="89074" y="4845"/>
                </a:cubicBezTo>
                <a:cubicBezTo>
                  <a:pt x="95712" y="1907"/>
                  <a:pt x="117638" y="1741"/>
                  <a:pt x="12182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1_1_1_1_1">
    <p:spTree>
      <p:nvGrpSpPr>
        <p:cNvPr id="1658" name="Shape 1658"/>
        <p:cNvGrpSpPr/>
        <p:nvPr/>
      </p:nvGrpSpPr>
      <p:grpSpPr>
        <a:xfrm>
          <a:off x="0" y="0"/>
          <a:ext cx="0" cy="0"/>
          <a:chOff x="0" y="0"/>
          <a:chExt cx="0" cy="0"/>
        </a:xfrm>
      </p:grpSpPr>
      <p:sp>
        <p:nvSpPr>
          <p:cNvPr id="1659" name="Google Shape;1659;p34"/>
          <p:cNvSpPr txBox="1"/>
          <p:nvPr>
            <p:ph type="title"/>
          </p:nvPr>
        </p:nvSpPr>
        <p:spPr>
          <a:xfrm>
            <a:off x="713225" y="539500"/>
            <a:ext cx="7717500" cy="4782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Clr>
                <a:schemeClr val="lt2"/>
              </a:buClr>
              <a:buSzPts val="2800"/>
              <a:buNone/>
              <a:defRPr>
                <a:solidFill>
                  <a:schemeClr val="lt2"/>
                </a:solidFill>
              </a:defRPr>
            </a:lvl2pPr>
            <a:lvl3pPr lvl="2" rtl="0">
              <a:spcBef>
                <a:spcPts val="0"/>
              </a:spcBef>
              <a:spcAft>
                <a:spcPts val="0"/>
              </a:spcAft>
              <a:buClr>
                <a:schemeClr val="lt2"/>
              </a:buClr>
              <a:buSzPts val="2800"/>
              <a:buNone/>
              <a:defRPr>
                <a:solidFill>
                  <a:schemeClr val="lt2"/>
                </a:solidFill>
              </a:defRPr>
            </a:lvl3pPr>
            <a:lvl4pPr lvl="3" rtl="0">
              <a:spcBef>
                <a:spcPts val="0"/>
              </a:spcBef>
              <a:spcAft>
                <a:spcPts val="0"/>
              </a:spcAft>
              <a:buClr>
                <a:schemeClr val="lt2"/>
              </a:buClr>
              <a:buSzPts val="2800"/>
              <a:buNone/>
              <a:defRPr>
                <a:solidFill>
                  <a:schemeClr val="lt2"/>
                </a:solidFill>
              </a:defRPr>
            </a:lvl4pPr>
            <a:lvl5pPr lvl="4" rtl="0">
              <a:spcBef>
                <a:spcPts val="0"/>
              </a:spcBef>
              <a:spcAft>
                <a:spcPts val="0"/>
              </a:spcAft>
              <a:buClr>
                <a:schemeClr val="lt2"/>
              </a:buClr>
              <a:buSzPts val="2800"/>
              <a:buNone/>
              <a:defRPr>
                <a:solidFill>
                  <a:schemeClr val="lt2"/>
                </a:solidFill>
              </a:defRPr>
            </a:lvl5pPr>
            <a:lvl6pPr lvl="5" rtl="0">
              <a:spcBef>
                <a:spcPts val="0"/>
              </a:spcBef>
              <a:spcAft>
                <a:spcPts val="0"/>
              </a:spcAft>
              <a:buClr>
                <a:schemeClr val="lt2"/>
              </a:buClr>
              <a:buSzPts val="2800"/>
              <a:buNone/>
              <a:defRPr>
                <a:solidFill>
                  <a:schemeClr val="lt2"/>
                </a:solidFill>
              </a:defRPr>
            </a:lvl6pPr>
            <a:lvl7pPr lvl="6" rtl="0">
              <a:spcBef>
                <a:spcPts val="0"/>
              </a:spcBef>
              <a:spcAft>
                <a:spcPts val="0"/>
              </a:spcAft>
              <a:buClr>
                <a:schemeClr val="lt2"/>
              </a:buClr>
              <a:buSzPts val="2800"/>
              <a:buNone/>
              <a:defRPr>
                <a:solidFill>
                  <a:schemeClr val="lt2"/>
                </a:solidFill>
              </a:defRPr>
            </a:lvl7pPr>
            <a:lvl8pPr lvl="7" rtl="0">
              <a:spcBef>
                <a:spcPts val="0"/>
              </a:spcBef>
              <a:spcAft>
                <a:spcPts val="0"/>
              </a:spcAft>
              <a:buClr>
                <a:schemeClr val="lt2"/>
              </a:buClr>
              <a:buSzPts val="2800"/>
              <a:buNone/>
              <a:defRPr>
                <a:solidFill>
                  <a:schemeClr val="lt2"/>
                </a:solidFill>
              </a:defRPr>
            </a:lvl8pPr>
            <a:lvl9pPr lvl="8" rtl="0">
              <a:spcBef>
                <a:spcPts val="0"/>
              </a:spcBef>
              <a:spcAft>
                <a:spcPts val="0"/>
              </a:spcAft>
              <a:buClr>
                <a:schemeClr val="lt2"/>
              </a:buClr>
              <a:buSzPts val="2800"/>
              <a:buNone/>
              <a:defRPr>
                <a:solidFill>
                  <a:schemeClr val="lt2"/>
                </a:solidFill>
              </a:defRPr>
            </a:lvl9pPr>
          </a:lstStyle>
          <a:p/>
        </p:txBody>
      </p:sp>
      <p:sp>
        <p:nvSpPr>
          <p:cNvPr id="1660" name="Google Shape;1660;p34"/>
          <p:cNvSpPr/>
          <p:nvPr/>
        </p:nvSpPr>
        <p:spPr>
          <a:xfrm flipH="1">
            <a:off x="0" y="3186075"/>
            <a:ext cx="2623950" cy="1957425"/>
          </a:xfrm>
          <a:custGeom>
            <a:rect b="b" l="l" r="r" t="t"/>
            <a:pathLst>
              <a:path extrusionOk="0" h="78297" w="104958">
                <a:moveTo>
                  <a:pt x="104958" y="1"/>
                </a:moveTo>
                <a:cubicBezTo>
                  <a:pt x="104958" y="1"/>
                  <a:pt x="64314" y="12023"/>
                  <a:pt x="60558" y="37706"/>
                </a:cubicBezTo>
                <a:cubicBezTo>
                  <a:pt x="58414" y="52416"/>
                  <a:pt x="47851" y="54938"/>
                  <a:pt x="40487" y="54938"/>
                </a:cubicBezTo>
                <a:cubicBezTo>
                  <a:pt x="38699" y="54938"/>
                  <a:pt x="37100" y="54789"/>
                  <a:pt x="35855" y="54630"/>
                </a:cubicBezTo>
                <a:cubicBezTo>
                  <a:pt x="34728" y="54476"/>
                  <a:pt x="33609" y="54400"/>
                  <a:pt x="32504" y="54400"/>
                </a:cubicBezTo>
                <a:cubicBezTo>
                  <a:pt x="24597" y="54400"/>
                  <a:pt x="17364" y="58288"/>
                  <a:pt x="12349" y="65403"/>
                </a:cubicBezTo>
                <a:cubicBezTo>
                  <a:pt x="6638" y="73509"/>
                  <a:pt x="4623" y="75250"/>
                  <a:pt x="0" y="78297"/>
                </a:cubicBezTo>
                <a:lnTo>
                  <a:pt x="104958" y="78297"/>
                </a:lnTo>
                <a:lnTo>
                  <a:pt x="104958" y="1"/>
                </a:lnTo>
                <a:close/>
              </a:path>
            </a:pathLst>
          </a:cu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61" name="Google Shape;1661;p34"/>
          <p:cNvSpPr/>
          <p:nvPr/>
        </p:nvSpPr>
        <p:spPr>
          <a:xfrm>
            <a:off x="6520050" y="3186063"/>
            <a:ext cx="2623950" cy="1957425"/>
          </a:xfrm>
          <a:custGeom>
            <a:rect b="b" l="l" r="r" t="t"/>
            <a:pathLst>
              <a:path extrusionOk="0" h="78297" w="104958">
                <a:moveTo>
                  <a:pt x="104958" y="1"/>
                </a:moveTo>
                <a:cubicBezTo>
                  <a:pt x="104958" y="1"/>
                  <a:pt x="64314" y="12023"/>
                  <a:pt x="60558" y="37706"/>
                </a:cubicBezTo>
                <a:cubicBezTo>
                  <a:pt x="58414" y="52416"/>
                  <a:pt x="47851" y="54938"/>
                  <a:pt x="40487" y="54938"/>
                </a:cubicBezTo>
                <a:cubicBezTo>
                  <a:pt x="38699" y="54938"/>
                  <a:pt x="37100" y="54789"/>
                  <a:pt x="35855" y="54630"/>
                </a:cubicBezTo>
                <a:cubicBezTo>
                  <a:pt x="34728" y="54476"/>
                  <a:pt x="33609" y="54400"/>
                  <a:pt x="32504" y="54400"/>
                </a:cubicBezTo>
                <a:cubicBezTo>
                  <a:pt x="24597" y="54400"/>
                  <a:pt x="17364" y="58288"/>
                  <a:pt x="12349" y="65403"/>
                </a:cubicBezTo>
                <a:cubicBezTo>
                  <a:pt x="6638" y="73509"/>
                  <a:pt x="4623" y="75250"/>
                  <a:pt x="0" y="78297"/>
                </a:cubicBezTo>
                <a:lnTo>
                  <a:pt x="104958" y="78297"/>
                </a:lnTo>
                <a:lnTo>
                  <a:pt x="104958"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62" name="Google Shape;1662;p34"/>
          <p:cNvGrpSpPr/>
          <p:nvPr/>
        </p:nvGrpSpPr>
        <p:grpSpPr>
          <a:xfrm>
            <a:off x="7853225" y="3974325"/>
            <a:ext cx="531275" cy="821125"/>
            <a:chOff x="238125" y="3188925"/>
            <a:chExt cx="531275" cy="821125"/>
          </a:xfrm>
        </p:grpSpPr>
        <p:sp>
          <p:nvSpPr>
            <p:cNvPr id="1663" name="Google Shape;1663;p34"/>
            <p:cNvSpPr/>
            <p:nvPr/>
          </p:nvSpPr>
          <p:spPr>
            <a:xfrm>
              <a:off x="281625" y="3275750"/>
              <a:ext cx="487775" cy="734300"/>
            </a:xfrm>
            <a:custGeom>
              <a:rect b="b" l="l" r="r" t="t"/>
              <a:pathLst>
                <a:path extrusionOk="0" h="29372" w="19511">
                  <a:moveTo>
                    <a:pt x="11950" y="1"/>
                  </a:moveTo>
                  <a:lnTo>
                    <a:pt x="1" y="3475"/>
                  </a:lnTo>
                  <a:lnTo>
                    <a:pt x="7357" y="28403"/>
                  </a:lnTo>
                  <a:cubicBezTo>
                    <a:pt x="7526" y="28991"/>
                    <a:pt x="8040" y="29371"/>
                    <a:pt x="8619" y="29371"/>
                  </a:cubicBezTo>
                  <a:cubicBezTo>
                    <a:pt x="8741" y="29371"/>
                    <a:pt x="8866" y="29354"/>
                    <a:pt x="8992" y="29319"/>
                  </a:cubicBezTo>
                  <a:lnTo>
                    <a:pt x="18391" y="26564"/>
                  </a:lnTo>
                  <a:cubicBezTo>
                    <a:pt x="19102" y="26360"/>
                    <a:pt x="19511" y="25641"/>
                    <a:pt x="19306" y="24930"/>
                  </a:cubicBezTo>
                  <a:lnTo>
                    <a:pt x="11950" y="1"/>
                  </a:lnTo>
                  <a:close/>
                </a:path>
              </a:pathLst>
            </a:custGeom>
            <a:solidFill>
              <a:srgbClr val="FF78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4" name="Google Shape;1664;p34"/>
            <p:cNvSpPr/>
            <p:nvPr/>
          </p:nvSpPr>
          <p:spPr>
            <a:xfrm>
              <a:off x="324950" y="3418800"/>
              <a:ext cx="365375" cy="316750"/>
            </a:xfrm>
            <a:custGeom>
              <a:rect b="b" l="l" r="r" t="t"/>
              <a:pathLst>
                <a:path extrusionOk="0" h="12670" w="14615">
                  <a:moveTo>
                    <a:pt x="11852" y="0"/>
                  </a:moveTo>
                  <a:lnTo>
                    <a:pt x="1" y="3474"/>
                  </a:lnTo>
                  <a:lnTo>
                    <a:pt x="2657" y="12669"/>
                  </a:lnTo>
                  <a:lnTo>
                    <a:pt x="14615" y="9195"/>
                  </a:lnTo>
                  <a:lnTo>
                    <a:pt x="11852"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5" name="Google Shape;1665;p34"/>
            <p:cNvSpPr/>
            <p:nvPr/>
          </p:nvSpPr>
          <p:spPr>
            <a:xfrm>
              <a:off x="238125" y="3188925"/>
              <a:ext cx="360250" cy="178800"/>
            </a:xfrm>
            <a:custGeom>
              <a:rect b="b" l="l" r="r" t="t"/>
              <a:pathLst>
                <a:path extrusionOk="0" h="7152" w="14410">
                  <a:moveTo>
                    <a:pt x="13486" y="0"/>
                  </a:moveTo>
                  <a:lnTo>
                    <a:pt x="0" y="3981"/>
                  </a:lnTo>
                  <a:lnTo>
                    <a:pt x="1022" y="7152"/>
                  </a:lnTo>
                  <a:lnTo>
                    <a:pt x="14410" y="3270"/>
                  </a:lnTo>
                  <a:lnTo>
                    <a:pt x="1348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6" name="Google Shape;1666;p34"/>
            <p:cNvSpPr/>
            <p:nvPr/>
          </p:nvSpPr>
          <p:spPr>
            <a:xfrm>
              <a:off x="250975" y="3280875"/>
              <a:ext cx="38250" cy="84200"/>
            </a:xfrm>
            <a:custGeom>
              <a:rect b="b" l="l" r="r" t="t"/>
              <a:pathLst>
                <a:path extrusionOk="0" h="3368" w="1530">
                  <a:moveTo>
                    <a:pt x="614" y="0"/>
                  </a:moveTo>
                  <a:lnTo>
                    <a:pt x="1" y="205"/>
                  </a:lnTo>
                  <a:lnTo>
                    <a:pt x="916" y="3368"/>
                  </a:lnTo>
                  <a:lnTo>
                    <a:pt x="1529" y="3163"/>
                  </a:lnTo>
                  <a:lnTo>
                    <a:pt x="614" y="0"/>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7" name="Google Shape;1667;p34"/>
            <p:cNvSpPr/>
            <p:nvPr/>
          </p:nvSpPr>
          <p:spPr>
            <a:xfrm>
              <a:off x="281625" y="3273100"/>
              <a:ext cx="35800" cy="84425"/>
            </a:xfrm>
            <a:custGeom>
              <a:rect b="b" l="l" r="r" t="t"/>
              <a:pathLst>
                <a:path extrusionOk="0" h="3377" w="1432">
                  <a:moveTo>
                    <a:pt x="508" y="1"/>
                  </a:moveTo>
                  <a:lnTo>
                    <a:pt x="1" y="107"/>
                  </a:lnTo>
                  <a:lnTo>
                    <a:pt x="916" y="3376"/>
                  </a:lnTo>
                  <a:lnTo>
                    <a:pt x="1431" y="3172"/>
                  </a:lnTo>
                  <a:lnTo>
                    <a:pt x="508" y="1"/>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8" name="Google Shape;1668;p34"/>
            <p:cNvSpPr/>
            <p:nvPr/>
          </p:nvSpPr>
          <p:spPr>
            <a:xfrm>
              <a:off x="309625" y="3262875"/>
              <a:ext cx="38450" cy="84425"/>
            </a:xfrm>
            <a:custGeom>
              <a:rect b="b" l="l" r="r" t="t"/>
              <a:pathLst>
                <a:path extrusionOk="0" h="3377" w="1538">
                  <a:moveTo>
                    <a:pt x="614" y="1"/>
                  </a:moveTo>
                  <a:lnTo>
                    <a:pt x="1" y="205"/>
                  </a:lnTo>
                  <a:lnTo>
                    <a:pt x="1022" y="3377"/>
                  </a:lnTo>
                  <a:lnTo>
                    <a:pt x="1537" y="3270"/>
                  </a:lnTo>
                  <a:lnTo>
                    <a:pt x="614" y="1"/>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9" name="Google Shape;1669;p34"/>
            <p:cNvSpPr/>
            <p:nvPr/>
          </p:nvSpPr>
          <p:spPr>
            <a:xfrm>
              <a:off x="340275" y="3255325"/>
              <a:ext cx="38450" cy="84200"/>
            </a:xfrm>
            <a:custGeom>
              <a:rect b="b" l="l" r="r" t="t"/>
              <a:pathLst>
                <a:path extrusionOk="0" h="3368" w="1538">
                  <a:moveTo>
                    <a:pt x="614" y="1"/>
                  </a:moveTo>
                  <a:lnTo>
                    <a:pt x="1" y="205"/>
                  </a:lnTo>
                  <a:lnTo>
                    <a:pt x="924" y="3368"/>
                  </a:lnTo>
                  <a:lnTo>
                    <a:pt x="1537" y="3164"/>
                  </a:lnTo>
                  <a:lnTo>
                    <a:pt x="614" y="1"/>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0" name="Google Shape;1670;p34"/>
            <p:cNvSpPr/>
            <p:nvPr/>
          </p:nvSpPr>
          <p:spPr>
            <a:xfrm>
              <a:off x="370925" y="3245100"/>
              <a:ext cx="38450" cy="84225"/>
            </a:xfrm>
            <a:custGeom>
              <a:rect b="b" l="l" r="r" t="t"/>
              <a:pathLst>
                <a:path extrusionOk="0" h="3369" w="1538">
                  <a:moveTo>
                    <a:pt x="516" y="1"/>
                  </a:moveTo>
                  <a:lnTo>
                    <a:pt x="1" y="205"/>
                  </a:lnTo>
                  <a:lnTo>
                    <a:pt x="924" y="3368"/>
                  </a:lnTo>
                  <a:lnTo>
                    <a:pt x="1537" y="3270"/>
                  </a:lnTo>
                  <a:lnTo>
                    <a:pt x="516" y="1"/>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1" name="Google Shape;1671;p34"/>
            <p:cNvSpPr/>
            <p:nvPr/>
          </p:nvSpPr>
          <p:spPr>
            <a:xfrm>
              <a:off x="401575" y="3237350"/>
              <a:ext cx="35800" cy="84400"/>
            </a:xfrm>
            <a:custGeom>
              <a:rect b="b" l="l" r="r" t="t"/>
              <a:pathLst>
                <a:path extrusionOk="0" h="3376" w="1432">
                  <a:moveTo>
                    <a:pt x="516" y="0"/>
                  </a:moveTo>
                  <a:lnTo>
                    <a:pt x="1" y="205"/>
                  </a:lnTo>
                  <a:lnTo>
                    <a:pt x="924" y="3376"/>
                  </a:lnTo>
                  <a:lnTo>
                    <a:pt x="1431" y="3172"/>
                  </a:lnTo>
                  <a:lnTo>
                    <a:pt x="516" y="0"/>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2" name="Google Shape;1672;p34"/>
            <p:cNvSpPr/>
            <p:nvPr/>
          </p:nvSpPr>
          <p:spPr>
            <a:xfrm>
              <a:off x="429775" y="3229775"/>
              <a:ext cx="38250" cy="81775"/>
            </a:xfrm>
            <a:custGeom>
              <a:rect b="b" l="l" r="r" t="t"/>
              <a:pathLst>
                <a:path extrusionOk="0" h="3271" w="1530">
                  <a:moveTo>
                    <a:pt x="614" y="1"/>
                  </a:moveTo>
                  <a:lnTo>
                    <a:pt x="1" y="99"/>
                  </a:lnTo>
                  <a:lnTo>
                    <a:pt x="916" y="3270"/>
                  </a:lnTo>
                  <a:lnTo>
                    <a:pt x="1529" y="3164"/>
                  </a:lnTo>
                  <a:lnTo>
                    <a:pt x="614" y="1"/>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3" name="Google Shape;1673;p34"/>
            <p:cNvSpPr/>
            <p:nvPr/>
          </p:nvSpPr>
          <p:spPr>
            <a:xfrm>
              <a:off x="460425" y="3219575"/>
              <a:ext cx="38250" cy="84200"/>
            </a:xfrm>
            <a:custGeom>
              <a:rect b="b" l="l" r="r" t="t"/>
              <a:pathLst>
                <a:path extrusionOk="0" h="3368" w="1530">
                  <a:moveTo>
                    <a:pt x="614" y="0"/>
                  </a:moveTo>
                  <a:lnTo>
                    <a:pt x="1" y="205"/>
                  </a:lnTo>
                  <a:lnTo>
                    <a:pt x="916" y="3368"/>
                  </a:lnTo>
                  <a:lnTo>
                    <a:pt x="1529" y="3163"/>
                  </a:lnTo>
                  <a:lnTo>
                    <a:pt x="614" y="0"/>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4" name="Google Shape;1674;p34"/>
            <p:cNvSpPr/>
            <p:nvPr/>
          </p:nvSpPr>
          <p:spPr>
            <a:xfrm>
              <a:off x="491075" y="3211800"/>
              <a:ext cx="35800" cy="84425"/>
            </a:xfrm>
            <a:custGeom>
              <a:rect b="b" l="l" r="r" t="t"/>
              <a:pathLst>
                <a:path extrusionOk="0" h="3377" w="1432">
                  <a:moveTo>
                    <a:pt x="507" y="1"/>
                  </a:moveTo>
                  <a:lnTo>
                    <a:pt x="1" y="107"/>
                  </a:lnTo>
                  <a:lnTo>
                    <a:pt x="916" y="3376"/>
                  </a:lnTo>
                  <a:lnTo>
                    <a:pt x="1431" y="3172"/>
                  </a:lnTo>
                  <a:lnTo>
                    <a:pt x="507" y="1"/>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5" name="Google Shape;1675;p34"/>
            <p:cNvSpPr/>
            <p:nvPr/>
          </p:nvSpPr>
          <p:spPr>
            <a:xfrm>
              <a:off x="519075" y="3201575"/>
              <a:ext cx="38450" cy="84425"/>
            </a:xfrm>
            <a:custGeom>
              <a:rect b="b" l="l" r="r" t="t"/>
              <a:pathLst>
                <a:path extrusionOk="0" h="3377" w="1538">
                  <a:moveTo>
                    <a:pt x="613" y="1"/>
                  </a:moveTo>
                  <a:lnTo>
                    <a:pt x="0" y="205"/>
                  </a:lnTo>
                  <a:lnTo>
                    <a:pt x="1022" y="3377"/>
                  </a:lnTo>
                  <a:lnTo>
                    <a:pt x="1537" y="3270"/>
                  </a:lnTo>
                  <a:lnTo>
                    <a:pt x="613" y="1"/>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6" name="Google Shape;1676;p34"/>
            <p:cNvSpPr/>
            <p:nvPr/>
          </p:nvSpPr>
          <p:spPr>
            <a:xfrm>
              <a:off x="549725" y="3194025"/>
              <a:ext cx="38450" cy="84200"/>
            </a:xfrm>
            <a:custGeom>
              <a:rect b="b" l="l" r="r" t="t"/>
              <a:pathLst>
                <a:path extrusionOk="0" h="3368" w="1538">
                  <a:moveTo>
                    <a:pt x="613" y="1"/>
                  </a:moveTo>
                  <a:lnTo>
                    <a:pt x="0" y="99"/>
                  </a:lnTo>
                  <a:lnTo>
                    <a:pt x="924" y="3368"/>
                  </a:lnTo>
                  <a:lnTo>
                    <a:pt x="1537" y="3164"/>
                  </a:lnTo>
                  <a:lnTo>
                    <a:pt x="613" y="1"/>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7" name="Google Shape;1677;p34"/>
            <p:cNvSpPr/>
            <p:nvPr/>
          </p:nvSpPr>
          <p:spPr>
            <a:xfrm>
              <a:off x="281625" y="3275750"/>
              <a:ext cx="309000" cy="122625"/>
            </a:xfrm>
            <a:custGeom>
              <a:rect b="b" l="l" r="r" t="t"/>
              <a:pathLst>
                <a:path extrusionOk="0" h="4905" w="12360">
                  <a:moveTo>
                    <a:pt x="11950" y="1"/>
                  </a:moveTo>
                  <a:lnTo>
                    <a:pt x="1" y="3475"/>
                  </a:lnTo>
                  <a:lnTo>
                    <a:pt x="410" y="4905"/>
                  </a:lnTo>
                  <a:lnTo>
                    <a:pt x="12359" y="1325"/>
                  </a:lnTo>
                  <a:lnTo>
                    <a:pt x="11950" y="1"/>
                  </a:lnTo>
                  <a:close/>
                </a:path>
              </a:pathLst>
            </a:custGeom>
            <a:solidFill>
              <a:srgbClr val="F56E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8" name="Google Shape;1678;p34"/>
            <p:cNvSpPr/>
            <p:nvPr/>
          </p:nvSpPr>
          <p:spPr>
            <a:xfrm>
              <a:off x="557500" y="3574500"/>
              <a:ext cx="86850" cy="38425"/>
            </a:xfrm>
            <a:custGeom>
              <a:rect b="b" l="l" r="r" t="t"/>
              <a:pathLst>
                <a:path extrusionOk="0" h="1537" w="3474">
                  <a:moveTo>
                    <a:pt x="3367" y="0"/>
                  </a:moveTo>
                  <a:lnTo>
                    <a:pt x="0" y="1022"/>
                  </a:lnTo>
                  <a:lnTo>
                    <a:pt x="204" y="1537"/>
                  </a:lnTo>
                  <a:lnTo>
                    <a:pt x="3474" y="613"/>
                  </a:lnTo>
                  <a:lnTo>
                    <a:pt x="3367" y="0"/>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9" name="Google Shape;1679;p34"/>
            <p:cNvSpPr/>
            <p:nvPr/>
          </p:nvSpPr>
          <p:spPr>
            <a:xfrm>
              <a:off x="549725" y="3546500"/>
              <a:ext cx="86875" cy="38250"/>
            </a:xfrm>
            <a:custGeom>
              <a:rect b="b" l="l" r="r" t="t"/>
              <a:pathLst>
                <a:path extrusionOk="0" h="1530" w="3475">
                  <a:moveTo>
                    <a:pt x="3270" y="1"/>
                  </a:moveTo>
                  <a:lnTo>
                    <a:pt x="0" y="1022"/>
                  </a:lnTo>
                  <a:lnTo>
                    <a:pt x="205" y="1529"/>
                  </a:lnTo>
                  <a:lnTo>
                    <a:pt x="3474" y="614"/>
                  </a:lnTo>
                  <a:lnTo>
                    <a:pt x="3270" y="1"/>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0" name="Google Shape;1680;p34"/>
            <p:cNvSpPr/>
            <p:nvPr/>
          </p:nvSpPr>
          <p:spPr>
            <a:xfrm>
              <a:off x="542175" y="3518300"/>
              <a:ext cx="86850" cy="38450"/>
            </a:xfrm>
            <a:custGeom>
              <a:rect b="b" l="l" r="r" t="t"/>
              <a:pathLst>
                <a:path extrusionOk="0" h="1538" w="3474">
                  <a:moveTo>
                    <a:pt x="3269" y="1"/>
                  </a:moveTo>
                  <a:lnTo>
                    <a:pt x="0" y="1022"/>
                  </a:lnTo>
                  <a:lnTo>
                    <a:pt x="98" y="1537"/>
                  </a:lnTo>
                  <a:lnTo>
                    <a:pt x="3474" y="614"/>
                  </a:lnTo>
                  <a:lnTo>
                    <a:pt x="3269" y="1"/>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1" name="Google Shape;1681;p34"/>
            <p:cNvSpPr/>
            <p:nvPr/>
          </p:nvSpPr>
          <p:spPr>
            <a:xfrm>
              <a:off x="360725" y="3514550"/>
              <a:ext cx="84400" cy="75050"/>
            </a:xfrm>
            <a:custGeom>
              <a:rect b="b" l="l" r="r" t="t"/>
              <a:pathLst>
                <a:path extrusionOk="0" h="3002" w="3376">
                  <a:moveTo>
                    <a:pt x="1712" y="1"/>
                  </a:moveTo>
                  <a:cubicBezTo>
                    <a:pt x="1583" y="1"/>
                    <a:pt x="1454" y="18"/>
                    <a:pt x="1332" y="53"/>
                  </a:cubicBezTo>
                  <a:cubicBezTo>
                    <a:pt x="515" y="355"/>
                    <a:pt x="0" y="1172"/>
                    <a:pt x="311" y="1892"/>
                  </a:cubicBezTo>
                  <a:cubicBezTo>
                    <a:pt x="474" y="2546"/>
                    <a:pt x="1031" y="3002"/>
                    <a:pt x="1666" y="3002"/>
                  </a:cubicBezTo>
                  <a:cubicBezTo>
                    <a:pt x="1824" y="3002"/>
                    <a:pt x="1987" y="2974"/>
                    <a:pt x="2150" y="2913"/>
                  </a:cubicBezTo>
                  <a:cubicBezTo>
                    <a:pt x="2967" y="2709"/>
                    <a:pt x="3376" y="1892"/>
                    <a:pt x="3171" y="1074"/>
                  </a:cubicBezTo>
                  <a:cubicBezTo>
                    <a:pt x="3002" y="397"/>
                    <a:pt x="2339" y="1"/>
                    <a:pt x="1712" y="1"/>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2" name="Google Shape;1682;p34"/>
            <p:cNvSpPr/>
            <p:nvPr/>
          </p:nvSpPr>
          <p:spPr>
            <a:xfrm>
              <a:off x="450200" y="3847900"/>
              <a:ext cx="319200" cy="162150"/>
            </a:xfrm>
            <a:custGeom>
              <a:rect b="b" l="l" r="r" t="t"/>
              <a:pathLst>
                <a:path extrusionOk="0" h="6486" w="12768">
                  <a:moveTo>
                    <a:pt x="1" y="3572"/>
                  </a:moveTo>
                  <a:lnTo>
                    <a:pt x="1" y="3572"/>
                  </a:lnTo>
                  <a:cubicBezTo>
                    <a:pt x="9" y="3599"/>
                    <a:pt x="17" y="3625"/>
                    <a:pt x="26" y="3651"/>
                  </a:cubicBezTo>
                  <a:lnTo>
                    <a:pt x="26" y="3651"/>
                  </a:lnTo>
                  <a:lnTo>
                    <a:pt x="1" y="3572"/>
                  </a:lnTo>
                  <a:close/>
                  <a:moveTo>
                    <a:pt x="11950" y="0"/>
                  </a:moveTo>
                  <a:cubicBezTo>
                    <a:pt x="12155" y="711"/>
                    <a:pt x="11746" y="1431"/>
                    <a:pt x="11035" y="1635"/>
                  </a:cubicBezTo>
                  <a:lnTo>
                    <a:pt x="1636" y="4496"/>
                  </a:lnTo>
                  <a:cubicBezTo>
                    <a:pt x="1510" y="4531"/>
                    <a:pt x="1385" y="4548"/>
                    <a:pt x="1263" y="4548"/>
                  </a:cubicBezTo>
                  <a:cubicBezTo>
                    <a:pt x="710" y="4548"/>
                    <a:pt x="216" y="4200"/>
                    <a:pt x="26" y="3651"/>
                  </a:cubicBezTo>
                  <a:lnTo>
                    <a:pt x="26" y="3651"/>
                  </a:lnTo>
                  <a:lnTo>
                    <a:pt x="614" y="5517"/>
                  </a:lnTo>
                  <a:cubicBezTo>
                    <a:pt x="783" y="6105"/>
                    <a:pt x="1297" y="6485"/>
                    <a:pt x="1876" y="6485"/>
                  </a:cubicBezTo>
                  <a:cubicBezTo>
                    <a:pt x="1998" y="6485"/>
                    <a:pt x="2123" y="6468"/>
                    <a:pt x="2249" y="6433"/>
                  </a:cubicBezTo>
                  <a:lnTo>
                    <a:pt x="11648" y="3678"/>
                  </a:lnTo>
                  <a:cubicBezTo>
                    <a:pt x="12359" y="3474"/>
                    <a:pt x="12768" y="2755"/>
                    <a:pt x="12563" y="2044"/>
                  </a:cubicBezTo>
                  <a:lnTo>
                    <a:pt x="11950" y="0"/>
                  </a:lnTo>
                  <a:close/>
                </a:path>
              </a:pathLst>
            </a:custGeom>
            <a:solidFill>
              <a:srgbClr val="F56E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83" name="Google Shape;1683;p34"/>
          <p:cNvGrpSpPr/>
          <p:nvPr/>
        </p:nvGrpSpPr>
        <p:grpSpPr>
          <a:xfrm>
            <a:off x="220263" y="4286238"/>
            <a:ext cx="985925" cy="744150"/>
            <a:chOff x="1666700" y="5967688"/>
            <a:chExt cx="985925" cy="744150"/>
          </a:xfrm>
        </p:grpSpPr>
        <p:sp>
          <p:nvSpPr>
            <p:cNvPr id="1684" name="Google Shape;1684;p34"/>
            <p:cNvSpPr/>
            <p:nvPr/>
          </p:nvSpPr>
          <p:spPr>
            <a:xfrm>
              <a:off x="1666700" y="5967688"/>
              <a:ext cx="985925" cy="744150"/>
            </a:xfrm>
            <a:custGeom>
              <a:rect b="b" l="l" r="r" t="t"/>
              <a:pathLst>
                <a:path extrusionOk="0" h="29766" w="39437">
                  <a:moveTo>
                    <a:pt x="31419" y="0"/>
                  </a:moveTo>
                  <a:cubicBezTo>
                    <a:pt x="30988" y="0"/>
                    <a:pt x="30551" y="105"/>
                    <a:pt x="30144" y="326"/>
                  </a:cubicBezTo>
                  <a:lnTo>
                    <a:pt x="1839" y="15340"/>
                  </a:lnTo>
                  <a:cubicBezTo>
                    <a:pt x="515" y="16060"/>
                    <a:pt x="0" y="17694"/>
                    <a:pt x="720" y="19018"/>
                  </a:cubicBezTo>
                  <a:lnTo>
                    <a:pt x="5624" y="28320"/>
                  </a:lnTo>
                  <a:cubicBezTo>
                    <a:pt x="6116" y="29236"/>
                    <a:pt x="7051" y="29765"/>
                    <a:pt x="8022" y="29765"/>
                  </a:cubicBezTo>
                  <a:cubicBezTo>
                    <a:pt x="8453" y="29765"/>
                    <a:pt x="8892" y="29661"/>
                    <a:pt x="9302" y="29440"/>
                  </a:cubicBezTo>
                  <a:lnTo>
                    <a:pt x="37598" y="14523"/>
                  </a:lnTo>
                  <a:cubicBezTo>
                    <a:pt x="38930" y="13812"/>
                    <a:pt x="39437" y="12177"/>
                    <a:pt x="38726" y="10845"/>
                  </a:cubicBezTo>
                  <a:lnTo>
                    <a:pt x="33822" y="1446"/>
                  </a:lnTo>
                  <a:cubicBezTo>
                    <a:pt x="33324" y="529"/>
                    <a:pt x="32387" y="0"/>
                    <a:pt x="31419" y="0"/>
                  </a:cubicBezTo>
                  <a:close/>
                </a:path>
              </a:pathLst>
            </a:custGeom>
            <a:solidFill>
              <a:srgbClr val="F1F0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5" name="Google Shape;1685;p34"/>
            <p:cNvSpPr/>
            <p:nvPr/>
          </p:nvSpPr>
          <p:spPr>
            <a:xfrm>
              <a:off x="1758650" y="6363863"/>
              <a:ext cx="130375" cy="130375"/>
            </a:xfrm>
            <a:custGeom>
              <a:rect b="b" l="l" r="r" t="t"/>
              <a:pathLst>
                <a:path extrusionOk="0" h="5215" w="5215">
                  <a:moveTo>
                    <a:pt x="2555" y="0"/>
                  </a:moveTo>
                  <a:cubicBezTo>
                    <a:pt x="1305" y="0"/>
                    <a:pt x="194" y="901"/>
                    <a:pt x="0" y="2256"/>
                  </a:cubicBezTo>
                  <a:lnTo>
                    <a:pt x="0" y="2354"/>
                  </a:lnTo>
                  <a:lnTo>
                    <a:pt x="0" y="2460"/>
                  </a:lnTo>
                  <a:lnTo>
                    <a:pt x="0" y="2558"/>
                  </a:lnTo>
                  <a:lnTo>
                    <a:pt x="0" y="2665"/>
                  </a:lnTo>
                  <a:lnTo>
                    <a:pt x="0" y="2763"/>
                  </a:lnTo>
                  <a:cubicBezTo>
                    <a:pt x="0" y="2967"/>
                    <a:pt x="0" y="3171"/>
                    <a:pt x="107" y="3376"/>
                  </a:cubicBezTo>
                  <a:cubicBezTo>
                    <a:pt x="107" y="3482"/>
                    <a:pt x="107" y="3580"/>
                    <a:pt x="205" y="3580"/>
                  </a:cubicBezTo>
                  <a:lnTo>
                    <a:pt x="205" y="3686"/>
                  </a:lnTo>
                  <a:cubicBezTo>
                    <a:pt x="205" y="3686"/>
                    <a:pt x="205" y="3784"/>
                    <a:pt x="311" y="3784"/>
                  </a:cubicBezTo>
                  <a:lnTo>
                    <a:pt x="311" y="3891"/>
                  </a:lnTo>
                  <a:cubicBezTo>
                    <a:pt x="311" y="3989"/>
                    <a:pt x="409" y="3989"/>
                    <a:pt x="409" y="4095"/>
                  </a:cubicBezTo>
                  <a:cubicBezTo>
                    <a:pt x="409" y="4193"/>
                    <a:pt x="515" y="4193"/>
                    <a:pt x="515" y="4299"/>
                  </a:cubicBezTo>
                  <a:lnTo>
                    <a:pt x="613" y="4299"/>
                  </a:lnTo>
                  <a:cubicBezTo>
                    <a:pt x="613" y="4397"/>
                    <a:pt x="613" y="4397"/>
                    <a:pt x="720" y="4397"/>
                  </a:cubicBezTo>
                  <a:lnTo>
                    <a:pt x="720" y="4504"/>
                  </a:lnTo>
                  <a:cubicBezTo>
                    <a:pt x="818" y="4504"/>
                    <a:pt x="818" y="4602"/>
                    <a:pt x="924" y="4602"/>
                  </a:cubicBezTo>
                  <a:lnTo>
                    <a:pt x="1128" y="4806"/>
                  </a:lnTo>
                  <a:cubicBezTo>
                    <a:pt x="1226" y="4806"/>
                    <a:pt x="1226" y="4912"/>
                    <a:pt x="1333" y="4912"/>
                  </a:cubicBezTo>
                  <a:cubicBezTo>
                    <a:pt x="1431" y="4912"/>
                    <a:pt x="1537" y="5010"/>
                    <a:pt x="1537" y="5010"/>
                  </a:cubicBezTo>
                  <a:cubicBezTo>
                    <a:pt x="1635" y="5010"/>
                    <a:pt x="1741" y="5117"/>
                    <a:pt x="1741" y="5117"/>
                  </a:cubicBezTo>
                  <a:lnTo>
                    <a:pt x="2044" y="5117"/>
                  </a:lnTo>
                  <a:lnTo>
                    <a:pt x="2044" y="5215"/>
                  </a:lnTo>
                  <a:lnTo>
                    <a:pt x="2354" y="5215"/>
                  </a:lnTo>
                  <a:cubicBezTo>
                    <a:pt x="2763" y="5215"/>
                    <a:pt x="3172" y="5215"/>
                    <a:pt x="3580" y="5010"/>
                  </a:cubicBezTo>
                  <a:cubicBezTo>
                    <a:pt x="3678" y="5010"/>
                    <a:pt x="3785" y="4912"/>
                    <a:pt x="3785" y="4912"/>
                  </a:cubicBezTo>
                  <a:cubicBezTo>
                    <a:pt x="3883" y="4912"/>
                    <a:pt x="3989" y="4806"/>
                    <a:pt x="3989" y="4806"/>
                  </a:cubicBezTo>
                  <a:cubicBezTo>
                    <a:pt x="4087" y="4708"/>
                    <a:pt x="4193" y="4708"/>
                    <a:pt x="4193" y="4602"/>
                  </a:cubicBezTo>
                  <a:cubicBezTo>
                    <a:pt x="4398" y="4504"/>
                    <a:pt x="4496" y="4397"/>
                    <a:pt x="4602" y="4299"/>
                  </a:cubicBezTo>
                  <a:cubicBezTo>
                    <a:pt x="4806" y="3989"/>
                    <a:pt x="5011" y="3580"/>
                    <a:pt x="5109" y="3171"/>
                  </a:cubicBezTo>
                  <a:lnTo>
                    <a:pt x="5109" y="3073"/>
                  </a:lnTo>
                  <a:lnTo>
                    <a:pt x="5109" y="2967"/>
                  </a:lnTo>
                  <a:lnTo>
                    <a:pt x="5109" y="2869"/>
                  </a:lnTo>
                  <a:cubicBezTo>
                    <a:pt x="5215" y="2763"/>
                    <a:pt x="5215" y="2763"/>
                    <a:pt x="5215" y="2665"/>
                  </a:cubicBezTo>
                  <a:lnTo>
                    <a:pt x="5215" y="2558"/>
                  </a:lnTo>
                  <a:cubicBezTo>
                    <a:pt x="5215" y="2460"/>
                    <a:pt x="5215" y="2460"/>
                    <a:pt x="5109" y="2354"/>
                  </a:cubicBezTo>
                  <a:lnTo>
                    <a:pt x="5109" y="2256"/>
                  </a:lnTo>
                  <a:lnTo>
                    <a:pt x="5109" y="2150"/>
                  </a:lnTo>
                  <a:lnTo>
                    <a:pt x="5109" y="2052"/>
                  </a:lnTo>
                  <a:cubicBezTo>
                    <a:pt x="5109" y="1945"/>
                    <a:pt x="5109" y="1945"/>
                    <a:pt x="5011" y="1847"/>
                  </a:cubicBezTo>
                  <a:lnTo>
                    <a:pt x="5011" y="1741"/>
                  </a:lnTo>
                  <a:lnTo>
                    <a:pt x="5011" y="1643"/>
                  </a:lnTo>
                  <a:lnTo>
                    <a:pt x="4904" y="1537"/>
                  </a:lnTo>
                  <a:lnTo>
                    <a:pt x="4904" y="1439"/>
                  </a:lnTo>
                  <a:lnTo>
                    <a:pt x="4806" y="1332"/>
                  </a:lnTo>
                  <a:cubicBezTo>
                    <a:pt x="4398" y="621"/>
                    <a:pt x="3678" y="106"/>
                    <a:pt x="2763" y="8"/>
                  </a:cubicBezTo>
                  <a:cubicBezTo>
                    <a:pt x="2693" y="3"/>
                    <a:pt x="2624" y="0"/>
                    <a:pt x="2555"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6" name="Google Shape;1686;p34"/>
            <p:cNvSpPr/>
            <p:nvPr/>
          </p:nvSpPr>
          <p:spPr>
            <a:xfrm>
              <a:off x="1735750" y="6361013"/>
              <a:ext cx="148175" cy="131150"/>
            </a:xfrm>
            <a:custGeom>
              <a:rect b="b" l="l" r="r" t="t"/>
              <a:pathLst>
                <a:path extrusionOk="0" h="5246" w="5927">
                  <a:moveTo>
                    <a:pt x="2940" y="1"/>
                  </a:moveTo>
                  <a:cubicBezTo>
                    <a:pt x="2527" y="1"/>
                    <a:pt x="2111" y="105"/>
                    <a:pt x="1734" y="327"/>
                  </a:cubicBezTo>
                  <a:cubicBezTo>
                    <a:pt x="410" y="940"/>
                    <a:pt x="1" y="2574"/>
                    <a:pt x="614" y="3800"/>
                  </a:cubicBezTo>
                  <a:cubicBezTo>
                    <a:pt x="1106" y="4717"/>
                    <a:pt x="1994" y="5246"/>
                    <a:pt x="2901" y="5246"/>
                  </a:cubicBezTo>
                  <a:cubicBezTo>
                    <a:pt x="3304" y="5246"/>
                    <a:pt x="3710" y="5141"/>
                    <a:pt x="4088" y="4920"/>
                  </a:cubicBezTo>
                  <a:cubicBezTo>
                    <a:pt x="5412" y="4307"/>
                    <a:pt x="5927" y="2672"/>
                    <a:pt x="5207" y="1446"/>
                  </a:cubicBezTo>
                  <a:cubicBezTo>
                    <a:pt x="4783" y="530"/>
                    <a:pt x="3869" y="1"/>
                    <a:pt x="2940" y="1"/>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7" name="Google Shape;1687;p34"/>
            <p:cNvSpPr/>
            <p:nvPr/>
          </p:nvSpPr>
          <p:spPr>
            <a:xfrm>
              <a:off x="1766400" y="6369163"/>
              <a:ext cx="117525" cy="122175"/>
            </a:xfrm>
            <a:custGeom>
              <a:rect b="b" l="l" r="r" t="t"/>
              <a:pathLst>
                <a:path extrusionOk="0" h="4887" w="4701">
                  <a:moveTo>
                    <a:pt x="2862" y="1"/>
                  </a:moveTo>
                  <a:lnTo>
                    <a:pt x="2862" y="1"/>
                  </a:lnTo>
                  <a:cubicBezTo>
                    <a:pt x="3164" y="205"/>
                    <a:pt x="3368" y="409"/>
                    <a:pt x="3573" y="818"/>
                  </a:cubicBezTo>
                  <a:cubicBezTo>
                    <a:pt x="4186" y="2044"/>
                    <a:pt x="3679" y="3572"/>
                    <a:pt x="2453" y="4292"/>
                  </a:cubicBezTo>
                  <a:cubicBezTo>
                    <a:pt x="2044" y="4496"/>
                    <a:pt x="1636" y="4598"/>
                    <a:pt x="1227" y="4598"/>
                  </a:cubicBezTo>
                  <a:cubicBezTo>
                    <a:pt x="818" y="4598"/>
                    <a:pt x="410" y="4496"/>
                    <a:pt x="1" y="4292"/>
                  </a:cubicBezTo>
                  <a:lnTo>
                    <a:pt x="1" y="4292"/>
                  </a:lnTo>
                  <a:cubicBezTo>
                    <a:pt x="499" y="4665"/>
                    <a:pt x="1109" y="4887"/>
                    <a:pt x="1718" y="4887"/>
                  </a:cubicBezTo>
                  <a:cubicBezTo>
                    <a:pt x="2109" y="4887"/>
                    <a:pt x="2501" y="4795"/>
                    <a:pt x="2862" y="4594"/>
                  </a:cubicBezTo>
                  <a:cubicBezTo>
                    <a:pt x="4186" y="3981"/>
                    <a:pt x="4701" y="2346"/>
                    <a:pt x="3981" y="1120"/>
                  </a:cubicBezTo>
                  <a:cubicBezTo>
                    <a:pt x="3777" y="614"/>
                    <a:pt x="3368" y="205"/>
                    <a:pt x="2862" y="1"/>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8" name="Google Shape;1688;p34"/>
            <p:cNvSpPr/>
            <p:nvPr/>
          </p:nvSpPr>
          <p:spPr>
            <a:xfrm>
              <a:off x="1751075" y="6397163"/>
              <a:ext cx="119975" cy="66425"/>
            </a:xfrm>
            <a:custGeom>
              <a:rect b="b" l="l" r="r" t="t"/>
              <a:pathLst>
                <a:path extrusionOk="0" h="2657" w="4799">
                  <a:moveTo>
                    <a:pt x="4594" y="0"/>
                  </a:moveTo>
                  <a:lnTo>
                    <a:pt x="1" y="2354"/>
                  </a:lnTo>
                  <a:cubicBezTo>
                    <a:pt x="1" y="2354"/>
                    <a:pt x="1" y="2452"/>
                    <a:pt x="99" y="2452"/>
                  </a:cubicBezTo>
                  <a:cubicBezTo>
                    <a:pt x="99" y="2559"/>
                    <a:pt x="99" y="2559"/>
                    <a:pt x="205" y="2657"/>
                  </a:cubicBezTo>
                  <a:lnTo>
                    <a:pt x="4799" y="311"/>
                  </a:lnTo>
                  <a:cubicBezTo>
                    <a:pt x="4701" y="205"/>
                    <a:pt x="4701" y="107"/>
                    <a:pt x="4701" y="107"/>
                  </a:cubicBezTo>
                  <a:cubicBezTo>
                    <a:pt x="4701" y="0"/>
                    <a:pt x="4594" y="0"/>
                    <a:pt x="4594"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9" name="Google Shape;1689;p34"/>
            <p:cNvSpPr/>
            <p:nvPr/>
          </p:nvSpPr>
          <p:spPr>
            <a:xfrm>
              <a:off x="1748425" y="6392063"/>
              <a:ext cx="120175" cy="69075"/>
            </a:xfrm>
            <a:custGeom>
              <a:rect b="b" l="l" r="r" t="t"/>
              <a:pathLst>
                <a:path extrusionOk="0" h="2763" w="4807">
                  <a:moveTo>
                    <a:pt x="4602" y="0"/>
                  </a:moveTo>
                  <a:lnTo>
                    <a:pt x="1" y="2452"/>
                  </a:lnTo>
                  <a:cubicBezTo>
                    <a:pt x="107" y="2452"/>
                    <a:pt x="107" y="2558"/>
                    <a:pt x="107" y="2558"/>
                  </a:cubicBezTo>
                  <a:cubicBezTo>
                    <a:pt x="107" y="2656"/>
                    <a:pt x="205" y="2656"/>
                    <a:pt x="205" y="2763"/>
                  </a:cubicBezTo>
                  <a:lnTo>
                    <a:pt x="4807" y="311"/>
                  </a:lnTo>
                  <a:cubicBezTo>
                    <a:pt x="4807" y="311"/>
                    <a:pt x="4807" y="204"/>
                    <a:pt x="4700" y="204"/>
                  </a:cubicBezTo>
                  <a:cubicBezTo>
                    <a:pt x="4700" y="106"/>
                    <a:pt x="4700" y="106"/>
                    <a:pt x="4602" y="0"/>
                  </a:cubicBez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0" name="Google Shape;1690;p34"/>
            <p:cNvSpPr/>
            <p:nvPr/>
          </p:nvSpPr>
          <p:spPr>
            <a:xfrm>
              <a:off x="1911900" y="6282113"/>
              <a:ext cx="130375" cy="130400"/>
            </a:xfrm>
            <a:custGeom>
              <a:rect b="b" l="l" r="r" t="t"/>
              <a:pathLst>
                <a:path extrusionOk="0" h="5216" w="5215">
                  <a:moveTo>
                    <a:pt x="2654" y="1"/>
                  </a:moveTo>
                  <a:cubicBezTo>
                    <a:pt x="1412" y="1"/>
                    <a:pt x="300" y="901"/>
                    <a:pt x="107" y="2257"/>
                  </a:cubicBezTo>
                  <a:lnTo>
                    <a:pt x="107" y="2150"/>
                  </a:lnTo>
                  <a:cubicBezTo>
                    <a:pt x="0" y="2257"/>
                    <a:pt x="0" y="2355"/>
                    <a:pt x="0" y="2355"/>
                  </a:cubicBezTo>
                  <a:lnTo>
                    <a:pt x="0" y="2461"/>
                  </a:lnTo>
                  <a:lnTo>
                    <a:pt x="0" y="2559"/>
                  </a:lnTo>
                  <a:lnTo>
                    <a:pt x="0" y="2665"/>
                  </a:lnTo>
                  <a:cubicBezTo>
                    <a:pt x="0" y="2968"/>
                    <a:pt x="107" y="3172"/>
                    <a:pt x="107" y="3376"/>
                  </a:cubicBezTo>
                  <a:cubicBezTo>
                    <a:pt x="205" y="3483"/>
                    <a:pt x="205" y="3581"/>
                    <a:pt x="205" y="3581"/>
                  </a:cubicBezTo>
                  <a:lnTo>
                    <a:pt x="205" y="3687"/>
                  </a:lnTo>
                  <a:cubicBezTo>
                    <a:pt x="311" y="3687"/>
                    <a:pt x="311" y="3785"/>
                    <a:pt x="311" y="3785"/>
                  </a:cubicBezTo>
                  <a:lnTo>
                    <a:pt x="311" y="3891"/>
                  </a:lnTo>
                  <a:lnTo>
                    <a:pt x="515" y="4096"/>
                  </a:lnTo>
                  <a:cubicBezTo>
                    <a:pt x="515" y="4194"/>
                    <a:pt x="515" y="4194"/>
                    <a:pt x="613" y="4300"/>
                  </a:cubicBezTo>
                  <a:lnTo>
                    <a:pt x="720" y="4398"/>
                  </a:lnTo>
                  <a:cubicBezTo>
                    <a:pt x="818" y="4398"/>
                    <a:pt x="818" y="4504"/>
                    <a:pt x="818" y="4504"/>
                  </a:cubicBezTo>
                  <a:cubicBezTo>
                    <a:pt x="818" y="4504"/>
                    <a:pt x="924" y="4602"/>
                    <a:pt x="1022" y="4602"/>
                  </a:cubicBezTo>
                  <a:cubicBezTo>
                    <a:pt x="1022" y="4709"/>
                    <a:pt x="1128" y="4709"/>
                    <a:pt x="1128" y="4807"/>
                  </a:cubicBezTo>
                  <a:lnTo>
                    <a:pt x="1226" y="4807"/>
                  </a:lnTo>
                  <a:lnTo>
                    <a:pt x="1333" y="4913"/>
                  </a:lnTo>
                  <a:lnTo>
                    <a:pt x="1431" y="4913"/>
                  </a:lnTo>
                  <a:cubicBezTo>
                    <a:pt x="1431" y="4913"/>
                    <a:pt x="1537" y="5011"/>
                    <a:pt x="1635" y="5011"/>
                  </a:cubicBezTo>
                  <a:cubicBezTo>
                    <a:pt x="1741" y="5011"/>
                    <a:pt x="1741" y="5117"/>
                    <a:pt x="1839" y="5117"/>
                  </a:cubicBezTo>
                  <a:lnTo>
                    <a:pt x="2044" y="5117"/>
                  </a:lnTo>
                  <a:cubicBezTo>
                    <a:pt x="2150" y="5117"/>
                    <a:pt x="2150" y="5215"/>
                    <a:pt x="2150" y="5215"/>
                  </a:cubicBezTo>
                  <a:lnTo>
                    <a:pt x="2354" y="5215"/>
                  </a:lnTo>
                  <a:cubicBezTo>
                    <a:pt x="2861" y="5215"/>
                    <a:pt x="3270" y="5215"/>
                    <a:pt x="3678" y="5011"/>
                  </a:cubicBezTo>
                  <a:cubicBezTo>
                    <a:pt x="3678" y="5011"/>
                    <a:pt x="3785" y="4913"/>
                    <a:pt x="3883" y="4913"/>
                  </a:cubicBezTo>
                  <a:cubicBezTo>
                    <a:pt x="3989" y="4913"/>
                    <a:pt x="3989" y="4807"/>
                    <a:pt x="4087" y="4807"/>
                  </a:cubicBezTo>
                  <a:lnTo>
                    <a:pt x="4291" y="4602"/>
                  </a:lnTo>
                  <a:lnTo>
                    <a:pt x="4602" y="4300"/>
                  </a:lnTo>
                  <a:cubicBezTo>
                    <a:pt x="4904" y="3989"/>
                    <a:pt x="5109" y="3581"/>
                    <a:pt x="5215" y="3172"/>
                  </a:cubicBezTo>
                  <a:lnTo>
                    <a:pt x="5215" y="3074"/>
                  </a:lnTo>
                  <a:lnTo>
                    <a:pt x="5215" y="2968"/>
                  </a:lnTo>
                  <a:lnTo>
                    <a:pt x="5215" y="2870"/>
                  </a:lnTo>
                  <a:lnTo>
                    <a:pt x="5215" y="2665"/>
                  </a:lnTo>
                  <a:lnTo>
                    <a:pt x="5215" y="2559"/>
                  </a:lnTo>
                  <a:lnTo>
                    <a:pt x="5215" y="2355"/>
                  </a:lnTo>
                  <a:lnTo>
                    <a:pt x="5215" y="2257"/>
                  </a:lnTo>
                  <a:lnTo>
                    <a:pt x="5215" y="2150"/>
                  </a:lnTo>
                  <a:lnTo>
                    <a:pt x="5215" y="2052"/>
                  </a:lnTo>
                  <a:cubicBezTo>
                    <a:pt x="5109" y="1946"/>
                    <a:pt x="5109" y="1946"/>
                    <a:pt x="5109" y="1848"/>
                  </a:cubicBezTo>
                  <a:lnTo>
                    <a:pt x="5109" y="1742"/>
                  </a:lnTo>
                  <a:lnTo>
                    <a:pt x="5011" y="1644"/>
                  </a:lnTo>
                  <a:lnTo>
                    <a:pt x="5011" y="1537"/>
                  </a:lnTo>
                  <a:cubicBezTo>
                    <a:pt x="5011" y="1537"/>
                    <a:pt x="5011" y="1439"/>
                    <a:pt x="4904" y="1439"/>
                  </a:cubicBezTo>
                  <a:lnTo>
                    <a:pt x="4904" y="1333"/>
                  </a:lnTo>
                  <a:cubicBezTo>
                    <a:pt x="4496" y="622"/>
                    <a:pt x="3785" y="107"/>
                    <a:pt x="2861" y="9"/>
                  </a:cubicBezTo>
                  <a:cubicBezTo>
                    <a:pt x="2792" y="3"/>
                    <a:pt x="2723" y="1"/>
                    <a:pt x="2654" y="1"/>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1" name="Google Shape;1691;p34"/>
            <p:cNvSpPr/>
            <p:nvPr/>
          </p:nvSpPr>
          <p:spPr>
            <a:xfrm>
              <a:off x="1889000" y="6279288"/>
              <a:ext cx="148175" cy="129975"/>
            </a:xfrm>
            <a:custGeom>
              <a:rect b="b" l="l" r="r" t="t"/>
              <a:pathLst>
                <a:path extrusionOk="0" h="5199" w="5927">
                  <a:moveTo>
                    <a:pt x="3025" y="1"/>
                  </a:moveTo>
                  <a:cubicBezTo>
                    <a:pt x="2623" y="1"/>
                    <a:pt x="2217" y="105"/>
                    <a:pt x="1840" y="326"/>
                  </a:cubicBezTo>
                  <a:cubicBezTo>
                    <a:pt x="508" y="939"/>
                    <a:pt x="1" y="2574"/>
                    <a:pt x="712" y="3800"/>
                  </a:cubicBezTo>
                  <a:cubicBezTo>
                    <a:pt x="1138" y="4721"/>
                    <a:pt x="2058" y="5199"/>
                    <a:pt x="2991" y="5199"/>
                  </a:cubicBezTo>
                  <a:cubicBezTo>
                    <a:pt x="3400" y="5199"/>
                    <a:pt x="3812" y="5107"/>
                    <a:pt x="4186" y="4920"/>
                  </a:cubicBezTo>
                  <a:cubicBezTo>
                    <a:pt x="5518" y="4209"/>
                    <a:pt x="5927" y="2672"/>
                    <a:pt x="5314" y="1446"/>
                  </a:cubicBezTo>
                  <a:cubicBezTo>
                    <a:pt x="4816" y="529"/>
                    <a:pt x="3930" y="1"/>
                    <a:pt x="3025" y="1"/>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2" name="Google Shape;1692;p34"/>
            <p:cNvSpPr/>
            <p:nvPr/>
          </p:nvSpPr>
          <p:spPr>
            <a:xfrm>
              <a:off x="1922125" y="6287438"/>
              <a:ext cx="115050" cy="122175"/>
            </a:xfrm>
            <a:custGeom>
              <a:rect b="b" l="l" r="r" t="t"/>
              <a:pathLst>
                <a:path extrusionOk="0" h="4887" w="4602">
                  <a:moveTo>
                    <a:pt x="2861" y="0"/>
                  </a:moveTo>
                  <a:lnTo>
                    <a:pt x="2861" y="0"/>
                  </a:lnTo>
                  <a:cubicBezTo>
                    <a:pt x="3065" y="205"/>
                    <a:pt x="3376" y="409"/>
                    <a:pt x="3474" y="711"/>
                  </a:cubicBezTo>
                  <a:cubicBezTo>
                    <a:pt x="4193" y="2044"/>
                    <a:pt x="3678" y="3572"/>
                    <a:pt x="2354" y="4291"/>
                  </a:cubicBezTo>
                  <a:cubicBezTo>
                    <a:pt x="1994" y="4496"/>
                    <a:pt x="1586" y="4598"/>
                    <a:pt x="1177" y="4598"/>
                  </a:cubicBezTo>
                  <a:cubicBezTo>
                    <a:pt x="768" y="4598"/>
                    <a:pt x="360" y="4496"/>
                    <a:pt x="0" y="4291"/>
                  </a:cubicBezTo>
                  <a:lnTo>
                    <a:pt x="0" y="4291"/>
                  </a:lnTo>
                  <a:cubicBezTo>
                    <a:pt x="498" y="4665"/>
                    <a:pt x="1111" y="4886"/>
                    <a:pt x="1721" y="4886"/>
                  </a:cubicBezTo>
                  <a:cubicBezTo>
                    <a:pt x="2112" y="4886"/>
                    <a:pt x="2503" y="4795"/>
                    <a:pt x="2861" y="4594"/>
                  </a:cubicBezTo>
                  <a:cubicBezTo>
                    <a:pt x="4193" y="3883"/>
                    <a:pt x="4602" y="2346"/>
                    <a:pt x="3989" y="1120"/>
                  </a:cubicBezTo>
                  <a:cubicBezTo>
                    <a:pt x="3678" y="613"/>
                    <a:pt x="3269" y="205"/>
                    <a:pt x="2861"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3" name="Google Shape;1693;p34"/>
            <p:cNvSpPr/>
            <p:nvPr/>
          </p:nvSpPr>
          <p:spPr>
            <a:xfrm>
              <a:off x="1906800" y="6315438"/>
              <a:ext cx="117500" cy="66425"/>
            </a:xfrm>
            <a:custGeom>
              <a:rect b="b" l="l" r="r" t="t"/>
              <a:pathLst>
                <a:path extrusionOk="0" h="2657" w="4700">
                  <a:moveTo>
                    <a:pt x="4602" y="0"/>
                  </a:moveTo>
                  <a:lnTo>
                    <a:pt x="0" y="2354"/>
                  </a:lnTo>
                  <a:lnTo>
                    <a:pt x="0" y="2452"/>
                  </a:lnTo>
                  <a:cubicBezTo>
                    <a:pt x="106" y="2558"/>
                    <a:pt x="106" y="2558"/>
                    <a:pt x="106" y="2656"/>
                  </a:cubicBezTo>
                  <a:lnTo>
                    <a:pt x="4700" y="311"/>
                  </a:lnTo>
                  <a:cubicBezTo>
                    <a:pt x="4700" y="204"/>
                    <a:pt x="4700" y="106"/>
                    <a:pt x="4602"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4" name="Google Shape;1694;p34"/>
            <p:cNvSpPr/>
            <p:nvPr/>
          </p:nvSpPr>
          <p:spPr>
            <a:xfrm>
              <a:off x="1904325" y="6310313"/>
              <a:ext cx="119975" cy="69100"/>
            </a:xfrm>
            <a:custGeom>
              <a:rect b="b" l="l" r="r" t="t"/>
              <a:pathLst>
                <a:path extrusionOk="0" h="2764" w="4799">
                  <a:moveTo>
                    <a:pt x="4594" y="1"/>
                  </a:moveTo>
                  <a:lnTo>
                    <a:pt x="1" y="2453"/>
                  </a:lnTo>
                  <a:cubicBezTo>
                    <a:pt x="1" y="2453"/>
                    <a:pt x="1" y="2559"/>
                    <a:pt x="99" y="2559"/>
                  </a:cubicBezTo>
                  <a:cubicBezTo>
                    <a:pt x="99" y="2657"/>
                    <a:pt x="99" y="2657"/>
                    <a:pt x="205" y="2763"/>
                  </a:cubicBezTo>
                  <a:lnTo>
                    <a:pt x="4799" y="311"/>
                  </a:lnTo>
                  <a:cubicBezTo>
                    <a:pt x="4701" y="311"/>
                    <a:pt x="4701" y="205"/>
                    <a:pt x="4701" y="205"/>
                  </a:cubicBezTo>
                  <a:cubicBezTo>
                    <a:pt x="4701" y="107"/>
                    <a:pt x="4594" y="107"/>
                    <a:pt x="4594" y="1"/>
                  </a:cubicBez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5" name="Google Shape;1695;p34"/>
            <p:cNvSpPr/>
            <p:nvPr/>
          </p:nvSpPr>
          <p:spPr>
            <a:xfrm>
              <a:off x="2067800" y="6200388"/>
              <a:ext cx="130200" cy="130400"/>
            </a:xfrm>
            <a:custGeom>
              <a:rect b="b" l="l" r="r" t="t"/>
              <a:pathLst>
                <a:path extrusionOk="0" h="5216" w="5208">
                  <a:moveTo>
                    <a:pt x="2638" y="0"/>
                  </a:moveTo>
                  <a:cubicBezTo>
                    <a:pt x="1305" y="0"/>
                    <a:pt x="194" y="895"/>
                    <a:pt x="1" y="2150"/>
                  </a:cubicBezTo>
                  <a:lnTo>
                    <a:pt x="1" y="2354"/>
                  </a:lnTo>
                  <a:lnTo>
                    <a:pt x="1" y="2461"/>
                  </a:lnTo>
                  <a:lnTo>
                    <a:pt x="1" y="2559"/>
                  </a:lnTo>
                  <a:lnTo>
                    <a:pt x="1" y="2665"/>
                  </a:lnTo>
                  <a:cubicBezTo>
                    <a:pt x="1" y="2967"/>
                    <a:pt x="1" y="3172"/>
                    <a:pt x="99" y="3376"/>
                  </a:cubicBezTo>
                  <a:cubicBezTo>
                    <a:pt x="99" y="3482"/>
                    <a:pt x="205" y="3580"/>
                    <a:pt x="205" y="3580"/>
                  </a:cubicBezTo>
                  <a:lnTo>
                    <a:pt x="205" y="3687"/>
                  </a:lnTo>
                  <a:lnTo>
                    <a:pt x="303" y="3785"/>
                  </a:lnTo>
                  <a:lnTo>
                    <a:pt x="303" y="3891"/>
                  </a:lnTo>
                  <a:cubicBezTo>
                    <a:pt x="303" y="3989"/>
                    <a:pt x="409" y="3989"/>
                    <a:pt x="409" y="4095"/>
                  </a:cubicBezTo>
                  <a:lnTo>
                    <a:pt x="614" y="4300"/>
                  </a:lnTo>
                  <a:lnTo>
                    <a:pt x="712" y="4398"/>
                  </a:lnTo>
                  <a:cubicBezTo>
                    <a:pt x="712" y="4398"/>
                    <a:pt x="712" y="4504"/>
                    <a:pt x="818" y="4504"/>
                  </a:cubicBezTo>
                  <a:lnTo>
                    <a:pt x="916" y="4602"/>
                  </a:lnTo>
                  <a:lnTo>
                    <a:pt x="1120" y="4806"/>
                  </a:lnTo>
                  <a:cubicBezTo>
                    <a:pt x="1227" y="4806"/>
                    <a:pt x="1227" y="4806"/>
                    <a:pt x="1325" y="4913"/>
                  </a:cubicBezTo>
                  <a:cubicBezTo>
                    <a:pt x="1431" y="4913"/>
                    <a:pt x="1529" y="5011"/>
                    <a:pt x="1529" y="5011"/>
                  </a:cubicBezTo>
                  <a:lnTo>
                    <a:pt x="1635" y="5011"/>
                  </a:lnTo>
                  <a:cubicBezTo>
                    <a:pt x="1635" y="5011"/>
                    <a:pt x="1733" y="5117"/>
                    <a:pt x="1840" y="5117"/>
                  </a:cubicBezTo>
                  <a:lnTo>
                    <a:pt x="2044" y="5117"/>
                  </a:lnTo>
                  <a:cubicBezTo>
                    <a:pt x="2044" y="5117"/>
                    <a:pt x="2044" y="5215"/>
                    <a:pt x="2142" y="5215"/>
                  </a:cubicBezTo>
                  <a:lnTo>
                    <a:pt x="2346" y="5215"/>
                  </a:lnTo>
                  <a:cubicBezTo>
                    <a:pt x="2755" y="5215"/>
                    <a:pt x="3270" y="5215"/>
                    <a:pt x="3572" y="5011"/>
                  </a:cubicBezTo>
                  <a:cubicBezTo>
                    <a:pt x="3679" y="5011"/>
                    <a:pt x="3777" y="4913"/>
                    <a:pt x="3883" y="4913"/>
                  </a:cubicBezTo>
                  <a:cubicBezTo>
                    <a:pt x="3883" y="4913"/>
                    <a:pt x="3981" y="4806"/>
                    <a:pt x="4087" y="4806"/>
                  </a:cubicBezTo>
                  <a:cubicBezTo>
                    <a:pt x="4087" y="4708"/>
                    <a:pt x="4185" y="4708"/>
                    <a:pt x="4292" y="4602"/>
                  </a:cubicBezTo>
                  <a:lnTo>
                    <a:pt x="4594" y="4300"/>
                  </a:lnTo>
                  <a:cubicBezTo>
                    <a:pt x="4798" y="3989"/>
                    <a:pt x="5003" y="3580"/>
                    <a:pt x="5109" y="3172"/>
                  </a:cubicBezTo>
                  <a:lnTo>
                    <a:pt x="5109" y="3074"/>
                  </a:lnTo>
                  <a:cubicBezTo>
                    <a:pt x="5109" y="2967"/>
                    <a:pt x="5207" y="2967"/>
                    <a:pt x="5207" y="2967"/>
                  </a:cubicBezTo>
                  <a:lnTo>
                    <a:pt x="5207" y="2869"/>
                  </a:lnTo>
                  <a:lnTo>
                    <a:pt x="5207" y="2665"/>
                  </a:lnTo>
                  <a:lnTo>
                    <a:pt x="5207" y="2559"/>
                  </a:lnTo>
                  <a:lnTo>
                    <a:pt x="5207" y="2354"/>
                  </a:lnTo>
                  <a:lnTo>
                    <a:pt x="5207" y="2256"/>
                  </a:lnTo>
                  <a:lnTo>
                    <a:pt x="5109" y="2150"/>
                  </a:lnTo>
                  <a:lnTo>
                    <a:pt x="5109" y="2052"/>
                  </a:lnTo>
                  <a:lnTo>
                    <a:pt x="5109" y="1848"/>
                  </a:lnTo>
                  <a:lnTo>
                    <a:pt x="5003" y="1741"/>
                  </a:lnTo>
                  <a:lnTo>
                    <a:pt x="5003" y="1643"/>
                  </a:lnTo>
                  <a:lnTo>
                    <a:pt x="5003" y="1537"/>
                  </a:lnTo>
                  <a:cubicBezTo>
                    <a:pt x="4905" y="1537"/>
                    <a:pt x="4905" y="1439"/>
                    <a:pt x="4905" y="1439"/>
                  </a:cubicBezTo>
                  <a:cubicBezTo>
                    <a:pt x="4905" y="1439"/>
                    <a:pt x="4905" y="1333"/>
                    <a:pt x="4798" y="1333"/>
                  </a:cubicBezTo>
                  <a:cubicBezTo>
                    <a:pt x="4390" y="622"/>
                    <a:pt x="3679" y="107"/>
                    <a:pt x="2861" y="9"/>
                  </a:cubicBezTo>
                  <a:cubicBezTo>
                    <a:pt x="2786" y="3"/>
                    <a:pt x="2712" y="0"/>
                    <a:pt x="2638"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6" name="Google Shape;1696;p34"/>
            <p:cNvSpPr/>
            <p:nvPr/>
          </p:nvSpPr>
          <p:spPr>
            <a:xfrm>
              <a:off x="2044725" y="6197563"/>
              <a:ext cx="148150" cy="129975"/>
            </a:xfrm>
            <a:custGeom>
              <a:rect b="b" l="l" r="r" t="t"/>
              <a:pathLst>
                <a:path extrusionOk="0" h="5199" w="5926">
                  <a:moveTo>
                    <a:pt x="2993" y="0"/>
                  </a:moveTo>
                  <a:cubicBezTo>
                    <a:pt x="2576" y="0"/>
                    <a:pt x="2148" y="105"/>
                    <a:pt x="1741" y="326"/>
                  </a:cubicBezTo>
                  <a:cubicBezTo>
                    <a:pt x="515" y="939"/>
                    <a:pt x="0" y="2574"/>
                    <a:pt x="613" y="3800"/>
                  </a:cubicBezTo>
                  <a:cubicBezTo>
                    <a:pt x="1113" y="4720"/>
                    <a:pt x="2004" y="5198"/>
                    <a:pt x="2948" y="5198"/>
                  </a:cubicBezTo>
                  <a:cubicBezTo>
                    <a:pt x="3363" y="5198"/>
                    <a:pt x="3787" y="5106"/>
                    <a:pt x="4193" y="4919"/>
                  </a:cubicBezTo>
                  <a:cubicBezTo>
                    <a:pt x="5419" y="4208"/>
                    <a:pt x="5926" y="2672"/>
                    <a:pt x="5313" y="1446"/>
                  </a:cubicBezTo>
                  <a:cubicBezTo>
                    <a:pt x="4821" y="529"/>
                    <a:pt x="3933" y="0"/>
                    <a:pt x="2993" y="0"/>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7" name="Google Shape;1697;p34"/>
            <p:cNvSpPr/>
            <p:nvPr/>
          </p:nvSpPr>
          <p:spPr>
            <a:xfrm>
              <a:off x="2078025" y="6205713"/>
              <a:ext cx="114850" cy="122175"/>
            </a:xfrm>
            <a:custGeom>
              <a:rect b="b" l="l" r="r" t="t"/>
              <a:pathLst>
                <a:path extrusionOk="0" h="4887" w="4594">
                  <a:moveTo>
                    <a:pt x="2755" y="0"/>
                  </a:moveTo>
                  <a:lnTo>
                    <a:pt x="2755" y="0"/>
                  </a:lnTo>
                  <a:cubicBezTo>
                    <a:pt x="3065" y="204"/>
                    <a:pt x="3270" y="409"/>
                    <a:pt x="3474" y="711"/>
                  </a:cubicBezTo>
                  <a:cubicBezTo>
                    <a:pt x="4087" y="2043"/>
                    <a:pt x="3572" y="3572"/>
                    <a:pt x="2346" y="4291"/>
                  </a:cubicBezTo>
                  <a:cubicBezTo>
                    <a:pt x="1937" y="4495"/>
                    <a:pt x="1529" y="4598"/>
                    <a:pt x="1133" y="4598"/>
                  </a:cubicBezTo>
                  <a:cubicBezTo>
                    <a:pt x="738" y="4598"/>
                    <a:pt x="356" y="4495"/>
                    <a:pt x="0" y="4291"/>
                  </a:cubicBezTo>
                  <a:lnTo>
                    <a:pt x="0" y="4291"/>
                  </a:lnTo>
                  <a:cubicBezTo>
                    <a:pt x="433" y="4664"/>
                    <a:pt x="1021" y="4886"/>
                    <a:pt x="1645" y="4886"/>
                  </a:cubicBezTo>
                  <a:cubicBezTo>
                    <a:pt x="2046" y="4886"/>
                    <a:pt x="2462" y="4795"/>
                    <a:pt x="2861" y="4593"/>
                  </a:cubicBezTo>
                  <a:cubicBezTo>
                    <a:pt x="4087" y="3882"/>
                    <a:pt x="4594" y="2346"/>
                    <a:pt x="3981" y="1120"/>
                  </a:cubicBezTo>
                  <a:cubicBezTo>
                    <a:pt x="3678" y="613"/>
                    <a:pt x="3270" y="204"/>
                    <a:pt x="2755"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8" name="Google Shape;1698;p34"/>
            <p:cNvSpPr/>
            <p:nvPr/>
          </p:nvSpPr>
          <p:spPr>
            <a:xfrm>
              <a:off x="2060050" y="6233688"/>
              <a:ext cx="120175" cy="66450"/>
            </a:xfrm>
            <a:custGeom>
              <a:rect b="b" l="l" r="r" t="t"/>
              <a:pathLst>
                <a:path extrusionOk="0" h="2658" w="4807">
                  <a:moveTo>
                    <a:pt x="4602" y="1"/>
                  </a:moveTo>
                  <a:lnTo>
                    <a:pt x="0" y="2355"/>
                  </a:lnTo>
                  <a:cubicBezTo>
                    <a:pt x="106" y="2355"/>
                    <a:pt x="106" y="2453"/>
                    <a:pt x="106" y="2453"/>
                  </a:cubicBezTo>
                  <a:cubicBezTo>
                    <a:pt x="106" y="2559"/>
                    <a:pt x="204" y="2559"/>
                    <a:pt x="204" y="2657"/>
                  </a:cubicBezTo>
                  <a:lnTo>
                    <a:pt x="4806" y="311"/>
                  </a:lnTo>
                  <a:cubicBezTo>
                    <a:pt x="4806" y="205"/>
                    <a:pt x="4700" y="107"/>
                    <a:pt x="4700" y="1"/>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9" name="Google Shape;1699;p34"/>
            <p:cNvSpPr/>
            <p:nvPr/>
          </p:nvSpPr>
          <p:spPr>
            <a:xfrm>
              <a:off x="2060050" y="6228588"/>
              <a:ext cx="117500" cy="69100"/>
            </a:xfrm>
            <a:custGeom>
              <a:rect b="b" l="l" r="r" t="t"/>
              <a:pathLst>
                <a:path extrusionOk="0" h="2764" w="4700">
                  <a:moveTo>
                    <a:pt x="4602" y="0"/>
                  </a:moveTo>
                  <a:lnTo>
                    <a:pt x="0" y="2452"/>
                  </a:lnTo>
                  <a:lnTo>
                    <a:pt x="0" y="2559"/>
                  </a:lnTo>
                  <a:cubicBezTo>
                    <a:pt x="106" y="2657"/>
                    <a:pt x="106" y="2657"/>
                    <a:pt x="106" y="2763"/>
                  </a:cubicBezTo>
                  <a:lnTo>
                    <a:pt x="4700" y="311"/>
                  </a:lnTo>
                  <a:lnTo>
                    <a:pt x="4700" y="205"/>
                  </a:lnTo>
                  <a:cubicBezTo>
                    <a:pt x="4602" y="107"/>
                    <a:pt x="4602" y="107"/>
                    <a:pt x="4602" y="0"/>
                  </a:cubicBez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0" name="Google Shape;1700;p34"/>
            <p:cNvSpPr/>
            <p:nvPr/>
          </p:nvSpPr>
          <p:spPr>
            <a:xfrm>
              <a:off x="2221050" y="6118663"/>
              <a:ext cx="130200" cy="130375"/>
            </a:xfrm>
            <a:custGeom>
              <a:rect b="b" l="l" r="r" t="t"/>
              <a:pathLst>
                <a:path extrusionOk="0" h="5215" w="5208">
                  <a:moveTo>
                    <a:pt x="2653" y="0"/>
                  </a:moveTo>
                  <a:cubicBezTo>
                    <a:pt x="1403" y="0"/>
                    <a:pt x="292" y="895"/>
                    <a:pt x="99" y="2150"/>
                  </a:cubicBezTo>
                  <a:lnTo>
                    <a:pt x="99" y="2354"/>
                  </a:lnTo>
                  <a:lnTo>
                    <a:pt x="99" y="2460"/>
                  </a:lnTo>
                  <a:lnTo>
                    <a:pt x="1" y="2460"/>
                  </a:lnTo>
                  <a:lnTo>
                    <a:pt x="1" y="2558"/>
                  </a:lnTo>
                  <a:lnTo>
                    <a:pt x="1" y="2665"/>
                  </a:lnTo>
                  <a:cubicBezTo>
                    <a:pt x="99" y="2967"/>
                    <a:pt x="99" y="3171"/>
                    <a:pt x="205" y="3376"/>
                  </a:cubicBezTo>
                  <a:lnTo>
                    <a:pt x="205" y="3580"/>
                  </a:lnTo>
                  <a:lnTo>
                    <a:pt x="303" y="3686"/>
                  </a:lnTo>
                  <a:lnTo>
                    <a:pt x="303" y="3784"/>
                  </a:lnTo>
                  <a:lnTo>
                    <a:pt x="409" y="3891"/>
                  </a:lnTo>
                  <a:cubicBezTo>
                    <a:pt x="409" y="3989"/>
                    <a:pt x="409" y="3989"/>
                    <a:pt x="507" y="4095"/>
                  </a:cubicBezTo>
                  <a:lnTo>
                    <a:pt x="614" y="4193"/>
                  </a:lnTo>
                  <a:cubicBezTo>
                    <a:pt x="614" y="4299"/>
                    <a:pt x="614" y="4299"/>
                    <a:pt x="712" y="4299"/>
                  </a:cubicBezTo>
                  <a:cubicBezTo>
                    <a:pt x="712" y="4299"/>
                    <a:pt x="712" y="4397"/>
                    <a:pt x="818" y="4397"/>
                  </a:cubicBezTo>
                  <a:lnTo>
                    <a:pt x="818" y="4504"/>
                  </a:lnTo>
                  <a:cubicBezTo>
                    <a:pt x="916" y="4504"/>
                    <a:pt x="916" y="4602"/>
                    <a:pt x="1022" y="4602"/>
                  </a:cubicBezTo>
                  <a:cubicBezTo>
                    <a:pt x="1022" y="4708"/>
                    <a:pt x="1120" y="4708"/>
                    <a:pt x="1227" y="4708"/>
                  </a:cubicBezTo>
                  <a:lnTo>
                    <a:pt x="1227" y="4806"/>
                  </a:lnTo>
                  <a:cubicBezTo>
                    <a:pt x="1325" y="4806"/>
                    <a:pt x="1325" y="4806"/>
                    <a:pt x="1325" y="4912"/>
                  </a:cubicBezTo>
                  <a:lnTo>
                    <a:pt x="1431" y="4912"/>
                  </a:lnTo>
                  <a:cubicBezTo>
                    <a:pt x="1529" y="4912"/>
                    <a:pt x="1529" y="5010"/>
                    <a:pt x="1635" y="5010"/>
                  </a:cubicBezTo>
                  <a:cubicBezTo>
                    <a:pt x="1733" y="5010"/>
                    <a:pt x="1840" y="5117"/>
                    <a:pt x="1840" y="5117"/>
                  </a:cubicBezTo>
                  <a:lnTo>
                    <a:pt x="2142" y="5117"/>
                  </a:lnTo>
                  <a:lnTo>
                    <a:pt x="2142" y="5215"/>
                  </a:lnTo>
                  <a:lnTo>
                    <a:pt x="2453" y="5215"/>
                  </a:lnTo>
                  <a:cubicBezTo>
                    <a:pt x="2861" y="5215"/>
                    <a:pt x="3270" y="5215"/>
                    <a:pt x="3679" y="5010"/>
                  </a:cubicBezTo>
                  <a:cubicBezTo>
                    <a:pt x="3777" y="5010"/>
                    <a:pt x="3777" y="4912"/>
                    <a:pt x="3883" y="4912"/>
                  </a:cubicBezTo>
                  <a:cubicBezTo>
                    <a:pt x="3981" y="4806"/>
                    <a:pt x="4087" y="4806"/>
                    <a:pt x="4087" y="4806"/>
                  </a:cubicBezTo>
                  <a:cubicBezTo>
                    <a:pt x="4186" y="4708"/>
                    <a:pt x="4292" y="4708"/>
                    <a:pt x="4292" y="4602"/>
                  </a:cubicBezTo>
                  <a:cubicBezTo>
                    <a:pt x="4390" y="4504"/>
                    <a:pt x="4594" y="4397"/>
                    <a:pt x="4700" y="4299"/>
                  </a:cubicBezTo>
                  <a:cubicBezTo>
                    <a:pt x="4905" y="3989"/>
                    <a:pt x="5109" y="3580"/>
                    <a:pt x="5207" y="3171"/>
                  </a:cubicBezTo>
                  <a:lnTo>
                    <a:pt x="5207" y="3073"/>
                  </a:lnTo>
                  <a:lnTo>
                    <a:pt x="5207" y="2967"/>
                  </a:lnTo>
                  <a:lnTo>
                    <a:pt x="5207" y="2869"/>
                  </a:lnTo>
                  <a:lnTo>
                    <a:pt x="5207" y="2665"/>
                  </a:lnTo>
                  <a:lnTo>
                    <a:pt x="5207" y="2558"/>
                  </a:lnTo>
                  <a:lnTo>
                    <a:pt x="5207" y="2354"/>
                  </a:lnTo>
                  <a:lnTo>
                    <a:pt x="5207" y="2256"/>
                  </a:lnTo>
                  <a:lnTo>
                    <a:pt x="5207" y="2150"/>
                  </a:lnTo>
                  <a:lnTo>
                    <a:pt x="5207" y="2052"/>
                  </a:lnTo>
                  <a:cubicBezTo>
                    <a:pt x="5207" y="1945"/>
                    <a:pt x="5109" y="1945"/>
                    <a:pt x="5109" y="1847"/>
                  </a:cubicBezTo>
                  <a:lnTo>
                    <a:pt x="5109" y="1741"/>
                  </a:lnTo>
                  <a:lnTo>
                    <a:pt x="5109" y="1643"/>
                  </a:lnTo>
                  <a:cubicBezTo>
                    <a:pt x="5003" y="1643"/>
                    <a:pt x="5003" y="1537"/>
                    <a:pt x="5003" y="1537"/>
                  </a:cubicBezTo>
                  <a:lnTo>
                    <a:pt x="5003" y="1439"/>
                  </a:lnTo>
                  <a:cubicBezTo>
                    <a:pt x="4905" y="1439"/>
                    <a:pt x="4905" y="1332"/>
                    <a:pt x="4905" y="1332"/>
                  </a:cubicBezTo>
                  <a:cubicBezTo>
                    <a:pt x="4496" y="621"/>
                    <a:pt x="3777" y="106"/>
                    <a:pt x="2861" y="8"/>
                  </a:cubicBezTo>
                  <a:cubicBezTo>
                    <a:pt x="2792" y="3"/>
                    <a:pt x="2722" y="0"/>
                    <a:pt x="2653"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1" name="Google Shape;1701;p34"/>
            <p:cNvSpPr/>
            <p:nvPr/>
          </p:nvSpPr>
          <p:spPr>
            <a:xfrm>
              <a:off x="2197975" y="6115813"/>
              <a:ext cx="150825" cy="129975"/>
            </a:xfrm>
            <a:custGeom>
              <a:rect b="b" l="l" r="r" t="t"/>
              <a:pathLst>
                <a:path extrusionOk="0" h="5199" w="6033">
                  <a:moveTo>
                    <a:pt x="3045" y="1"/>
                  </a:moveTo>
                  <a:cubicBezTo>
                    <a:pt x="2632" y="1"/>
                    <a:pt x="2216" y="105"/>
                    <a:pt x="1839" y="327"/>
                  </a:cubicBezTo>
                  <a:cubicBezTo>
                    <a:pt x="515" y="940"/>
                    <a:pt x="0" y="2574"/>
                    <a:pt x="719" y="3800"/>
                  </a:cubicBezTo>
                  <a:cubicBezTo>
                    <a:pt x="1146" y="4721"/>
                    <a:pt x="2065" y="5199"/>
                    <a:pt x="2998" y="5199"/>
                  </a:cubicBezTo>
                  <a:cubicBezTo>
                    <a:pt x="3408" y="5199"/>
                    <a:pt x="3819" y="5107"/>
                    <a:pt x="4193" y="4920"/>
                  </a:cubicBezTo>
                  <a:cubicBezTo>
                    <a:pt x="5517" y="4209"/>
                    <a:pt x="6032" y="2672"/>
                    <a:pt x="5313" y="1446"/>
                  </a:cubicBezTo>
                  <a:cubicBezTo>
                    <a:pt x="4888" y="530"/>
                    <a:pt x="3974" y="1"/>
                    <a:pt x="3045" y="1"/>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2" name="Google Shape;1702;p34"/>
            <p:cNvSpPr/>
            <p:nvPr/>
          </p:nvSpPr>
          <p:spPr>
            <a:xfrm>
              <a:off x="2231275" y="6123963"/>
              <a:ext cx="117525" cy="122175"/>
            </a:xfrm>
            <a:custGeom>
              <a:rect b="b" l="l" r="r" t="t"/>
              <a:pathLst>
                <a:path extrusionOk="0" h="4887" w="4701">
                  <a:moveTo>
                    <a:pt x="2861" y="1"/>
                  </a:moveTo>
                  <a:lnTo>
                    <a:pt x="2861" y="1"/>
                  </a:lnTo>
                  <a:cubicBezTo>
                    <a:pt x="3163" y="205"/>
                    <a:pt x="3368" y="409"/>
                    <a:pt x="3474" y="712"/>
                  </a:cubicBezTo>
                  <a:cubicBezTo>
                    <a:pt x="4185" y="2044"/>
                    <a:pt x="3678" y="3572"/>
                    <a:pt x="2452" y="4292"/>
                  </a:cubicBezTo>
                  <a:cubicBezTo>
                    <a:pt x="2044" y="4496"/>
                    <a:pt x="1609" y="4598"/>
                    <a:pt x="1187" y="4598"/>
                  </a:cubicBezTo>
                  <a:cubicBezTo>
                    <a:pt x="765" y="4598"/>
                    <a:pt x="356" y="4496"/>
                    <a:pt x="0" y="4292"/>
                  </a:cubicBezTo>
                  <a:lnTo>
                    <a:pt x="0" y="4292"/>
                  </a:lnTo>
                  <a:cubicBezTo>
                    <a:pt x="498" y="4665"/>
                    <a:pt x="1108" y="4887"/>
                    <a:pt x="1718" y="4887"/>
                  </a:cubicBezTo>
                  <a:cubicBezTo>
                    <a:pt x="2109" y="4887"/>
                    <a:pt x="2500" y="4795"/>
                    <a:pt x="2861" y="4594"/>
                  </a:cubicBezTo>
                  <a:cubicBezTo>
                    <a:pt x="4185" y="3883"/>
                    <a:pt x="4700" y="2346"/>
                    <a:pt x="3981" y="1120"/>
                  </a:cubicBezTo>
                  <a:cubicBezTo>
                    <a:pt x="3777" y="614"/>
                    <a:pt x="3368" y="205"/>
                    <a:pt x="2861" y="1"/>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3" name="Google Shape;1703;p34"/>
            <p:cNvSpPr/>
            <p:nvPr/>
          </p:nvSpPr>
          <p:spPr>
            <a:xfrm>
              <a:off x="2215950" y="6151963"/>
              <a:ext cx="117525" cy="66425"/>
            </a:xfrm>
            <a:custGeom>
              <a:rect b="b" l="l" r="r" t="t"/>
              <a:pathLst>
                <a:path extrusionOk="0" h="2657" w="4701">
                  <a:moveTo>
                    <a:pt x="4594" y="0"/>
                  </a:moveTo>
                  <a:lnTo>
                    <a:pt x="0" y="2354"/>
                  </a:lnTo>
                  <a:lnTo>
                    <a:pt x="0" y="2452"/>
                  </a:lnTo>
                  <a:lnTo>
                    <a:pt x="205" y="2657"/>
                  </a:lnTo>
                  <a:lnTo>
                    <a:pt x="4700" y="311"/>
                  </a:lnTo>
                  <a:lnTo>
                    <a:pt x="4700" y="0"/>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4" name="Google Shape;1704;p34"/>
            <p:cNvSpPr/>
            <p:nvPr/>
          </p:nvSpPr>
          <p:spPr>
            <a:xfrm>
              <a:off x="2213300" y="6146863"/>
              <a:ext cx="120175" cy="69075"/>
            </a:xfrm>
            <a:custGeom>
              <a:rect b="b" l="l" r="r" t="t"/>
              <a:pathLst>
                <a:path extrusionOk="0" h="2763" w="4807">
                  <a:moveTo>
                    <a:pt x="4602" y="0"/>
                  </a:moveTo>
                  <a:lnTo>
                    <a:pt x="0" y="2452"/>
                  </a:lnTo>
                  <a:lnTo>
                    <a:pt x="106" y="2558"/>
                  </a:lnTo>
                  <a:cubicBezTo>
                    <a:pt x="106" y="2656"/>
                    <a:pt x="106" y="2656"/>
                    <a:pt x="204" y="2763"/>
                  </a:cubicBezTo>
                  <a:lnTo>
                    <a:pt x="4806" y="311"/>
                  </a:lnTo>
                  <a:lnTo>
                    <a:pt x="4700" y="204"/>
                  </a:lnTo>
                  <a:cubicBezTo>
                    <a:pt x="4700" y="106"/>
                    <a:pt x="4700" y="106"/>
                    <a:pt x="4602" y="0"/>
                  </a:cubicBez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5" name="Google Shape;1705;p34"/>
            <p:cNvSpPr/>
            <p:nvPr/>
          </p:nvSpPr>
          <p:spPr>
            <a:xfrm>
              <a:off x="2376750" y="6036913"/>
              <a:ext cx="130400" cy="130400"/>
            </a:xfrm>
            <a:custGeom>
              <a:rect b="b" l="l" r="r" t="t"/>
              <a:pathLst>
                <a:path extrusionOk="0" h="5216" w="5216">
                  <a:moveTo>
                    <a:pt x="2654" y="1"/>
                  </a:moveTo>
                  <a:cubicBezTo>
                    <a:pt x="1411" y="1"/>
                    <a:pt x="295" y="896"/>
                    <a:pt x="1" y="2150"/>
                  </a:cubicBezTo>
                  <a:lnTo>
                    <a:pt x="1" y="2355"/>
                  </a:lnTo>
                  <a:lnTo>
                    <a:pt x="1" y="2461"/>
                  </a:lnTo>
                  <a:lnTo>
                    <a:pt x="1" y="2559"/>
                  </a:lnTo>
                  <a:lnTo>
                    <a:pt x="1" y="2665"/>
                  </a:lnTo>
                  <a:cubicBezTo>
                    <a:pt x="1" y="2968"/>
                    <a:pt x="107" y="3172"/>
                    <a:pt x="107" y="3376"/>
                  </a:cubicBezTo>
                  <a:cubicBezTo>
                    <a:pt x="205" y="3483"/>
                    <a:pt x="205" y="3581"/>
                    <a:pt x="205" y="3581"/>
                  </a:cubicBezTo>
                  <a:lnTo>
                    <a:pt x="205" y="3687"/>
                  </a:lnTo>
                  <a:cubicBezTo>
                    <a:pt x="311" y="3687"/>
                    <a:pt x="311" y="3785"/>
                    <a:pt x="311" y="3785"/>
                  </a:cubicBezTo>
                  <a:lnTo>
                    <a:pt x="311" y="3891"/>
                  </a:lnTo>
                  <a:cubicBezTo>
                    <a:pt x="410" y="3891"/>
                    <a:pt x="410" y="3989"/>
                    <a:pt x="410" y="4096"/>
                  </a:cubicBezTo>
                  <a:lnTo>
                    <a:pt x="516" y="4096"/>
                  </a:lnTo>
                  <a:cubicBezTo>
                    <a:pt x="516" y="4096"/>
                    <a:pt x="516" y="4194"/>
                    <a:pt x="614" y="4194"/>
                  </a:cubicBezTo>
                  <a:lnTo>
                    <a:pt x="614" y="4300"/>
                  </a:lnTo>
                  <a:cubicBezTo>
                    <a:pt x="720" y="4300"/>
                    <a:pt x="720" y="4398"/>
                    <a:pt x="720" y="4398"/>
                  </a:cubicBezTo>
                  <a:lnTo>
                    <a:pt x="818" y="4504"/>
                  </a:lnTo>
                  <a:lnTo>
                    <a:pt x="924" y="4602"/>
                  </a:lnTo>
                  <a:cubicBezTo>
                    <a:pt x="1023" y="4709"/>
                    <a:pt x="1129" y="4709"/>
                    <a:pt x="1129" y="4709"/>
                  </a:cubicBezTo>
                  <a:cubicBezTo>
                    <a:pt x="1129" y="4807"/>
                    <a:pt x="1227" y="4807"/>
                    <a:pt x="1227" y="4807"/>
                  </a:cubicBezTo>
                  <a:cubicBezTo>
                    <a:pt x="1227" y="4807"/>
                    <a:pt x="1333" y="4807"/>
                    <a:pt x="1333" y="4913"/>
                  </a:cubicBezTo>
                  <a:lnTo>
                    <a:pt x="1431" y="4913"/>
                  </a:lnTo>
                  <a:cubicBezTo>
                    <a:pt x="1431" y="4913"/>
                    <a:pt x="1537" y="5011"/>
                    <a:pt x="1636" y="5011"/>
                  </a:cubicBezTo>
                  <a:cubicBezTo>
                    <a:pt x="1636" y="5011"/>
                    <a:pt x="1742" y="5117"/>
                    <a:pt x="1840" y="5117"/>
                  </a:cubicBezTo>
                  <a:lnTo>
                    <a:pt x="2150" y="5117"/>
                  </a:lnTo>
                  <a:cubicBezTo>
                    <a:pt x="2249" y="5215"/>
                    <a:pt x="2249" y="5215"/>
                    <a:pt x="2355" y="5215"/>
                  </a:cubicBezTo>
                  <a:cubicBezTo>
                    <a:pt x="2862" y="5215"/>
                    <a:pt x="3270" y="5215"/>
                    <a:pt x="3679" y="5011"/>
                  </a:cubicBezTo>
                  <a:cubicBezTo>
                    <a:pt x="3679" y="5011"/>
                    <a:pt x="3785" y="4913"/>
                    <a:pt x="3883" y="4913"/>
                  </a:cubicBezTo>
                  <a:cubicBezTo>
                    <a:pt x="3883" y="4807"/>
                    <a:pt x="3989" y="4807"/>
                    <a:pt x="4088" y="4807"/>
                  </a:cubicBezTo>
                  <a:lnTo>
                    <a:pt x="4292" y="4602"/>
                  </a:lnTo>
                  <a:lnTo>
                    <a:pt x="4602" y="4300"/>
                  </a:lnTo>
                  <a:cubicBezTo>
                    <a:pt x="4905" y="3989"/>
                    <a:pt x="5011" y="3581"/>
                    <a:pt x="5109" y="3172"/>
                  </a:cubicBezTo>
                  <a:lnTo>
                    <a:pt x="5215" y="3074"/>
                  </a:lnTo>
                  <a:lnTo>
                    <a:pt x="5215" y="2968"/>
                  </a:lnTo>
                  <a:lnTo>
                    <a:pt x="5215" y="2870"/>
                  </a:lnTo>
                  <a:lnTo>
                    <a:pt x="5215" y="2665"/>
                  </a:lnTo>
                  <a:lnTo>
                    <a:pt x="5215" y="2559"/>
                  </a:lnTo>
                  <a:lnTo>
                    <a:pt x="5215" y="2355"/>
                  </a:lnTo>
                  <a:lnTo>
                    <a:pt x="5215" y="2257"/>
                  </a:lnTo>
                  <a:lnTo>
                    <a:pt x="5215" y="2150"/>
                  </a:lnTo>
                  <a:lnTo>
                    <a:pt x="5109" y="2052"/>
                  </a:lnTo>
                  <a:lnTo>
                    <a:pt x="5109" y="1848"/>
                  </a:lnTo>
                  <a:lnTo>
                    <a:pt x="5109" y="1742"/>
                  </a:lnTo>
                  <a:cubicBezTo>
                    <a:pt x="5011" y="1742"/>
                    <a:pt x="5011" y="1644"/>
                    <a:pt x="5011" y="1644"/>
                  </a:cubicBezTo>
                  <a:lnTo>
                    <a:pt x="5011" y="1537"/>
                  </a:lnTo>
                  <a:lnTo>
                    <a:pt x="4905" y="1439"/>
                  </a:lnTo>
                  <a:lnTo>
                    <a:pt x="4905" y="1333"/>
                  </a:lnTo>
                  <a:cubicBezTo>
                    <a:pt x="4496" y="622"/>
                    <a:pt x="3679" y="107"/>
                    <a:pt x="2862" y="9"/>
                  </a:cubicBezTo>
                  <a:cubicBezTo>
                    <a:pt x="2792" y="3"/>
                    <a:pt x="2723" y="1"/>
                    <a:pt x="2654" y="1"/>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6" name="Google Shape;1706;p34"/>
            <p:cNvSpPr/>
            <p:nvPr/>
          </p:nvSpPr>
          <p:spPr>
            <a:xfrm>
              <a:off x="2353875" y="6034013"/>
              <a:ext cx="148175" cy="130050"/>
            </a:xfrm>
            <a:custGeom>
              <a:rect b="b" l="l" r="r" t="t"/>
              <a:pathLst>
                <a:path extrusionOk="0" h="5202" w="5927">
                  <a:moveTo>
                    <a:pt x="3007" y="1"/>
                  </a:moveTo>
                  <a:cubicBezTo>
                    <a:pt x="2584" y="1"/>
                    <a:pt x="2149" y="105"/>
                    <a:pt x="1733" y="329"/>
                  </a:cubicBezTo>
                  <a:cubicBezTo>
                    <a:pt x="507" y="942"/>
                    <a:pt x="0" y="2577"/>
                    <a:pt x="712" y="3803"/>
                  </a:cubicBezTo>
                  <a:cubicBezTo>
                    <a:pt x="1138" y="4723"/>
                    <a:pt x="2010" y="5202"/>
                    <a:pt x="2947" y="5202"/>
                  </a:cubicBezTo>
                  <a:cubicBezTo>
                    <a:pt x="3358" y="5202"/>
                    <a:pt x="3782" y="5110"/>
                    <a:pt x="4185" y="4923"/>
                  </a:cubicBezTo>
                  <a:cubicBezTo>
                    <a:pt x="5411" y="4212"/>
                    <a:pt x="5926" y="2675"/>
                    <a:pt x="5313" y="1351"/>
                  </a:cubicBezTo>
                  <a:cubicBezTo>
                    <a:pt x="4818" y="508"/>
                    <a:pt x="3940" y="1"/>
                    <a:pt x="3007" y="1"/>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7" name="Google Shape;1707;p34"/>
            <p:cNvSpPr/>
            <p:nvPr/>
          </p:nvSpPr>
          <p:spPr>
            <a:xfrm>
              <a:off x="2386975" y="6042238"/>
              <a:ext cx="115075" cy="122175"/>
            </a:xfrm>
            <a:custGeom>
              <a:rect b="b" l="l" r="r" t="t"/>
              <a:pathLst>
                <a:path extrusionOk="0" h="4887" w="4603">
                  <a:moveTo>
                    <a:pt x="2861" y="0"/>
                  </a:moveTo>
                  <a:cubicBezTo>
                    <a:pt x="3066" y="205"/>
                    <a:pt x="3270" y="409"/>
                    <a:pt x="3474" y="711"/>
                  </a:cubicBezTo>
                  <a:cubicBezTo>
                    <a:pt x="4193" y="2044"/>
                    <a:pt x="3679" y="3572"/>
                    <a:pt x="2354" y="4291"/>
                  </a:cubicBezTo>
                  <a:cubicBezTo>
                    <a:pt x="2021" y="4481"/>
                    <a:pt x="1646" y="4559"/>
                    <a:pt x="1268" y="4559"/>
                  </a:cubicBezTo>
                  <a:cubicBezTo>
                    <a:pt x="829" y="4559"/>
                    <a:pt x="387" y="4454"/>
                    <a:pt x="1" y="4291"/>
                  </a:cubicBezTo>
                  <a:lnTo>
                    <a:pt x="1" y="4291"/>
                  </a:lnTo>
                  <a:cubicBezTo>
                    <a:pt x="498" y="4665"/>
                    <a:pt x="1111" y="4886"/>
                    <a:pt x="1721" y="4886"/>
                  </a:cubicBezTo>
                  <a:cubicBezTo>
                    <a:pt x="2113" y="4886"/>
                    <a:pt x="2503" y="4795"/>
                    <a:pt x="2861" y="4594"/>
                  </a:cubicBezTo>
                  <a:cubicBezTo>
                    <a:pt x="4087" y="3883"/>
                    <a:pt x="4602" y="2346"/>
                    <a:pt x="3989" y="1022"/>
                  </a:cubicBezTo>
                  <a:cubicBezTo>
                    <a:pt x="3679" y="613"/>
                    <a:pt x="3270" y="205"/>
                    <a:pt x="2861"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8" name="Google Shape;1708;p34"/>
            <p:cNvSpPr/>
            <p:nvPr/>
          </p:nvSpPr>
          <p:spPr>
            <a:xfrm>
              <a:off x="2371650" y="6070238"/>
              <a:ext cx="117525" cy="66425"/>
            </a:xfrm>
            <a:custGeom>
              <a:rect b="b" l="l" r="r" t="t"/>
              <a:pathLst>
                <a:path extrusionOk="0" h="2657" w="4701">
                  <a:moveTo>
                    <a:pt x="4602" y="0"/>
                  </a:moveTo>
                  <a:lnTo>
                    <a:pt x="1" y="2354"/>
                  </a:lnTo>
                  <a:lnTo>
                    <a:pt x="1" y="2452"/>
                  </a:lnTo>
                  <a:cubicBezTo>
                    <a:pt x="1" y="2558"/>
                    <a:pt x="107" y="2558"/>
                    <a:pt x="107" y="2656"/>
                  </a:cubicBezTo>
                  <a:lnTo>
                    <a:pt x="4700" y="311"/>
                  </a:lnTo>
                  <a:cubicBezTo>
                    <a:pt x="4700" y="204"/>
                    <a:pt x="4700" y="106"/>
                    <a:pt x="4602"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9" name="Google Shape;1709;p34"/>
            <p:cNvSpPr/>
            <p:nvPr/>
          </p:nvSpPr>
          <p:spPr>
            <a:xfrm>
              <a:off x="2369200" y="6065113"/>
              <a:ext cx="117525" cy="69100"/>
            </a:xfrm>
            <a:custGeom>
              <a:rect b="b" l="l" r="r" t="t"/>
              <a:pathLst>
                <a:path extrusionOk="0" h="2764" w="4701">
                  <a:moveTo>
                    <a:pt x="4594" y="1"/>
                  </a:moveTo>
                  <a:lnTo>
                    <a:pt x="0" y="2453"/>
                  </a:lnTo>
                  <a:cubicBezTo>
                    <a:pt x="0" y="2453"/>
                    <a:pt x="0" y="2559"/>
                    <a:pt x="99" y="2559"/>
                  </a:cubicBezTo>
                  <a:lnTo>
                    <a:pt x="99" y="2763"/>
                  </a:lnTo>
                  <a:lnTo>
                    <a:pt x="4700" y="311"/>
                  </a:lnTo>
                  <a:lnTo>
                    <a:pt x="4700" y="107"/>
                  </a:lnTo>
                  <a:cubicBezTo>
                    <a:pt x="4700" y="107"/>
                    <a:pt x="4594" y="107"/>
                    <a:pt x="4594" y="1"/>
                  </a:cubicBez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0" name="Google Shape;1710;p34"/>
            <p:cNvSpPr/>
            <p:nvPr/>
          </p:nvSpPr>
          <p:spPr>
            <a:xfrm>
              <a:off x="1832825" y="6506888"/>
              <a:ext cx="130175" cy="130400"/>
            </a:xfrm>
            <a:custGeom>
              <a:rect b="b" l="l" r="r" t="t"/>
              <a:pathLst>
                <a:path extrusionOk="0" h="5216" w="5207">
                  <a:moveTo>
                    <a:pt x="2652" y="0"/>
                  </a:moveTo>
                  <a:cubicBezTo>
                    <a:pt x="1403" y="0"/>
                    <a:pt x="292" y="896"/>
                    <a:pt x="98" y="2150"/>
                  </a:cubicBezTo>
                  <a:lnTo>
                    <a:pt x="0" y="2150"/>
                  </a:lnTo>
                  <a:lnTo>
                    <a:pt x="0" y="2355"/>
                  </a:lnTo>
                  <a:lnTo>
                    <a:pt x="0" y="2461"/>
                  </a:lnTo>
                  <a:lnTo>
                    <a:pt x="0" y="2559"/>
                  </a:lnTo>
                  <a:lnTo>
                    <a:pt x="0" y="2665"/>
                  </a:lnTo>
                  <a:cubicBezTo>
                    <a:pt x="0" y="2968"/>
                    <a:pt x="98" y="3172"/>
                    <a:pt x="98" y="3376"/>
                  </a:cubicBezTo>
                  <a:cubicBezTo>
                    <a:pt x="205" y="3482"/>
                    <a:pt x="205" y="3581"/>
                    <a:pt x="205" y="3581"/>
                  </a:cubicBezTo>
                  <a:lnTo>
                    <a:pt x="205" y="3687"/>
                  </a:lnTo>
                  <a:cubicBezTo>
                    <a:pt x="303" y="3687"/>
                    <a:pt x="303" y="3785"/>
                    <a:pt x="303" y="3785"/>
                  </a:cubicBezTo>
                  <a:lnTo>
                    <a:pt x="303" y="3891"/>
                  </a:lnTo>
                  <a:lnTo>
                    <a:pt x="507" y="4095"/>
                  </a:lnTo>
                  <a:cubicBezTo>
                    <a:pt x="507" y="4095"/>
                    <a:pt x="507" y="4194"/>
                    <a:pt x="613" y="4300"/>
                  </a:cubicBezTo>
                  <a:cubicBezTo>
                    <a:pt x="711" y="4300"/>
                    <a:pt x="711" y="4398"/>
                    <a:pt x="711" y="4398"/>
                  </a:cubicBezTo>
                  <a:cubicBezTo>
                    <a:pt x="818" y="4398"/>
                    <a:pt x="818" y="4504"/>
                    <a:pt x="818" y="4504"/>
                  </a:cubicBezTo>
                  <a:lnTo>
                    <a:pt x="916" y="4602"/>
                  </a:lnTo>
                  <a:lnTo>
                    <a:pt x="1022" y="4602"/>
                  </a:lnTo>
                  <a:cubicBezTo>
                    <a:pt x="1022" y="4708"/>
                    <a:pt x="1120" y="4708"/>
                    <a:pt x="1120" y="4807"/>
                  </a:cubicBezTo>
                  <a:lnTo>
                    <a:pt x="1226" y="4807"/>
                  </a:lnTo>
                  <a:cubicBezTo>
                    <a:pt x="1226" y="4807"/>
                    <a:pt x="1324" y="4807"/>
                    <a:pt x="1324" y="4913"/>
                  </a:cubicBezTo>
                  <a:lnTo>
                    <a:pt x="1431" y="4913"/>
                  </a:lnTo>
                  <a:cubicBezTo>
                    <a:pt x="1431" y="4913"/>
                    <a:pt x="1529" y="5011"/>
                    <a:pt x="1635" y="5011"/>
                  </a:cubicBezTo>
                  <a:cubicBezTo>
                    <a:pt x="1733" y="5011"/>
                    <a:pt x="1733" y="5117"/>
                    <a:pt x="1839" y="5117"/>
                  </a:cubicBezTo>
                  <a:lnTo>
                    <a:pt x="2044" y="5117"/>
                  </a:lnTo>
                  <a:cubicBezTo>
                    <a:pt x="2044" y="5117"/>
                    <a:pt x="2142" y="5117"/>
                    <a:pt x="2142" y="5215"/>
                  </a:cubicBezTo>
                  <a:lnTo>
                    <a:pt x="2346" y="5215"/>
                  </a:lnTo>
                  <a:cubicBezTo>
                    <a:pt x="2861" y="5215"/>
                    <a:pt x="3270" y="5215"/>
                    <a:pt x="3678" y="5011"/>
                  </a:cubicBezTo>
                  <a:cubicBezTo>
                    <a:pt x="3678" y="5011"/>
                    <a:pt x="3776" y="4913"/>
                    <a:pt x="3883" y="4913"/>
                  </a:cubicBezTo>
                  <a:cubicBezTo>
                    <a:pt x="3981" y="4807"/>
                    <a:pt x="3981" y="4807"/>
                    <a:pt x="4087" y="4807"/>
                  </a:cubicBezTo>
                  <a:lnTo>
                    <a:pt x="4291" y="4602"/>
                  </a:lnTo>
                  <a:lnTo>
                    <a:pt x="4594" y="4300"/>
                  </a:lnTo>
                  <a:cubicBezTo>
                    <a:pt x="4904" y="3989"/>
                    <a:pt x="5109" y="3581"/>
                    <a:pt x="5109" y="3172"/>
                  </a:cubicBezTo>
                  <a:lnTo>
                    <a:pt x="5207" y="3172"/>
                  </a:lnTo>
                  <a:lnTo>
                    <a:pt x="5207" y="3074"/>
                  </a:lnTo>
                  <a:lnTo>
                    <a:pt x="5207" y="2968"/>
                  </a:lnTo>
                  <a:lnTo>
                    <a:pt x="5207" y="2869"/>
                  </a:lnTo>
                  <a:lnTo>
                    <a:pt x="5207" y="2665"/>
                  </a:lnTo>
                  <a:lnTo>
                    <a:pt x="5207" y="2559"/>
                  </a:lnTo>
                  <a:lnTo>
                    <a:pt x="5207" y="2355"/>
                  </a:lnTo>
                  <a:lnTo>
                    <a:pt x="5207" y="2256"/>
                  </a:lnTo>
                  <a:lnTo>
                    <a:pt x="5207" y="2150"/>
                  </a:lnTo>
                  <a:lnTo>
                    <a:pt x="5207" y="2052"/>
                  </a:lnTo>
                  <a:cubicBezTo>
                    <a:pt x="5109" y="1946"/>
                    <a:pt x="5109" y="1946"/>
                    <a:pt x="5109" y="1848"/>
                  </a:cubicBezTo>
                  <a:lnTo>
                    <a:pt x="5109" y="1742"/>
                  </a:lnTo>
                  <a:lnTo>
                    <a:pt x="5002" y="1643"/>
                  </a:lnTo>
                  <a:lnTo>
                    <a:pt x="5002" y="1537"/>
                  </a:lnTo>
                  <a:lnTo>
                    <a:pt x="4904" y="1439"/>
                  </a:lnTo>
                  <a:lnTo>
                    <a:pt x="4904" y="1333"/>
                  </a:lnTo>
                  <a:cubicBezTo>
                    <a:pt x="4496" y="622"/>
                    <a:pt x="3776" y="107"/>
                    <a:pt x="2861" y="9"/>
                  </a:cubicBezTo>
                  <a:cubicBezTo>
                    <a:pt x="2791" y="3"/>
                    <a:pt x="2722" y="0"/>
                    <a:pt x="2652"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1" name="Google Shape;1711;p34"/>
            <p:cNvSpPr/>
            <p:nvPr/>
          </p:nvSpPr>
          <p:spPr>
            <a:xfrm>
              <a:off x="1809725" y="6504063"/>
              <a:ext cx="148175" cy="129975"/>
            </a:xfrm>
            <a:custGeom>
              <a:rect b="b" l="l" r="r" t="t"/>
              <a:pathLst>
                <a:path extrusionOk="0" h="5199" w="5927">
                  <a:moveTo>
                    <a:pt x="2994" y="0"/>
                  </a:moveTo>
                  <a:cubicBezTo>
                    <a:pt x="2577" y="0"/>
                    <a:pt x="2149" y="105"/>
                    <a:pt x="1742" y="326"/>
                  </a:cubicBezTo>
                  <a:cubicBezTo>
                    <a:pt x="516" y="939"/>
                    <a:pt x="1" y="2574"/>
                    <a:pt x="720" y="3800"/>
                  </a:cubicBezTo>
                  <a:cubicBezTo>
                    <a:pt x="1146" y="4720"/>
                    <a:pt x="2066" y="5198"/>
                    <a:pt x="2999" y="5198"/>
                  </a:cubicBezTo>
                  <a:cubicBezTo>
                    <a:pt x="3408" y="5198"/>
                    <a:pt x="3820" y="5106"/>
                    <a:pt x="4194" y="4920"/>
                  </a:cubicBezTo>
                  <a:cubicBezTo>
                    <a:pt x="5518" y="4208"/>
                    <a:pt x="5926" y="2672"/>
                    <a:pt x="5313" y="1446"/>
                  </a:cubicBezTo>
                  <a:cubicBezTo>
                    <a:pt x="4821" y="529"/>
                    <a:pt x="3933" y="0"/>
                    <a:pt x="2994" y="0"/>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2" name="Google Shape;1712;p34"/>
            <p:cNvSpPr/>
            <p:nvPr/>
          </p:nvSpPr>
          <p:spPr>
            <a:xfrm>
              <a:off x="1843025" y="6512213"/>
              <a:ext cx="114875" cy="122175"/>
            </a:xfrm>
            <a:custGeom>
              <a:rect b="b" l="l" r="r" t="t"/>
              <a:pathLst>
                <a:path extrusionOk="0" h="4887" w="4595">
                  <a:moveTo>
                    <a:pt x="2862" y="0"/>
                  </a:moveTo>
                  <a:lnTo>
                    <a:pt x="2862" y="0"/>
                  </a:lnTo>
                  <a:cubicBezTo>
                    <a:pt x="3066" y="204"/>
                    <a:pt x="3270" y="409"/>
                    <a:pt x="3475" y="711"/>
                  </a:cubicBezTo>
                  <a:cubicBezTo>
                    <a:pt x="4186" y="2043"/>
                    <a:pt x="3679" y="3572"/>
                    <a:pt x="2347" y="4291"/>
                  </a:cubicBezTo>
                  <a:cubicBezTo>
                    <a:pt x="1991" y="4495"/>
                    <a:pt x="1582" y="4598"/>
                    <a:pt x="1174" y="4598"/>
                  </a:cubicBezTo>
                  <a:cubicBezTo>
                    <a:pt x="765" y="4598"/>
                    <a:pt x="356" y="4495"/>
                    <a:pt x="1" y="4291"/>
                  </a:cubicBezTo>
                  <a:lnTo>
                    <a:pt x="1" y="4291"/>
                  </a:lnTo>
                  <a:cubicBezTo>
                    <a:pt x="499" y="4664"/>
                    <a:pt x="1109" y="4886"/>
                    <a:pt x="1718" y="4886"/>
                  </a:cubicBezTo>
                  <a:cubicBezTo>
                    <a:pt x="2109" y="4886"/>
                    <a:pt x="2501" y="4795"/>
                    <a:pt x="2862" y="4594"/>
                  </a:cubicBezTo>
                  <a:cubicBezTo>
                    <a:pt x="4186" y="3882"/>
                    <a:pt x="4594" y="2346"/>
                    <a:pt x="3981" y="1120"/>
                  </a:cubicBezTo>
                  <a:cubicBezTo>
                    <a:pt x="3679" y="613"/>
                    <a:pt x="3270" y="204"/>
                    <a:pt x="2862"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3" name="Google Shape;1713;p34"/>
            <p:cNvSpPr/>
            <p:nvPr/>
          </p:nvSpPr>
          <p:spPr>
            <a:xfrm>
              <a:off x="1827700" y="6540188"/>
              <a:ext cx="117525" cy="66450"/>
            </a:xfrm>
            <a:custGeom>
              <a:rect b="b" l="l" r="r" t="t"/>
              <a:pathLst>
                <a:path extrusionOk="0" h="2658" w="4701">
                  <a:moveTo>
                    <a:pt x="4594" y="1"/>
                  </a:moveTo>
                  <a:lnTo>
                    <a:pt x="1" y="2355"/>
                  </a:lnTo>
                  <a:lnTo>
                    <a:pt x="1" y="2453"/>
                  </a:lnTo>
                  <a:cubicBezTo>
                    <a:pt x="99" y="2559"/>
                    <a:pt x="99" y="2559"/>
                    <a:pt x="99" y="2657"/>
                  </a:cubicBezTo>
                  <a:lnTo>
                    <a:pt x="4701" y="311"/>
                  </a:lnTo>
                  <a:cubicBezTo>
                    <a:pt x="4701" y="205"/>
                    <a:pt x="4701" y="107"/>
                    <a:pt x="4594" y="1"/>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4" name="Google Shape;1714;p34"/>
            <p:cNvSpPr/>
            <p:nvPr/>
          </p:nvSpPr>
          <p:spPr>
            <a:xfrm>
              <a:off x="1825050" y="6535088"/>
              <a:ext cx="120175" cy="69100"/>
            </a:xfrm>
            <a:custGeom>
              <a:rect b="b" l="l" r="r" t="t"/>
              <a:pathLst>
                <a:path extrusionOk="0" h="2764" w="4807">
                  <a:moveTo>
                    <a:pt x="4602" y="1"/>
                  </a:moveTo>
                  <a:lnTo>
                    <a:pt x="1" y="2453"/>
                  </a:lnTo>
                  <a:cubicBezTo>
                    <a:pt x="1" y="2453"/>
                    <a:pt x="1" y="2559"/>
                    <a:pt x="107" y="2559"/>
                  </a:cubicBezTo>
                  <a:lnTo>
                    <a:pt x="107" y="2763"/>
                  </a:lnTo>
                  <a:lnTo>
                    <a:pt x="4807" y="311"/>
                  </a:lnTo>
                  <a:cubicBezTo>
                    <a:pt x="4700" y="311"/>
                    <a:pt x="4700" y="205"/>
                    <a:pt x="4700" y="205"/>
                  </a:cubicBezTo>
                  <a:cubicBezTo>
                    <a:pt x="4700" y="107"/>
                    <a:pt x="4602" y="107"/>
                    <a:pt x="4602" y="1"/>
                  </a:cubicBez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5" name="Google Shape;1715;p34"/>
            <p:cNvSpPr/>
            <p:nvPr/>
          </p:nvSpPr>
          <p:spPr>
            <a:xfrm>
              <a:off x="1988525" y="6425163"/>
              <a:ext cx="130400" cy="130375"/>
            </a:xfrm>
            <a:custGeom>
              <a:rect b="b" l="l" r="r" t="t"/>
              <a:pathLst>
                <a:path extrusionOk="0" h="5215" w="5216">
                  <a:moveTo>
                    <a:pt x="2638" y="0"/>
                  </a:moveTo>
                  <a:cubicBezTo>
                    <a:pt x="1305" y="0"/>
                    <a:pt x="194" y="895"/>
                    <a:pt x="0" y="2150"/>
                  </a:cubicBezTo>
                  <a:lnTo>
                    <a:pt x="0" y="2354"/>
                  </a:lnTo>
                  <a:lnTo>
                    <a:pt x="0" y="2460"/>
                  </a:lnTo>
                  <a:lnTo>
                    <a:pt x="0" y="2558"/>
                  </a:lnTo>
                  <a:lnTo>
                    <a:pt x="0" y="2665"/>
                  </a:lnTo>
                  <a:cubicBezTo>
                    <a:pt x="0" y="2967"/>
                    <a:pt x="0" y="3171"/>
                    <a:pt x="107" y="3376"/>
                  </a:cubicBezTo>
                  <a:cubicBezTo>
                    <a:pt x="107" y="3482"/>
                    <a:pt x="107" y="3580"/>
                    <a:pt x="205" y="3580"/>
                  </a:cubicBezTo>
                  <a:lnTo>
                    <a:pt x="205" y="3686"/>
                  </a:lnTo>
                  <a:cubicBezTo>
                    <a:pt x="205" y="3686"/>
                    <a:pt x="205" y="3785"/>
                    <a:pt x="311" y="3785"/>
                  </a:cubicBezTo>
                  <a:lnTo>
                    <a:pt x="311" y="3891"/>
                  </a:lnTo>
                  <a:cubicBezTo>
                    <a:pt x="311" y="3989"/>
                    <a:pt x="409" y="3989"/>
                    <a:pt x="409" y="4095"/>
                  </a:cubicBezTo>
                  <a:cubicBezTo>
                    <a:pt x="515" y="4095"/>
                    <a:pt x="515" y="4193"/>
                    <a:pt x="515" y="4193"/>
                  </a:cubicBezTo>
                  <a:lnTo>
                    <a:pt x="613" y="4299"/>
                  </a:lnTo>
                  <a:lnTo>
                    <a:pt x="720" y="4398"/>
                  </a:lnTo>
                  <a:lnTo>
                    <a:pt x="720" y="4504"/>
                  </a:lnTo>
                  <a:cubicBezTo>
                    <a:pt x="818" y="4504"/>
                    <a:pt x="818" y="4602"/>
                    <a:pt x="924" y="4602"/>
                  </a:cubicBezTo>
                  <a:cubicBezTo>
                    <a:pt x="1022" y="4708"/>
                    <a:pt x="1022" y="4708"/>
                    <a:pt x="1128" y="4708"/>
                  </a:cubicBezTo>
                  <a:lnTo>
                    <a:pt x="1128" y="4806"/>
                  </a:lnTo>
                  <a:cubicBezTo>
                    <a:pt x="1226" y="4806"/>
                    <a:pt x="1226" y="4806"/>
                    <a:pt x="1333" y="4912"/>
                  </a:cubicBezTo>
                  <a:cubicBezTo>
                    <a:pt x="1431" y="4912"/>
                    <a:pt x="1537" y="5011"/>
                    <a:pt x="1537" y="5011"/>
                  </a:cubicBezTo>
                  <a:cubicBezTo>
                    <a:pt x="1635" y="5011"/>
                    <a:pt x="1741" y="5117"/>
                    <a:pt x="1839" y="5117"/>
                  </a:cubicBezTo>
                  <a:lnTo>
                    <a:pt x="2150" y="5117"/>
                  </a:lnTo>
                  <a:cubicBezTo>
                    <a:pt x="2150" y="5215"/>
                    <a:pt x="2248" y="5215"/>
                    <a:pt x="2354" y="5215"/>
                  </a:cubicBezTo>
                  <a:cubicBezTo>
                    <a:pt x="2763" y="5215"/>
                    <a:pt x="3172" y="5215"/>
                    <a:pt x="3580" y="5011"/>
                  </a:cubicBezTo>
                  <a:cubicBezTo>
                    <a:pt x="3678" y="5011"/>
                    <a:pt x="3785" y="4912"/>
                    <a:pt x="3785" y="4912"/>
                  </a:cubicBezTo>
                  <a:cubicBezTo>
                    <a:pt x="3883" y="4806"/>
                    <a:pt x="3989" y="4806"/>
                    <a:pt x="4087" y="4806"/>
                  </a:cubicBezTo>
                  <a:cubicBezTo>
                    <a:pt x="4087" y="4708"/>
                    <a:pt x="4193" y="4708"/>
                    <a:pt x="4193" y="4602"/>
                  </a:cubicBezTo>
                  <a:cubicBezTo>
                    <a:pt x="4398" y="4504"/>
                    <a:pt x="4496" y="4398"/>
                    <a:pt x="4602" y="4299"/>
                  </a:cubicBezTo>
                  <a:cubicBezTo>
                    <a:pt x="4806" y="3989"/>
                    <a:pt x="5011" y="3580"/>
                    <a:pt x="5109" y="3171"/>
                  </a:cubicBezTo>
                  <a:lnTo>
                    <a:pt x="5109" y="3073"/>
                  </a:lnTo>
                  <a:lnTo>
                    <a:pt x="5109" y="2967"/>
                  </a:lnTo>
                  <a:lnTo>
                    <a:pt x="5215" y="2967"/>
                  </a:lnTo>
                  <a:lnTo>
                    <a:pt x="5215" y="2869"/>
                  </a:lnTo>
                  <a:lnTo>
                    <a:pt x="5215" y="2665"/>
                  </a:lnTo>
                  <a:lnTo>
                    <a:pt x="5215" y="2558"/>
                  </a:lnTo>
                  <a:lnTo>
                    <a:pt x="5215" y="2354"/>
                  </a:lnTo>
                  <a:lnTo>
                    <a:pt x="5215" y="2256"/>
                  </a:lnTo>
                  <a:cubicBezTo>
                    <a:pt x="5109" y="2256"/>
                    <a:pt x="5109" y="2150"/>
                    <a:pt x="5109" y="2150"/>
                  </a:cubicBezTo>
                  <a:lnTo>
                    <a:pt x="5109" y="2052"/>
                  </a:lnTo>
                  <a:lnTo>
                    <a:pt x="5109" y="1847"/>
                  </a:lnTo>
                  <a:lnTo>
                    <a:pt x="5011" y="1741"/>
                  </a:lnTo>
                  <a:lnTo>
                    <a:pt x="5011" y="1643"/>
                  </a:lnTo>
                  <a:cubicBezTo>
                    <a:pt x="5011" y="1643"/>
                    <a:pt x="5011" y="1537"/>
                    <a:pt x="4904" y="1537"/>
                  </a:cubicBezTo>
                  <a:lnTo>
                    <a:pt x="4904" y="1439"/>
                  </a:lnTo>
                  <a:cubicBezTo>
                    <a:pt x="4904" y="1439"/>
                    <a:pt x="4904" y="1332"/>
                    <a:pt x="4806" y="1332"/>
                  </a:cubicBezTo>
                  <a:cubicBezTo>
                    <a:pt x="4398" y="621"/>
                    <a:pt x="3678" y="106"/>
                    <a:pt x="2861" y="8"/>
                  </a:cubicBezTo>
                  <a:cubicBezTo>
                    <a:pt x="2786" y="3"/>
                    <a:pt x="2712" y="0"/>
                    <a:pt x="2638"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6" name="Google Shape;1716;p34"/>
            <p:cNvSpPr/>
            <p:nvPr/>
          </p:nvSpPr>
          <p:spPr>
            <a:xfrm>
              <a:off x="1965625" y="6422313"/>
              <a:ext cx="148175" cy="129975"/>
            </a:xfrm>
            <a:custGeom>
              <a:rect b="b" l="l" r="r" t="t"/>
              <a:pathLst>
                <a:path extrusionOk="0" h="5199" w="5927">
                  <a:moveTo>
                    <a:pt x="2987" y="1"/>
                  </a:moveTo>
                  <a:cubicBezTo>
                    <a:pt x="2572" y="1"/>
                    <a:pt x="2144" y="105"/>
                    <a:pt x="1734" y="327"/>
                  </a:cubicBezTo>
                  <a:cubicBezTo>
                    <a:pt x="508" y="940"/>
                    <a:pt x="1" y="2574"/>
                    <a:pt x="614" y="3800"/>
                  </a:cubicBezTo>
                  <a:cubicBezTo>
                    <a:pt x="1108" y="4721"/>
                    <a:pt x="2002" y="5199"/>
                    <a:pt x="2945" y="5199"/>
                  </a:cubicBezTo>
                  <a:cubicBezTo>
                    <a:pt x="3359" y="5199"/>
                    <a:pt x="3782" y="5107"/>
                    <a:pt x="4186" y="4920"/>
                  </a:cubicBezTo>
                  <a:cubicBezTo>
                    <a:pt x="5412" y="4209"/>
                    <a:pt x="5927" y="2672"/>
                    <a:pt x="5207" y="1446"/>
                  </a:cubicBezTo>
                  <a:cubicBezTo>
                    <a:pt x="4783" y="530"/>
                    <a:pt x="3920" y="1"/>
                    <a:pt x="2987" y="1"/>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7" name="Google Shape;1717;p34"/>
            <p:cNvSpPr/>
            <p:nvPr/>
          </p:nvSpPr>
          <p:spPr>
            <a:xfrm>
              <a:off x="1998750" y="6430463"/>
              <a:ext cx="115050" cy="122175"/>
            </a:xfrm>
            <a:custGeom>
              <a:rect b="b" l="l" r="r" t="t"/>
              <a:pathLst>
                <a:path extrusionOk="0" h="4887" w="4602">
                  <a:moveTo>
                    <a:pt x="2763" y="1"/>
                  </a:moveTo>
                  <a:lnTo>
                    <a:pt x="2763" y="1"/>
                  </a:lnTo>
                  <a:cubicBezTo>
                    <a:pt x="3065" y="205"/>
                    <a:pt x="3269" y="409"/>
                    <a:pt x="3474" y="712"/>
                  </a:cubicBezTo>
                  <a:cubicBezTo>
                    <a:pt x="4087" y="2044"/>
                    <a:pt x="3580" y="3573"/>
                    <a:pt x="2354" y="4292"/>
                  </a:cubicBezTo>
                  <a:cubicBezTo>
                    <a:pt x="1945" y="4496"/>
                    <a:pt x="1537" y="4598"/>
                    <a:pt x="1140" y="4598"/>
                  </a:cubicBezTo>
                  <a:cubicBezTo>
                    <a:pt x="744" y="4598"/>
                    <a:pt x="360" y="4496"/>
                    <a:pt x="0" y="4292"/>
                  </a:cubicBezTo>
                  <a:lnTo>
                    <a:pt x="0" y="4292"/>
                  </a:lnTo>
                  <a:cubicBezTo>
                    <a:pt x="438" y="4665"/>
                    <a:pt x="1025" y="4887"/>
                    <a:pt x="1647" y="4887"/>
                  </a:cubicBezTo>
                  <a:cubicBezTo>
                    <a:pt x="2047" y="4887"/>
                    <a:pt x="2461" y="4795"/>
                    <a:pt x="2861" y="4594"/>
                  </a:cubicBezTo>
                  <a:cubicBezTo>
                    <a:pt x="4087" y="3883"/>
                    <a:pt x="4602" y="2346"/>
                    <a:pt x="3882" y="1120"/>
                  </a:cubicBezTo>
                  <a:cubicBezTo>
                    <a:pt x="3678" y="614"/>
                    <a:pt x="3269" y="205"/>
                    <a:pt x="2763" y="1"/>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8" name="Google Shape;1718;p34"/>
            <p:cNvSpPr/>
            <p:nvPr/>
          </p:nvSpPr>
          <p:spPr>
            <a:xfrm>
              <a:off x="1980950" y="6458463"/>
              <a:ext cx="119975" cy="66425"/>
            </a:xfrm>
            <a:custGeom>
              <a:rect b="b" l="l" r="r" t="t"/>
              <a:pathLst>
                <a:path extrusionOk="0" h="2657" w="4799">
                  <a:moveTo>
                    <a:pt x="4594" y="0"/>
                  </a:moveTo>
                  <a:lnTo>
                    <a:pt x="1" y="2354"/>
                  </a:lnTo>
                  <a:lnTo>
                    <a:pt x="99" y="2453"/>
                  </a:lnTo>
                  <a:cubicBezTo>
                    <a:pt x="99" y="2559"/>
                    <a:pt x="205" y="2559"/>
                    <a:pt x="205" y="2657"/>
                  </a:cubicBezTo>
                  <a:lnTo>
                    <a:pt x="4799" y="311"/>
                  </a:lnTo>
                  <a:cubicBezTo>
                    <a:pt x="4799" y="205"/>
                    <a:pt x="4701" y="107"/>
                    <a:pt x="4701"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9" name="Google Shape;1719;p34"/>
            <p:cNvSpPr/>
            <p:nvPr/>
          </p:nvSpPr>
          <p:spPr>
            <a:xfrm>
              <a:off x="1980950" y="6453363"/>
              <a:ext cx="117525" cy="69075"/>
            </a:xfrm>
            <a:custGeom>
              <a:rect b="b" l="l" r="r" t="t"/>
              <a:pathLst>
                <a:path extrusionOk="0" h="2763" w="4701">
                  <a:moveTo>
                    <a:pt x="4594" y="0"/>
                  </a:moveTo>
                  <a:lnTo>
                    <a:pt x="1" y="2452"/>
                  </a:lnTo>
                  <a:lnTo>
                    <a:pt x="1" y="2558"/>
                  </a:lnTo>
                  <a:cubicBezTo>
                    <a:pt x="99" y="2657"/>
                    <a:pt x="99" y="2657"/>
                    <a:pt x="99" y="2763"/>
                  </a:cubicBezTo>
                  <a:lnTo>
                    <a:pt x="4701" y="311"/>
                  </a:lnTo>
                  <a:cubicBezTo>
                    <a:pt x="4701" y="311"/>
                    <a:pt x="4701" y="204"/>
                    <a:pt x="4594" y="204"/>
                  </a:cubicBezTo>
                  <a:lnTo>
                    <a:pt x="4594" y="0"/>
                  </a:ln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0" name="Google Shape;1720;p34"/>
            <p:cNvSpPr/>
            <p:nvPr/>
          </p:nvSpPr>
          <p:spPr>
            <a:xfrm>
              <a:off x="2141775" y="6343413"/>
              <a:ext cx="130400" cy="130400"/>
            </a:xfrm>
            <a:custGeom>
              <a:rect b="b" l="l" r="r" t="t"/>
              <a:pathLst>
                <a:path extrusionOk="0" h="5216" w="5216">
                  <a:moveTo>
                    <a:pt x="2654" y="1"/>
                  </a:moveTo>
                  <a:cubicBezTo>
                    <a:pt x="1411" y="1"/>
                    <a:pt x="300" y="896"/>
                    <a:pt x="107" y="2150"/>
                  </a:cubicBezTo>
                  <a:lnTo>
                    <a:pt x="107" y="2355"/>
                  </a:lnTo>
                  <a:cubicBezTo>
                    <a:pt x="0" y="2355"/>
                    <a:pt x="0" y="2461"/>
                    <a:pt x="0" y="2461"/>
                  </a:cubicBezTo>
                  <a:lnTo>
                    <a:pt x="0" y="2559"/>
                  </a:lnTo>
                  <a:lnTo>
                    <a:pt x="0" y="2665"/>
                  </a:lnTo>
                  <a:cubicBezTo>
                    <a:pt x="107" y="2968"/>
                    <a:pt x="107" y="3172"/>
                    <a:pt x="205" y="3376"/>
                  </a:cubicBezTo>
                  <a:lnTo>
                    <a:pt x="205" y="3581"/>
                  </a:lnTo>
                  <a:lnTo>
                    <a:pt x="311" y="3687"/>
                  </a:lnTo>
                  <a:lnTo>
                    <a:pt x="311" y="3785"/>
                  </a:lnTo>
                  <a:lnTo>
                    <a:pt x="409" y="3891"/>
                  </a:lnTo>
                  <a:cubicBezTo>
                    <a:pt x="409" y="3891"/>
                    <a:pt x="409" y="3989"/>
                    <a:pt x="515" y="4096"/>
                  </a:cubicBezTo>
                  <a:lnTo>
                    <a:pt x="613" y="4194"/>
                  </a:lnTo>
                  <a:cubicBezTo>
                    <a:pt x="613" y="4300"/>
                    <a:pt x="613" y="4300"/>
                    <a:pt x="720" y="4300"/>
                  </a:cubicBezTo>
                  <a:cubicBezTo>
                    <a:pt x="720" y="4300"/>
                    <a:pt x="720" y="4398"/>
                    <a:pt x="818" y="4398"/>
                  </a:cubicBezTo>
                  <a:lnTo>
                    <a:pt x="818" y="4504"/>
                  </a:lnTo>
                  <a:cubicBezTo>
                    <a:pt x="924" y="4504"/>
                    <a:pt x="924" y="4602"/>
                    <a:pt x="1022" y="4602"/>
                  </a:cubicBezTo>
                  <a:cubicBezTo>
                    <a:pt x="1022" y="4709"/>
                    <a:pt x="1128" y="4709"/>
                    <a:pt x="1128" y="4709"/>
                  </a:cubicBezTo>
                  <a:lnTo>
                    <a:pt x="1226" y="4807"/>
                  </a:lnTo>
                  <a:cubicBezTo>
                    <a:pt x="1226" y="4807"/>
                    <a:pt x="1333" y="4807"/>
                    <a:pt x="1333" y="4913"/>
                  </a:cubicBezTo>
                  <a:lnTo>
                    <a:pt x="1431" y="4913"/>
                  </a:lnTo>
                  <a:cubicBezTo>
                    <a:pt x="1537" y="4913"/>
                    <a:pt x="1537" y="5011"/>
                    <a:pt x="1635" y="5011"/>
                  </a:cubicBezTo>
                  <a:cubicBezTo>
                    <a:pt x="1741" y="5011"/>
                    <a:pt x="1741" y="5011"/>
                    <a:pt x="1839" y="5117"/>
                  </a:cubicBezTo>
                  <a:lnTo>
                    <a:pt x="2150" y="5117"/>
                  </a:lnTo>
                  <a:cubicBezTo>
                    <a:pt x="2248" y="5215"/>
                    <a:pt x="2354" y="5215"/>
                    <a:pt x="2354" y="5215"/>
                  </a:cubicBezTo>
                  <a:cubicBezTo>
                    <a:pt x="2861" y="5215"/>
                    <a:pt x="3270" y="5117"/>
                    <a:pt x="3678" y="5011"/>
                  </a:cubicBezTo>
                  <a:cubicBezTo>
                    <a:pt x="3785" y="5011"/>
                    <a:pt x="3785" y="4913"/>
                    <a:pt x="3883" y="4913"/>
                  </a:cubicBezTo>
                  <a:cubicBezTo>
                    <a:pt x="3989" y="4807"/>
                    <a:pt x="3989" y="4807"/>
                    <a:pt x="4087" y="4807"/>
                  </a:cubicBezTo>
                  <a:lnTo>
                    <a:pt x="4291" y="4602"/>
                  </a:lnTo>
                  <a:cubicBezTo>
                    <a:pt x="4398" y="4504"/>
                    <a:pt x="4602" y="4398"/>
                    <a:pt x="4700" y="4300"/>
                  </a:cubicBezTo>
                  <a:cubicBezTo>
                    <a:pt x="4904" y="3989"/>
                    <a:pt x="5109" y="3581"/>
                    <a:pt x="5215" y="3172"/>
                  </a:cubicBezTo>
                  <a:lnTo>
                    <a:pt x="5215" y="3074"/>
                  </a:lnTo>
                  <a:lnTo>
                    <a:pt x="5215" y="2968"/>
                  </a:lnTo>
                  <a:lnTo>
                    <a:pt x="5215" y="2870"/>
                  </a:lnTo>
                  <a:lnTo>
                    <a:pt x="5215" y="2665"/>
                  </a:lnTo>
                  <a:lnTo>
                    <a:pt x="5215" y="2559"/>
                  </a:lnTo>
                  <a:lnTo>
                    <a:pt x="5215" y="2355"/>
                  </a:lnTo>
                  <a:lnTo>
                    <a:pt x="5215" y="2257"/>
                  </a:lnTo>
                  <a:lnTo>
                    <a:pt x="5215" y="2150"/>
                  </a:lnTo>
                  <a:lnTo>
                    <a:pt x="5215" y="2052"/>
                  </a:lnTo>
                  <a:cubicBezTo>
                    <a:pt x="5215" y="1946"/>
                    <a:pt x="5109" y="1946"/>
                    <a:pt x="5109" y="1848"/>
                  </a:cubicBezTo>
                  <a:lnTo>
                    <a:pt x="5109" y="1742"/>
                  </a:lnTo>
                  <a:cubicBezTo>
                    <a:pt x="5109" y="1742"/>
                    <a:pt x="5109" y="1644"/>
                    <a:pt x="5011" y="1644"/>
                  </a:cubicBezTo>
                  <a:lnTo>
                    <a:pt x="5011" y="1537"/>
                  </a:lnTo>
                  <a:lnTo>
                    <a:pt x="5011" y="1439"/>
                  </a:lnTo>
                  <a:cubicBezTo>
                    <a:pt x="4904" y="1439"/>
                    <a:pt x="4904" y="1333"/>
                    <a:pt x="4904" y="1333"/>
                  </a:cubicBezTo>
                  <a:cubicBezTo>
                    <a:pt x="4496" y="622"/>
                    <a:pt x="3785" y="107"/>
                    <a:pt x="2861" y="9"/>
                  </a:cubicBezTo>
                  <a:cubicBezTo>
                    <a:pt x="2792" y="3"/>
                    <a:pt x="2723" y="1"/>
                    <a:pt x="2654" y="1"/>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1" name="Google Shape;1721;p34"/>
            <p:cNvSpPr/>
            <p:nvPr/>
          </p:nvSpPr>
          <p:spPr>
            <a:xfrm>
              <a:off x="2118900" y="6340513"/>
              <a:ext cx="150600" cy="130050"/>
            </a:xfrm>
            <a:custGeom>
              <a:rect b="b" l="l" r="r" t="t"/>
              <a:pathLst>
                <a:path extrusionOk="0" h="5202" w="6024">
                  <a:moveTo>
                    <a:pt x="3063" y="1"/>
                  </a:moveTo>
                  <a:cubicBezTo>
                    <a:pt x="2644" y="1"/>
                    <a:pt x="2222" y="105"/>
                    <a:pt x="1839" y="329"/>
                  </a:cubicBezTo>
                  <a:cubicBezTo>
                    <a:pt x="507" y="942"/>
                    <a:pt x="0" y="2577"/>
                    <a:pt x="711" y="3803"/>
                  </a:cubicBezTo>
                  <a:cubicBezTo>
                    <a:pt x="1137" y="4724"/>
                    <a:pt x="2057" y="5202"/>
                    <a:pt x="2990" y="5202"/>
                  </a:cubicBezTo>
                  <a:cubicBezTo>
                    <a:pt x="3399" y="5202"/>
                    <a:pt x="3811" y="5110"/>
                    <a:pt x="4185" y="4923"/>
                  </a:cubicBezTo>
                  <a:cubicBezTo>
                    <a:pt x="5517" y="4212"/>
                    <a:pt x="6024" y="2675"/>
                    <a:pt x="5313" y="1351"/>
                  </a:cubicBezTo>
                  <a:cubicBezTo>
                    <a:pt x="4891" y="508"/>
                    <a:pt x="3986" y="1"/>
                    <a:pt x="3063" y="1"/>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2" name="Google Shape;1722;p34"/>
            <p:cNvSpPr/>
            <p:nvPr/>
          </p:nvSpPr>
          <p:spPr>
            <a:xfrm>
              <a:off x="2152000" y="6348738"/>
              <a:ext cx="117500" cy="122175"/>
            </a:xfrm>
            <a:custGeom>
              <a:rect b="b" l="l" r="r" t="t"/>
              <a:pathLst>
                <a:path extrusionOk="0" h="4887" w="4700">
                  <a:moveTo>
                    <a:pt x="2861" y="0"/>
                  </a:moveTo>
                  <a:lnTo>
                    <a:pt x="2861" y="0"/>
                  </a:lnTo>
                  <a:cubicBezTo>
                    <a:pt x="3171" y="205"/>
                    <a:pt x="3376" y="409"/>
                    <a:pt x="3474" y="711"/>
                  </a:cubicBezTo>
                  <a:cubicBezTo>
                    <a:pt x="4193" y="2044"/>
                    <a:pt x="3678" y="3572"/>
                    <a:pt x="2452" y="4291"/>
                  </a:cubicBezTo>
                  <a:cubicBezTo>
                    <a:pt x="2074" y="4481"/>
                    <a:pt x="1674" y="4560"/>
                    <a:pt x="1282" y="4560"/>
                  </a:cubicBezTo>
                  <a:cubicBezTo>
                    <a:pt x="829" y="4560"/>
                    <a:pt x="386" y="4454"/>
                    <a:pt x="0" y="4291"/>
                  </a:cubicBezTo>
                  <a:lnTo>
                    <a:pt x="0" y="4291"/>
                  </a:lnTo>
                  <a:cubicBezTo>
                    <a:pt x="498" y="4665"/>
                    <a:pt x="1111" y="4887"/>
                    <a:pt x="1721" y="4887"/>
                  </a:cubicBezTo>
                  <a:cubicBezTo>
                    <a:pt x="2113" y="4887"/>
                    <a:pt x="2503" y="4795"/>
                    <a:pt x="2861" y="4594"/>
                  </a:cubicBezTo>
                  <a:cubicBezTo>
                    <a:pt x="4193" y="3883"/>
                    <a:pt x="4700" y="2346"/>
                    <a:pt x="3989" y="1022"/>
                  </a:cubicBezTo>
                  <a:cubicBezTo>
                    <a:pt x="3784" y="613"/>
                    <a:pt x="3376" y="205"/>
                    <a:pt x="2861"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3" name="Google Shape;1723;p34"/>
            <p:cNvSpPr/>
            <p:nvPr/>
          </p:nvSpPr>
          <p:spPr>
            <a:xfrm>
              <a:off x="2136675" y="6376738"/>
              <a:ext cx="117500" cy="66425"/>
            </a:xfrm>
            <a:custGeom>
              <a:rect b="b" l="l" r="r" t="t"/>
              <a:pathLst>
                <a:path extrusionOk="0" h="2657" w="4700">
                  <a:moveTo>
                    <a:pt x="4602" y="0"/>
                  </a:moveTo>
                  <a:lnTo>
                    <a:pt x="0" y="2354"/>
                  </a:lnTo>
                  <a:lnTo>
                    <a:pt x="0" y="2452"/>
                  </a:lnTo>
                  <a:lnTo>
                    <a:pt x="204" y="2656"/>
                  </a:lnTo>
                  <a:lnTo>
                    <a:pt x="4700" y="311"/>
                  </a:lnTo>
                  <a:lnTo>
                    <a:pt x="4700" y="0"/>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4" name="Google Shape;1724;p34"/>
            <p:cNvSpPr/>
            <p:nvPr/>
          </p:nvSpPr>
          <p:spPr>
            <a:xfrm>
              <a:off x="2134225" y="6371613"/>
              <a:ext cx="119950" cy="66450"/>
            </a:xfrm>
            <a:custGeom>
              <a:rect b="b" l="l" r="r" t="t"/>
              <a:pathLst>
                <a:path extrusionOk="0" h="2658" w="4798">
                  <a:moveTo>
                    <a:pt x="4593" y="1"/>
                  </a:moveTo>
                  <a:lnTo>
                    <a:pt x="0" y="2453"/>
                  </a:lnTo>
                  <a:lnTo>
                    <a:pt x="98" y="2559"/>
                  </a:lnTo>
                  <a:cubicBezTo>
                    <a:pt x="98" y="2657"/>
                    <a:pt x="98" y="2657"/>
                    <a:pt x="204" y="2657"/>
                  </a:cubicBezTo>
                  <a:lnTo>
                    <a:pt x="4798" y="311"/>
                  </a:lnTo>
                  <a:cubicBezTo>
                    <a:pt x="4798" y="205"/>
                    <a:pt x="4700" y="205"/>
                    <a:pt x="4700" y="107"/>
                  </a:cubicBezTo>
                  <a:lnTo>
                    <a:pt x="4593" y="1"/>
                  </a:ln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5" name="Google Shape;1725;p34"/>
            <p:cNvSpPr/>
            <p:nvPr/>
          </p:nvSpPr>
          <p:spPr>
            <a:xfrm>
              <a:off x="2297675" y="6261688"/>
              <a:ext cx="130200" cy="130400"/>
            </a:xfrm>
            <a:custGeom>
              <a:rect b="b" l="l" r="r" t="t"/>
              <a:pathLst>
                <a:path extrusionOk="0" h="5216" w="5208">
                  <a:moveTo>
                    <a:pt x="2638" y="0"/>
                  </a:moveTo>
                  <a:cubicBezTo>
                    <a:pt x="1305" y="0"/>
                    <a:pt x="194" y="895"/>
                    <a:pt x="1" y="2150"/>
                  </a:cubicBezTo>
                  <a:lnTo>
                    <a:pt x="1" y="2354"/>
                  </a:lnTo>
                  <a:lnTo>
                    <a:pt x="1" y="2461"/>
                  </a:lnTo>
                  <a:lnTo>
                    <a:pt x="1" y="2559"/>
                  </a:lnTo>
                  <a:lnTo>
                    <a:pt x="1" y="2665"/>
                  </a:lnTo>
                  <a:cubicBezTo>
                    <a:pt x="1" y="2967"/>
                    <a:pt x="1" y="3172"/>
                    <a:pt x="99" y="3376"/>
                  </a:cubicBezTo>
                  <a:cubicBezTo>
                    <a:pt x="99" y="3482"/>
                    <a:pt x="205" y="3580"/>
                    <a:pt x="205" y="3580"/>
                  </a:cubicBezTo>
                  <a:lnTo>
                    <a:pt x="205" y="3687"/>
                  </a:lnTo>
                  <a:lnTo>
                    <a:pt x="303" y="3785"/>
                  </a:lnTo>
                  <a:lnTo>
                    <a:pt x="303" y="3891"/>
                  </a:lnTo>
                  <a:cubicBezTo>
                    <a:pt x="409" y="3891"/>
                    <a:pt x="409" y="3989"/>
                    <a:pt x="409" y="4095"/>
                  </a:cubicBezTo>
                  <a:lnTo>
                    <a:pt x="507" y="4095"/>
                  </a:lnTo>
                  <a:cubicBezTo>
                    <a:pt x="507" y="4095"/>
                    <a:pt x="507" y="4193"/>
                    <a:pt x="614" y="4193"/>
                  </a:cubicBezTo>
                  <a:lnTo>
                    <a:pt x="614" y="4300"/>
                  </a:lnTo>
                  <a:lnTo>
                    <a:pt x="712" y="4398"/>
                  </a:lnTo>
                  <a:cubicBezTo>
                    <a:pt x="712" y="4398"/>
                    <a:pt x="818" y="4398"/>
                    <a:pt x="818" y="4504"/>
                  </a:cubicBezTo>
                  <a:lnTo>
                    <a:pt x="916" y="4602"/>
                  </a:lnTo>
                  <a:cubicBezTo>
                    <a:pt x="1022" y="4708"/>
                    <a:pt x="1022" y="4708"/>
                    <a:pt x="1121" y="4708"/>
                  </a:cubicBezTo>
                  <a:cubicBezTo>
                    <a:pt x="1121" y="4806"/>
                    <a:pt x="1121" y="4806"/>
                    <a:pt x="1227" y="4806"/>
                  </a:cubicBezTo>
                  <a:cubicBezTo>
                    <a:pt x="1227" y="4806"/>
                    <a:pt x="1325" y="4806"/>
                    <a:pt x="1325" y="4913"/>
                  </a:cubicBezTo>
                  <a:lnTo>
                    <a:pt x="1431" y="4913"/>
                  </a:lnTo>
                  <a:cubicBezTo>
                    <a:pt x="1431" y="4913"/>
                    <a:pt x="1529" y="5011"/>
                    <a:pt x="1635" y="5011"/>
                  </a:cubicBezTo>
                  <a:cubicBezTo>
                    <a:pt x="1635" y="5011"/>
                    <a:pt x="1734" y="5011"/>
                    <a:pt x="1840" y="5117"/>
                  </a:cubicBezTo>
                  <a:lnTo>
                    <a:pt x="2142" y="5117"/>
                  </a:lnTo>
                  <a:cubicBezTo>
                    <a:pt x="2248" y="5215"/>
                    <a:pt x="2248" y="5215"/>
                    <a:pt x="2347" y="5215"/>
                  </a:cubicBezTo>
                  <a:cubicBezTo>
                    <a:pt x="2755" y="5215"/>
                    <a:pt x="3270" y="5117"/>
                    <a:pt x="3573" y="5011"/>
                  </a:cubicBezTo>
                  <a:cubicBezTo>
                    <a:pt x="3679" y="5011"/>
                    <a:pt x="3777" y="4913"/>
                    <a:pt x="3883" y="4913"/>
                  </a:cubicBezTo>
                  <a:cubicBezTo>
                    <a:pt x="3883" y="4806"/>
                    <a:pt x="3981" y="4806"/>
                    <a:pt x="4087" y="4806"/>
                  </a:cubicBezTo>
                  <a:cubicBezTo>
                    <a:pt x="4087" y="4708"/>
                    <a:pt x="4186" y="4708"/>
                    <a:pt x="4292" y="4602"/>
                  </a:cubicBezTo>
                  <a:lnTo>
                    <a:pt x="4594" y="4300"/>
                  </a:lnTo>
                  <a:cubicBezTo>
                    <a:pt x="4905" y="3989"/>
                    <a:pt x="5003" y="3580"/>
                    <a:pt x="5109" y="3172"/>
                  </a:cubicBezTo>
                  <a:cubicBezTo>
                    <a:pt x="5109" y="3074"/>
                    <a:pt x="5207" y="3074"/>
                    <a:pt x="5207" y="2967"/>
                  </a:cubicBezTo>
                  <a:lnTo>
                    <a:pt x="5207" y="2869"/>
                  </a:lnTo>
                  <a:lnTo>
                    <a:pt x="5207" y="2665"/>
                  </a:lnTo>
                  <a:lnTo>
                    <a:pt x="5207" y="2559"/>
                  </a:lnTo>
                  <a:lnTo>
                    <a:pt x="5207" y="2354"/>
                  </a:lnTo>
                  <a:lnTo>
                    <a:pt x="5207" y="2256"/>
                  </a:lnTo>
                  <a:lnTo>
                    <a:pt x="5207" y="2150"/>
                  </a:lnTo>
                  <a:lnTo>
                    <a:pt x="5109" y="2052"/>
                  </a:lnTo>
                  <a:lnTo>
                    <a:pt x="5109" y="1848"/>
                  </a:lnTo>
                  <a:lnTo>
                    <a:pt x="5109" y="1741"/>
                  </a:lnTo>
                  <a:cubicBezTo>
                    <a:pt x="5003" y="1741"/>
                    <a:pt x="5003" y="1643"/>
                    <a:pt x="5003" y="1643"/>
                  </a:cubicBezTo>
                  <a:lnTo>
                    <a:pt x="5003" y="1537"/>
                  </a:lnTo>
                  <a:lnTo>
                    <a:pt x="4905" y="1439"/>
                  </a:lnTo>
                  <a:lnTo>
                    <a:pt x="4905" y="1333"/>
                  </a:lnTo>
                  <a:cubicBezTo>
                    <a:pt x="4496" y="622"/>
                    <a:pt x="3679" y="107"/>
                    <a:pt x="2861" y="9"/>
                  </a:cubicBezTo>
                  <a:cubicBezTo>
                    <a:pt x="2786" y="3"/>
                    <a:pt x="2712" y="0"/>
                    <a:pt x="2638"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6" name="Google Shape;1726;p34"/>
            <p:cNvSpPr/>
            <p:nvPr/>
          </p:nvSpPr>
          <p:spPr>
            <a:xfrm>
              <a:off x="2274600" y="6258788"/>
              <a:ext cx="148150" cy="129600"/>
            </a:xfrm>
            <a:custGeom>
              <a:rect b="b" l="l" r="r" t="t"/>
              <a:pathLst>
                <a:path extrusionOk="0" h="5184" w="5926">
                  <a:moveTo>
                    <a:pt x="3011" y="0"/>
                  </a:moveTo>
                  <a:cubicBezTo>
                    <a:pt x="2588" y="0"/>
                    <a:pt x="2154" y="105"/>
                    <a:pt x="1741" y="329"/>
                  </a:cubicBezTo>
                  <a:cubicBezTo>
                    <a:pt x="515" y="942"/>
                    <a:pt x="0" y="2577"/>
                    <a:pt x="719" y="3803"/>
                  </a:cubicBezTo>
                  <a:cubicBezTo>
                    <a:pt x="1155" y="4675"/>
                    <a:pt x="2055" y="5183"/>
                    <a:pt x="3017" y="5183"/>
                  </a:cubicBezTo>
                  <a:cubicBezTo>
                    <a:pt x="3408" y="5183"/>
                    <a:pt x="3809" y="5099"/>
                    <a:pt x="4193" y="4922"/>
                  </a:cubicBezTo>
                  <a:cubicBezTo>
                    <a:pt x="5419" y="4211"/>
                    <a:pt x="5926" y="2675"/>
                    <a:pt x="5313" y="1351"/>
                  </a:cubicBezTo>
                  <a:cubicBezTo>
                    <a:pt x="4824" y="507"/>
                    <a:pt x="3944" y="0"/>
                    <a:pt x="3011" y="0"/>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7" name="Google Shape;1727;p34"/>
            <p:cNvSpPr/>
            <p:nvPr/>
          </p:nvSpPr>
          <p:spPr>
            <a:xfrm>
              <a:off x="2307900" y="6267013"/>
              <a:ext cx="114850" cy="122175"/>
            </a:xfrm>
            <a:custGeom>
              <a:rect b="b" l="l" r="r" t="t"/>
              <a:pathLst>
                <a:path extrusionOk="0" h="4887" w="4594">
                  <a:moveTo>
                    <a:pt x="2861" y="0"/>
                  </a:moveTo>
                  <a:lnTo>
                    <a:pt x="2861" y="0"/>
                  </a:lnTo>
                  <a:cubicBezTo>
                    <a:pt x="3065" y="204"/>
                    <a:pt x="3270" y="409"/>
                    <a:pt x="3474" y="711"/>
                  </a:cubicBezTo>
                  <a:cubicBezTo>
                    <a:pt x="4087" y="2043"/>
                    <a:pt x="3678" y="3572"/>
                    <a:pt x="2346" y="4291"/>
                  </a:cubicBezTo>
                  <a:cubicBezTo>
                    <a:pt x="2017" y="4480"/>
                    <a:pt x="1642" y="4559"/>
                    <a:pt x="1263" y="4559"/>
                  </a:cubicBezTo>
                  <a:cubicBezTo>
                    <a:pt x="825" y="4559"/>
                    <a:pt x="382" y="4453"/>
                    <a:pt x="0" y="4291"/>
                  </a:cubicBezTo>
                  <a:lnTo>
                    <a:pt x="0" y="4291"/>
                  </a:lnTo>
                  <a:cubicBezTo>
                    <a:pt x="433" y="4664"/>
                    <a:pt x="1058" y="4886"/>
                    <a:pt x="1688" y="4886"/>
                  </a:cubicBezTo>
                  <a:cubicBezTo>
                    <a:pt x="2093" y="4886"/>
                    <a:pt x="2500" y="4795"/>
                    <a:pt x="2861" y="4593"/>
                  </a:cubicBezTo>
                  <a:cubicBezTo>
                    <a:pt x="4087" y="3882"/>
                    <a:pt x="4594" y="2346"/>
                    <a:pt x="3981" y="1022"/>
                  </a:cubicBezTo>
                  <a:cubicBezTo>
                    <a:pt x="3678" y="613"/>
                    <a:pt x="3270" y="204"/>
                    <a:pt x="2861"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8" name="Google Shape;1728;p34"/>
            <p:cNvSpPr/>
            <p:nvPr/>
          </p:nvSpPr>
          <p:spPr>
            <a:xfrm>
              <a:off x="2292575" y="6292538"/>
              <a:ext cx="117525" cy="68900"/>
            </a:xfrm>
            <a:custGeom>
              <a:rect b="b" l="l" r="r" t="t"/>
              <a:pathLst>
                <a:path extrusionOk="0" h="2756" w="4701">
                  <a:moveTo>
                    <a:pt x="4594" y="1"/>
                  </a:moveTo>
                  <a:lnTo>
                    <a:pt x="0" y="2453"/>
                  </a:lnTo>
                  <a:lnTo>
                    <a:pt x="0" y="2551"/>
                  </a:lnTo>
                  <a:cubicBezTo>
                    <a:pt x="0" y="2657"/>
                    <a:pt x="98" y="2657"/>
                    <a:pt x="98" y="2755"/>
                  </a:cubicBezTo>
                  <a:lnTo>
                    <a:pt x="4700" y="303"/>
                  </a:lnTo>
                  <a:cubicBezTo>
                    <a:pt x="4700" y="303"/>
                    <a:pt x="4594" y="205"/>
                    <a:pt x="4594" y="99"/>
                  </a:cubicBezTo>
                  <a:lnTo>
                    <a:pt x="4594" y="1"/>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9" name="Google Shape;1729;p34"/>
            <p:cNvSpPr/>
            <p:nvPr/>
          </p:nvSpPr>
          <p:spPr>
            <a:xfrm>
              <a:off x="2289925" y="6289888"/>
              <a:ext cx="117500" cy="66425"/>
            </a:xfrm>
            <a:custGeom>
              <a:rect b="b" l="l" r="r" t="t"/>
              <a:pathLst>
                <a:path extrusionOk="0" h="2657" w="4700">
                  <a:moveTo>
                    <a:pt x="4602" y="0"/>
                  </a:moveTo>
                  <a:lnTo>
                    <a:pt x="0" y="2452"/>
                  </a:lnTo>
                  <a:cubicBezTo>
                    <a:pt x="0" y="2452"/>
                    <a:pt x="0" y="2559"/>
                    <a:pt x="106" y="2559"/>
                  </a:cubicBezTo>
                  <a:lnTo>
                    <a:pt x="106" y="2657"/>
                  </a:lnTo>
                  <a:lnTo>
                    <a:pt x="4700" y="311"/>
                  </a:lnTo>
                  <a:lnTo>
                    <a:pt x="4700" y="107"/>
                  </a:lnTo>
                  <a:cubicBezTo>
                    <a:pt x="4602" y="107"/>
                    <a:pt x="4602" y="0"/>
                    <a:pt x="4602" y="0"/>
                  </a:cubicBez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0" name="Google Shape;1730;p34"/>
            <p:cNvSpPr/>
            <p:nvPr/>
          </p:nvSpPr>
          <p:spPr>
            <a:xfrm>
              <a:off x="2453375" y="6179963"/>
              <a:ext cx="130400" cy="130375"/>
            </a:xfrm>
            <a:custGeom>
              <a:rect b="b" l="l" r="r" t="t"/>
              <a:pathLst>
                <a:path extrusionOk="0" h="5215" w="5216">
                  <a:moveTo>
                    <a:pt x="2638" y="0"/>
                  </a:moveTo>
                  <a:cubicBezTo>
                    <a:pt x="1305" y="0"/>
                    <a:pt x="194" y="895"/>
                    <a:pt x="1" y="2150"/>
                  </a:cubicBezTo>
                  <a:lnTo>
                    <a:pt x="1" y="2354"/>
                  </a:lnTo>
                  <a:lnTo>
                    <a:pt x="1" y="2460"/>
                  </a:lnTo>
                  <a:lnTo>
                    <a:pt x="1" y="2558"/>
                  </a:lnTo>
                  <a:lnTo>
                    <a:pt x="1" y="2665"/>
                  </a:lnTo>
                  <a:cubicBezTo>
                    <a:pt x="1" y="2967"/>
                    <a:pt x="1" y="3171"/>
                    <a:pt x="107" y="3376"/>
                  </a:cubicBezTo>
                  <a:cubicBezTo>
                    <a:pt x="107" y="3482"/>
                    <a:pt x="107" y="3482"/>
                    <a:pt x="205" y="3580"/>
                  </a:cubicBezTo>
                  <a:lnTo>
                    <a:pt x="205" y="3686"/>
                  </a:lnTo>
                  <a:cubicBezTo>
                    <a:pt x="205" y="3686"/>
                    <a:pt x="205" y="3784"/>
                    <a:pt x="311" y="3784"/>
                  </a:cubicBezTo>
                  <a:lnTo>
                    <a:pt x="311" y="3891"/>
                  </a:lnTo>
                  <a:cubicBezTo>
                    <a:pt x="311" y="3891"/>
                    <a:pt x="410" y="3989"/>
                    <a:pt x="410" y="4095"/>
                  </a:cubicBezTo>
                  <a:lnTo>
                    <a:pt x="516" y="4193"/>
                  </a:lnTo>
                  <a:cubicBezTo>
                    <a:pt x="516" y="4299"/>
                    <a:pt x="614" y="4299"/>
                    <a:pt x="614" y="4299"/>
                  </a:cubicBezTo>
                  <a:cubicBezTo>
                    <a:pt x="614" y="4299"/>
                    <a:pt x="614" y="4397"/>
                    <a:pt x="720" y="4397"/>
                  </a:cubicBezTo>
                  <a:lnTo>
                    <a:pt x="720" y="4504"/>
                  </a:lnTo>
                  <a:cubicBezTo>
                    <a:pt x="818" y="4504"/>
                    <a:pt x="818" y="4602"/>
                    <a:pt x="924" y="4602"/>
                  </a:cubicBezTo>
                  <a:cubicBezTo>
                    <a:pt x="1023" y="4708"/>
                    <a:pt x="1023" y="4708"/>
                    <a:pt x="1129" y="4708"/>
                  </a:cubicBezTo>
                  <a:lnTo>
                    <a:pt x="1129" y="4806"/>
                  </a:lnTo>
                  <a:cubicBezTo>
                    <a:pt x="1227" y="4806"/>
                    <a:pt x="1227" y="4806"/>
                    <a:pt x="1333" y="4912"/>
                  </a:cubicBezTo>
                  <a:cubicBezTo>
                    <a:pt x="1431" y="4912"/>
                    <a:pt x="1537" y="5010"/>
                    <a:pt x="1537" y="5010"/>
                  </a:cubicBezTo>
                  <a:cubicBezTo>
                    <a:pt x="1636" y="5010"/>
                    <a:pt x="1742" y="5010"/>
                    <a:pt x="1742" y="5117"/>
                  </a:cubicBezTo>
                  <a:lnTo>
                    <a:pt x="2044" y="5117"/>
                  </a:lnTo>
                  <a:cubicBezTo>
                    <a:pt x="2150" y="5215"/>
                    <a:pt x="2249" y="5215"/>
                    <a:pt x="2355" y="5215"/>
                  </a:cubicBezTo>
                  <a:cubicBezTo>
                    <a:pt x="2763" y="5215"/>
                    <a:pt x="3172" y="5117"/>
                    <a:pt x="3581" y="5010"/>
                  </a:cubicBezTo>
                  <a:cubicBezTo>
                    <a:pt x="3679" y="4912"/>
                    <a:pt x="3785" y="4912"/>
                    <a:pt x="3785" y="4912"/>
                  </a:cubicBezTo>
                  <a:cubicBezTo>
                    <a:pt x="3883" y="4806"/>
                    <a:pt x="3989" y="4806"/>
                    <a:pt x="3989" y="4708"/>
                  </a:cubicBezTo>
                  <a:cubicBezTo>
                    <a:pt x="4088" y="4708"/>
                    <a:pt x="4194" y="4708"/>
                    <a:pt x="4194" y="4602"/>
                  </a:cubicBezTo>
                  <a:cubicBezTo>
                    <a:pt x="4398" y="4504"/>
                    <a:pt x="4496" y="4397"/>
                    <a:pt x="4602" y="4299"/>
                  </a:cubicBezTo>
                  <a:cubicBezTo>
                    <a:pt x="4807" y="3989"/>
                    <a:pt x="5011" y="3580"/>
                    <a:pt x="5109" y="3171"/>
                  </a:cubicBezTo>
                  <a:lnTo>
                    <a:pt x="5109" y="2967"/>
                  </a:lnTo>
                  <a:lnTo>
                    <a:pt x="5109" y="2869"/>
                  </a:lnTo>
                  <a:cubicBezTo>
                    <a:pt x="5215" y="2763"/>
                    <a:pt x="5215" y="2763"/>
                    <a:pt x="5215" y="2665"/>
                  </a:cubicBezTo>
                  <a:lnTo>
                    <a:pt x="5215" y="2558"/>
                  </a:lnTo>
                  <a:cubicBezTo>
                    <a:pt x="5215" y="2460"/>
                    <a:pt x="5215" y="2460"/>
                    <a:pt x="5109" y="2354"/>
                  </a:cubicBezTo>
                  <a:lnTo>
                    <a:pt x="5109" y="2256"/>
                  </a:lnTo>
                  <a:lnTo>
                    <a:pt x="5109" y="2150"/>
                  </a:lnTo>
                  <a:lnTo>
                    <a:pt x="5109" y="2052"/>
                  </a:lnTo>
                  <a:cubicBezTo>
                    <a:pt x="5109" y="1945"/>
                    <a:pt x="5109" y="1945"/>
                    <a:pt x="5011" y="1847"/>
                  </a:cubicBezTo>
                  <a:lnTo>
                    <a:pt x="5011" y="1741"/>
                  </a:lnTo>
                  <a:lnTo>
                    <a:pt x="5011" y="1643"/>
                  </a:lnTo>
                  <a:cubicBezTo>
                    <a:pt x="5011" y="1537"/>
                    <a:pt x="4905" y="1537"/>
                    <a:pt x="4905" y="1537"/>
                  </a:cubicBezTo>
                  <a:lnTo>
                    <a:pt x="4905" y="1439"/>
                  </a:lnTo>
                  <a:cubicBezTo>
                    <a:pt x="4905" y="1332"/>
                    <a:pt x="4807" y="1332"/>
                    <a:pt x="4807" y="1332"/>
                  </a:cubicBezTo>
                  <a:cubicBezTo>
                    <a:pt x="4398" y="621"/>
                    <a:pt x="3679" y="106"/>
                    <a:pt x="2862" y="8"/>
                  </a:cubicBezTo>
                  <a:cubicBezTo>
                    <a:pt x="2787" y="3"/>
                    <a:pt x="2712" y="0"/>
                    <a:pt x="2638"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1" name="Google Shape;1731;p34"/>
            <p:cNvSpPr/>
            <p:nvPr/>
          </p:nvSpPr>
          <p:spPr>
            <a:xfrm>
              <a:off x="2430500" y="6177038"/>
              <a:ext cx="148175" cy="129600"/>
            </a:xfrm>
            <a:custGeom>
              <a:rect b="b" l="l" r="r" t="t"/>
              <a:pathLst>
                <a:path extrusionOk="0" h="5184" w="5927">
                  <a:moveTo>
                    <a:pt x="2957" y="1"/>
                  </a:moveTo>
                  <a:cubicBezTo>
                    <a:pt x="2538" y="1"/>
                    <a:pt x="2116" y="105"/>
                    <a:pt x="1733" y="330"/>
                  </a:cubicBezTo>
                  <a:cubicBezTo>
                    <a:pt x="409" y="943"/>
                    <a:pt x="0" y="2577"/>
                    <a:pt x="613" y="3803"/>
                  </a:cubicBezTo>
                  <a:cubicBezTo>
                    <a:pt x="1119" y="4676"/>
                    <a:pt x="2043" y="5184"/>
                    <a:pt x="3011" y="5184"/>
                  </a:cubicBezTo>
                  <a:cubicBezTo>
                    <a:pt x="3403" y="5184"/>
                    <a:pt x="3803" y="5100"/>
                    <a:pt x="4185" y="4923"/>
                  </a:cubicBezTo>
                  <a:cubicBezTo>
                    <a:pt x="5411" y="4212"/>
                    <a:pt x="5926" y="2675"/>
                    <a:pt x="5207" y="1351"/>
                  </a:cubicBezTo>
                  <a:cubicBezTo>
                    <a:pt x="4785" y="508"/>
                    <a:pt x="3880" y="1"/>
                    <a:pt x="2957" y="1"/>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2" name="Google Shape;1732;p34"/>
            <p:cNvSpPr/>
            <p:nvPr/>
          </p:nvSpPr>
          <p:spPr>
            <a:xfrm>
              <a:off x="2461150" y="6182613"/>
              <a:ext cx="117525" cy="124825"/>
            </a:xfrm>
            <a:custGeom>
              <a:rect b="b" l="l" r="r" t="t"/>
              <a:pathLst>
                <a:path extrusionOk="0" h="4993" w="4701">
                  <a:moveTo>
                    <a:pt x="2861" y="0"/>
                  </a:moveTo>
                  <a:lnTo>
                    <a:pt x="2861" y="0"/>
                  </a:lnTo>
                  <a:cubicBezTo>
                    <a:pt x="3164" y="311"/>
                    <a:pt x="3368" y="515"/>
                    <a:pt x="3572" y="818"/>
                  </a:cubicBezTo>
                  <a:cubicBezTo>
                    <a:pt x="4185" y="2150"/>
                    <a:pt x="3678" y="3678"/>
                    <a:pt x="2452" y="4398"/>
                  </a:cubicBezTo>
                  <a:cubicBezTo>
                    <a:pt x="2074" y="4587"/>
                    <a:pt x="1695" y="4666"/>
                    <a:pt x="1317" y="4666"/>
                  </a:cubicBezTo>
                  <a:cubicBezTo>
                    <a:pt x="878" y="4666"/>
                    <a:pt x="439" y="4560"/>
                    <a:pt x="0" y="4398"/>
                  </a:cubicBezTo>
                  <a:lnTo>
                    <a:pt x="0" y="4398"/>
                  </a:lnTo>
                  <a:cubicBezTo>
                    <a:pt x="498" y="4771"/>
                    <a:pt x="1108" y="4993"/>
                    <a:pt x="1740" y="4993"/>
                  </a:cubicBezTo>
                  <a:cubicBezTo>
                    <a:pt x="2145" y="4993"/>
                    <a:pt x="2560" y="4901"/>
                    <a:pt x="2959" y="4700"/>
                  </a:cubicBezTo>
                  <a:cubicBezTo>
                    <a:pt x="4185" y="3989"/>
                    <a:pt x="4700" y="2452"/>
                    <a:pt x="3981" y="1128"/>
                  </a:cubicBezTo>
                  <a:cubicBezTo>
                    <a:pt x="3777" y="720"/>
                    <a:pt x="3368" y="311"/>
                    <a:pt x="2861"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3" name="Google Shape;1733;p34"/>
            <p:cNvSpPr/>
            <p:nvPr/>
          </p:nvSpPr>
          <p:spPr>
            <a:xfrm>
              <a:off x="2445825" y="6210813"/>
              <a:ext cx="119975" cy="68875"/>
            </a:xfrm>
            <a:custGeom>
              <a:rect b="b" l="l" r="r" t="t"/>
              <a:pathLst>
                <a:path extrusionOk="0" h="2755" w="4799">
                  <a:moveTo>
                    <a:pt x="4594" y="0"/>
                  </a:moveTo>
                  <a:lnTo>
                    <a:pt x="0" y="2452"/>
                  </a:lnTo>
                  <a:cubicBezTo>
                    <a:pt x="0" y="2452"/>
                    <a:pt x="0" y="2550"/>
                    <a:pt x="99" y="2550"/>
                  </a:cubicBezTo>
                  <a:cubicBezTo>
                    <a:pt x="99" y="2657"/>
                    <a:pt x="99" y="2657"/>
                    <a:pt x="205" y="2755"/>
                  </a:cubicBezTo>
                  <a:lnTo>
                    <a:pt x="4798" y="303"/>
                  </a:lnTo>
                  <a:cubicBezTo>
                    <a:pt x="4700" y="303"/>
                    <a:pt x="4700" y="205"/>
                    <a:pt x="4700" y="98"/>
                  </a:cubicBezTo>
                  <a:cubicBezTo>
                    <a:pt x="4700" y="98"/>
                    <a:pt x="4594" y="98"/>
                    <a:pt x="4594"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4" name="Google Shape;1734;p34"/>
            <p:cNvSpPr/>
            <p:nvPr/>
          </p:nvSpPr>
          <p:spPr>
            <a:xfrm>
              <a:off x="2443175" y="6208163"/>
              <a:ext cx="120175" cy="66425"/>
            </a:xfrm>
            <a:custGeom>
              <a:rect b="b" l="l" r="r" t="t"/>
              <a:pathLst>
                <a:path extrusionOk="0" h="2657" w="4807">
                  <a:moveTo>
                    <a:pt x="4602" y="0"/>
                  </a:moveTo>
                  <a:lnTo>
                    <a:pt x="0" y="2354"/>
                  </a:lnTo>
                  <a:cubicBezTo>
                    <a:pt x="106" y="2452"/>
                    <a:pt x="106" y="2452"/>
                    <a:pt x="106" y="2558"/>
                  </a:cubicBezTo>
                  <a:lnTo>
                    <a:pt x="205" y="2656"/>
                  </a:lnTo>
                  <a:lnTo>
                    <a:pt x="4806" y="311"/>
                  </a:lnTo>
                  <a:cubicBezTo>
                    <a:pt x="4806" y="204"/>
                    <a:pt x="4806" y="204"/>
                    <a:pt x="4700" y="106"/>
                  </a:cubicBezTo>
                  <a:cubicBezTo>
                    <a:pt x="4700" y="106"/>
                    <a:pt x="4700" y="0"/>
                    <a:pt x="4602" y="0"/>
                  </a:cubicBez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35" name="Google Shape;1735;p34"/>
          <p:cNvSpPr/>
          <p:nvPr/>
        </p:nvSpPr>
        <p:spPr>
          <a:xfrm>
            <a:off x="8554680" y="962741"/>
            <a:ext cx="257321" cy="257560"/>
          </a:xfrm>
          <a:custGeom>
            <a:rect b="b" l="l" r="r" t="t"/>
            <a:pathLst>
              <a:path extrusionOk="0" h="3975" w="3971">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6" name="Google Shape;1736;p34"/>
          <p:cNvSpPr/>
          <p:nvPr/>
        </p:nvSpPr>
        <p:spPr>
          <a:xfrm>
            <a:off x="7189992" y="173020"/>
            <a:ext cx="243518" cy="243435"/>
          </a:xfrm>
          <a:custGeom>
            <a:rect b="b" l="l" r="r" t="t"/>
            <a:pathLst>
              <a:path extrusionOk="0" h="3757" w="3758">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7" name="Google Shape;1737;p34"/>
          <p:cNvSpPr/>
          <p:nvPr/>
        </p:nvSpPr>
        <p:spPr>
          <a:xfrm>
            <a:off x="8924753" y="1385788"/>
            <a:ext cx="56441" cy="60195"/>
          </a:xfrm>
          <a:custGeom>
            <a:rect b="b" l="l" r="r" t="t"/>
            <a:pathLst>
              <a:path extrusionOk="0" h="929" w="871">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8" name="Google Shape;1738;p34"/>
          <p:cNvSpPr/>
          <p:nvPr/>
        </p:nvSpPr>
        <p:spPr>
          <a:xfrm>
            <a:off x="8462988" y="687751"/>
            <a:ext cx="56506" cy="60130"/>
          </a:xfrm>
          <a:custGeom>
            <a:rect b="b" l="l" r="r" t="t"/>
            <a:pathLst>
              <a:path extrusionOk="0" h="928" w="872">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9" name="Google Shape;1739;p34"/>
          <p:cNvSpPr/>
          <p:nvPr/>
        </p:nvSpPr>
        <p:spPr>
          <a:xfrm>
            <a:off x="8364298" y="271702"/>
            <a:ext cx="56441" cy="56501"/>
          </a:xfrm>
          <a:custGeom>
            <a:rect b="b" l="l" r="r" t="t"/>
            <a:pathLst>
              <a:path extrusionOk="0" h="872" w="871">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0" name="Google Shape;1740;p34"/>
          <p:cNvSpPr/>
          <p:nvPr/>
        </p:nvSpPr>
        <p:spPr>
          <a:xfrm>
            <a:off x="6710472" y="381141"/>
            <a:ext cx="60199" cy="59871"/>
          </a:xfrm>
          <a:custGeom>
            <a:rect b="b" l="l" r="r" t="t"/>
            <a:pathLst>
              <a:path extrusionOk="0" h="924" w="929">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1" name="Google Shape;1741;p34"/>
          <p:cNvSpPr/>
          <p:nvPr/>
        </p:nvSpPr>
        <p:spPr>
          <a:xfrm>
            <a:off x="931165" y="331584"/>
            <a:ext cx="207943" cy="207927"/>
          </a:xfrm>
          <a:custGeom>
            <a:rect b="b" l="l" r="r" t="t"/>
            <a:pathLst>
              <a:path extrusionOk="0" h="3209" w="3209">
                <a:moveTo>
                  <a:pt x="1524" y="1"/>
                </a:moveTo>
                <a:lnTo>
                  <a:pt x="1250" y="980"/>
                </a:lnTo>
                <a:lnTo>
                  <a:pt x="271" y="706"/>
                </a:lnTo>
                <a:lnTo>
                  <a:pt x="1" y="1685"/>
                </a:lnTo>
                <a:lnTo>
                  <a:pt x="980" y="1960"/>
                </a:lnTo>
                <a:lnTo>
                  <a:pt x="706" y="2939"/>
                </a:lnTo>
                <a:lnTo>
                  <a:pt x="1685" y="3209"/>
                </a:lnTo>
                <a:lnTo>
                  <a:pt x="1960" y="2230"/>
                </a:lnTo>
                <a:lnTo>
                  <a:pt x="2939" y="2504"/>
                </a:lnTo>
                <a:lnTo>
                  <a:pt x="3209" y="1524"/>
                </a:lnTo>
                <a:lnTo>
                  <a:pt x="2230" y="1250"/>
                </a:lnTo>
                <a:lnTo>
                  <a:pt x="2504" y="271"/>
                </a:lnTo>
                <a:lnTo>
                  <a:pt x="15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2" name="Google Shape;1742;p34"/>
          <p:cNvSpPr/>
          <p:nvPr/>
        </p:nvSpPr>
        <p:spPr>
          <a:xfrm>
            <a:off x="560833" y="454889"/>
            <a:ext cx="60134" cy="60130"/>
          </a:xfrm>
          <a:custGeom>
            <a:rect b="b" l="l" r="r" t="t"/>
            <a:pathLst>
              <a:path extrusionOk="0" h="928" w="928">
                <a:moveTo>
                  <a:pt x="436" y="0"/>
                </a:moveTo>
                <a:cubicBezTo>
                  <a:pt x="218" y="0"/>
                  <a:pt x="1" y="218"/>
                  <a:pt x="1" y="492"/>
                </a:cubicBezTo>
                <a:cubicBezTo>
                  <a:pt x="1" y="710"/>
                  <a:pt x="218" y="927"/>
                  <a:pt x="436" y="927"/>
                </a:cubicBezTo>
                <a:cubicBezTo>
                  <a:pt x="710" y="927"/>
                  <a:pt x="928" y="710"/>
                  <a:pt x="928" y="492"/>
                </a:cubicBezTo>
                <a:cubicBezTo>
                  <a:pt x="928" y="218"/>
                  <a:pt x="710"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3" name="Google Shape;1743;p34"/>
          <p:cNvSpPr/>
          <p:nvPr/>
        </p:nvSpPr>
        <p:spPr>
          <a:xfrm>
            <a:off x="1488251" y="215148"/>
            <a:ext cx="59875" cy="56436"/>
          </a:xfrm>
          <a:custGeom>
            <a:rect b="b" l="l" r="r" t="t"/>
            <a:pathLst>
              <a:path extrusionOk="0" h="871" w="924">
                <a:moveTo>
                  <a:pt x="436" y="0"/>
                </a:moveTo>
                <a:cubicBezTo>
                  <a:pt x="219" y="0"/>
                  <a:pt x="1" y="165"/>
                  <a:pt x="1" y="435"/>
                </a:cubicBezTo>
                <a:cubicBezTo>
                  <a:pt x="1" y="710"/>
                  <a:pt x="219" y="871"/>
                  <a:pt x="436" y="871"/>
                </a:cubicBezTo>
                <a:cubicBezTo>
                  <a:pt x="706" y="871"/>
                  <a:pt x="924" y="710"/>
                  <a:pt x="924" y="435"/>
                </a:cubicBezTo>
                <a:cubicBezTo>
                  <a:pt x="924" y="165"/>
                  <a:pt x="706"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4" name="Google Shape;1744;p34"/>
          <p:cNvSpPr txBox="1"/>
          <p:nvPr>
            <p:ph hasCustomPrompt="1" idx="2" type="title"/>
          </p:nvPr>
        </p:nvSpPr>
        <p:spPr>
          <a:xfrm>
            <a:off x="3436650" y="1555634"/>
            <a:ext cx="2270700" cy="4461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3000"/>
            </a:lvl1pPr>
            <a:lvl2pPr lvl="1" rtl="0" algn="ctr">
              <a:spcBef>
                <a:spcPts val="0"/>
              </a:spcBef>
              <a:spcAft>
                <a:spcPts val="0"/>
              </a:spcAft>
              <a:buSzPts val="3000"/>
              <a:buFont typeface="Neucha"/>
              <a:buNone/>
              <a:defRPr b="1" sz="3000">
                <a:latin typeface="Neucha"/>
                <a:ea typeface="Neucha"/>
                <a:cs typeface="Neucha"/>
                <a:sym typeface="Neucha"/>
              </a:defRPr>
            </a:lvl2pPr>
            <a:lvl3pPr lvl="2" rtl="0" algn="ctr">
              <a:spcBef>
                <a:spcPts val="0"/>
              </a:spcBef>
              <a:spcAft>
                <a:spcPts val="0"/>
              </a:spcAft>
              <a:buSzPts val="3000"/>
              <a:buFont typeface="Neucha"/>
              <a:buNone/>
              <a:defRPr b="1" sz="3000">
                <a:latin typeface="Neucha"/>
                <a:ea typeface="Neucha"/>
                <a:cs typeface="Neucha"/>
                <a:sym typeface="Neucha"/>
              </a:defRPr>
            </a:lvl3pPr>
            <a:lvl4pPr lvl="3" rtl="0" algn="ctr">
              <a:spcBef>
                <a:spcPts val="0"/>
              </a:spcBef>
              <a:spcAft>
                <a:spcPts val="0"/>
              </a:spcAft>
              <a:buSzPts val="3000"/>
              <a:buFont typeface="Neucha"/>
              <a:buNone/>
              <a:defRPr b="1" sz="3000">
                <a:latin typeface="Neucha"/>
                <a:ea typeface="Neucha"/>
                <a:cs typeface="Neucha"/>
                <a:sym typeface="Neucha"/>
              </a:defRPr>
            </a:lvl4pPr>
            <a:lvl5pPr lvl="4" rtl="0" algn="ctr">
              <a:spcBef>
                <a:spcPts val="0"/>
              </a:spcBef>
              <a:spcAft>
                <a:spcPts val="0"/>
              </a:spcAft>
              <a:buSzPts val="3000"/>
              <a:buFont typeface="Neucha"/>
              <a:buNone/>
              <a:defRPr b="1" sz="3000">
                <a:latin typeface="Neucha"/>
                <a:ea typeface="Neucha"/>
                <a:cs typeface="Neucha"/>
                <a:sym typeface="Neucha"/>
              </a:defRPr>
            </a:lvl5pPr>
            <a:lvl6pPr lvl="5" rtl="0" algn="ctr">
              <a:spcBef>
                <a:spcPts val="0"/>
              </a:spcBef>
              <a:spcAft>
                <a:spcPts val="0"/>
              </a:spcAft>
              <a:buSzPts val="3000"/>
              <a:buFont typeface="Neucha"/>
              <a:buNone/>
              <a:defRPr b="1" sz="3000">
                <a:latin typeface="Neucha"/>
                <a:ea typeface="Neucha"/>
                <a:cs typeface="Neucha"/>
                <a:sym typeface="Neucha"/>
              </a:defRPr>
            </a:lvl6pPr>
            <a:lvl7pPr lvl="6" rtl="0" algn="ctr">
              <a:spcBef>
                <a:spcPts val="0"/>
              </a:spcBef>
              <a:spcAft>
                <a:spcPts val="0"/>
              </a:spcAft>
              <a:buSzPts val="3000"/>
              <a:buFont typeface="Neucha"/>
              <a:buNone/>
              <a:defRPr b="1" sz="3000">
                <a:latin typeface="Neucha"/>
                <a:ea typeface="Neucha"/>
                <a:cs typeface="Neucha"/>
                <a:sym typeface="Neucha"/>
              </a:defRPr>
            </a:lvl7pPr>
            <a:lvl8pPr lvl="7" rtl="0" algn="ctr">
              <a:spcBef>
                <a:spcPts val="0"/>
              </a:spcBef>
              <a:spcAft>
                <a:spcPts val="0"/>
              </a:spcAft>
              <a:buSzPts val="3000"/>
              <a:buFont typeface="Neucha"/>
              <a:buNone/>
              <a:defRPr b="1" sz="3000">
                <a:latin typeface="Neucha"/>
                <a:ea typeface="Neucha"/>
                <a:cs typeface="Neucha"/>
                <a:sym typeface="Neucha"/>
              </a:defRPr>
            </a:lvl8pPr>
            <a:lvl9pPr lvl="8" rtl="0" algn="ctr">
              <a:spcBef>
                <a:spcPts val="0"/>
              </a:spcBef>
              <a:spcAft>
                <a:spcPts val="0"/>
              </a:spcAft>
              <a:buSzPts val="3000"/>
              <a:buFont typeface="Neucha"/>
              <a:buNone/>
              <a:defRPr b="1" sz="3000">
                <a:latin typeface="Neucha"/>
                <a:ea typeface="Neucha"/>
                <a:cs typeface="Neucha"/>
                <a:sym typeface="Neucha"/>
              </a:defRPr>
            </a:lvl9pPr>
          </a:lstStyle>
          <a:p>
            <a:r>
              <a:t>xx%</a:t>
            </a:r>
          </a:p>
        </p:txBody>
      </p:sp>
      <p:sp>
        <p:nvSpPr>
          <p:cNvPr id="1745" name="Google Shape;1745;p34"/>
          <p:cNvSpPr txBox="1"/>
          <p:nvPr>
            <p:ph idx="1" type="subTitle"/>
          </p:nvPr>
        </p:nvSpPr>
        <p:spPr>
          <a:xfrm>
            <a:off x="2023500" y="2009909"/>
            <a:ext cx="5097000" cy="4023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800"/>
              <a:buNone/>
              <a:defRPr sz="1400"/>
            </a:lvl1pPr>
            <a:lvl2pPr lvl="1" rtl="0" algn="ctr">
              <a:spcBef>
                <a:spcPts val="1600"/>
              </a:spcBef>
              <a:spcAft>
                <a:spcPts val="0"/>
              </a:spcAft>
              <a:buSzPts val="1400"/>
              <a:buNone/>
              <a:defRPr/>
            </a:lvl2pPr>
            <a:lvl3pPr lvl="2" rtl="0" algn="ctr">
              <a:spcBef>
                <a:spcPts val="1600"/>
              </a:spcBef>
              <a:spcAft>
                <a:spcPts val="0"/>
              </a:spcAft>
              <a:buSzPts val="1400"/>
              <a:buNone/>
              <a:defRPr/>
            </a:lvl3pPr>
            <a:lvl4pPr lvl="3" rtl="0" algn="ctr">
              <a:spcBef>
                <a:spcPts val="1600"/>
              </a:spcBef>
              <a:spcAft>
                <a:spcPts val="0"/>
              </a:spcAft>
              <a:buSzPts val="1400"/>
              <a:buNone/>
              <a:defRPr/>
            </a:lvl4pPr>
            <a:lvl5pPr lvl="4" rtl="0" algn="ctr">
              <a:spcBef>
                <a:spcPts val="1600"/>
              </a:spcBef>
              <a:spcAft>
                <a:spcPts val="0"/>
              </a:spcAft>
              <a:buSzPts val="1400"/>
              <a:buNone/>
              <a:defRPr/>
            </a:lvl5pPr>
            <a:lvl6pPr lvl="5" rtl="0" algn="ctr">
              <a:spcBef>
                <a:spcPts val="1600"/>
              </a:spcBef>
              <a:spcAft>
                <a:spcPts val="0"/>
              </a:spcAft>
              <a:buSzPts val="1400"/>
              <a:buNone/>
              <a:defRPr/>
            </a:lvl6pPr>
            <a:lvl7pPr lvl="6" rtl="0" algn="ctr">
              <a:spcBef>
                <a:spcPts val="1600"/>
              </a:spcBef>
              <a:spcAft>
                <a:spcPts val="0"/>
              </a:spcAft>
              <a:buSzPts val="1400"/>
              <a:buNone/>
              <a:defRPr/>
            </a:lvl7pPr>
            <a:lvl8pPr lvl="7" rtl="0" algn="ctr">
              <a:spcBef>
                <a:spcPts val="1600"/>
              </a:spcBef>
              <a:spcAft>
                <a:spcPts val="0"/>
              </a:spcAft>
              <a:buSzPts val="1400"/>
              <a:buNone/>
              <a:defRPr/>
            </a:lvl8pPr>
            <a:lvl9pPr lvl="8" rtl="0" algn="ctr">
              <a:spcBef>
                <a:spcPts val="1600"/>
              </a:spcBef>
              <a:spcAft>
                <a:spcPts val="1600"/>
              </a:spcAft>
              <a:buSzPts val="1400"/>
              <a:buNone/>
              <a:defRPr/>
            </a:lvl9pPr>
          </a:lstStyle>
          <a:p/>
        </p:txBody>
      </p:sp>
      <p:sp>
        <p:nvSpPr>
          <p:cNvPr id="1746" name="Google Shape;1746;p34"/>
          <p:cNvSpPr txBox="1"/>
          <p:nvPr>
            <p:ph hasCustomPrompt="1" idx="3" type="title"/>
          </p:nvPr>
        </p:nvSpPr>
        <p:spPr>
          <a:xfrm>
            <a:off x="3436650" y="2605265"/>
            <a:ext cx="2270700" cy="4461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3000"/>
            </a:lvl1pPr>
            <a:lvl2pPr lvl="1" rtl="0" algn="ctr">
              <a:spcBef>
                <a:spcPts val="0"/>
              </a:spcBef>
              <a:spcAft>
                <a:spcPts val="0"/>
              </a:spcAft>
              <a:buSzPts val="3000"/>
              <a:buFont typeface="Neucha"/>
              <a:buNone/>
              <a:defRPr b="1" sz="3000">
                <a:latin typeface="Neucha"/>
                <a:ea typeface="Neucha"/>
                <a:cs typeface="Neucha"/>
                <a:sym typeface="Neucha"/>
              </a:defRPr>
            </a:lvl2pPr>
            <a:lvl3pPr lvl="2" rtl="0" algn="ctr">
              <a:spcBef>
                <a:spcPts val="0"/>
              </a:spcBef>
              <a:spcAft>
                <a:spcPts val="0"/>
              </a:spcAft>
              <a:buSzPts val="3000"/>
              <a:buFont typeface="Neucha"/>
              <a:buNone/>
              <a:defRPr b="1" sz="3000">
                <a:latin typeface="Neucha"/>
                <a:ea typeface="Neucha"/>
                <a:cs typeface="Neucha"/>
                <a:sym typeface="Neucha"/>
              </a:defRPr>
            </a:lvl3pPr>
            <a:lvl4pPr lvl="3" rtl="0" algn="ctr">
              <a:spcBef>
                <a:spcPts val="0"/>
              </a:spcBef>
              <a:spcAft>
                <a:spcPts val="0"/>
              </a:spcAft>
              <a:buSzPts val="3000"/>
              <a:buFont typeface="Neucha"/>
              <a:buNone/>
              <a:defRPr b="1" sz="3000">
                <a:latin typeface="Neucha"/>
                <a:ea typeface="Neucha"/>
                <a:cs typeface="Neucha"/>
                <a:sym typeface="Neucha"/>
              </a:defRPr>
            </a:lvl4pPr>
            <a:lvl5pPr lvl="4" rtl="0" algn="ctr">
              <a:spcBef>
                <a:spcPts val="0"/>
              </a:spcBef>
              <a:spcAft>
                <a:spcPts val="0"/>
              </a:spcAft>
              <a:buSzPts val="3000"/>
              <a:buFont typeface="Neucha"/>
              <a:buNone/>
              <a:defRPr b="1" sz="3000">
                <a:latin typeface="Neucha"/>
                <a:ea typeface="Neucha"/>
                <a:cs typeface="Neucha"/>
                <a:sym typeface="Neucha"/>
              </a:defRPr>
            </a:lvl5pPr>
            <a:lvl6pPr lvl="5" rtl="0" algn="ctr">
              <a:spcBef>
                <a:spcPts val="0"/>
              </a:spcBef>
              <a:spcAft>
                <a:spcPts val="0"/>
              </a:spcAft>
              <a:buSzPts val="3000"/>
              <a:buFont typeface="Neucha"/>
              <a:buNone/>
              <a:defRPr b="1" sz="3000">
                <a:latin typeface="Neucha"/>
                <a:ea typeface="Neucha"/>
                <a:cs typeface="Neucha"/>
                <a:sym typeface="Neucha"/>
              </a:defRPr>
            </a:lvl6pPr>
            <a:lvl7pPr lvl="6" rtl="0" algn="ctr">
              <a:spcBef>
                <a:spcPts val="0"/>
              </a:spcBef>
              <a:spcAft>
                <a:spcPts val="0"/>
              </a:spcAft>
              <a:buSzPts val="3000"/>
              <a:buFont typeface="Neucha"/>
              <a:buNone/>
              <a:defRPr b="1" sz="3000">
                <a:latin typeface="Neucha"/>
                <a:ea typeface="Neucha"/>
                <a:cs typeface="Neucha"/>
                <a:sym typeface="Neucha"/>
              </a:defRPr>
            </a:lvl7pPr>
            <a:lvl8pPr lvl="7" rtl="0" algn="ctr">
              <a:spcBef>
                <a:spcPts val="0"/>
              </a:spcBef>
              <a:spcAft>
                <a:spcPts val="0"/>
              </a:spcAft>
              <a:buSzPts val="3000"/>
              <a:buFont typeface="Neucha"/>
              <a:buNone/>
              <a:defRPr b="1" sz="3000">
                <a:latin typeface="Neucha"/>
                <a:ea typeface="Neucha"/>
                <a:cs typeface="Neucha"/>
                <a:sym typeface="Neucha"/>
              </a:defRPr>
            </a:lvl8pPr>
            <a:lvl9pPr lvl="8" rtl="0" algn="ctr">
              <a:spcBef>
                <a:spcPts val="0"/>
              </a:spcBef>
              <a:spcAft>
                <a:spcPts val="0"/>
              </a:spcAft>
              <a:buSzPts val="3000"/>
              <a:buFont typeface="Neucha"/>
              <a:buNone/>
              <a:defRPr b="1" sz="3000">
                <a:latin typeface="Neucha"/>
                <a:ea typeface="Neucha"/>
                <a:cs typeface="Neucha"/>
                <a:sym typeface="Neucha"/>
              </a:defRPr>
            </a:lvl9pPr>
          </a:lstStyle>
          <a:p>
            <a:r>
              <a:t>xx%</a:t>
            </a:r>
          </a:p>
        </p:txBody>
      </p:sp>
      <p:sp>
        <p:nvSpPr>
          <p:cNvPr id="1747" name="Google Shape;1747;p34"/>
          <p:cNvSpPr txBox="1"/>
          <p:nvPr>
            <p:ph idx="4" type="subTitle"/>
          </p:nvPr>
        </p:nvSpPr>
        <p:spPr>
          <a:xfrm>
            <a:off x="2023500" y="3059540"/>
            <a:ext cx="5097000" cy="4023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800"/>
              <a:buNone/>
              <a:defRPr sz="1400"/>
            </a:lvl1pPr>
            <a:lvl2pPr lvl="1" rtl="0" algn="ctr">
              <a:spcBef>
                <a:spcPts val="1600"/>
              </a:spcBef>
              <a:spcAft>
                <a:spcPts val="0"/>
              </a:spcAft>
              <a:buSzPts val="1400"/>
              <a:buNone/>
              <a:defRPr/>
            </a:lvl2pPr>
            <a:lvl3pPr lvl="2" rtl="0" algn="ctr">
              <a:spcBef>
                <a:spcPts val="1600"/>
              </a:spcBef>
              <a:spcAft>
                <a:spcPts val="0"/>
              </a:spcAft>
              <a:buSzPts val="1400"/>
              <a:buNone/>
              <a:defRPr/>
            </a:lvl3pPr>
            <a:lvl4pPr lvl="3" rtl="0" algn="ctr">
              <a:spcBef>
                <a:spcPts val="1600"/>
              </a:spcBef>
              <a:spcAft>
                <a:spcPts val="0"/>
              </a:spcAft>
              <a:buSzPts val="1400"/>
              <a:buNone/>
              <a:defRPr/>
            </a:lvl4pPr>
            <a:lvl5pPr lvl="4" rtl="0" algn="ctr">
              <a:spcBef>
                <a:spcPts val="1600"/>
              </a:spcBef>
              <a:spcAft>
                <a:spcPts val="0"/>
              </a:spcAft>
              <a:buSzPts val="1400"/>
              <a:buNone/>
              <a:defRPr/>
            </a:lvl5pPr>
            <a:lvl6pPr lvl="5" rtl="0" algn="ctr">
              <a:spcBef>
                <a:spcPts val="1600"/>
              </a:spcBef>
              <a:spcAft>
                <a:spcPts val="0"/>
              </a:spcAft>
              <a:buSzPts val="1400"/>
              <a:buNone/>
              <a:defRPr/>
            </a:lvl6pPr>
            <a:lvl7pPr lvl="6" rtl="0" algn="ctr">
              <a:spcBef>
                <a:spcPts val="1600"/>
              </a:spcBef>
              <a:spcAft>
                <a:spcPts val="0"/>
              </a:spcAft>
              <a:buSzPts val="1400"/>
              <a:buNone/>
              <a:defRPr/>
            </a:lvl7pPr>
            <a:lvl8pPr lvl="7" rtl="0" algn="ctr">
              <a:spcBef>
                <a:spcPts val="1600"/>
              </a:spcBef>
              <a:spcAft>
                <a:spcPts val="0"/>
              </a:spcAft>
              <a:buSzPts val="1400"/>
              <a:buNone/>
              <a:defRPr/>
            </a:lvl8pPr>
            <a:lvl9pPr lvl="8" rtl="0" algn="ctr">
              <a:spcBef>
                <a:spcPts val="1600"/>
              </a:spcBef>
              <a:spcAft>
                <a:spcPts val="1600"/>
              </a:spcAft>
              <a:buSzPts val="1400"/>
              <a:buNone/>
              <a:defRPr/>
            </a:lvl9pPr>
          </a:lstStyle>
          <a:p/>
        </p:txBody>
      </p:sp>
      <p:sp>
        <p:nvSpPr>
          <p:cNvPr id="1748" name="Google Shape;1748;p34"/>
          <p:cNvSpPr txBox="1"/>
          <p:nvPr>
            <p:ph hasCustomPrompt="1" idx="5" type="title"/>
          </p:nvPr>
        </p:nvSpPr>
        <p:spPr>
          <a:xfrm>
            <a:off x="3436650" y="3654896"/>
            <a:ext cx="2270700" cy="4461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3000"/>
            </a:lvl1pPr>
            <a:lvl2pPr lvl="1" rtl="0" algn="ctr">
              <a:spcBef>
                <a:spcPts val="0"/>
              </a:spcBef>
              <a:spcAft>
                <a:spcPts val="0"/>
              </a:spcAft>
              <a:buSzPts val="3000"/>
              <a:buFont typeface="Neucha"/>
              <a:buNone/>
              <a:defRPr b="1" sz="3000">
                <a:latin typeface="Neucha"/>
                <a:ea typeface="Neucha"/>
                <a:cs typeface="Neucha"/>
                <a:sym typeface="Neucha"/>
              </a:defRPr>
            </a:lvl2pPr>
            <a:lvl3pPr lvl="2" rtl="0" algn="ctr">
              <a:spcBef>
                <a:spcPts val="0"/>
              </a:spcBef>
              <a:spcAft>
                <a:spcPts val="0"/>
              </a:spcAft>
              <a:buSzPts val="3000"/>
              <a:buFont typeface="Neucha"/>
              <a:buNone/>
              <a:defRPr b="1" sz="3000">
                <a:latin typeface="Neucha"/>
                <a:ea typeface="Neucha"/>
                <a:cs typeface="Neucha"/>
                <a:sym typeface="Neucha"/>
              </a:defRPr>
            </a:lvl3pPr>
            <a:lvl4pPr lvl="3" rtl="0" algn="ctr">
              <a:spcBef>
                <a:spcPts val="0"/>
              </a:spcBef>
              <a:spcAft>
                <a:spcPts val="0"/>
              </a:spcAft>
              <a:buSzPts val="3000"/>
              <a:buFont typeface="Neucha"/>
              <a:buNone/>
              <a:defRPr b="1" sz="3000">
                <a:latin typeface="Neucha"/>
                <a:ea typeface="Neucha"/>
                <a:cs typeface="Neucha"/>
                <a:sym typeface="Neucha"/>
              </a:defRPr>
            </a:lvl4pPr>
            <a:lvl5pPr lvl="4" rtl="0" algn="ctr">
              <a:spcBef>
                <a:spcPts val="0"/>
              </a:spcBef>
              <a:spcAft>
                <a:spcPts val="0"/>
              </a:spcAft>
              <a:buSzPts val="3000"/>
              <a:buFont typeface="Neucha"/>
              <a:buNone/>
              <a:defRPr b="1" sz="3000">
                <a:latin typeface="Neucha"/>
                <a:ea typeface="Neucha"/>
                <a:cs typeface="Neucha"/>
                <a:sym typeface="Neucha"/>
              </a:defRPr>
            </a:lvl5pPr>
            <a:lvl6pPr lvl="5" rtl="0" algn="ctr">
              <a:spcBef>
                <a:spcPts val="0"/>
              </a:spcBef>
              <a:spcAft>
                <a:spcPts val="0"/>
              </a:spcAft>
              <a:buSzPts val="3000"/>
              <a:buFont typeface="Neucha"/>
              <a:buNone/>
              <a:defRPr b="1" sz="3000">
                <a:latin typeface="Neucha"/>
                <a:ea typeface="Neucha"/>
                <a:cs typeface="Neucha"/>
                <a:sym typeface="Neucha"/>
              </a:defRPr>
            </a:lvl6pPr>
            <a:lvl7pPr lvl="6" rtl="0" algn="ctr">
              <a:spcBef>
                <a:spcPts val="0"/>
              </a:spcBef>
              <a:spcAft>
                <a:spcPts val="0"/>
              </a:spcAft>
              <a:buSzPts val="3000"/>
              <a:buFont typeface="Neucha"/>
              <a:buNone/>
              <a:defRPr b="1" sz="3000">
                <a:latin typeface="Neucha"/>
                <a:ea typeface="Neucha"/>
                <a:cs typeface="Neucha"/>
                <a:sym typeface="Neucha"/>
              </a:defRPr>
            </a:lvl7pPr>
            <a:lvl8pPr lvl="7" rtl="0" algn="ctr">
              <a:spcBef>
                <a:spcPts val="0"/>
              </a:spcBef>
              <a:spcAft>
                <a:spcPts val="0"/>
              </a:spcAft>
              <a:buSzPts val="3000"/>
              <a:buFont typeface="Neucha"/>
              <a:buNone/>
              <a:defRPr b="1" sz="3000">
                <a:latin typeface="Neucha"/>
                <a:ea typeface="Neucha"/>
                <a:cs typeface="Neucha"/>
                <a:sym typeface="Neucha"/>
              </a:defRPr>
            </a:lvl8pPr>
            <a:lvl9pPr lvl="8" rtl="0" algn="ctr">
              <a:spcBef>
                <a:spcPts val="0"/>
              </a:spcBef>
              <a:spcAft>
                <a:spcPts val="0"/>
              </a:spcAft>
              <a:buSzPts val="3000"/>
              <a:buFont typeface="Neucha"/>
              <a:buNone/>
              <a:defRPr b="1" sz="3000">
                <a:latin typeface="Neucha"/>
                <a:ea typeface="Neucha"/>
                <a:cs typeface="Neucha"/>
                <a:sym typeface="Neucha"/>
              </a:defRPr>
            </a:lvl9pPr>
          </a:lstStyle>
          <a:p>
            <a:r>
              <a:t>xx%</a:t>
            </a:r>
          </a:p>
        </p:txBody>
      </p:sp>
      <p:sp>
        <p:nvSpPr>
          <p:cNvPr id="1749" name="Google Shape;1749;p34"/>
          <p:cNvSpPr txBox="1"/>
          <p:nvPr>
            <p:ph idx="6" type="subTitle"/>
          </p:nvPr>
        </p:nvSpPr>
        <p:spPr>
          <a:xfrm>
            <a:off x="2023500" y="4109171"/>
            <a:ext cx="5097000" cy="4023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800"/>
              <a:buNone/>
              <a:defRPr sz="1400"/>
            </a:lvl1pPr>
            <a:lvl2pPr lvl="1" rtl="0" algn="ctr">
              <a:spcBef>
                <a:spcPts val="1600"/>
              </a:spcBef>
              <a:spcAft>
                <a:spcPts val="0"/>
              </a:spcAft>
              <a:buSzPts val="1400"/>
              <a:buNone/>
              <a:defRPr/>
            </a:lvl2pPr>
            <a:lvl3pPr lvl="2" rtl="0" algn="ctr">
              <a:spcBef>
                <a:spcPts val="1600"/>
              </a:spcBef>
              <a:spcAft>
                <a:spcPts val="0"/>
              </a:spcAft>
              <a:buSzPts val="1400"/>
              <a:buNone/>
              <a:defRPr/>
            </a:lvl3pPr>
            <a:lvl4pPr lvl="3" rtl="0" algn="ctr">
              <a:spcBef>
                <a:spcPts val="1600"/>
              </a:spcBef>
              <a:spcAft>
                <a:spcPts val="0"/>
              </a:spcAft>
              <a:buSzPts val="1400"/>
              <a:buNone/>
              <a:defRPr/>
            </a:lvl4pPr>
            <a:lvl5pPr lvl="4" rtl="0" algn="ctr">
              <a:spcBef>
                <a:spcPts val="1600"/>
              </a:spcBef>
              <a:spcAft>
                <a:spcPts val="0"/>
              </a:spcAft>
              <a:buSzPts val="1400"/>
              <a:buNone/>
              <a:defRPr/>
            </a:lvl5pPr>
            <a:lvl6pPr lvl="5" rtl="0" algn="ctr">
              <a:spcBef>
                <a:spcPts val="1600"/>
              </a:spcBef>
              <a:spcAft>
                <a:spcPts val="0"/>
              </a:spcAft>
              <a:buSzPts val="1400"/>
              <a:buNone/>
              <a:defRPr/>
            </a:lvl6pPr>
            <a:lvl7pPr lvl="6" rtl="0" algn="ctr">
              <a:spcBef>
                <a:spcPts val="1600"/>
              </a:spcBef>
              <a:spcAft>
                <a:spcPts val="0"/>
              </a:spcAft>
              <a:buSzPts val="1400"/>
              <a:buNone/>
              <a:defRPr/>
            </a:lvl7pPr>
            <a:lvl8pPr lvl="7" rtl="0" algn="ctr">
              <a:spcBef>
                <a:spcPts val="1600"/>
              </a:spcBef>
              <a:spcAft>
                <a:spcPts val="0"/>
              </a:spcAft>
              <a:buSzPts val="1400"/>
              <a:buNone/>
              <a:defRPr/>
            </a:lvl8pPr>
            <a:lvl9pPr lvl="8" rtl="0" algn="ctr">
              <a:spcBef>
                <a:spcPts val="1600"/>
              </a:spcBef>
              <a:spcAft>
                <a:spcPts val="1600"/>
              </a:spcAft>
              <a:buSzPts val="1400"/>
              <a:buNone/>
              <a:defRPr/>
            </a:lvl9pPr>
          </a:lstStyle>
          <a:p/>
        </p:txBody>
      </p:sp>
      <p:sp>
        <p:nvSpPr>
          <p:cNvPr id="1750" name="Google Shape;1750;p34"/>
          <p:cNvSpPr/>
          <p:nvPr/>
        </p:nvSpPr>
        <p:spPr>
          <a:xfrm>
            <a:off x="123948" y="1850837"/>
            <a:ext cx="261014" cy="257301"/>
          </a:xfrm>
          <a:custGeom>
            <a:rect b="b" l="l" r="r" t="t"/>
            <a:pathLst>
              <a:path extrusionOk="0" h="3971" w="4028">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1" name="Google Shape;1751;p34"/>
          <p:cNvSpPr/>
          <p:nvPr/>
        </p:nvSpPr>
        <p:spPr>
          <a:xfrm>
            <a:off x="254261" y="1565156"/>
            <a:ext cx="60199" cy="60130"/>
          </a:xfrm>
          <a:custGeom>
            <a:rect b="b" l="l" r="r" t="t"/>
            <a:pathLst>
              <a:path extrusionOk="0" h="928" w="929">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2" name="Google Shape;1752;p34"/>
          <p:cNvSpPr/>
          <p:nvPr/>
        </p:nvSpPr>
        <p:spPr>
          <a:xfrm>
            <a:off x="413085" y="2499564"/>
            <a:ext cx="59875" cy="59871"/>
          </a:xfrm>
          <a:custGeom>
            <a:rect b="b" l="l" r="r" t="t"/>
            <a:pathLst>
              <a:path extrusionOk="0" h="924" w="924">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3" name="Google Shape;1753;p34"/>
          <p:cNvSpPr/>
          <p:nvPr/>
        </p:nvSpPr>
        <p:spPr>
          <a:xfrm>
            <a:off x="653078" y="1899932"/>
            <a:ext cx="60134" cy="60130"/>
          </a:xfrm>
          <a:custGeom>
            <a:rect b="b" l="l" r="r" t="t"/>
            <a:pathLst>
              <a:path extrusionOk="0" h="928" w="928">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CUSTOM_1_1_1_1_1_1">
    <p:spTree>
      <p:nvGrpSpPr>
        <p:cNvPr id="1754" name="Shape 1754"/>
        <p:cNvGrpSpPr/>
        <p:nvPr/>
      </p:nvGrpSpPr>
      <p:grpSpPr>
        <a:xfrm>
          <a:off x="0" y="0"/>
          <a:ext cx="0" cy="0"/>
          <a:chOff x="0" y="0"/>
          <a:chExt cx="0" cy="0"/>
        </a:xfrm>
      </p:grpSpPr>
      <p:sp>
        <p:nvSpPr>
          <p:cNvPr id="1755" name="Google Shape;1755;p35"/>
          <p:cNvSpPr/>
          <p:nvPr/>
        </p:nvSpPr>
        <p:spPr>
          <a:xfrm flipH="1">
            <a:off x="0" y="3186075"/>
            <a:ext cx="2623950" cy="1957425"/>
          </a:xfrm>
          <a:custGeom>
            <a:rect b="b" l="l" r="r" t="t"/>
            <a:pathLst>
              <a:path extrusionOk="0" h="78297" w="104958">
                <a:moveTo>
                  <a:pt x="104958" y="1"/>
                </a:moveTo>
                <a:cubicBezTo>
                  <a:pt x="104958" y="1"/>
                  <a:pt x="64314" y="12023"/>
                  <a:pt x="60558" y="37706"/>
                </a:cubicBezTo>
                <a:cubicBezTo>
                  <a:pt x="58414" y="52416"/>
                  <a:pt x="47851" y="54938"/>
                  <a:pt x="40487" y="54938"/>
                </a:cubicBezTo>
                <a:cubicBezTo>
                  <a:pt x="38699" y="54938"/>
                  <a:pt x="37100" y="54789"/>
                  <a:pt x="35855" y="54630"/>
                </a:cubicBezTo>
                <a:cubicBezTo>
                  <a:pt x="34728" y="54476"/>
                  <a:pt x="33609" y="54400"/>
                  <a:pt x="32504" y="54400"/>
                </a:cubicBezTo>
                <a:cubicBezTo>
                  <a:pt x="24597" y="54400"/>
                  <a:pt x="17364" y="58288"/>
                  <a:pt x="12349" y="65403"/>
                </a:cubicBezTo>
                <a:cubicBezTo>
                  <a:pt x="6638" y="73509"/>
                  <a:pt x="4623" y="75250"/>
                  <a:pt x="0" y="78297"/>
                </a:cubicBezTo>
                <a:lnTo>
                  <a:pt x="104958" y="78297"/>
                </a:lnTo>
                <a:lnTo>
                  <a:pt x="104958" y="1"/>
                </a:lnTo>
                <a:close/>
              </a:path>
            </a:pathLst>
          </a:cu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56" name="Google Shape;1756;p35"/>
          <p:cNvSpPr/>
          <p:nvPr/>
        </p:nvSpPr>
        <p:spPr>
          <a:xfrm>
            <a:off x="6520050" y="3186063"/>
            <a:ext cx="2623950" cy="1957425"/>
          </a:xfrm>
          <a:custGeom>
            <a:rect b="b" l="l" r="r" t="t"/>
            <a:pathLst>
              <a:path extrusionOk="0" h="78297" w="104958">
                <a:moveTo>
                  <a:pt x="104958" y="1"/>
                </a:moveTo>
                <a:cubicBezTo>
                  <a:pt x="104958" y="1"/>
                  <a:pt x="64314" y="12023"/>
                  <a:pt x="60558" y="37706"/>
                </a:cubicBezTo>
                <a:cubicBezTo>
                  <a:pt x="58414" y="52416"/>
                  <a:pt x="47851" y="54938"/>
                  <a:pt x="40487" y="54938"/>
                </a:cubicBezTo>
                <a:cubicBezTo>
                  <a:pt x="38699" y="54938"/>
                  <a:pt x="37100" y="54789"/>
                  <a:pt x="35855" y="54630"/>
                </a:cubicBezTo>
                <a:cubicBezTo>
                  <a:pt x="34728" y="54476"/>
                  <a:pt x="33609" y="54400"/>
                  <a:pt x="32504" y="54400"/>
                </a:cubicBezTo>
                <a:cubicBezTo>
                  <a:pt x="24597" y="54400"/>
                  <a:pt x="17364" y="58288"/>
                  <a:pt x="12349" y="65403"/>
                </a:cubicBezTo>
                <a:cubicBezTo>
                  <a:pt x="6638" y="73509"/>
                  <a:pt x="4623" y="75250"/>
                  <a:pt x="0" y="78297"/>
                </a:cubicBezTo>
                <a:lnTo>
                  <a:pt x="104958" y="78297"/>
                </a:lnTo>
                <a:lnTo>
                  <a:pt x="104958"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57" name="Google Shape;1757;p35"/>
          <p:cNvGrpSpPr/>
          <p:nvPr/>
        </p:nvGrpSpPr>
        <p:grpSpPr>
          <a:xfrm>
            <a:off x="7853225" y="3974325"/>
            <a:ext cx="531275" cy="821125"/>
            <a:chOff x="238125" y="3188925"/>
            <a:chExt cx="531275" cy="821125"/>
          </a:xfrm>
        </p:grpSpPr>
        <p:sp>
          <p:nvSpPr>
            <p:cNvPr id="1758" name="Google Shape;1758;p35"/>
            <p:cNvSpPr/>
            <p:nvPr/>
          </p:nvSpPr>
          <p:spPr>
            <a:xfrm>
              <a:off x="281625" y="3275750"/>
              <a:ext cx="487775" cy="734300"/>
            </a:xfrm>
            <a:custGeom>
              <a:rect b="b" l="l" r="r" t="t"/>
              <a:pathLst>
                <a:path extrusionOk="0" h="29372" w="19511">
                  <a:moveTo>
                    <a:pt x="11950" y="1"/>
                  </a:moveTo>
                  <a:lnTo>
                    <a:pt x="1" y="3475"/>
                  </a:lnTo>
                  <a:lnTo>
                    <a:pt x="7357" y="28403"/>
                  </a:lnTo>
                  <a:cubicBezTo>
                    <a:pt x="7526" y="28991"/>
                    <a:pt x="8040" y="29371"/>
                    <a:pt x="8619" y="29371"/>
                  </a:cubicBezTo>
                  <a:cubicBezTo>
                    <a:pt x="8741" y="29371"/>
                    <a:pt x="8866" y="29354"/>
                    <a:pt x="8992" y="29319"/>
                  </a:cubicBezTo>
                  <a:lnTo>
                    <a:pt x="18391" y="26564"/>
                  </a:lnTo>
                  <a:cubicBezTo>
                    <a:pt x="19102" y="26360"/>
                    <a:pt x="19511" y="25641"/>
                    <a:pt x="19306" y="24930"/>
                  </a:cubicBezTo>
                  <a:lnTo>
                    <a:pt x="11950" y="1"/>
                  </a:lnTo>
                  <a:close/>
                </a:path>
              </a:pathLst>
            </a:custGeom>
            <a:solidFill>
              <a:srgbClr val="FF78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9" name="Google Shape;1759;p35"/>
            <p:cNvSpPr/>
            <p:nvPr/>
          </p:nvSpPr>
          <p:spPr>
            <a:xfrm>
              <a:off x="324950" y="3418800"/>
              <a:ext cx="365375" cy="316750"/>
            </a:xfrm>
            <a:custGeom>
              <a:rect b="b" l="l" r="r" t="t"/>
              <a:pathLst>
                <a:path extrusionOk="0" h="12670" w="14615">
                  <a:moveTo>
                    <a:pt x="11852" y="0"/>
                  </a:moveTo>
                  <a:lnTo>
                    <a:pt x="1" y="3474"/>
                  </a:lnTo>
                  <a:lnTo>
                    <a:pt x="2657" y="12669"/>
                  </a:lnTo>
                  <a:lnTo>
                    <a:pt x="14615" y="9195"/>
                  </a:lnTo>
                  <a:lnTo>
                    <a:pt x="11852"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0" name="Google Shape;1760;p35"/>
            <p:cNvSpPr/>
            <p:nvPr/>
          </p:nvSpPr>
          <p:spPr>
            <a:xfrm>
              <a:off x="238125" y="3188925"/>
              <a:ext cx="360250" cy="178800"/>
            </a:xfrm>
            <a:custGeom>
              <a:rect b="b" l="l" r="r" t="t"/>
              <a:pathLst>
                <a:path extrusionOk="0" h="7152" w="14410">
                  <a:moveTo>
                    <a:pt x="13486" y="0"/>
                  </a:moveTo>
                  <a:lnTo>
                    <a:pt x="0" y="3981"/>
                  </a:lnTo>
                  <a:lnTo>
                    <a:pt x="1022" y="7152"/>
                  </a:lnTo>
                  <a:lnTo>
                    <a:pt x="14410" y="3270"/>
                  </a:lnTo>
                  <a:lnTo>
                    <a:pt x="1348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1" name="Google Shape;1761;p35"/>
            <p:cNvSpPr/>
            <p:nvPr/>
          </p:nvSpPr>
          <p:spPr>
            <a:xfrm>
              <a:off x="250975" y="3280875"/>
              <a:ext cx="38250" cy="84200"/>
            </a:xfrm>
            <a:custGeom>
              <a:rect b="b" l="l" r="r" t="t"/>
              <a:pathLst>
                <a:path extrusionOk="0" h="3368" w="1530">
                  <a:moveTo>
                    <a:pt x="614" y="0"/>
                  </a:moveTo>
                  <a:lnTo>
                    <a:pt x="1" y="205"/>
                  </a:lnTo>
                  <a:lnTo>
                    <a:pt x="916" y="3368"/>
                  </a:lnTo>
                  <a:lnTo>
                    <a:pt x="1529" y="3163"/>
                  </a:lnTo>
                  <a:lnTo>
                    <a:pt x="614" y="0"/>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2" name="Google Shape;1762;p35"/>
            <p:cNvSpPr/>
            <p:nvPr/>
          </p:nvSpPr>
          <p:spPr>
            <a:xfrm>
              <a:off x="281625" y="3273100"/>
              <a:ext cx="35800" cy="84425"/>
            </a:xfrm>
            <a:custGeom>
              <a:rect b="b" l="l" r="r" t="t"/>
              <a:pathLst>
                <a:path extrusionOk="0" h="3377" w="1432">
                  <a:moveTo>
                    <a:pt x="508" y="1"/>
                  </a:moveTo>
                  <a:lnTo>
                    <a:pt x="1" y="107"/>
                  </a:lnTo>
                  <a:lnTo>
                    <a:pt x="916" y="3376"/>
                  </a:lnTo>
                  <a:lnTo>
                    <a:pt x="1431" y="3172"/>
                  </a:lnTo>
                  <a:lnTo>
                    <a:pt x="508" y="1"/>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3" name="Google Shape;1763;p35"/>
            <p:cNvSpPr/>
            <p:nvPr/>
          </p:nvSpPr>
          <p:spPr>
            <a:xfrm>
              <a:off x="309625" y="3262875"/>
              <a:ext cx="38450" cy="84425"/>
            </a:xfrm>
            <a:custGeom>
              <a:rect b="b" l="l" r="r" t="t"/>
              <a:pathLst>
                <a:path extrusionOk="0" h="3377" w="1538">
                  <a:moveTo>
                    <a:pt x="614" y="1"/>
                  </a:moveTo>
                  <a:lnTo>
                    <a:pt x="1" y="205"/>
                  </a:lnTo>
                  <a:lnTo>
                    <a:pt x="1022" y="3377"/>
                  </a:lnTo>
                  <a:lnTo>
                    <a:pt x="1537" y="3270"/>
                  </a:lnTo>
                  <a:lnTo>
                    <a:pt x="614" y="1"/>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4" name="Google Shape;1764;p35"/>
            <p:cNvSpPr/>
            <p:nvPr/>
          </p:nvSpPr>
          <p:spPr>
            <a:xfrm>
              <a:off x="340275" y="3255325"/>
              <a:ext cx="38450" cy="84200"/>
            </a:xfrm>
            <a:custGeom>
              <a:rect b="b" l="l" r="r" t="t"/>
              <a:pathLst>
                <a:path extrusionOk="0" h="3368" w="1538">
                  <a:moveTo>
                    <a:pt x="614" y="1"/>
                  </a:moveTo>
                  <a:lnTo>
                    <a:pt x="1" y="205"/>
                  </a:lnTo>
                  <a:lnTo>
                    <a:pt x="924" y="3368"/>
                  </a:lnTo>
                  <a:lnTo>
                    <a:pt x="1537" y="3164"/>
                  </a:lnTo>
                  <a:lnTo>
                    <a:pt x="614" y="1"/>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5" name="Google Shape;1765;p35"/>
            <p:cNvSpPr/>
            <p:nvPr/>
          </p:nvSpPr>
          <p:spPr>
            <a:xfrm>
              <a:off x="370925" y="3245100"/>
              <a:ext cx="38450" cy="84225"/>
            </a:xfrm>
            <a:custGeom>
              <a:rect b="b" l="l" r="r" t="t"/>
              <a:pathLst>
                <a:path extrusionOk="0" h="3369" w="1538">
                  <a:moveTo>
                    <a:pt x="516" y="1"/>
                  </a:moveTo>
                  <a:lnTo>
                    <a:pt x="1" y="205"/>
                  </a:lnTo>
                  <a:lnTo>
                    <a:pt x="924" y="3368"/>
                  </a:lnTo>
                  <a:lnTo>
                    <a:pt x="1537" y="3270"/>
                  </a:lnTo>
                  <a:lnTo>
                    <a:pt x="516" y="1"/>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6" name="Google Shape;1766;p35"/>
            <p:cNvSpPr/>
            <p:nvPr/>
          </p:nvSpPr>
          <p:spPr>
            <a:xfrm>
              <a:off x="401575" y="3237350"/>
              <a:ext cx="35800" cy="84400"/>
            </a:xfrm>
            <a:custGeom>
              <a:rect b="b" l="l" r="r" t="t"/>
              <a:pathLst>
                <a:path extrusionOk="0" h="3376" w="1432">
                  <a:moveTo>
                    <a:pt x="516" y="0"/>
                  </a:moveTo>
                  <a:lnTo>
                    <a:pt x="1" y="205"/>
                  </a:lnTo>
                  <a:lnTo>
                    <a:pt x="924" y="3376"/>
                  </a:lnTo>
                  <a:lnTo>
                    <a:pt x="1431" y="3172"/>
                  </a:lnTo>
                  <a:lnTo>
                    <a:pt x="516" y="0"/>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7" name="Google Shape;1767;p35"/>
            <p:cNvSpPr/>
            <p:nvPr/>
          </p:nvSpPr>
          <p:spPr>
            <a:xfrm>
              <a:off x="429775" y="3229775"/>
              <a:ext cx="38250" cy="81775"/>
            </a:xfrm>
            <a:custGeom>
              <a:rect b="b" l="l" r="r" t="t"/>
              <a:pathLst>
                <a:path extrusionOk="0" h="3271" w="1530">
                  <a:moveTo>
                    <a:pt x="614" y="1"/>
                  </a:moveTo>
                  <a:lnTo>
                    <a:pt x="1" y="99"/>
                  </a:lnTo>
                  <a:lnTo>
                    <a:pt x="916" y="3270"/>
                  </a:lnTo>
                  <a:lnTo>
                    <a:pt x="1529" y="3164"/>
                  </a:lnTo>
                  <a:lnTo>
                    <a:pt x="614" y="1"/>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8" name="Google Shape;1768;p35"/>
            <p:cNvSpPr/>
            <p:nvPr/>
          </p:nvSpPr>
          <p:spPr>
            <a:xfrm>
              <a:off x="460425" y="3219575"/>
              <a:ext cx="38250" cy="84200"/>
            </a:xfrm>
            <a:custGeom>
              <a:rect b="b" l="l" r="r" t="t"/>
              <a:pathLst>
                <a:path extrusionOk="0" h="3368" w="1530">
                  <a:moveTo>
                    <a:pt x="614" y="0"/>
                  </a:moveTo>
                  <a:lnTo>
                    <a:pt x="1" y="205"/>
                  </a:lnTo>
                  <a:lnTo>
                    <a:pt x="916" y="3368"/>
                  </a:lnTo>
                  <a:lnTo>
                    <a:pt x="1529" y="3163"/>
                  </a:lnTo>
                  <a:lnTo>
                    <a:pt x="614" y="0"/>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9" name="Google Shape;1769;p35"/>
            <p:cNvSpPr/>
            <p:nvPr/>
          </p:nvSpPr>
          <p:spPr>
            <a:xfrm>
              <a:off x="491075" y="3211800"/>
              <a:ext cx="35800" cy="84425"/>
            </a:xfrm>
            <a:custGeom>
              <a:rect b="b" l="l" r="r" t="t"/>
              <a:pathLst>
                <a:path extrusionOk="0" h="3377" w="1432">
                  <a:moveTo>
                    <a:pt x="507" y="1"/>
                  </a:moveTo>
                  <a:lnTo>
                    <a:pt x="1" y="107"/>
                  </a:lnTo>
                  <a:lnTo>
                    <a:pt x="916" y="3376"/>
                  </a:lnTo>
                  <a:lnTo>
                    <a:pt x="1431" y="3172"/>
                  </a:lnTo>
                  <a:lnTo>
                    <a:pt x="507" y="1"/>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0" name="Google Shape;1770;p35"/>
            <p:cNvSpPr/>
            <p:nvPr/>
          </p:nvSpPr>
          <p:spPr>
            <a:xfrm>
              <a:off x="519075" y="3201575"/>
              <a:ext cx="38450" cy="84425"/>
            </a:xfrm>
            <a:custGeom>
              <a:rect b="b" l="l" r="r" t="t"/>
              <a:pathLst>
                <a:path extrusionOk="0" h="3377" w="1538">
                  <a:moveTo>
                    <a:pt x="613" y="1"/>
                  </a:moveTo>
                  <a:lnTo>
                    <a:pt x="0" y="205"/>
                  </a:lnTo>
                  <a:lnTo>
                    <a:pt x="1022" y="3377"/>
                  </a:lnTo>
                  <a:lnTo>
                    <a:pt x="1537" y="3270"/>
                  </a:lnTo>
                  <a:lnTo>
                    <a:pt x="613" y="1"/>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1" name="Google Shape;1771;p35"/>
            <p:cNvSpPr/>
            <p:nvPr/>
          </p:nvSpPr>
          <p:spPr>
            <a:xfrm>
              <a:off x="549725" y="3194025"/>
              <a:ext cx="38450" cy="84200"/>
            </a:xfrm>
            <a:custGeom>
              <a:rect b="b" l="l" r="r" t="t"/>
              <a:pathLst>
                <a:path extrusionOk="0" h="3368" w="1538">
                  <a:moveTo>
                    <a:pt x="613" y="1"/>
                  </a:moveTo>
                  <a:lnTo>
                    <a:pt x="0" y="99"/>
                  </a:lnTo>
                  <a:lnTo>
                    <a:pt x="924" y="3368"/>
                  </a:lnTo>
                  <a:lnTo>
                    <a:pt x="1537" y="3164"/>
                  </a:lnTo>
                  <a:lnTo>
                    <a:pt x="613" y="1"/>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2" name="Google Shape;1772;p35"/>
            <p:cNvSpPr/>
            <p:nvPr/>
          </p:nvSpPr>
          <p:spPr>
            <a:xfrm>
              <a:off x="281625" y="3275750"/>
              <a:ext cx="309000" cy="122625"/>
            </a:xfrm>
            <a:custGeom>
              <a:rect b="b" l="l" r="r" t="t"/>
              <a:pathLst>
                <a:path extrusionOk="0" h="4905" w="12360">
                  <a:moveTo>
                    <a:pt x="11950" y="1"/>
                  </a:moveTo>
                  <a:lnTo>
                    <a:pt x="1" y="3475"/>
                  </a:lnTo>
                  <a:lnTo>
                    <a:pt x="410" y="4905"/>
                  </a:lnTo>
                  <a:lnTo>
                    <a:pt x="12359" y="1325"/>
                  </a:lnTo>
                  <a:lnTo>
                    <a:pt x="11950" y="1"/>
                  </a:lnTo>
                  <a:close/>
                </a:path>
              </a:pathLst>
            </a:custGeom>
            <a:solidFill>
              <a:srgbClr val="F56E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3" name="Google Shape;1773;p35"/>
            <p:cNvSpPr/>
            <p:nvPr/>
          </p:nvSpPr>
          <p:spPr>
            <a:xfrm>
              <a:off x="557500" y="3574500"/>
              <a:ext cx="86850" cy="38425"/>
            </a:xfrm>
            <a:custGeom>
              <a:rect b="b" l="l" r="r" t="t"/>
              <a:pathLst>
                <a:path extrusionOk="0" h="1537" w="3474">
                  <a:moveTo>
                    <a:pt x="3367" y="0"/>
                  </a:moveTo>
                  <a:lnTo>
                    <a:pt x="0" y="1022"/>
                  </a:lnTo>
                  <a:lnTo>
                    <a:pt x="204" y="1537"/>
                  </a:lnTo>
                  <a:lnTo>
                    <a:pt x="3474" y="613"/>
                  </a:lnTo>
                  <a:lnTo>
                    <a:pt x="3367" y="0"/>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4" name="Google Shape;1774;p35"/>
            <p:cNvSpPr/>
            <p:nvPr/>
          </p:nvSpPr>
          <p:spPr>
            <a:xfrm>
              <a:off x="549725" y="3546500"/>
              <a:ext cx="86875" cy="38250"/>
            </a:xfrm>
            <a:custGeom>
              <a:rect b="b" l="l" r="r" t="t"/>
              <a:pathLst>
                <a:path extrusionOk="0" h="1530" w="3475">
                  <a:moveTo>
                    <a:pt x="3270" y="1"/>
                  </a:moveTo>
                  <a:lnTo>
                    <a:pt x="0" y="1022"/>
                  </a:lnTo>
                  <a:lnTo>
                    <a:pt x="205" y="1529"/>
                  </a:lnTo>
                  <a:lnTo>
                    <a:pt x="3474" y="614"/>
                  </a:lnTo>
                  <a:lnTo>
                    <a:pt x="3270" y="1"/>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5" name="Google Shape;1775;p35"/>
            <p:cNvSpPr/>
            <p:nvPr/>
          </p:nvSpPr>
          <p:spPr>
            <a:xfrm>
              <a:off x="542175" y="3518300"/>
              <a:ext cx="86850" cy="38450"/>
            </a:xfrm>
            <a:custGeom>
              <a:rect b="b" l="l" r="r" t="t"/>
              <a:pathLst>
                <a:path extrusionOk="0" h="1538" w="3474">
                  <a:moveTo>
                    <a:pt x="3269" y="1"/>
                  </a:moveTo>
                  <a:lnTo>
                    <a:pt x="0" y="1022"/>
                  </a:lnTo>
                  <a:lnTo>
                    <a:pt x="98" y="1537"/>
                  </a:lnTo>
                  <a:lnTo>
                    <a:pt x="3474" y="614"/>
                  </a:lnTo>
                  <a:lnTo>
                    <a:pt x="3269" y="1"/>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6" name="Google Shape;1776;p35"/>
            <p:cNvSpPr/>
            <p:nvPr/>
          </p:nvSpPr>
          <p:spPr>
            <a:xfrm>
              <a:off x="360725" y="3514550"/>
              <a:ext cx="84400" cy="75050"/>
            </a:xfrm>
            <a:custGeom>
              <a:rect b="b" l="l" r="r" t="t"/>
              <a:pathLst>
                <a:path extrusionOk="0" h="3002" w="3376">
                  <a:moveTo>
                    <a:pt x="1712" y="1"/>
                  </a:moveTo>
                  <a:cubicBezTo>
                    <a:pt x="1583" y="1"/>
                    <a:pt x="1454" y="18"/>
                    <a:pt x="1332" y="53"/>
                  </a:cubicBezTo>
                  <a:cubicBezTo>
                    <a:pt x="515" y="355"/>
                    <a:pt x="0" y="1172"/>
                    <a:pt x="311" y="1892"/>
                  </a:cubicBezTo>
                  <a:cubicBezTo>
                    <a:pt x="474" y="2546"/>
                    <a:pt x="1031" y="3002"/>
                    <a:pt x="1666" y="3002"/>
                  </a:cubicBezTo>
                  <a:cubicBezTo>
                    <a:pt x="1824" y="3002"/>
                    <a:pt x="1987" y="2974"/>
                    <a:pt x="2150" y="2913"/>
                  </a:cubicBezTo>
                  <a:cubicBezTo>
                    <a:pt x="2967" y="2709"/>
                    <a:pt x="3376" y="1892"/>
                    <a:pt x="3171" y="1074"/>
                  </a:cubicBezTo>
                  <a:cubicBezTo>
                    <a:pt x="3002" y="397"/>
                    <a:pt x="2339" y="1"/>
                    <a:pt x="1712" y="1"/>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7" name="Google Shape;1777;p35"/>
            <p:cNvSpPr/>
            <p:nvPr/>
          </p:nvSpPr>
          <p:spPr>
            <a:xfrm>
              <a:off x="450200" y="3847900"/>
              <a:ext cx="319200" cy="162150"/>
            </a:xfrm>
            <a:custGeom>
              <a:rect b="b" l="l" r="r" t="t"/>
              <a:pathLst>
                <a:path extrusionOk="0" h="6486" w="12768">
                  <a:moveTo>
                    <a:pt x="1" y="3572"/>
                  </a:moveTo>
                  <a:lnTo>
                    <a:pt x="1" y="3572"/>
                  </a:lnTo>
                  <a:cubicBezTo>
                    <a:pt x="9" y="3599"/>
                    <a:pt x="17" y="3625"/>
                    <a:pt x="26" y="3651"/>
                  </a:cubicBezTo>
                  <a:lnTo>
                    <a:pt x="26" y="3651"/>
                  </a:lnTo>
                  <a:lnTo>
                    <a:pt x="1" y="3572"/>
                  </a:lnTo>
                  <a:close/>
                  <a:moveTo>
                    <a:pt x="11950" y="0"/>
                  </a:moveTo>
                  <a:cubicBezTo>
                    <a:pt x="12155" y="711"/>
                    <a:pt x="11746" y="1431"/>
                    <a:pt x="11035" y="1635"/>
                  </a:cubicBezTo>
                  <a:lnTo>
                    <a:pt x="1636" y="4496"/>
                  </a:lnTo>
                  <a:cubicBezTo>
                    <a:pt x="1510" y="4531"/>
                    <a:pt x="1385" y="4548"/>
                    <a:pt x="1263" y="4548"/>
                  </a:cubicBezTo>
                  <a:cubicBezTo>
                    <a:pt x="710" y="4548"/>
                    <a:pt x="216" y="4200"/>
                    <a:pt x="26" y="3651"/>
                  </a:cubicBezTo>
                  <a:lnTo>
                    <a:pt x="26" y="3651"/>
                  </a:lnTo>
                  <a:lnTo>
                    <a:pt x="614" y="5517"/>
                  </a:lnTo>
                  <a:cubicBezTo>
                    <a:pt x="783" y="6105"/>
                    <a:pt x="1297" y="6485"/>
                    <a:pt x="1876" y="6485"/>
                  </a:cubicBezTo>
                  <a:cubicBezTo>
                    <a:pt x="1998" y="6485"/>
                    <a:pt x="2123" y="6468"/>
                    <a:pt x="2249" y="6433"/>
                  </a:cubicBezTo>
                  <a:lnTo>
                    <a:pt x="11648" y="3678"/>
                  </a:lnTo>
                  <a:cubicBezTo>
                    <a:pt x="12359" y="3474"/>
                    <a:pt x="12768" y="2755"/>
                    <a:pt x="12563" y="2044"/>
                  </a:cubicBezTo>
                  <a:lnTo>
                    <a:pt x="11950" y="0"/>
                  </a:lnTo>
                  <a:close/>
                </a:path>
              </a:pathLst>
            </a:custGeom>
            <a:solidFill>
              <a:srgbClr val="F56E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78" name="Google Shape;1778;p35"/>
          <p:cNvGrpSpPr/>
          <p:nvPr/>
        </p:nvGrpSpPr>
        <p:grpSpPr>
          <a:xfrm>
            <a:off x="220263" y="4286238"/>
            <a:ext cx="985925" cy="744150"/>
            <a:chOff x="1666700" y="5967688"/>
            <a:chExt cx="985925" cy="744150"/>
          </a:xfrm>
        </p:grpSpPr>
        <p:sp>
          <p:nvSpPr>
            <p:cNvPr id="1779" name="Google Shape;1779;p35"/>
            <p:cNvSpPr/>
            <p:nvPr/>
          </p:nvSpPr>
          <p:spPr>
            <a:xfrm>
              <a:off x="1666700" y="5967688"/>
              <a:ext cx="985925" cy="744150"/>
            </a:xfrm>
            <a:custGeom>
              <a:rect b="b" l="l" r="r" t="t"/>
              <a:pathLst>
                <a:path extrusionOk="0" h="29766" w="39437">
                  <a:moveTo>
                    <a:pt x="31419" y="0"/>
                  </a:moveTo>
                  <a:cubicBezTo>
                    <a:pt x="30988" y="0"/>
                    <a:pt x="30551" y="105"/>
                    <a:pt x="30144" y="326"/>
                  </a:cubicBezTo>
                  <a:lnTo>
                    <a:pt x="1839" y="15340"/>
                  </a:lnTo>
                  <a:cubicBezTo>
                    <a:pt x="515" y="16060"/>
                    <a:pt x="0" y="17694"/>
                    <a:pt x="720" y="19018"/>
                  </a:cubicBezTo>
                  <a:lnTo>
                    <a:pt x="5624" y="28320"/>
                  </a:lnTo>
                  <a:cubicBezTo>
                    <a:pt x="6116" y="29236"/>
                    <a:pt x="7051" y="29765"/>
                    <a:pt x="8022" y="29765"/>
                  </a:cubicBezTo>
                  <a:cubicBezTo>
                    <a:pt x="8453" y="29765"/>
                    <a:pt x="8892" y="29661"/>
                    <a:pt x="9302" y="29440"/>
                  </a:cubicBezTo>
                  <a:lnTo>
                    <a:pt x="37598" y="14523"/>
                  </a:lnTo>
                  <a:cubicBezTo>
                    <a:pt x="38930" y="13812"/>
                    <a:pt x="39437" y="12177"/>
                    <a:pt x="38726" y="10845"/>
                  </a:cubicBezTo>
                  <a:lnTo>
                    <a:pt x="33822" y="1446"/>
                  </a:lnTo>
                  <a:cubicBezTo>
                    <a:pt x="33324" y="529"/>
                    <a:pt x="32387" y="0"/>
                    <a:pt x="31419" y="0"/>
                  </a:cubicBezTo>
                  <a:close/>
                </a:path>
              </a:pathLst>
            </a:custGeom>
            <a:solidFill>
              <a:srgbClr val="F1F0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0" name="Google Shape;1780;p35"/>
            <p:cNvSpPr/>
            <p:nvPr/>
          </p:nvSpPr>
          <p:spPr>
            <a:xfrm>
              <a:off x="1758650" y="6363863"/>
              <a:ext cx="130375" cy="130375"/>
            </a:xfrm>
            <a:custGeom>
              <a:rect b="b" l="l" r="r" t="t"/>
              <a:pathLst>
                <a:path extrusionOk="0" h="5215" w="5215">
                  <a:moveTo>
                    <a:pt x="2555" y="0"/>
                  </a:moveTo>
                  <a:cubicBezTo>
                    <a:pt x="1305" y="0"/>
                    <a:pt x="194" y="901"/>
                    <a:pt x="0" y="2256"/>
                  </a:cubicBezTo>
                  <a:lnTo>
                    <a:pt x="0" y="2354"/>
                  </a:lnTo>
                  <a:lnTo>
                    <a:pt x="0" y="2460"/>
                  </a:lnTo>
                  <a:lnTo>
                    <a:pt x="0" y="2558"/>
                  </a:lnTo>
                  <a:lnTo>
                    <a:pt x="0" y="2665"/>
                  </a:lnTo>
                  <a:lnTo>
                    <a:pt x="0" y="2763"/>
                  </a:lnTo>
                  <a:cubicBezTo>
                    <a:pt x="0" y="2967"/>
                    <a:pt x="0" y="3171"/>
                    <a:pt x="107" y="3376"/>
                  </a:cubicBezTo>
                  <a:cubicBezTo>
                    <a:pt x="107" y="3482"/>
                    <a:pt x="107" y="3580"/>
                    <a:pt x="205" y="3580"/>
                  </a:cubicBezTo>
                  <a:lnTo>
                    <a:pt x="205" y="3686"/>
                  </a:lnTo>
                  <a:cubicBezTo>
                    <a:pt x="205" y="3686"/>
                    <a:pt x="205" y="3784"/>
                    <a:pt x="311" y="3784"/>
                  </a:cubicBezTo>
                  <a:lnTo>
                    <a:pt x="311" y="3891"/>
                  </a:lnTo>
                  <a:cubicBezTo>
                    <a:pt x="311" y="3989"/>
                    <a:pt x="409" y="3989"/>
                    <a:pt x="409" y="4095"/>
                  </a:cubicBezTo>
                  <a:cubicBezTo>
                    <a:pt x="409" y="4193"/>
                    <a:pt x="515" y="4193"/>
                    <a:pt x="515" y="4299"/>
                  </a:cubicBezTo>
                  <a:lnTo>
                    <a:pt x="613" y="4299"/>
                  </a:lnTo>
                  <a:cubicBezTo>
                    <a:pt x="613" y="4397"/>
                    <a:pt x="613" y="4397"/>
                    <a:pt x="720" y="4397"/>
                  </a:cubicBezTo>
                  <a:lnTo>
                    <a:pt x="720" y="4504"/>
                  </a:lnTo>
                  <a:cubicBezTo>
                    <a:pt x="818" y="4504"/>
                    <a:pt x="818" y="4602"/>
                    <a:pt x="924" y="4602"/>
                  </a:cubicBezTo>
                  <a:lnTo>
                    <a:pt x="1128" y="4806"/>
                  </a:lnTo>
                  <a:cubicBezTo>
                    <a:pt x="1226" y="4806"/>
                    <a:pt x="1226" y="4912"/>
                    <a:pt x="1333" y="4912"/>
                  </a:cubicBezTo>
                  <a:cubicBezTo>
                    <a:pt x="1431" y="4912"/>
                    <a:pt x="1537" y="5010"/>
                    <a:pt x="1537" y="5010"/>
                  </a:cubicBezTo>
                  <a:cubicBezTo>
                    <a:pt x="1635" y="5010"/>
                    <a:pt x="1741" y="5117"/>
                    <a:pt x="1741" y="5117"/>
                  </a:cubicBezTo>
                  <a:lnTo>
                    <a:pt x="2044" y="5117"/>
                  </a:lnTo>
                  <a:lnTo>
                    <a:pt x="2044" y="5215"/>
                  </a:lnTo>
                  <a:lnTo>
                    <a:pt x="2354" y="5215"/>
                  </a:lnTo>
                  <a:cubicBezTo>
                    <a:pt x="2763" y="5215"/>
                    <a:pt x="3172" y="5215"/>
                    <a:pt x="3580" y="5010"/>
                  </a:cubicBezTo>
                  <a:cubicBezTo>
                    <a:pt x="3678" y="5010"/>
                    <a:pt x="3785" y="4912"/>
                    <a:pt x="3785" y="4912"/>
                  </a:cubicBezTo>
                  <a:cubicBezTo>
                    <a:pt x="3883" y="4912"/>
                    <a:pt x="3989" y="4806"/>
                    <a:pt x="3989" y="4806"/>
                  </a:cubicBezTo>
                  <a:cubicBezTo>
                    <a:pt x="4087" y="4708"/>
                    <a:pt x="4193" y="4708"/>
                    <a:pt x="4193" y="4602"/>
                  </a:cubicBezTo>
                  <a:cubicBezTo>
                    <a:pt x="4398" y="4504"/>
                    <a:pt x="4496" y="4397"/>
                    <a:pt x="4602" y="4299"/>
                  </a:cubicBezTo>
                  <a:cubicBezTo>
                    <a:pt x="4806" y="3989"/>
                    <a:pt x="5011" y="3580"/>
                    <a:pt x="5109" y="3171"/>
                  </a:cubicBezTo>
                  <a:lnTo>
                    <a:pt x="5109" y="3073"/>
                  </a:lnTo>
                  <a:lnTo>
                    <a:pt x="5109" y="2967"/>
                  </a:lnTo>
                  <a:lnTo>
                    <a:pt x="5109" y="2869"/>
                  </a:lnTo>
                  <a:cubicBezTo>
                    <a:pt x="5215" y="2763"/>
                    <a:pt x="5215" y="2763"/>
                    <a:pt x="5215" y="2665"/>
                  </a:cubicBezTo>
                  <a:lnTo>
                    <a:pt x="5215" y="2558"/>
                  </a:lnTo>
                  <a:cubicBezTo>
                    <a:pt x="5215" y="2460"/>
                    <a:pt x="5215" y="2460"/>
                    <a:pt x="5109" y="2354"/>
                  </a:cubicBezTo>
                  <a:lnTo>
                    <a:pt x="5109" y="2256"/>
                  </a:lnTo>
                  <a:lnTo>
                    <a:pt x="5109" y="2150"/>
                  </a:lnTo>
                  <a:lnTo>
                    <a:pt x="5109" y="2052"/>
                  </a:lnTo>
                  <a:cubicBezTo>
                    <a:pt x="5109" y="1945"/>
                    <a:pt x="5109" y="1945"/>
                    <a:pt x="5011" y="1847"/>
                  </a:cubicBezTo>
                  <a:lnTo>
                    <a:pt x="5011" y="1741"/>
                  </a:lnTo>
                  <a:lnTo>
                    <a:pt x="5011" y="1643"/>
                  </a:lnTo>
                  <a:lnTo>
                    <a:pt x="4904" y="1537"/>
                  </a:lnTo>
                  <a:lnTo>
                    <a:pt x="4904" y="1439"/>
                  </a:lnTo>
                  <a:lnTo>
                    <a:pt x="4806" y="1332"/>
                  </a:lnTo>
                  <a:cubicBezTo>
                    <a:pt x="4398" y="621"/>
                    <a:pt x="3678" y="106"/>
                    <a:pt x="2763" y="8"/>
                  </a:cubicBezTo>
                  <a:cubicBezTo>
                    <a:pt x="2693" y="3"/>
                    <a:pt x="2624" y="0"/>
                    <a:pt x="2555"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1" name="Google Shape;1781;p35"/>
            <p:cNvSpPr/>
            <p:nvPr/>
          </p:nvSpPr>
          <p:spPr>
            <a:xfrm>
              <a:off x="1735750" y="6361013"/>
              <a:ext cx="148175" cy="131150"/>
            </a:xfrm>
            <a:custGeom>
              <a:rect b="b" l="l" r="r" t="t"/>
              <a:pathLst>
                <a:path extrusionOk="0" h="5246" w="5927">
                  <a:moveTo>
                    <a:pt x="2940" y="1"/>
                  </a:moveTo>
                  <a:cubicBezTo>
                    <a:pt x="2527" y="1"/>
                    <a:pt x="2111" y="105"/>
                    <a:pt x="1734" y="327"/>
                  </a:cubicBezTo>
                  <a:cubicBezTo>
                    <a:pt x="410" y="940"/>
                    <a:pt x="1" y="2574"/>
                    <a:pt x="614" y="3800"/>
                  </a:cubicBezTo>
                  <a:cubicBezTo>
                    <a:pt x="1106" y="4717"/>
                    <a:pt x="1994" y="5246"/>
                    <a:pt x="2901" y="5246"/>
                  </a:cubicBezTo>
                  <a:cubicBezTo>
                    <a:pt x="3304" y="5246"/>
                    <a:pt x="3710" y="5141"/>
                    <a:pt x="4088" y="4920"/>
                  </a:cubicBezTo>
                  <a:cubicBezTo>
                    <a:pt x="5412" y="4307"/>
                    <a:pt x="5927" y="2672"/>
                    <a:pt x="5207" y="1446"/>
                  </a:cubicBezTo>
                  <a:cubicBezTo>
                    <a:pt x="4783" y="530"/>
                    <a:pt x="3869" y="1"/>
                    <a:pt x="2940" y="1"/>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2" name="Google Shape;1782;p35"/>
            <p:cNvSpPr/>
            <p:nvPr/>
          </p:nvSpPr>
          <p:spPr>
            <a:xfrm>
              <a:off x="1766400" y="6369163"/>
              <a:ext cx="117525" cy="122175"/>
            </a:xfrm>
            <a:custGeom>
              <a:rect b="b" l="l" r="r" t="t"/>
              <a:pathLst>
                <a:path extrusionOk="0" h="4887" w="4701">
                  <a:moveTo>
                    <a:pt x="2862" y="1"/>
                  </a:moveTo>
                  <a:lnTo>
                    <a:pt x="2862" y="1"/>
                  </a:lnTo>
                  <a:cubicBezTo>
                    <a:pt x="3164" y="205"/>
                    <a:pt x="3368" y="409"/>
                    <a:pt x="3573" y="818"/>
                  </a:cubicBezTo>
                  <a:cubicBezTo>
                    <a:pt x="4186" y="2044"/>
                    <a:pt x="3679" y="3572"/>
                    <a:pt x="2453" y="4292"/>
                  </a:cubicBezTo>
                  <a:cubicBezTo>
                    <a:pt x="2044" y="4496"/>
                    <a:pt x="1636" y="4598"/>
                    <a:pt x="1227" y="4598"/>
                  </a:cubicBezTo>
                  <a:cubicBezTo>
                    <a:pt x="818" y="4598"/>
                    <a:pt x="410" y="4496"/>
                    <a:pt x="1" y="4292"/>
                  </a:cubicBezTo>
                  <a:lnTo>
                    <a:pt x="1" y="4292"/>
                  </a:lnTo>
                  <a:cubicBezTo>
                    <a:pt x="499" y="4665"/>
                    <a:pt x="1109" y="4887"/>
                    <a:pt x="1718" y="4887"/>
                  </a:cubicBezTo>
                  <a:cubicBezTo>
                    <a:pt x="2109" y="4887"/>
                    <a:pt x="2501" y="4795"/>
                    <a:pt x="2862" y="4594"/>
                  </a:cubicBezTo>
                  <a:cubicBezTo>
                    <a:pt x="4186" y="3981"/>
                    <a:pt x="4701" y="2346"/>
                    <a:pt x="3981" y="1120"/>
                  </a:cubicBezTo>
                  <a:cubicBezTo>
                    <a:pt x="3777" y="614"/>
                    <a:pt x="3368" y="205"/>
                    <a:pt x="2862" y="1"/>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3" name="Google Shape;1783;p35"/>
            <p:cNvSpPr/>
            <p:nvPr/>
          </p:nvSpPr>
          <p:spPr>
            <a:xfrm>
              <a:off x="1751075" y="6397163"/>
              <a:ext cx="119975" cy="66425"/>
            </a:xfrm>
            <a:custGeom>
              <a:rect b="b" l="l" r="r" t="t"/>
              <a:pathLst>
                <a:path extrusionOk="0" h="2657" w="4799">
                  <a:moveTo>
                    <a:pt x="4594" y="0"/>
                  </a:moveTo>
                  <a:lnTo>
                    <a:pt x="1" y="2354"/>
                  </a:lnTo>
                  <a:cubicBezTo>
                    <a:pt x="1" y="2354"/>
                    <a:pt x="1" y="2452"/>
                    <a:pt x="99" y="2452"/>
                  </a:cubicBezTo>
                  <a:cubicBezTo>
                    <a:pt x="99" y="2559"/>
                    <a:pt x="99" y="2559"/>
                    <a:pt x="205" y="2657"/>
                  </a:cubicBezTo>
                  <a:lnTo>
                    <a:pt x="4799" y="311"/>
                  </a:lnTo>
                  <a:cubicBezTo>
                    <a:pt x="4701" y="205"/>
                    <a:pt x="4701" y="107"/>
                    <a:pt x="4701" y="107"/>
                  </a:cubicBezTo>
                  <a:cubicBezTo>
                    <a:pt x="4701" y="0"/>
                    <a:pt x="4594" y="0"/>
                    <a:pt x="4594"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4" name="Google Shape;1784;p35"/>
            <p:cNvSpPr/>
            <p:nvPr/>
          </p:nvSpPr>
          <p:spPr>
            <a:xfrm>
              <a:off x="1748425" y="6392063"/>
              <a:ext cx="120175" cy="69075"/>
            </a:xfrm>
            <a:custGeom>
              <a:rect b="b" l="l" r="r" t="t"/>
              <a:pathLst>
                <a:path extrusionOk="0" h="2763" w="4807">
                  <a:moveTo>
                    <a:pt x="4602" y="0"/>
                  </a:moveTo>
                  <a:lnTo>
                    <a:pt x="1" y="2452"/>
                  </a:lnTo>
                  <a:cubicBezTo>
                    <a:pt x="107" y="2452"/>
                    <a:pt x="107" y="2558"/>
                    <a:pt x="107" y="2558"/>
                  </a:cubicBezTo>
                  <a:cubicBezTo>
                    <a:pt x="107" y="2656"/>
                    <a:pt x="205" y="2656"/>
                    <a:pt x="205" y="2763"/>
                  </a:cubicBezTo>
                  <a:lnTo>
                    <a:pt x="4807" y="311"/>
                  </a:lnTo>
                  <a:cubicBezTo>
                    <a:pt x="4807" y="311"/>
                    <a:pt x="4807" y="204"/>
                    <a:pt x="4700" y="204"/>
                  </a:cubicBezTo>
                  <a:cubicBezTo>
                    <a:pt x="4700" y="106"/>
                    <a:pt x="4700" y="106"/>
                    <a:pt x="4602" y="0"/>
                  </a:cubicBez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5" name="Google Shape;1785;p35"/>
            <p:cNvSpPr/>
            <p:nvPr/>
          </p:nvSpPr>
          <p:spPr>
            <a:xfrm>
              <a:off x="1911900" y="6282113"/>
              <a:ext cx="130375" cy="130400"/>
            </a:xfrm>
            <a:custGeom>
              <a:rect b="b" l="l" r="r" t="t"/>
              <a:pathLst>
                <a:path extrusionOk="0" h="5216" w="5215">
                  <a:moveTo>
                    <a:pt x="2654" y="1"/>
                  </a:moveTo>
                  <a:cubicBezTo>
                    <a:pt x="1412" y="1"/>
                    <a:pt x="300" y="901"/>
                    <a:pt x="107" y="2257"/>
                  </a:cubicBezTo>
                  <a:lnTo>
                    <a:pt x="107" y="2150"/>
                  </a:lnTo>
                  <a:cubicBezTo>
                    <a:pt x="0" y="2257"/>
                    <a:pt x="0" y="2355"/>
                    <a:pt x="0" y="2355"/>
                  </a:cubicBezTo>
                  <a:lnTo>
                    <a:pt x="0" y="2461"/>
                  </a:lnTo>
                  <a:lnTo>
                    <a:pt x="0" y="2559"/>
                  </a:lnTo>
                  <a:lnTo>
                    <a:pt x="0" y="2665"/>
                  </a:lnTo>
                  <a:cubicBezTo>
                    <a:pt x="0" y="2968"/>
                    <a:pt x="107" y="3172"/>
                    <a:pt x="107" y="3376"/>
                  </a:cubicBezTo>
                  <a:cubicBezTo>
                    <a:pt x="205" y="3483"/>
                    <a:pt x="205" y="3581"/>
                    <a:pt x="205" y="3581"/>
                  </a:cubicBezTo>
                  <a:lnTo>
                    <a:pt x="205" y="3687"/>
                  </a:lnTo>
                  <a:cubicBezTo>
                    <a:pt x="311" y="3687"/>
                    <a:pt x="311" y="3785"/>
                    <a:pt x="311" y="3785"/>
                  </a:cubicBezTo>
                  <a:lnTo>
                    <a:pt x="311" y="3891"/>
                  </a:lnTo>
                  <a:lnTo>
                    <a:pt x="515" y="4096"/>
                  </a:lnTo>
                  <a:cubicBezTo>
                    <a:pt x="515" y="4194"/>
                    <a:pt x="515" y="4194"/>
                    <a:pt x="613" y="4300"/>
                  </a:cubicBezTo>
                  <a:lnTo>
                    <a:pt x="720" y="4398"/>
                  </a:lnTo>
                  <a:cubicBezTo>
                    <a:pt x="818" y="4398"/>
                    <a:pt x="818" y="4504"/>
                    <a:pt x="818" y="4504"/>
                  </a:cubicBezTo>
                  <a:cubicBezTo>
                    <a:pt x="818" y="4504"/>
                    <a:pt x="924" y="4602"/>
                    <a:pt x="1022" y="4602"/>
                  </a:cubicBezTo>
                  <a:cubicBezTo>
                    <a:pt x="1022" y="4709"/>
                    <a:pt x="1128" y="4709"/>
                    <a:pt x="1128" y="4807"/>
                  </a:cubicBezTo>
                  <a:lnTo>
                    <a:pt x="1226" y="4807"/>
                  </a:lnTo>
                  <a:lnTo>
                    <a:pt x="1333" y="4913"/>
                  </a:lnTo>
                  <a:lnTo>
                    <a:pt x="1431" y="4913"/>
                  </a:lnTo>
                  <a:cubicBezTo>
                    <a:pt x="1431" y="4913"/>
                    <a:pt x="1537" y="5011"/>
                    <a:pt x="1635" y="5011"/>
                  </a:cubicBezTo>
                  <a:cubicBezTo>
                    <a:pt x="1741" y="5011"/>
                    <a:pt x="1741" y="5117"/>
                    <a:pt x="1839" y="5117"/>
                  </a:cubicBezTo>
                  <a:lnTo>
                    <a:pt x="2044" y="5117"/>
                  </a:lnTo>
                  <a:cubicBezTo>
                    <a:pt x="2150" y="5117"/>
                    <a:pt x="2150" y="5215"/>
                    <a:pt x="2150" y="5215"/>
                  </a:cubicBezTo>
                  <a:lnTo>
                    <a:pt x="2354" y="5215"/>
                  </a:lnTo>
                  <a:cubicBezTo>
                    <a:pt x="2861" y="5215"/>
                    <a:pt x="3270" y="5215"/>
                    <a:pt x="3678" y="5011"/>
                  </a:cubicBezTo>
                  <a:cubicBezTo>
                    <a:pt x="3678" y="5011"/>
                    <a:pt x="3785" y="4913"/>
                    <a:pt x="3883" y="4913"/>
                  </a:cubicBezTo>
                  <a:cubicBezTo>
                    <a:pt x="3989" y="4913"/>
                    <a:pt x="3989" y="4807"/>
                    <a:pt x="4087" y="4807"/>
                  </a:cubicBezTo>
                  <a:lnTo>
                    <a:pt x="4291" y="4602"/>
                  </a:lnTo>
                  <a:lnTo>
                    <a:pt x="4602" y="4300"/>
                  </a:lnTo>
                  <a:cubicBezTo>
                    <a:pt x="4904" y="3989"/>
                    <a:pt x="5109" y="3581"/>
                    <a:pt x="5215" y="3172"/>
                  </a:cubicBezTo>
                  <a:lnTo>
                    <a:pt x="5215" y="3074"/>
                  </a:lnTo>
                  <a:lnTo>
                    <a:pt x="5215" y="2968"/>
                  </a:lnTo>
                  <a:lnTo>
                    <a:pt x="5215" y="2870"/>
                  </a:lnTo>
                  <a:lnTo>
                    <a:pt x="5215" y="2665"/>
                  </a:lnTo>
                  <a:lnTo>
                    <a:pt x="5215" y="2559"/>
                  </a:lnTo>
                  <a:lnTo>
                    <a:pt x="5215" y="2355"/>
                  </a:lnTo>
                  <a:lnTo>
                    <a:pt x="5215" y="2257"/>
                  </a:lnTo>
                  <a:lnTo>
                    <a:pt x="5215" y="2150"/>
                  </a:lnTo>
                  <a:lnTo>
                    <a:pt x="5215" y="2052"/>
                  </a:lnTo>
                  <a:cubicBezTo>
                    <a:pt x="5109" y="1946"/>
                    <a:pt x="5109" y="1946"/>
                    <a:pt x="5109" y="1848"/>
                  </a:cubicBezTo>
                  <a:lnTo>
                    <a:pt x="5109" y="1742"/>
                  </a:lnTo>
                  <a:lnTo>
                    <a:pt x="5011" y="1644"/>
                  </a:lnTo>
                  <a:lnTo>
                    <a:pt x="5011" y="1537"/>
                  </a:lnTo>
                  <a:cubicBezTo>
                    <a:pt x="5011" y="1537"/>
                    <a:pt x="5011" y="1439"/>
                    <a:pt x="4904" y="1439"/>
                  </a:cubicBezTo>
                  <a:lnTo>
                    <a:pt x="4904" y="1333"/>
                  </a:lnTo>
                  <a:cubicBezTo>
                    <a:pt x="4496" y="622"/>
                    <a:pt x="3785" y="107"/>
                    <a:pt x="2861" y="9"/>
                  </a:cubicBezTo>
                  <a:cubicBezTo>
                    <a:pt x="2792" y="3"/>
                    <a:pt x="2723" y="1"/>
                    <a:pt x="2654" y="1"/>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6" name="Google Shape;1786;p35"/>
            <p:cNvSpPr/>
            <p:nvPr/>
          </p:nvSpPr>
          <p:spPr>
            <a:xfrm>
              <a:off x="1889000" y="6279288"/>
              <a:ext cx="148175" cy="129975"/>
            </a:xfrm>
            <a:custGeom>
              <a:rect b="b" l="l" r="r" t="t"/>
              <a:pathLst>
                <a:path extrusionOk="0" h="5199" w="5927">
                  <a:moveTo>
                    <a:pt x="3025" y="1"/>
                  </a:moveTo>
                  <a:cubicBezTo>
                    <a:pt x="2623" y="1"/>
                    <a:pt x="2217" y="105"/>
                    <a:pt x="1840" y="326"/>
                  </a:cubicBezTo>
                  <a:cubicBezTo>
                    <a:pt x="508" y="939"/>
                    <a:pt x="1" y="2574"/>
                    <a:pt x="712" y="3800"/>
                  </a:cubicBezTo>
                  <a:cubicBezTo>
                    <a:pt x="1138" y="4721"/>
                    <a:pt x="2058" y="5199"/>
                    <a:pt x="2991" y="5199"/>
                  </a:cubicBezTo>
                  <a:cubicBezTo>
                    <a:pt x="3400" y="5199"/>
                    <a:pt x="3812" y="5107"/>
                    <a:pt x="4186" y="4920"/>
                  </a:cubicBezTo>
                  <a:cubicBezTo>
                    <a:pt x="5518" y="4209"/>
                    <a:pt x="5927" y="2672"/>
                    <a:pt x="5314" y="1446"/>
                  </a:cubicBezTo>
                  <a:cubicBezTo>
                    <a:pt x="4816" y="529"/>
                    <a:pt x="3930" y="1"/>
                    <a:pt x="3025" y="1"/>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7" name="Google Shape;1787;p35"/>
            <p:cNvSpPr/>
            <p:nvPr/>
          </p:nvSpPr>
          <p:spPr>
            <a:xfrm>
              <a:off x="1922125" y="6287438"/>
              <a:ext cx="115050" cy="122175"/>
            </a:xfrm>
            <a:custGeom>
              <a:rect b="b" l="l" r="r" t="t"/>
              <a:pathLst>
                <a:path extrusionOk="0" h="4887" w="4602">
                  <a:moveTo>
                    <a:pt x="2861" y="0"/>
                  </a:moveTo>
                  <a:lnTo>
                    <a:pt x="2861" y="0"/>
                  </a:lnTo>
                  <a:cubicBezTo>
                    <a:pt x="3065" y="205"/>
                    <a:pt x="3376" y="409"/>
                    <a:pt x="3474" y="711"/>
                  </a:cubicBezTo>
                  <a:cubicBezTo>
                    <a:pt x="4193" y="2044"/>
                    <a:pt x="3678" y="3572"/>
                    <a:pt x="2354" y="4291"/>
                  </a:cubicBezTo>
                  <a:cubicBezTo>
                    <a:pt x="1994" y="4496"/>
                    <a:pt x="1586" y="4598"/>
                    <a:pt x="1177" y="4598"/>
                  </a:cubicBezTo>
                  <a:cubicBezTo>
                    <a:pt x="768" y="4598"/>
                    <a:pt x="360" y="4496"/>
                    <a:pt x="0" y="4291"/>
                  </a:cubicBezTo>
                  <a:lnTo>
                    <a:pt x="0" y="4291"/>
                  </a:lnTo>
                  <a:cubicBezTo>
                    <a:pt x="498" y="4665"/>
                    <a:pt x="1111" y="4886"/>
                    <a:pt x="1721" y="4886"/>
                  </a:cubicBezTo>
                  <a:cubicBezTo>
                    <a:pt x="2112" y="4886"/>
                    <a:pt x="2503" y="4795"/>
                    <a:pt x="2861" y="4594"/>
                  </a:cubicBezTo>
                  <a:cubicBezTo>
                    <a:pt x="4193" y="3883"/>
                    <a:pt x="4602" y="2346"/>
                    <a:pt x="3989" y="1120"/>
                  </a:cubicBezTo>
                  <a:cubicBezTo>
                    <a:pt x="3678" y="613"/>
                    <a:pt x="3269" y="205"/>
                    <a:pt x="2861"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8" name="Google Shape;1788;p35"/>
            <p:cNvSpPr/>
            <p:nvPr/>
          </p:nvSpPr>
          <p:spPr>
            <a:xfrm>
              <a:off x="1906800" y="6315438"/>
              <a:ext cx="117500" cy="66425"/>
            </a:xfrm>
            <a:custGeom>
              <a:rect b="b" l="l" r="r" t="t"/>
              <a:pathLst>
                <a:path extrusionOk="0" h="2657" w="4700">
                  <a:moveTo>
                    <a:pt x="4602" y="0"/>
                  </a:moveTo>
                  <a:lnTo>
                    <a:pt x="0" y="2354"/>
                  </a:lnTo>
                  <a:lnTo>
                    <a:pt x="0" y="2452"/>
                  </a:lnTo>
                  <a:cubicBezTo>
                    <a:pt x="106" y="2558"/>
                    <a:pt x="106" y="2558"/>
                    <a:pt x="106" y="2656"/>
                  </a:cubicBezTo>
                  <a:lnTo>
                    <a:pt x="4700" y="311"/>
                  </a:lnTo>
                  <a:cubicBezTo>
                    <a:pt x="4700" y="204"/>
                    <a:pt x="4700" y="106"/>
                    <a:pt x="4602"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9" name="Google Shape;1789;p35"/>
            <p:cNvSpPr/>
            <p:nvPr/>
          </p:nvSpPr>
          <p:spPr>
            <a:xfrm>
              <a:off x="1904325" y="6310313"/>
              <a:ext cx="119975" cy="69100"/>
            </a:xfrm>
            <a:custGeom>
              <a:rect b="b" l="l" r="r" t="t"/>
              <a:pathLst>
                <a:path extrusionOk="0" h="2764" w="4799">
                  <a:moveTo>
                    <a:pt x="4594" y="1"/>
                  </a:moveTo>
                  <a:lnTo>
                    <a:pt x="1" y="2453"/>
                  </a:lnTo>
                  <a:cubicBezTo>
                    <a:pt x="1" y="2453"/>
                    <a:pt x="1" y="2559"/>
                    <a:pt x="99" y="2559"/>
                  </a:cubicBezTo>
                  <a:cubicBezTo>
                    <a:pt x="99" y="2657"/>
                    <a:pt x="99" y="2657"/>
                    <a:pt x="205" y="2763"/>
                  </a:cubicBezTo>
                  <a:lnTo>
                    <a:pt x="4799" y="311"/>
                  </a:lnTo>
                  <a:cubicBezTo>
                    <a:pt x="4701" y="311"/>
                    <a:pt x="4701" y="205"/>
                    <a:pt x="4701" y="205"/>
                  </a:cubicBezTo>
                  <a:cubicBezTo>
                    <a:pt x="4701" y="107"/>
                    <a:pt x="4594" y="107"/>
                    <a:pt x="4594" y="1"/>
                  </a:cubicBez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0" name="Google Shape;1790;p35"/>
            <p:cNvSpPr/>
            <p:nvPr/>
          </p:nvSpPr>
          <p:spPr>
            <a:xfrm>
              <a:off x="2067800" y="6200388"/>
              <a:ext cx="130200" cy="130400"/>
            </a:xfrm>
            <a:custGeom>
              <a:rect b="b" l="l" r="r" t="t"/>
              <a:pathLst>
                <a:path extrusionOk="0" h="5216" w="5208">
                  <a:moveTo>
                    <a:pt x="2638" y="0"/>
                  </a:moveTo>
                  <a:cubicBezTo>
                    <a:pt x="1305" y="0"/>
                    <a:pt x="194" y="895"/>
                    <a:pt x="1" y="2150"/>
                  </a:cubicBezTo>
                  <a:lnTo>
                    <a:pt x="1" y="2354"/>
                  </a:lnTo>
                  <a:lnTo>
                    <a:pt x="1" y="2461"/>
                  </a:lnTo>
                  <a:lnTo>
                    <a:pt x="1" y="2559"/>
                  </a:lnTo>
                  <a:lnTo>
                    <a:pt x="1" y="2665"/>
                  </a:lnTo>
                  <a:cubicBezTo>
                    <a:pt x="1" y="2967"/>
                    <a:pt x="1" y="3172"/>
                    <a:pt x="99" y="3376"/>
                  </a:cubicBezTo>
                  <a:cubicBezTo>
                    <a:pt x="99" y="3482"/>
                    <a:pt x="205" y="3580"/>
                    <a:pt x="205" y="3580"/>
                  </a:cubicBezTo>
                  <a:lnTo>
                    <a:pt x="205" y="3687"/>
                  </a:lnTo>
                  <a:lnTo>
                    <a:pt x="303" y="3785"/>
                  </a:lnTo>
                  <a:lnTo>
                    <a:pt x="303" y="3891"/>
                  </a:lnTo>
                  <a:cubicBezTo>
                    <a:pt x="303" y="3989"/>
                    <a:pt x="409" y="3989"/>
                    <a:pt x="409" y="4095"/>
                  </a:cubicBezTo>
                  <a:lnTo>
                    <a:pt x="614" y="4300"/>
                  </a:lnTo>
                  <a:lnTo>
                    <a:pt x="712" y="4398"/>
                  </a:lnTo>
                  <a:cubicBezTo>
                    <a:pt x="712" y="4398"/>
                    <a:pt x="712" y="4504"/>
                    <a:pt x="818" y="4504"/>
                  </a:cubicBezTo>
                  <a:lnTo>
                    <a:pt x="916" y="4602"/>
                  </a:lnTo>
                  <a:lnTo>
                    <a:pt x="1120" y="4806"/>
                  </a:lnTo>
                  <a:cubicBezTo>
                    <a:pt x="1227" y="4806"/>
                    <a:pt x="1227" y="4806"/>
                    <a:pt x="1325" y="4913"/>
                  </a:cubicBezTo>
                  <a:cubicBezTo>
                    <a:pt x="1431" y="4913"/>
                    <a:pt x="1529" y="5011"/>
                    <a:pt x="1529" y="5011"/>
                  </a:cubicBezTo>
                  <a:lnTo>
                    <a:pt x="1635" y="5011"/>
                  </a:lnTo>
                  <a:cubicBezTo>
                    <a:pt x="1635" y="5011"/>
                    <a:pt x="1733" y="5117"/>
                    <a:pt x="1840" y="5117"/>
                  </a:cubicBezTo>
                  <a:lnTo>
                    <a:pt x="2044" y="5117"/>
                  </a:lnTo>
                  <a:cubicBezTo>
                    <a:pt x="2044" y="5117"/>
                    <a:pt x="2044" y="5215"/>
                    <a:pt x="2142" y="5215"/>
                  </a:cubicBezTo>
                  <a:lnTo>
                    <a:pt x="2346" y="5215"/>
                  </a:lnTo>
                  <a:cubicBezTo>
                    <a:pt x="2755" y="5215"/>
                    <a:pt x="3270" y="5215"/>
                    <a:pt x="3572" y="5011"/>
                  </a:cubicBezTo>
                  <a:cubicBezTo>
                    <a:pt x="3679" y="5011"/>
                    <a:pt x="3777" y="4913"/>
                    <a:pt x="3883" y="4913"/>
                  </a:cubicBezTo>
                  <a:cubicBezTo>
                    <a:pt x="3883" y="4913"/>
                    <a:pt x="3981" y="4806"/>
                    <a:pt x="4087" y="4806"/>
                  </a:cubicBezTo>
                  <a:cubicBezTo>
                    <a:pt x="4087" y="4708"/>
                    <a:pt x="4185" y="4708"/>
                    <a:pt x="4292" y="4602"/>
                  </a:cubicBezTo>
                  <a:lnTo>
                    <a:pt x="4594" y="4300"/>
                  </a:lnTo>
                  <a:cubicBezTo>
                    <a:pt x="4798" y="3989"/>
                    <a:pt x="5003" y="3580"/>
                    <a:pt x="5109" y="3172"/>
                  </a:cubicBezTo>
                  <a:lnTo>
                    <a:pt x="5109" y="3074"/>
                  </a:lnTo>
                  <a:cubicBezTo>
                    <a:pt x="5109" y="2967"/>
                    <a:pt x="5207" y="2967"/>
                    <a:pt x="5207" y="2967"/>
                  </a:cubicBezTo>
                  <a:lnTo>
                    <a:pt x="5207" y="2869"/>
                  </a:lnTo>
                  <a:lnTo>
                    <a:pt x="5207" y="2665"/>
                  </a:lnTo>
                  <a:lnTo>
                    <a:pt x="5207" y="2559"/>
                  </a:lnTo>
                  <a:lnTo>
                    <a:pt x="5207" y="2354"/>
                  </a:lnTo>
                  <a:lnTo>
                    <a:pt x="5207" y="2256"/>
                  </a:lnTo>
                  <a:lnTo>
                    <a:pt x="5109" y="2150"/>
                  </a:lnTo>
                  <a:lnTo>
                    <a:pt x="5109" y="2052"/>
                  </a:lnTo>
                  <a:lnTo>
                    <a:pt x="5109" y="1848"/>
                  </a:lnTo>
                  <a:lnTo>
                    <a:pt x="5003" y="1741"/>
                  </a:lnTo>
                  <a:lnTo>
                    <a:pt x="5003" y="1643"/>
                  </a:lnTo>
                  <a:lnTo>
                    <a:pt x="5003" y="1537"/>
                  </a:lnTo>
                  <a:cubicBezTo>
                    <a:pt x="4905" y="1537"/>
                    <a:pt x="4905" y="1439"/>
                    <a:pt x="4905" y="1439"/>
                  </a:cubicBezTo>
                  <a:cubicBezTo>
                    <a:pt x="4905" y="1439"/>
                    <a:pt x="4905" y="1333"/>
                    <a:pt x="4798" y="1333"/>
                  </a:cubicBezTo>
                  <a:cubicBezTo>
                    <a:pt x="4390" y="622"/>
                    <a:pt x="3679" y="107"/>
                    <a:pt x="2861" y="9"/>
                  </a:cubicBezTo>
                  <a:cubicBezTo>
                    <a:pt x="2786" y="3"/>
                    <a:pt x="2712" y="0"/>
                    <a:pt x="2638"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1" name="Google Shape;1791;p35"/>
            <p:cNvSpPr/>
            <p:nvPr/>
          </p:nvSpPr>
          <p:spPr>
            <a:xfrm>
              <a:off x="2044725" y="6197563"/>
              <a:ext cx="148150" cy="129975"/>
            </a:xfrm>
            <a:custGeom>
              <a:rect b="b" l="l" r="r" t="t"/>
              <a:pathLst>
                <a:path extrusionOk="0" h="5199" w="5926">
                  <a:moveTo>
                    <a:pt x="2993" y="0"/>
                  </a:moveTo>
                  <a:cubicBezTo>
                    <a:pt x="2576" y="0"/>
                    <a:pt x="2148" y="105"/>
                    <a:pt x="1741" y="326"/>
                  </a:cubicBezTo>
                  <a:cubicBezTo>
                    <a:pt x="515" y="939"/>
                    <a:pt x="0" y="2574"/>
                    <a:pt x="613" y="3800"/>
                  </a:cubicBezTo>
                  <a:cubicBezTo>
                    <a:pt x="1113" y="4720"/>
                    <a:pt x="2004" y="5198"/>
                    <a:pt x="2948" y="5198"/>
                  </a:cubicBezTo>
                  <a:cubicBezTo>
                    <a:pt x="3363" y="5198"/>
                    <a:pt x="3787" y="5106"/>
                    <a:pt x="4193" y="4919"/>
                  </a:cubicBezTo>
                  <a:cubicBezTo>
                    <a:pt x="5419" y="4208"/>
                    <a:pt x="5926" y="2672"/>
                    <a:pt x="5313" y="1446"/>
                  </a:cubicBezTo>
                  <a:cubicBezTo>
                    <a:pt x="4821" y="529"/>
                    <a:pt x="3933" y="0"/>
                    <a:pt x="2993" y="0"/>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2" name="Google Shape;1792;p35"/>
            <p:cNvSpPr/>
            <p:nvPr/>
          </p:nvSpPr>
          <p:spPr>
            <a:xfrm>
              <a:off x="2078025" y="6205713"/>
              <a:ext cx="114850" cy="122175"/>
            </a:xfrm>
            <a:custGeom>
              <a:rect b="b" l="l" r="r" t="t"/>
              <a:pathLst>
                <a:path extrusionOk="0" h="4887" w="4594">
                  <a:moveTo>
                    <a:pt x="2755" y="0"/>
                  </a:moveTo>
                  <a:lnTo>
                    <a:pt x="2755" y="0"/>
                  </a:lnTo>
                  <a:cubicBezTo>
                    <a:pt x="3065" y="204"/>
                    <a:pt x="3270" y="409"/>
                    <a:pt x="3474" y="711"/>
                  </a:cubicBezTo>
                  <a:cubicBezTo>
                    <a:pt x="4087" y="2043"/>
                    <a:pt x="3572" y="3572"/>
                    <a:pt x="2346" y="4291"/>
                  </a:cubicBezTo>
                  <a:cubicBezTo>
                    <a:pt x="1937" y="4495"/>
                    <a:pt x="1529" y="4598"/>
                    <a:pt x="1133" y="4598"/>
                  </a:cubicBezTo>
                  <a:cubicBezTo>
                    <a:pt x="738" y="4598"/>
                    <a:pt x="356" y="4495"/>
                    <a:pt x="0" y="4291"/>
                  </a:cubicBezTo>
                  <a:lnTo>
                    <a:pt x="0" y="4291"/>
                  </a:lnTo>
                  <a:cubicBezTo>
                    <a:pt x="433" y="4664"/>
                    <a:pt x="1021" y="4886"/>
                    <a:pt x="1645" y="4886"/>
                  </a:cubicBezTo>
                  <a:cubicBezTo>
                    <a:pt x="2046" y="4886"/>
                    <a:pt x="2462" y="4795"/>
                    <a:pt x="2861" y="4593"/>
                  </a:cubicBezTo>
                  <a:cubicBezTo>
                    <a:pt x="4087" y="3882"/>
                    <a:pt x="4594" y="2346"/>
                    <a:pt x="3981" y="1120"/>
                  </a:cubicBezTo>
                  <a:cubicBezTo>
                    <a:pt x="3678" y="613"/>
                    <a:pt x="3270" y="204"/>
                    <a:pt x="2755"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3" name="Google Shape;1793;p35"/>
            <p:cNvSpPr/>
            <p:nvPr/>
          </p:nvSpPr>
          <p:spPr>
            <a:xfrm>
              <a:off x="2060050" y="6233688"/>
              <a:ext cx="120175" cy="66450"/>
            </a:xfrm>
            <a:custGeom>
              <a:rect b="b" l="l" r="r" t="t"/>
              <a:pathLst>
                <a:path extrusionOk="0" h="2658" w="4807">
                  <a:moveTo>
                    <a:pt x="4602" y="1"/>
                  </a:moveTo>
                  <a:lnTo>
                    <a:pt x="0" y="2355"/>
                  </a:lnTo>
                  <a:cubicBezTo>
                    <a:pt x="106" y="2355"/>
                    <a:pt x="106" y="2453"/>
                    <a:pt x="106" y="2453"/>
                  </a:cubicBezTo>
                  <a:cubicBezTo>
                    <a:pt x="106" y="2559"/>
                    <a:pt x="204" y="2559"/>
                    <a:pt x="204" y="2657"/>
                  </a:cubicBezTo>
                  <a:lnTo>
                    <a:pt x="4806" y="311"/>
                  </a:lnTo>
                  <a:cubicBezTo>
                    <a:pt x="4806" y="205"/>
                    <a:pt x="4700" y="107"/>
                    <a:pt x="4700" y="1"/>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4" name="Google Shape;1794;p35"/>
            <p:cNvSpPr/>
            <p:nvPr/>
          </p:nvSpPr>
          <p:spPr>
            <a:xfrm>
              <a:off x="2060050" y="6228588"/>
              <a:ext cx="117500" cy="69100"/>
            </a:xfrm>
            <a:custGeom>
              <a:rect b="b" l="l" r="r" t="t"/>
              <a:pathLst>
                <a:path extrusionOk="0" h="2764" w="4700">
                  <a:moveTo>
                    <a:pt x="4602" y="0"/>
                  </a:moveTo>
                  <a:lnTo>
                    <a:pt x="0" y="2452"/>
                  </a:lnTo>
                  <a:lnTo>
                    <a:pt x="0" y="2559"/>
                  </a:lnTo>
                  <a:cubicBezTo>
                    <a:pt x="106" y="2657"/>
                    <a:pt x="106" y="2657"/>
                    <a:pt x="106" y="2763"/>
                  </a:cubicBezTo>
                  <a:lnTo>
                    <a:pt x="4700" y="311"/>
                  </a:lnTo>
                  <a:lnTo>
                    <a:pt x="4700" y="205"/>
                  </a:lnTo>
                  <a:cubicBezTo>
                    <a:pt x="4602" y="107"/>
                    <a:pt x="4602" y="107"/>
                    <a:pt x="4602" y="0"/>
                  </a:cubicBez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5" name="Google Shape;1795;p35"/>
            <p:cNvSpPr/>
            <p:nvPr/>
          </p:nvSpPr>
          <p:spPr>
            <a:xfrm>
              <a:off x="2221050" y="6118663"/>
              <a:ext cx="130200" cy="130375"/>
            </a:xfrm>
            <a:custGeom>
              <a:rect b="b" l="l" r="r" t="t"/>
              <a:pathLst>
                <a:path extrusionOk="0" h="5215" w="5208">
                  <a:moveTo>
                    <a:pt x="2653" y="0"/>
                  </a:moveTo>
                  <a:cubicBezTo>
                    <a:pt x="1403" y="0"/>
                    <a:pt x="292" y="895"/>
                    <a:pt x="99" y="2150"/>
                  </a:cubicBezTo>
                  <a:lnTo>
                    <a:pt x="99" y="2354"/>
                  </a:lnTo>
                  <a:lnTo>
                    <a:pt x="99" y="2460"/>
                  </a:lnTo>
                  <a:lnTo>
                    <a:pt x="1" y="2460"/>
                  </a:lnTo>
                  <a:lnTo>
                    <a:pt x="1" y="2558"/>
                  </a:lnTo>
                  <a:lnTo>
                    <a:pt x="1" y="2665"/>
                  </a:lnTo>
                  <a:cubicBezTo>
                    <a:pt x="99" y="2967"/>
                    <a:pt x="99" y="3171"/>
                    <a:pt x="205" y="3376"/>
                  </a:cubicBezTo>
                  <a:lnTo>
                    <a:pt x="205" y="3580"/>
                  </a:lnTo>
                  <a:lnTo>
                    <a:pt x="303" y="3686"/>
                  </a:lnTo>
                  <a:lnTo>
                    <a:pt x="303" y="3784"/>
                  </a:lnTo>
                  <a:lnTo>
                    <a:pt x="409" y="3891"/>
                  </a:lnTo>
                  <a:cubicBezTo>
                    <a:pt x="409" y="3989"/>
                    <a:pt x="409" y="3989"/>
                    <a:pt x="507" y="4095"/>
                  </a:cubicBezTo>
                  <a:lnTo>
                    <a:pt x="614" y="4193"/>
                  </a:lnTo>
                  <a:cubicBezTo>
                    <a:pt x="614" y="4299"/>
                    <a:pt x="614" y="4299"/>
                    <a:pt x="712" y="4299"/>
                  </a:cubicBezTo>
                  <a:cubicBezTo>
                    <a:pt x="712" y="4299"/>
                    <a:pt x="712" y="4397"/>
                    <a:pt x="818" y="4397"/>
                  </a:cubicBezTo>
                  <a:lnTo>
                    <a:pt x="818" y="4504"/>
                  </a:lnTo>
                  <a:cubicBezTo>
                    <a:pt x="916" y="4504"/>
                    <a:pt x="916" y="4602"/>
                    <a:pt x="1022" y="4602"/>
                  </a:cubicBezTo>
                  <a:cubicBezTo>
                    <a:pt x="1022" y="4708"/>
                    <a:pt x="1120" y="4708"/>
                    <a:pt x="1227" y="4708"/>
                  </a:cubicBezTo>
                  <a:lnTo>
                    <a:pt x="1227" y="4806"/>
                  </a:lnTo>
                  <a:cubicBezTo>
                    <a:pt x="1325" y="4806"/>
                    <a:pt x="1325" y="4806"/>
                    <a:pt x="1325" y="4912"/>
                  </a:cubicBezTo>
                  <a:lnTo>
                    <a:pt x="1431" y="4912"/>
                  </a:lnTo>
                  <a:cubicBezTo>
                    <a:pt x="1529" y="4912"/>
                    <a:pt x="1529" y="5010"/>
                    <a:pt x="1635" y="5010"/>
                  </a:cubicBezTo>
                  <a:cubicBezTo>
                    <a:pt x="1733" y="5010"/>
                    <a:pt x="1840" y="5117"/>
                    <a:pt x="1840" y="5117"/>
                  </a:cubicBezTo>
                  <a:lnTo>
                    <a:pt x="2142" y="5117"/>
                  </a:lnTo>
                  <a:lnTo>
                    <a:pt x="2142" y="5215"/>
                  </a:lnTo>
                  <a:lnTo>
                    <a:pt x="2453" y="5215"/>
                  </a:lnTo>
                  <a:cubicBezTo>
                    <a:pt x="2861" y="5215"/>
                    <a:pt x="3270" y="5215"/>
                    <a:pt x="3679" y="5010"/>
                  </a:cubicBezTo>
                  <a:cubicBezTo>
                    <a:pt x="3777" y="5010"/>
                    <a:pt x="3777" y="4912"/>
                    <a:pt x="3883" y="4912"/>
                  </a:cubicBezTo>
                  <a:cubicBezTo>
                    <a:pt x="3981" y="4806"/>
                    <a:pt x="4087" y="4806"/>
                    <a:pt x="4087" y="4806"/>
                  </a:cubicBezTo>
                  <a:cubicBezTo>
                    <a:pt x="4186" y="4708"/>
                    <a:pt x="4292" y="4708"/>
                    <a:pt x="4292" y="4602"/>
                  </a:cubicBezTo>
                  <a:cubicBezTo>
                    <a:pt x="4390" y="4504"/>
                    <a:pt x="4594" y="4397"/>
                    <a:pt x="4700" y="4299"/>
                  </a:cubicBezTo>
                  <a:cubicBezTo>
                    <a:pt x="4905" y="3989"/>
                    <a:pt x="5109" y="3580"/>
                    <a:pt x="5207" y="3171"/>
                  </a:cubicBezTo>
                  <a:lnTo>
                    <a:pt x="5207" y="3073"/>
                  </a:lnTo>
                  <a:lnTo>
                    <a:pt x="5207" y="2967"/>
                  </a:lnTo>
                  <a:lnTo>
                    <a:pt x="5207" y="2869"/>
                  </a:lnTo>
                  <a:lnTo>
                    <a:pt x="5207" y="2665"/>
                  </a:lnTo>
                  <a:lnTo>
                    <a:pt x="5207" y="2558"/>
                  </a:lnTo>
                  <a:lnTo>
                    <a:pt x="5207" y="2354"/>
                  </a:lnTo>
                  <a:lnTo>
                    <a:pt x="5207" y="2256"/>
                  </a:lnTo>
                  <a:lnTo>
                    <a:pt x="5207" y="2150"/>
                  </a:lnTo>
                  <a:lnTo>
                    <a:pt x="5207" y="2052"/>
                  </a:lnTo>
                  <a:cubicBezTo>
                    <a:pt x="5207" y="1945"/>
                    <a:pt x="5109" y="1945"/>
                    <a:pt x="5109" y="1847"/>
                  </a:cubicBezTo>
                  <a:lnTo>
                    <a:pt x="5109" y="1741"/>
                  </a:lnTo>
                  <a:lnTo>
                    <a:pt x="5109" y="1643"/>
                  </a:lnTo>
                  <a:cubicBezTo>
                    <a:pt x="5003" y="1643"/>
                    <a:pt x="5003" y="1537"/>
                    <a:pt x="5003" y="1537"/>
                  </a:cubicBezTo>
                  <a:lnTo>
                    <a:pt x="5003" y="1439"/>
                  </a:lnTo>
                  <a:cubicBezTo>
                    <a:pt x="4905" y="1439"/>
                    <a:pt x="4905" y="1332"/>
                    <a:pt x="4905" y="1332"/>
                  </a:cubicBezTo>
                  <a:cubicBezTo>
                    <a:pt x="4496" y="621"/>
                    <a:pt x="3777" y="106"/>
                    <a:pt x="2861" y="8"/>
                  </a:cubicBezTo>
                  <a:cubicBezTo>
                    <a:pt x="2792" y="3"/>
                    <a:pt x="2722" y="0"/>
                    <a:pt x="2653"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6" name="Google Shape;1796;p35"/>
            <p:cNvSpPr/>
            <p:nvPr/>
          </p:nvSpPr>
          <p:spPr>
            <a:xfrm>
              <a:off x="2197975" y="6115813"/>
              <a:ext cx="150825" cy="129975"/>
            </a:xfrm>
            <a:custGeom>
              <a:rect b="b" l="l" r="r" t="t"/>
              <a:pathLst>
                <a:path extrusionOk="0" h="5199" w="6033">
                  <a:moveTo>
                    <a:pt x="3045" y="1"/>
                  </a:moveTo>
                  <a:cubicBezTo>
                    <a:pt x="2632" y="1"/>
                    <a:pt x="2216" y="105"/>
                    <a:pt x="1839" y="327"/>
                  </a:cubicBezTo>
                  <a:cubicBezTo>
                    <a:pt x="515" y="940"/>
                    <a:pt x="0" y="2574"/>
                    <a:pt x="719" y="3800"/>
                  </a:cubicBezTo>
                  <a:cubicBezTo>
                    <a:pt x="1146" y="4721"/>
                    <a:pt x="2065" y="5199"/>
                    <a:pt x="2998" y="5199"/>
                  </a:cubicBezTo>
                  <a:cubicBezTo>
                    <a:pt x="3408" y="5199"/>
                    <a:pt x="3819" y="5107"/>
                    <a:pt x="4193" y="4920"/>
                  </a:cubicBezTo>
                  <a:cubicBezTo>
                    <a:pt x="5517" y="4209"/>
                    <a:pt x="6032" y="2672"/>
                    <a:pt x="5313" y="1446"/>
                  </a:cubicBezTo>
                  <a:cubicBezTo>
                    <a:pt x="4888" y="530"/>
                    <a:pt x="3974" y="1"/>
                    <a:pt x="3045" y="1"/>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7" name="Google Shape;1797;p35"/>
            <p:cNvSpPr/>
            <p:nvPr/>
          </p:nvSpPr>
          <p:spPr>
            <a:xfrm>
              <a:off x="2231275" y="6123963"/>
              <a:ext cx="117525" cy="122175"/>
            </a:xfrm>
            <a:custGeom>
              <a:rect b="b" l="l" r="r" t="t"/>
              <a:pathLst>
                <a:path extrusionOk="0" h="4887" w="4701">
                  <a:moveTo>
                    <a:pt x="2861" y="1"/>
                  </a:moveTo>
                  <a:lnTo>
                    <a:pt x="2861" y="1"/>
                  </a:lnTo>
                  <a:cubicBezTo>
                    <a:pt x="3163" y="205"/>
                    <a:pt x="3368" y="409"/>
                    <a:pt x="3474" y="712"/>
                  </a:cubicBezTo>
                  <a:cubicBezTo>
                    <a:pt x="4185" y="2044"/>
                    <a:pt x="3678" y="3572"/>
                    <a:pt x="2452" y="4292"/>
                  </a:cubicBezTo>
                  <a:cubicBezTo>
                    <a:pt x="2044" y="4496"/>
                    <a:pt x="1609" y="4598"/>
                    <a:pt x="1187" y="4598"/>
                  </a:cubicBezTo>
                  <a:cubicBezTo>
                    <a:pt x="765" y="4598"/>
                    <a:pt x="356" y="4496"/>
                    <a:pt x="0" y="4292"/>
                  </a:cubicBezTo>
                  <a:lnTo>
                    <a:pt x="0" y="4292"/>
                  </a:lnTo>
                  <a:cubicBezTo>
                    <a:pt x="498" y="4665"/>
                    <a:pt x="1108" y="4887"/>
                    <a:pt x="1718" y="4887"/>
                  </a:cubicBezTo>
                  <a:cubicBezTo>
                    <a:pt x="2109" y="4887"/>
                    <a:pt x="2500" y="4795"/>
                    <a:pt x="2861" y="4594"/>
                  </a:cubicBezTo>
                  <a:cubicBezTo>
                    <a:pt x="4185" y="3883"/>
                    <a:pt x="4700" y="2346"/>
                    <a:pt x="3981" y="1120"/>
                  </a:cubicBezTo>
                  <a:cubicBezTo>
                    <a:pt x="3777" y="614"/>
                    <a:pt x="3368" y="205"/>
                    <a:pt x="2861" y="1"/>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8" name="Google Shape;1798;p35"/>
            <p:cNvSpPr/>
            <p:nvPr/>
          </p:nvSpPr>
          <p:spPr>
            <a:xfrm>
              <a:off x="2215950" y="6151963"/>
              <a:ext cx="117525" cy="66425"/>
            </a:xfrm>
            <a:custGeom>
              <a:rect b="b" l="l" r="r" t="t"/>
              <a:pathLst>
                <a:path extrusionOk="0" h="2657" w="4701">
                  <a:moveTo>
                    <a:pt x="4594" y="0"/>
                  </a:moveTo>
                  <a:lnTo>
                    <a:pt x="0" y="2354"/>
                  </a:lnTo>
                  <a:lnTo>
                    <a:pt x="0" y="2452"/>
                  </a:lnTo>
                  <a:lnTo>
                    <a:pt x="205" y="2657"/>
                  </a:lnTo>
                  <a:lnTo>
                    <a:pt x="4700" y="311"/>
                  </a:lnTo>
                  <a:lnTo>
                    <a:pt x="4700" y="0"/>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9" name="Google Shape;1799;p35"/>
            <p:cNvSpPr/>
            <p:nvPr/>
          </p:nvSpPr>
          <p:spPr>
            <a:xfrm>
              <a:off x="2213300" y="6146863"/>
              <a:ext cx="120175" cy="69075"/>
            </a:xfrm>
            <a:custGeom>
              <a:rect b="b" l="l" r="r" t="t"/>
              <a:pathLst>
                <a:path extrusionOk="0" h="2763" w="4807">
                  <a:moveTo>
                    <a:pt x="4602" y="0"/>
                  </a:moveTo>
                  <a:lnTo>
                    <a:pt x="0" y="2452"/>
                  </a:lnTo>
                  <a:lnTo>
                    <a:pt x="106" y="2558"/>
                  </a:lnTo>
                  <a:cubicBezTo>
                    <a:pt x="106" y="2656"/>
                    <a:pt x="106" y="2656"/>
                    <a:pt x="204" y="2763"/>
                  </a:cubicBezTo>
                  <a:lnTo>
                    <a:pt x="4806" y="311"/>
                  </a:lnTo>
                  <a:lnTo>
                    <a:pt x="4700" y="204"/>
                  </a:lnTo>
                  <a:cubicBezTo>
                    <a:pt x="4700" y="106"/>
                    <a:pt x="4700" y="106"/>
                    <a:pt x="4602" y="0"/>
                  </a:cubicBez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0" name="Google Shape;1800;p35"/>
            <p:cNvSpPr/>
            <p:nvPr/>
          </p:nvSpPr>
          <p:spPr>
            <a:xfrm>
              <a:off x="2376750" y="6036913"/>
              <a:ext cx="130400" cy="130400"/>
            </a:xfrm>
            <a:custGeom>
              <a:rect b="b" l="l" r="r" t="t"/>
              <a:pathLst>
                <a:path extrusionOk="0" h="5216" w="5216">
                  <a:moveTo>
                    <a:pt x="2654" y="1"/>
                  </a:moveTo>
                  <a:cubicBezTo>
                    <a:pt x="1411" y="1"/>
                    <a:pt x="295" y="896"/>
                    <a:pt x="1" y="2150"/>
                  </a:cubicBezTo>
                  <a:lnTo>
                    <a:pt x="1" y="2355"/>
                  </a:lnTo>
                  <a:lnTo>
                    <a:pt x="1" y="2461"/>
                  </a:lnTo>
                  <a:lnTo>
                    <a:pt x="1" y="2559"/>
                  </a:lnTo>
                  <a:lnTo>
                    <a:pt x="1" y="2665"/>
                  </a:lnTo>
                  <a:cubicBezTo>
                    <a:pt x="1" y="2968"/>
                    <a:pt x="107" y="3172"/>
                    <a:pt x="107" y="3376"/>
                  </a:cubicBezTo>
                  <a:cubicBezTo>
                    <a:pt x="205" y="3483"/>
                    <a:pt x="205" y="3581"/>
                    <a:pt x="205" y="3581"/>
                  </a:cubicBezTo>
                  <a:lnTo>
                    <a:pt x="205" y="3687"/>
                  </a:lnTo>
                  <a:cubicBezTo>
                    <a:pt x="311" y="3687"/>
                    <a:pt x="311" y="3785"/>
                    <a:pt x="311" y="3785"/>
                  </a:cubicBezTo>
                  <a:lnTo>
                    <a:pt x="311" y="3891"/>
                  </a:lnTo>
                  <a:cubicBezTo>
                    <a:pt x="410" y="3891"/>
                    <a:pt x="410" y="3989"/>
                    <a:pt x="410" y="4096"/>
                  </a:cubicBezTo>
                  <a:lnTo>
                    <a:pt x="516" y="4096"/>
                  </a:lnTo>
                  <a:cubicBezTo>
                    <a:pt x="516" y="4096"/>
                    <a:pt x="516" y="4194"/>
                    <a:pt x="614" y="4194"/>
                  </a:cubicBezTo>
                  <a:lnTo>
                    <a:pt x="614" y="4300"/>
                  </a:lnTo>
                  <a:cubicBezTo>
                    <a:pt x="720" y="4300"/>
                    <a:pt x="720" y="4398"/>
                    <a:pt x="720" y="4398"/>
                  </a:cubicBezTo>
                  <a:lnTo>
                    <a:pt x="818" y="4504"/>
                  </a:lnTo>
                  <a:lnTo>
                    <a:pt x="924" y="4602"/>
                  </a:lnTo>
                  <a:cubicBezTo>
                    <a:pt x="1023" y="4709"/>
                    <a:pt x="1129" y="4709"/>
                    <a:pt x="1129" y="4709"/>
                  </a:cubicBezTo>
                  <a:cubicBezTo>
                    <a:pt x="1129" y="4807"/>
                    <a:pt x="1227" y="4807"/>
                    <a:pt x="1227" y="4807"/>
                  </a:cubicBezTo>
                  <a:cubicBezTo>
                    <a:pt x="1227" y="4807"/>
                    <a:pt x="1333" y="4807"/>
                    <a:pt x="1333" y="4913"/>
                  </a:cubicBezTo>
                  <a:lnTo>
                    <a:pt x="1431" y="4913"/>
                  </a:lnTo>
                  <a:cubicBezTo>
                    <a:pt x="1431" y="4913"/>
                    <a:pt x="1537" y="5011"/>
                    <a:pt x="1636" y="5011"/>
                  </a:cubicBezTo>
                  <a:cubicBezTo>
                    <a:pt x="1636" y="5011"/>
                    <a:pt x="1742" y="5117"/>
                    <a:pt x="1840" y="5117"/>
                  </a:cubicBezTo>
                  <a:lnTo>
                    <a:pt x="2150" y="5117"/>
                  </a:lnTo>
                  <a:cubicBezTo>
                    <a:pt x="2249" y="5215"/>
                    <a:pt x="2249" y="5215"/>
                    <a:pt x="2355" y="5215"/>
                  </a:cubicBezTo>
                  <a:cubicBezTo>
                    <a:pt x="2862" y="5215"/>
                    <a:pt x="3270" y="5215"/>
                    <a:pt x="3679" y="5011"/>
                  </a:cubicBezTo>
                  <a:cubicBezTo>
                    <a:pt x="3679" y="5011"/>
                    <a:pt x="3785" y="4913"/>
                    <a:pt x="3883" y="4913"/>
                  </a:cubicBezTo>
                  <a:cubicBezTo>
                    <a:pt x="3883" y="4807"/>
                    <a:pt x="3989" y="4807"/>
                    <a:pt x="4088" y="4807"/>
                  </a:cubicBezTo>
                  <a:lnTo>
                    <a:pt x="4292" y="4602"/>
                  </a:lnTo>
                  <a:lnTo>
                    <a:pt x="4602" y="4300"/>
                  </a:lnTo>
                  <a:cubicBezTo>
                    <a:pt x="4905" y="3989"/>
                    <a:pt x="5011" y="3581"/>
                    <a:pt x="5109" y="3172"/>
                  </a:cubicBezTo>
                  <a:lnTo>
                    <a:pt x="5215" y="3074"/>
                  </a:lnTo>
                  <a:lnTo>
                    <a:pt x="5215" y="2968"/>
                  </a:lnTo>
                  <a:lnTo>
                    <a:pt x="5215" y="2870"/>
                  </a:lnTo>
                  <a:lnTo>
                    <a:pt x="5215" y="2665"/>
                  </a:lnTo>
                  <a:lnTo>
                    <a:pt x="5215" y="2559"/>
                  </a:lnTo>
                  <a:lnTo>
                    <a:pt x="5215" y="2355"/>
                  </a:lnTo>
                  <a:lnTo>
                    <a:pt x="5215" y="2257"/>
                  </a:lnTo>
                  <a:lnTo>
                    <a:pt x="5215" y="2150"/>
                  </a:lnTo>
                  <a:lnTo>
                    <a:pt x="5109" y="2052"/>
                  </a:lnTo>
                  <a:lnTo>
                    <a:pt x="5109" y="1848"/>
                  </a:lnTo>
                  <a:lnTo>
                    <a:pt x="5109" y="1742"/>
                  </a:lnTo>
                  <a:cubicBezTo>
                    <a:pt x="5011" y="1742"/>
                    <a:pt x="5011" y="1644"/>
                    <a:pt x="5011" y="1644"/>
                  </a:cubicBezTo>
                  <a:lnTo>
                    <a:pt x="5011" y="1537"/>
                  </a:lnTo>
                  <a:lnTo>
                    <a:pt x="4905" y="1439"/>
                  </a:lnTo>
                  <a:lnTo>
                    <a:pt x="4905" y="1333"/>
                  </a:lnTo>
                  <a:cubicBezTo>
                    <a:pt x="4496" y="622"/>
                    <a:pt x="3679" y="107"/>
                    <a:pt x="2862" y="9"/>
                  </a:cubicBezTo>
                  <a:cubicBezTo>
                    <a:pt x="2792" y="3"/>
                    <a:pt x="2723" y="1"/>
                    <a:pt x="2654" y="1"/>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1" name="Google Shape;1801;p35"/>
            <p:cNvSpPr/>
            <p:nvPr/>
          </p:nvSpPr>
          <p:spPr>
            <a:xfrm>
              <a:off x="2353875" y="6034013"/>
              <a:ext cx="148175" cy="130050"/>
            </a:xfrm>
            <a:custGeom>
              <a:rect b="b" l="l" r="r" t="t"/>
              <a:pathLst>
                <a:path extrusionOk="0" h="5202" w="5927">
                  <a:moveTo>
                    <a:pt x="3007" y="1"/>
                  </a:moveTo>
                  <a:cubicBezTo>
                    <a:pt x="2584" y="1"/>
                    <a:pt x="2149" y="105"/>
                    <a:pt x="1733" y="329"/>
                  </a:cubicBezTo>
                  <a:cubicBezTo>
                    <a:pt x="507" y="942"/>
                    <a:pt x="0" y="2577"/>
                    <a:pt x="712" y="3803"/>
                  </a:cubicBezTo>
                  <a:cubicBezTo>
                    <a:pt x="1138" y="4723"/>
                    <a:pt x="2010" y="5202"/>
                    <a:pt x="2947" y="5202"/>
                  </a:cubicBezTo>
                  <a:cubicBezTo>
                    <a:pt x="3358" y="5202"/>
                    <a:pt x="3782" y="5110"/>
                    <a:pt x="4185" y="4923"/>
                  </a:cubicBezTo>
                  <a:cubicBezTo>
                    <a:pt x="5411" y="4212"/>
                    <a:pt x="5926" y="2675"/>
                    <a:pt x="5313" y="1351"/>
                  </a:cubicBezTo>
                  <a:cubicBezTo>
                    <a:pt x="4818" y="508"/>
                    <a:pt x="3940" y="1"/>
                    <a:pt x="3007" y="1"/>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2" name="Google Shape;1802;p35"/>
            <p:cNvSpPr/>
            <p:nvPr/>
          </p:nvSpPr>
          <p:spPr>
            <a:xfrm>
              <a:off x="2386975" y="6042238"/>
              <a:ext cx="115075" cy="122175"/>
            </a:xfrm>
            <a:custGeom>
              <a:rect b="b" l="l" r="r" t="t"/>
              <a:pathLst>
                <a:path extrusionOk="0" h="4887" w="4603">
                  <a:moveTo>
                    <a:pt x="2861" y="0"/>
                  </a:moveTo>
                  <a:cubicBezTo>
                    <a:pt x="3066" y="205"/>
                    <a:pt x="3270" y="409"/>
                    <a:pt x="3474" y="711"/>
                  </a:cubicBezTo>
                  <a:cubicBezTo>
                    <a:pt x="4193" y="2044"/>
                    <a:pt x="3679" y="3572"/>
                    <a:pt x="2354" y="4291"/>
                  </a:cubicBezTo>
                  <a:cubicBezTo>
                    <a:pt x="2021" y="4481"/>
                    <a:pt x="1646" y="4559"/>
                    <a:pt x="1268" y="4559"/>
                  </a:cubicBezTo>
                  <a:cubicBezTo>
                    <a:pt x="829" y="4559"/>
                    <a:pt x="387" y="4454"/>
                    <a:pt x="1" y="4291"/>
                  </a:cubicBezTo>
                  <a:lnTo>
                    <a:pt x="1" y="4291"/>
                  </a:lnTo>
                  <a:cubicBezTo>
                    <a:pt x="498" y="4665"/>
                    <a:pt x="1111" y="4886"/>
                    <a:pt x="1721" y="4886"/>
                  </a:cubicBezTo>
                  <a:cubicBezTo>
                    <a:pt x="2113" y="4886"/>
                    <a:pt x="2503" y="4795"/>
                    <a:pt x="2861" y="4594"/>
                  </a:cubicBezTo>
                  <a:cubicBezTo>
                    <a:pt x="4087" y="3883"/>
                    <a:pt x="4602" y="2346"/>
                    <a:pt x="3989" y="1022"/>
                  </a:cubicBezTo>
                  <a:cubicBezTo>
                    <a:pt x="3679" y="613"/>
                    <a:pt x="3270" y="205"/>
                    <a:pt x="2861"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3" name="Google Shape;1803;p35"/>
            <p:cNvSpPr/>
            <p:nvPr/>
          </p:nvSpPr>
          <p:spPr>
            <a:xfrm>
              <a:off x="2371650" y="6070238"/>
              <a:ext cx="117525" cy="66425"/>
            </a:xfrm>
            <a:custGeom>
              <a:rect b="b" l="l" r="r" t="t"/>
              <a:pathLst>
                <a:path extrusionOk="0" h="2657" w="4701">
                  <a:moveTo>
                    <a:pt x="4602" y="0"/>
                  </a:moveTo>
                  <a:lnTo>
                    <a:pt x="1" y="2354"/>
                  </a:lnTo>
                  <a:lnTo>
                    <a:pt x="1" y="2452"/>
                  </a:lnTo>
                  <a:cubicBezTo>
                    <a:pt x="1" y="2558"/>
                    <a:pt x="107" y="2558"/>
                    <a:pt x="107" y="2656"/>
                  </a:cubicBezTo>
                  <a:lnTo>
                    <a:pt x="4700" y="311"/>
                  </a:lnTo>
                  <a:cubicBezTo>
                    <a:pt x="4700" y="204"/>
                    <a:pt x="4700" y="106"/>
                    <a:pt x="4602"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4" name="Google Shape;1804;p35"/>
            <p:cNvSpPr/>
            <p:nvPr/>
          </p:nvSpPr>
          <p:spPr>
            <a:xfrm>
              <a:off x="2369200" y="6065113"/>
              <a:ext cx="117525" cy="69100"/>
            </a:xfrm>
            <a:custGeom>
              <a:rect b="b" l="l" r="r" t="t"/>
              <a:pathLst>
                <a:path extrusionOk="0" h="2764" w="4701">
                  <a:moveTo>
                    <a:pt x="4594" y="1"/>
                  </a:moveTo>
                  <a:lnTo>
                    <a:pt x="0" y="2453"/>
                  </a:lnTo>
                  <a:cubicBezTo>
                    <a:pt x="0" y="2453"/>
                    <a:pt x="0" y="2559"/>
                    <a:pt x="99" y="2559"/>
                  </a:cubicBezTo>
                  <a:lnTo>
                    <a:pt x="99" y="2763"/>
                  </a:lnTo>
                  <a:lnTo>
                    <a:pt x="4700" y="311"/>
                  </a:lnTo>
                  <a:lnTo>
                    <a:pt x="4700" y="107"/>
                  </a:lnTo>
                  <a:cubicBezTo>
                    <a:pt x="4700" y="107"/>
                    <a:pt x="4594" y="107"/>
                    <a:pt x="4594" y="1"/>
                  </a:cubicBez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5" name="Google Shape;1805;p35"/>
            <p:cNvSpPr/>
            <p:nvPr/>
          </p:nvSpPr>
          <p:spPr>
            <a:xfrm>
              <a:off x="1832825" y="6506888"/>
              <a:ext cx="130175" cy="130400"/>
            </a:xfrm>
            <a:custGeom>
              <a:rect b="b" l="l" r="r" t="t"/>
              <a:pathLst>
                <a:path extrusionOk="0" h="5216" w="5207">
                  <a:moveTo>
                    <a:pt x="2652" y="0"/>
                  </a:moveTo>
                  <a:cubicBezTo>
                    <a:pt x="1403" y="0"/>
                    <a:pt x="292" y="896"/>
                    <a:pt x="98" y="2150"/>
                  </a:cubicBezTo>
                  <a:lnTo>
                    <a:pt x="0" y="2150"/>
                  </a:lnTo>
                  <a:lnTo>
                    <a:pt x="0" y="2355"/>
                  </a:lnTo>
                  <a:lnTo>
                    <a:pt x="0" y="2461"/>
                  </a:lnTo>
                  <a:lnTo>
                    <a:pt x="0" y="2559"/>
                  </a:lnTo>
                  <a:lnTo>
                    <a:pt x="0" y="2665"/>
                  </a:lnTo>
                  <a:cubicBezTo>
                    <a:pt x="0" y="2968"/>
                    <a:pt x="98" y="3172"/>
                    <a:pt x="98" y="3376"/>
                  </a:cubicBezTo>
                  <a:cubicBezTo>
                    <a:pt x="205" y="3482"/>
                    <a:pt x="205" y="3581"/>
                    <a:pt x="205" y="3581"/>
                  </a:cubicBezTo>
                  <a:lnTo>
                    <a:pt x="205" y="3687"/>
                  </a:lnTo>
                  <a:cubicBezTo>
                    <a:pt x="303" y="3687"/>
                    <a:pt x="303" y="3785"/>
                    <a:pt x="303" y="3785"/>
                  </a:cubicBezTo>
                  <a:lnTo>
                    <a:pt x="303" y="3891"/>
                  </a:lnTo>
                  <a:lnTo>
                    <a:pt x="507" y="4095"/>
                  </a:lnTo>
                  <a:cubicBezTo>
                    <a:pt x="507" y="4095"/>
                    <a:pt x="507" y="4194"/>
                    <a:pt x="613" y="4300"/>
                  </a:cubicBezTo>
                  <a:cubicBezTo>
                    <a:pt x="711" y="4300"/>
                    <a:pt x="711" y="4398"/>
                    <a:pt x="711" y="4398"/>
                  </a:cubicBezTo>
                  <a:cubicBezTo>
                    <a:pt x="818" y="4398"/>
                    <a:pt x="818" y="4504"/>
                    <a:pt x="818" y="4504"/>
                  </a:cubicBezTo>
                  <a:lnTo>
                    <a:pt x="916" y="4602"/>
                  </a:lnTo>
                  <a:lnTo>
                    <a:pt x="1022" y="4602"/>
                  </a:lnTo>
                  <a:cubicBezTo>
                    <a:pt x="1022" y="4708"/>
                    <a:pt x="1120" y="4708"/>
                    <a:pt x="1120" y="4807"/>
                  </a:cubicBezTo>
                  <a:lnTo>
                    <a:pt x="1226" y="4807"/>
                  </a:lnTo>
                  <a:cubicBezTo>
                    <a:pt x="1226" y="4807"/>
                    <a:pt x="1324" y="4807"/>
                    <a:pt x="1324" y="4913"/>
                  </a:cubicBezTo>
                  <a:lnTo>
                    <a:pt x="1431" y="4913"/>
                  </a:lnTo>
                  <a:cubicBezTo>
                    <a:pt x="1431" y="4913"/>
                    <a:pt x="1529" y="5011"/>
                    <a:pt x="1635" y="5011"/>
                  </a:cubicBezTo>
                  <a:cubicBezTo>
                    <a:pt x="1733" y="5011"/>
                    <a:pt x="1733" y="5117"/>
                    <a:pt x="1839" y="5117"/>
                  </a:cubicBezTo>
                  <a:lnTo>
                    <a:pt x="2044" y="5117"/>
                  </a:lnTo>
                  <a:cubicBezTo>
                    <a:pt x="2044" y="5117"/>
                    <a:pt x="2142" y="5117"/>
                    <a:pt x="2142" y="5215"/>
                  </a:cubicBezTo>
                  <a:lnTo>
                    <a:pt x="2346" y="5215"/>
                  </a:lnTo>
                  <a:cubicBezTo>
                    <a:pt x="2861" y="5215"/>
                    <a:pt x="3270" y="5215"/>
                    <a:pt x="3678" y="5011"/>
                  </a:cubicBezTo>
                  <a:cubicBezTo>
                    <a:pt x="3678" y="5011"/>
                    <a:pt x="3776" y="4913"/>
                    <a:pt x="3883" y="4913"/>
                  </a:cubicBezTo>
                  <a:cubicBezTo>
                    <a:pt x="3981" y="4807"/>
                    <a:pt x="3981" y="4807"/>
                    <a:pt x="4087" y="4807"/>
                  </a:cubicBezTo>
                  <a:lnTo>
                    <a:pt x="4291" y="4602"/>
                  </a:lnTo>
                  <a:lnTo>
                    <a:pt x="4594" y="4300"/>
                  </a:lnTo>
                  <a:cubicBezTo>
                    <a:pt x="4904" y="3989"/>
                    <a:pt x="5109" y="3581"/>
                    <a:pt x="5109" y="3172"/>
                  </a:cubicBezTo>
                  <a:lnTo>
                    <a:pt x="5207" y="3172"/>
                  </a:lnTo>
                  <a:lnTo>
                    <a:pt x="5207" y="3074"/>
                  </a:lnTo>
                  <a:lnTo>
                    <a:pt x="5207" y="2968"/>
                  </a:lnTo>
                  <a:lnTo>
                    <a:pt x="5207" y="2869"/>
                  </a:lnTo>
                  <a:lnTo>
                    <a:pt x="5207" y="2665"/>
                  </a:lnTo>
                  <a:lnTo>
                    <a:pt x="5207" y="2559"/>
                  </a:lnTo>
                  <a:lnTo>
                    <a:pt x="5207" y="2355"/>
                  </a:lnTo>
                  <a:lnTo>
                    <a:pt x="5207" y="2256"/>
                  </a:lnTo>
                  <a:lnTo>
                    <a:pt x="5207" y="2150"/>
                  </a:lnTo>
                  <a:lnTo>
                    <a:pt x="5207" y="2052"/>
                  </a:lnTo>
                  <a:cubicBezTo>
                    <a:pt x="5109" y="1946"/>
                    <a:pt x="5109" y="1946"/>
                    <a:pt x="5109" y="1848"/>
                  </a:cubicBezTo>
                  <a:lnTo>
                    <a:pt x="5109" y="1742"/>
                  </a:lnTo>
                  <a:lnTo>
                    <a:pt x="5002" y="1643"/>
                  </a:lnTo>
                  <a:lnTo>
                    <a:pt x="5002" y="1537"/>
                  </a:lnTo>
                  <a:lnTo>
                    <a:pt x="4904" y="1439"/>
                  </a:lnTo>
                  <a:lnTo>
                    <a:pt x="4904" y="1333"/>
                  </a:lnTo>
                  <a:cubicBezTo>
                    <a:pt x="4496" y="622"/>
                    <a:pt x="3776" y="107"/>
                    <a:pt x="2861" y="9"/>
                  </a:cubicBezTo>
                  <a:cubicBezTo>
                    <a:pt x="2791" y="3"/>
                    <a:pt x="2722" y="0"/>
                    <a:pt x="2652"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6" name="Google Shape;1806;p35"/>
            <p:cNvSpPr/>
            <p:nvPr/>
          </p:nvSpPr>
          <p:spPr>
            <a:xfrm>
              <a:off x="1809725" y="6504063"/>
              <a:ext cx="148175" cy="129975"/>
            </a:xfrm>
            <a:custGeom>
              <a:rect b="b" l="l" r="r" t="t"/>
              <a:pathLst>
                <a:path extrusionOk="0" h="5199" w="5927">
                  <a:moveTo>
                    <a:pt x="2994" y="0"/>
                  </a:moveTo>
                  <a:cubicBezTo>
                    <a:pt x="2577" y="0"/>
                    <a:pt x="2149" y="105"/>
                    <a:pt x="1742" y="326"/>
                  </a:cubicBezTo>
                  <a:cubicBezTo>
                    <a:pt x="516" y="939"/>
                    <a:pt x="1" y="2574"/>
                    <a:pt x="720" y="3800"/>
                  </a:cubicBezTo>
                  <a:cubicBezTo>
                    <a:pt x="1146" y="4720"/>
                    <a:pt x="2066" y="5198"/>
                    <a:pt x="2999" y="5198"/>
                  </a:cubicBezTo>
                  <a:cubicBezTo>
                    <a:pt x="3408" y="5198"/>
                    <a:pt x="3820" y="5106"/>
                    <a:pt x="4194" y="4920"/>
                  </a:cubicBezTo>
                  <a:cubicBezTo>
                    <a:pt x="5518" y="4208"/>
                    <a:pt x="5926" y="2672"/>
                    <a:pt x="5313" y="1446"/>
                  </a:cubicBezTo>
                  <a:cubicBezTo>
                    <a:pt x="4821" y="529"/>
                    <a:pt x="3933" y="0"/>
                    <a:pt x="2994" y="0"/>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7" name="Google Shape;1807;p35"/>
            <p:cNvSpPr/>
            <p:nvPr/>
          </p:nvSpPr>
          <p:spPr>
            <a:xfrm>
              <a:off x="1843025" y="6512213"/>
              <a:ext cx="114875" cy="122175"/>
            </a:xfrm>
            <a:custGeom>
              <a:rect b="b" l="l" r="r" t="t"/>
              <a:pathLst>
                <a:path extrusionOk="0" h="4887" w="4595">
                  <a:moveTo>
                    <a:pt x="2862" y="0"/>
                  </a:moveTo>
                  <a:lnTo>
                    <a:pt x="2862" y="0"/>
                  </a:lnTo>
                  <a:cubicBezTo>
                    <a:pt x="3066" y="204"/>
                    <a:pt x="3270" y="409"/>
                    <a:pt x="3475" y="711"/>
                  </a:cubicBezTo>
                  <a:cubicBezTo>
                    <a:pt x="4186" y="2043"/>
                    <a:pt x="3679" y="3572"/>
                    <a:pt x="2347" y="4291"/>
                  </a:cubicBezTo>
                  <a:cubicBezTo>
                    <a:pt x="1991" y="4495"/>
                    <a:pt x="1582" y="4598"/>
                    <a:pt x="1174" y="4598"/>
                  </a:cubicBezTo>
                  <a:cubicBezTo>
                    <a:pt x="765" y="4598"/>
                    <a:pt x="356" y="4495"/>
                    <a:pt x="1" y="4291"/>
                  </a:cubicBezTo>
                  <a:lnTo>
                    <a:pt x="1" y="4291"/>
                  </a:lnTo>
                  <a:cubicBezTo>
                    <a:pt x="499" y="4664"/>
                    <a:pt x="1109" y="4886"/>
                    <a:pt x="1718" y="4886"/>
                  </a:cubicBezTo>
                  <a:cubicBezTo>
                    <a:pt x="2109" y="4886"/>
                    <a:pt x="2501" y="4795"/>
                    <a:pt x="2862" y="4594"/>
                  </a:cubicBezTo>
                  <a:cubicBezTo>
                    <a:pt x="4186" y="3882"/>
                    <a:pt x="4594" y="2346"/>
                    <a:pt x="3981" y="1120"/>
                  </a:cubicBezTo>
                  <a:cubicBezTo>
                    <a:pt x="3679" y="613"/>
                    <a:pt x="3270" y="204"/>
                    <a:pt x="2862"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8" name="Google Shape;1808;p35"/>
            <p:cNvSpPr/>
            <p:nvPr/>
          </p:nvSpPr>
          <p:spPr>
            <a:xfrm>
              <a:off x="1827700" y="6540188"/>
              <a:ext cx="117525" cy="66450"/>
            </a:xfrm>
            <a:custGeom>
              <a:rect b="b" l="l" r="r" t="t"/>
              <a:pathLst>
                <a:path extrusionOk="0" h="2658" w="4701">
                  <a:moveTo>
                    <a:pt x="4594" y="1"/>
                  </a:moveTo>
                  <a:lnTo>
                    <a:pt x="1" y="2355"/>
                  </a:lnTo>
                  <a:lnTo>
                    <a:pt x="1" y="2453"/>
                  </a:lnTo>
                  <a:cubicBezTo>
                    <a:pt x="99" y="2559"/>
                    <a:pt x="99" y="2559"/>
                    <a:pt x="99" y="2657"/>
                  </a:cubicBezTo>
                  <a:lnTo>
                    <a:pt x="4701" y="311"/>
                  </a:lnTo>
                  <a:cubicBezTo>
                    <a:pt x="4701" y="205"/>
                    <a:pt x="4701" y="107"/>
                    <a:pt x="4594" y="1"/>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9" name="Google Shape;1809;p35"/>
            <p:cNvSpPr/>
            <p:nvPr/>
          </p:nvSpPr>
          <p:spPr>
            <a:xfrm>
              <a:off x="1825050" y="6535088"/>
              <a:ext cx="120175" cy="69100"/>
            </a:xfrm>
            <a:custGeom>
              <a:rect b="b" l="l" r="r" t="t"/>
              <a:pathLst>
                <a:path extrusionOk="0" h="2764" w="4807">
                  <a:moveTo>
                    <a:pt x="4602" y="1"/>
                  </a:moveTo>
                  <a:lnTo>
                    <a:pt x="1" y="2453"/>
                  </a:lnTo>
                  <a:cubicBezTo>
                    <a:pt x="1" y="2453"/>
                    <a:pt x="1" y="2559"/>
                    <a:pt x="107" y="2559"/>
                  </a:cubicBezTo>
                  <a:lnTo>
                    <a:pt x="107" y="2763"/>
                  </a:lnTo>
                  <a:lnTo>
                    <a:pt x="4807" y="311"/>
                  </a:lnTo>
                  <a:cubicBezTo>
                    <a:pt x="4700" y="311"/>
                    <a:pt x="4700" y="205"/>
                    <a:pt x="4700" y="205"/>
                  </a:cubicBezTo>
                  <a:cubicBezTo>
                    <a:pt x="4700" y="107"/>
                    <a:pt x="4602" y="107"/>
                    <a:pt x="4602" y="1"/>
                  </a:cubicBez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0" name="Google Shape;1810;p35"/>
            <p:cNvSpPr/>
            <p:nvPr/>
          </p:nvSpPr>
          <p:spPr>
            <a:xfrm>
              <a:off x="1988525" y="6425163"/>
              <a:ext cx="130400" cy="130375"/>
            </a:xfrm>
            <a:custGeom>
              <a:rect b="b" l="l" r="r" t="t"/>
              <a:pathLst>
                <a:path extrusionOk="0" h="5215" w="5216">
                  <a:moveTo>
                    <a:pt x="2638" y="0"/>
                  </a:moveTo>
                  <a:cubicBezTo>
                    <a:pt x="1305" y="0"/>
                    <a:pt x="194" y="895"/>
                    <a:pt x="0" y="2150"/>
                  </a:cubicBezTo>
                  <a:lnTo>
                    <a:pt x="0" y="2354"/>
                  </a:lnTo>
                  <a:lnTo>
                    <a:pt x="0" y="2460"/>
                  </a:lnTo>
                  <a:lnTo>
                    <a:pt x="0" y="2558"/>
                  </a:lnTo>
                  <a:lnTo>
                    <a:pt x="0" y="2665"/>
                  </a:lnTo>
                  <a:cubicBezTo>
                    <a:pt x="0" y="2967"/>
                    <a:pt x="0" y="3171"/>
                    <a:pt x="107" y="3376"/>
                  </a:cubicBezTo>
                  <a:cubicBezTo>
                    <a:pt x="107" y="3482"/>
                    <a:pt x="107" y="3580"/>
                    <a:pt x="205" y="3580"/>
                  </a:cubicBezTo>
                  <a:lnTo>
                    <a:pt x="205" y="3686"/>
                  </a:lnTo>
                  <a:cubicBezTo>
                    <a:pt x="205" y="3686"/>
                    <a:pt x="205" y="3785"/>
                    <a:pt x="311" y="3785"/>
                  </a:cubicBezTo>
                  <a:lnTo>
                    <a:pt x="311" y="3891"/>
                  </a:lnTo>
                  <a:cubicBezTo>
                    <a:pt x="311" y="3989"/>
                    <a:pt x="409" y="3989"/>
                    <a:pt x="409" y="4095"/>
                  </a:cubicBezTo>
                  <a:cubicBezTo>
                    <a:pt x="515" y="4095"/>
                    <a:pt x="515" y="4193"/>
                    <a:pt x="515" y="4193"/>
                  </a:cubicBezTo>
                  <a:lnTo>
                    <a:pt x="613" y="4299"/>
                  </a:lnTo>
                  <a:lnTo>
                    <a:pt x="720" y="4398"/>
                  </a:lnTo>
                  <a:lnTo>
                    <a:pt x="720" y="4504"/>
                  </a:lnTo>
                  <a:cubicBezTo>
                    <a:pt x="818" y="4504"/>
                    <a:pt x="818" y="4602"/>
                    <a:pt x="924" y="4602"/>
                  </a:cubicBezTo>
                  <a:cubicBezTo>
                    <a:pt x="1022" y="4708"/>
                    <a:pt x="1022" y="4708"/>
                    <a:pt x="1128" y="4708"/>
                  </a:cubicBezTo>
                  <a:lnTo>
                    <a:pt x="1128" y="4806"/>
                  </a:lnTo>
                  <a:cubicBezTo>
                    <a:pt x="1226" y="4806"/>
                    <a:pt x="1226" y="4806"/>
                    <a:pt x="1333" y="4912"/>
                  </a:cubicBezTo>
                  <a:cubicBezTo>
                    <a:pt x="1431" y="4912"/>
                    <a:pt x="1537" y="5011"/>
                    <a:pt x="1537" y="5011"/>
                  </a:cubicBezTo>
                  <a:cubicBezTo>
                    <a:pt x="1635" y="5011"/>
                    <a:pt x="1741" y="5117"/>
                    <a:pt x="1839" y="5117"/>
                  </a:cubicBezTo>
                  <a:lnTo>
                    <a:pt x="2150" y="5117"/>
                  </a:lnTo>
                  <a:cubicBezTo>
                    <a:pt x="2150" y="5215"/>
                    <a:pt x="2248" y="5215"/>
                    <a:pt x="2354" y="5215"/>
                  </a:cubicBezTo>
                  <a:cubicBezTo>
                    <a:pt x="2763" y="5215"/>
                    <a:pt x="3172" y="5215"/>
                    <a:pt x="3580" y="5011"/>
                  </a:cubicBezTo>
                  <a:cubicBezTo>
                    <a:pt x="3678" y="5011"/>
                    <a:pt x="3785" y="4912"/>
                    <a:pt x="3785" y="4912"/>
                  </a:cubicBezTo>
                  <a:cubicBezTo>
                    <a:pt x="3883" y="4806"/>
                    <a:pt x="3989" y="4806"/>
                    <a:pt x="4087" y="4806"/>
                  </a:cubicBezTo>
                  <a:cubicBezTo>
                    <a:pt x="4087" y="4708"/>
                    <a:pt x="4193" y="4708"/>
                    <a:pt x="4193" y="4602"/>
                  </a:cubicBezTo>
                  <a:cubicBezTo>
                    <a:pt x="4398" y="4504"/>
                    <a:pt x="4496" y="4398"/>
                    <a:pt x="4602" y="4299"/>
                  </a:cubicBezTo>
                  <a:cubicBezTo>
                    <a:pt x="4806" y="3989"/>
                    <a:pt x="5011" y="3580"/>
                    <a:pt x="5109" y="3171"/>
                  </a:cubicBezTo>
                  <a:lnTo>
                    <a:pt x="5109" y="3073"/>
                  </a:lnTo>
                  <a:lnTo>
                    <a:pt x="5109" y="2967"/>
                  </a:lnTo>
                  <a:lnTo>
                    <a:pt x="5215" y="2967"/>
                  </a:lnTo>
                  <a:lnTo>
                    <a:pt x="5215" y="2869"/>
                  </a:lnTo>
                  <a:lnTo>
                    <a:pt x="5215" y="2665"/>
                  </a:lnTo>
                  <a:lnTo>
                    <a:pt x="5215" y="2558"/>
                  </a:lnTo>
                  <a:lnTo>
                    <a:pt x="5215" y="2354"/>
                  </a:lnTo>
                  <a:lnTo>
                    <a:pt x="5215" y="2256"/>
                  </a:lnTo>
                  <a:cubicBezTo>
                    <a:pt x="5109" y="2256"/>
                    <a:pt x="5109" y="2150"/>
                    <a:pt x="5109" y="2150"/>
                  </a:cubicBezTo>
                  <a:lnTo>
                    <a:pt x="5109" y="2052"/>
                  </a:lnTo>
                  <a:lnTo>
                    <a:pt x="5109" y="1847"/>
                  </a:lnTo>
                  <a:lnTo>
                    <a:pt x="5011" y="1741"/>
                  </a:lnTo>
                  <a:lnTo>
                    <a:pt x="5011" y="1643"/>
                  </a:lnTo>
                  <a:cubicBezTo>
                    <a:pt x="5011" y="1643"/>
                    <a:pt x="5011" y="1537"/>
                    <a:pt x="4904" y="1537"/>
                  </a:cubicBezTo>
                  <a:lnTo>
                    <a:pt x="4904" y="1439"/>
                  </a:lnTo>
                  <a:cubicBezTo>
                    <a:pt x="4904" y="1439"/>
                    <a:pt x="4904" y="1332"/>
                    <a:pt x="4806" y="1332"/>
                  </a:cubicBezTo>
                  <a:cubicBezTo>
                    <a:pt x="4398" y="621"/>
                    <a:pt x="3678" y="106"/>
                    <a:pt x="2861" y="8"/>
                  </a:cubicBezTo>
                  <a:cubicBezTo>
                    <a:pt x="2786" y="3"/>
                    <a:pt x="2712" y="0"/>
                    <a:pt x="2638"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1" name="Google Shape;1811;p35"/>
            <p:cNvSpPr/>
            <p:nvPr/>
          </p:nvSpPr>
          <p:spPr>
            <a:xfrm>
              <a:off x="1965625" y="6422313"/>
              <a:ext cx="148175" cy="129975"/>
            </a:xfrm>
            <a:custGeom>
              <a:rect b="b" l="l" r="r" t="t"/>
              <a:pathLst>
                <a:path extrusionOk="0" h="5199" w="5927">
                  <a:moveTo>
                    <a:pt x="2987" y="1"/>
                  </a:moveTo>
                  <a:cubicBezTo>
                    <a:pt x="2572" y="1"/>
                    <a:pt x="2144" y="105"/>
                    <a:pt x="1734" y="327"/>
                  </a:cubicBezTo>
                  <a:cubicBezTo>
                    <a:pt x="508" y="940"/>
                    <a:pt x="1" y="2574"/>
                    <a:pt x="614" y="3800"/>
                  </a:cubicBezTo>
                  <a:cubicBezTo>
                    <a:pt x="1108" y="4721"/>
                    <a:pt x="2002" y="5199"/>
                    <a:pt x="2945" y="5199"/>
                  </a:cubicBezTo>
                  <a:cubicBezTo>
                    <a:pt x="3359" y="5199"/>
                    <a:pt x="3782" y="5107"/>
                    <a:pt x="4186" y="4920"/>
                  </a:cubicBezTo>
                  <a:cubicBezTo>
                    <a:pt x="5412" y="4209"/>
                    <a:pt x="5927" y="2672"/>
                    <a:pt x="5207" y="1446"/>
                  </a:cubicBezTo>
                  <a:cubicBezTo>
                    <a:pt x="4783" y="530"/>
                    <a:pt x="3920" y="1"/>
                    <a:pt x="2987" y="1"/>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2" name="Google Shape;1812;p35"/>
            <p:cNvSpPr/>
            <p:nvPr/>
          </p:nvSpPr>
          <p:spPr>
            <a:xfrm>
              <a:off x="1998750" y="6430463"/>
              <a:ext cx="115050" cy="122175"/>
            </a:xfrm>
            <a:custGeom>
              <a:rect b="b" l="l" r="r" t="t"/>
              <a:pathLst>
                <a:path extrusionOk="0" h="4887" w="4602">
                  <a:moveTo>
                    <a:pt x="2763" y="1"/>
                  </a:moveTo>
                  <a:lnTo>
                    <a:pt x="2763" y="1"/>
                  </a:lnTo>
                  <a:cubicBezTo>
                    <a:pt x="3065" y="205"/>
                    <a:pt x="3269" y="409"/>
                    <a:pt x="3474" y="712"/>
                  </a:cubicBezTo>
                  <a:cubicBezTo>
                    <a:pt x="4087" y="2044"/>
                    <a:pt x="3580" y="3573"/>
                    <a:pt x="2354" y="4292"/>
                  </a:cubicBezTo>
                  <a:cubicBezTo>
                    <a:pt x="1945" y="4496"/>
                    <a:pt x="1537" y="4598"/>
                    <a:pt x="1140" y="4598"/>
                  </a:cubicBezTo>
                  <a:cubicBezTo>
                    <a:pt x="744" y="4598"/>
                    <a:pt x="360" y="4496"/>
                    <a:pt x="0" y="4292"/>
                  </a:cubicBezTo>
                  <a:lnTo>
                    <a:pt x="0" y="4292"/>
                  </a:lnTo>
                  <a:cubicBezTo>
                    <a:pt x="438" y="4665"/>
                    <a:pt x="1025" y="4887"/>
                    <a:pt x="1647" y="4887"/>
                  </a:cubicBezTo>
                  <a:cubicBezTo>
                    <a:pt x="2047" y="4887"/>
                    <a:pt x="2461" y="4795"/>
                    <a:pt x="2861" y="4594"/>
                  </a:cubicBezTo>
                  <a:cubicBezTo>
                    <a:pt x="4087" y="3883"/>
                    <a:pt x="4602" y="2346"/>
                    <a:pt x="3882" y="1120"/>
                  </a:cubicBezTo>
                  <a:cubicBezTo>
                    <a:pt x="3678" y="614"/>
                    <a:pt x="3269" y="205"/>
                    <a:pt x="2763" y="1"/>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3" name="Google Shape;1813;p35"/>
            <p:cNvSpPr/>
            <p:nvPr/>
          </p:nvSpPr>
          <p:spPr>
            <a:xfrm>
              <a:off x="1980950" y="6458463"/>
              <a:ext cx="119975" cy="66425"/>
            </a:xfrm>
            <a:custGeom>
              <a:rect b="b" l="l" r="r" t="t"/>
              <a:pathLst>
                <a:path extrusionOk="0" h="2657" w="4799">
                  <a:moveTo>
                    <a:pt x="4594" y="0"/>
                  </a:moveTo>
                  <a:lnTo>
                    <a:pt x="1" y="2354"/>
                  </a:lnTo>
                  <a:lnTo>
                    <a:pt x="99" y="2453"/>
                  </a:lnTo>
                  <a:cubicBezTo>
                    <a:pt x="99" y="2559"/>
                    <a:pt x="205" y="2559"/>
                    <a:pt x="205" y="2657"/>
                  </a:cubicBezTo>
                  <a:lnTo>
                    <a:pt x="4799" y="311"/>
                  </a:lnTo>
                  <a:cubicBezTo>
                    <a:pt x="4799" y="205"/>
                    <a:pt x="4701" y="107"/>
                    <a:pt x="4701"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4" name="Google Shape;1814;p35"/>
            <p:cNvSpPr/>
            <p:nvPr/>
          </p:nvSpPr>
          <p:spPr>
            <a:xfrm>
              <a:off x="1980950" y="6453363"/>
              <a:ext cx="117525" cy="69075"/>
            </a:xfrm>
            <a:custGeom>
              <a:rect b="b" l="l" r="r" t="t"/>
              <a:pathLst>
                <a:path extrusionOk="0" h="2763" w="4701">
                  <a:moveTo>
                    <a:pt x="4594" y="0"/>
                  </a:moveTo>
                  <a:lnTo>
                    <a:pt x="1" y="2452"/>
                  </a:lnTo>
                  <a:lnTo>
                    <a:pt x="1" y="2558"/>
                  </a:lnTo>
                  <a:cubicBezTo>
                    <a:pt x="99" y="2657"/>
                    <a:pt x="99" y="2657"/>
                    <a:pt x="99" y="2763"/>
                  </a:cubicBezTo>
                  <a:lnTo>
                    <a:pt x="4701" y="311"/>
                  </a:lnTo>
                  <a:cubicBezTo>
                    <a:pt x="4701" y="311"/>
                    <a:pt x="4701" y="204"/>
                    <a:pt x="4594" y="204"/>
                  </a:cubicBezTo>
                  <a:lnTo>
                    <a:pt x="4594" y="0"/>
                  </a:ln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5" name="Google Shape;1815;p35"/>
            <p:cNvSpPr/>
            <p:nvPr/>
          </p:nvSpPr>
          <p:spPr>
            <a:xfrm>
              <a:off x="2141775" y="6343413"/>
              <a:ext cx="130400" cy="130400"/>
            </a:xfrm>
            <a:custGeom>
              <a:rect b="b" l="l" r="r" t="t"/>
              <a:pathLst>
                <a:path extrusionOk="0" h="5216" w="5216">
                  <a:moveTo>
                    <a:pt x="2654" y="1"/>
                  </a:moveTo>
                  <a:cubicBezTo>
                    <a:pt x="1411" y="1"/>
                    <a:pt x="300" y="896"/>
                    <a:pt x="107" y="2150"/>
                  </a:cubicBezTo>
                  <a:lnTo>
                    <a:pt x="107" y="2355"/>
                  </a:lnTo>
                  <a:cubicBezTo>
                    <a:pt x="0" y="2355"/>
                    <a:pt x="0" y="2461"/>
                    <a:pt x="0" y="2461"/>
                  </a:cubicBezTo>
                  <a:lnTo>
                    <a:pt x="0" y="2559"/>
                  </a:lnTo>
                  <a:lnTo>
                    <a:pt x="0" y="2665"/>
                  </a:lnTo>
                  <a:cubicBezTo>
                    <a:pt x="107" y="2968"/>
                    <a:pt x="107" y="3172"/>
                    <a:pt x="205" y="3376"/>
                  </a:cubicBezTo>
                  <a:lnTo>
                    <a:pt x="205" y="3581"/>
                  </a:lnTo>
                  <a:lnTo>
                    <a:pt x="311" y="3687"/>
                  </a:lnTo>
                  <a:lnTo>
                    <a:pt x="311" y="3785"/>
                  </a:lnTo>
                  <a:lnTo>
                    <a:pt x="409" y="3891"/>
                  </a:lnTo>
                  <a:cubicBezTo>
                    <a:pt x="409" y="3891"/>
                    <a:pt x="409" y="3989"/>
                    <a:pt x="515" y="4096"/>
                  </a:cubicBezTo>
                  <a:lnTo>
                    <a:pt x="613" y="4194"/>
                  </a:lnTo>
                  <a:cubicBezTo>
                    <a:pt x="613" y="4300"/>
                    <a:pt x="613" y="4300"/>
                    <a:pt x="720" y="4300"/>
                  </a:cubicBezTo>
                  <a:cubicBezTo>
                    <a:pt x="720" y="4300"/>
                    <a:pt x="720" y="4398"/>
                    <a:pt x="818" y="4398"/>
                  </a:cubicBezTo>
                  <a:lnTo>
                    <a:pt x="818" y="4504"/>
                  </a:lnTo>
                  <a:cubicBezTo>
                    <a:pt x="924" y="4504"/>
                    <a:pt x="924" y="4602"/>
                    <a:pt x="1022" y="4602"/>
                  </a:cubicBezTo>
                  <a:cubicBezTo>
                    <a:pt x="1022" y="4709"/>
                    <a:pt x="1128" y="4709"/>
                    <a:pt x="1128" y="4709"/>
                  </a:cubicBezTo>
                  <a:lnTo>
                    <a:pt x="1226" y="4807"/>
                  </a:lnTo>
                  <a:cubicBezTo>
                    <a:pt x="1226" y="4807"/>
                    <a:pt x="1333" y="4807"/>
                    <a:pt x="1333" y="4913"/>
                  </a:cubicBezTo>
                  <a:lnTo>
                    <a:pt x="1431" y="4913"/>
                  </a:lnTo>
                  <a:cubicBezTo>
                    <a:pt x="1537" y="4913"/>
                    <a:pt x="1537" y="5011"/>
                    <a:pt x="1635" y="5011"/>
                  </a:cubicBezTo>
                  <a:cubicBezTo>
                    <a:pt x="1741" y="5011"/>
                    <a:pt x="1741" y="5011"/>
                    <a:pt x="1839" y="5117"/>
                  </a:cubicBezTo>
                  <a:lnTo>
                    <a:pt x="2150" y="5117"/>
                  </a:lnTo>
                  <a:cubicBezTo>
                    <a:pt x="2248" y="5215"/>
                    <a:pt x="2354" y="5215"/>
                    <a:pt x="2354" y="5215"/>
                  </a:cubicBezTo>
                  <a:cubicBezTo>
                    <a:pt x="2861" y="5215"/>
                    <a:pt x="3270" y="5117"/>
                    <a:pt x="3678" y="5011"/>
                  </a:cubicBezTo>
                  <a:cubicBezTo>
                    <a:pt x="3785" y="5011"/>
                    <a:pt x="3785" y="4913"/>
                    <a:pt x="3883" y="4913"/>
                  </a:cubicBezTo>
                  <a:cubicBezTo>
                    <a:pt x="3989" y="4807"/>
                    <a:pt x="3989" y="4807"/>
                    <a:pt x="4087" y="4807"/>
                  </a:cubicBezTo>
                  <a:lnTo>
                    <a:pt x="4291" y="4602"/>
                  </a:lnTo>
                  <a:cubicBezTo>
                    <a:pt x="4398" y="4504"/>
                    <a:pt x="4602" y="4398"/>
                    <a:pt x="4700" y="4300"/>
                  </a:cubicBezTo>
                  <a:cubicBezTo>
                    <a:pt x="4904" y="3989"/>
                    <a:pt x="5109" y="3581"/>
                    <a:pt x="5215" y="3172"/>
                  </a:cubicBezTo>
                  <a:lnTo>
                    <a:pt x="5215" y="3074"/>
                  </a:lnTo>
                  <a:lnTo>
                    <a:pt x="5215" y="2968"/>
                  </a:lnTo>
                  <a:lnTo>
                    <a:pt x="5215" y="2870"/>
                  </a:lnTo>
                  <a:lnTo>
                    <a:pt x="5215" y="2665"/>
                  </a:lnTo>
                  <a:lnTo>
                    <a:pt x="5215" y="2559"/>
                  </a:lnTo>
                  <a:lnTo>
                    <a:pt x="5215" y="2355"/>
                  </a:lnTo>
                  <a:lnTo>
                    <a:pt x="5215" y="2257"/>
                  </a:lnTo>
                  <a:lnTo>
                    <a:pt x="5215" y="2150"/>
                  </a:lnTo>
                  <a:lnTo>
                    <a:pt x="5215" y="2052"/>
                  </a:lnTo>
                  <a:cubicBezTo>
                    <a:pt x="5215" y="1946"/>
                    <a:pt x="5109" y="1946"/>
                    <a:pt x="5109" y="1848"/>
                  </a:cubicBezTo>
                  <a:lnTo>
                    <a:pt x="5109" y="1742"/>
                  </a:lnTo>
                  <a:cubicBezTo>
                    <a:pt x="5109" y="1742"/>
                    <a:pt x="5109" y="1644"/>
                    <a:pt x="5011" y="1644"/>
                  </a:cubicBezTo>
                  <a:lnTo>
                    <a:pt x="5011" y="1537"/>
                  </a:lnTo>
                  <a:lnTo>
                    <a:pt x="5011" y="1439"/>
                  </a:lnTo>
                  <a:cubicBezTo>
                    <a:pt x="4904" y="1439"/>
                    <a:pt x="4904" y="1333"/>
                    <a:pt x="4904" y="1333"/>
                  </a:cubicBezTo>
                  <a:cubicBezTo>
                    <a:pt x="4496" y="622"/>
                    <a:pt x="3785" y="107"/>
                    <a:pt x="2861" y="9"/>
                  </a:cubicBezTo>
                  <a:cubicBezTo>
                    <a:pt x="2792" y="3"/>
                    <a:pt x="2723" y="1"/>
                    <a:pt x="2654" y="1"/>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6" name="Google Shape;1816;p35"/>
            <p:cNvSpPr/>
            <p:nvPr/>
          </p:nvSpPr>
          <p:spPr>
            <a:xfrm>
              <a:off x="2118900" y="6340513"/>
              <a:ext cx="150600" cy="130050"/>
            </a:xfrm>
            <a:custGeom>
              <a:rect b="b" l="l" r="r" t="t"/>
              <a:pathLst>
                <a:path extrusionOk="0" h="5202" w="6024">
                  <a:moveTo>
                    <a:pt x="3063" y="1"/>
                  </a:moveTo>
                  <a:cubicBezTo>
                    <a:pt x="2644" y="1"/>
                    <a:pt x="2222" y="105"/>
                    <a:pt x="1839" y="329"/>
                  </a:cubicBezTo>
                  <a:cubicBezTo>
                    <a:pt x="507" y="942"/>
                    <a:pt x="0" y="2577"/>
                    <a:pt x="711" y="3803"/>
                  </a:cubicBezTo>
                  <a:cubicBezTo>
                    <a:pt x="1137" y="4724"/>
                    <a:pt x="2057" y="5202"/>
                    <a:pt x="2990" y="5202"/>
                  </a:cubicBezTo>
                  <a:cubicBezTo>
                    <a:pt x="3399" y="5202"/>
                    <a:pt x="3811" y="5110"/>
                    <a:pt x="4185" y="4923"/>
                  </a:cubicBezTo>
                  <a:cubicBezTo>
                    <a:pt x="5517" y="4212"/>
                    <a:pt x="6024" y="2675"/>
                    <a:pt x="5313" y="1351"/>
                  </a:cubicBezTo>
                  <a:cubicBezTo>
                    <a:pt x="4891" y="508"/>
                    <a:pt x="3986" y="1"/>
                    <a:pt x="3063" y="1"/>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7" name="Google Shape;1817;p35"/>
            <p:cNvSpPr/>
            <p:nvPr/>
          </p:nvSpPr>
          <p:spPr>
            <a:xfrm>
              <a:off x="2152000" y="6348738"/>
              <a:ext cx="117500" cy="122175"/>
            </a:xfrm>
            <a:custGeom>
              <a:rect b="b" l="l" r="r" t="t"/>
              <a:pathLst>
                <a:path extrusionOk="0" h="4887" w="4700">
                  <a:moveTo>
                    <a:pt x="2861" y="0"/>
                  </a:moveTo>
                  <a:lnTo>
                    <a:pt x="2861" y="0"/>
                  </a:lnTo>
                  <a:cubicBezTo>
                    <a:pt x="3171" y="205"/>
                    <a:pt x="3376" y="409"/>
                    <a:pt x="3474" y="711"/>
                  </a:cubicBezTo>
                  <a:cubicBezTo>
                    <a:pt x="4193" y="2044"/>
                    <a:pt x="3678" y="3572"/>
                    <a:pt x="2452" y="4291"/>
                  </a:cubicBezTo>
                  <a:cubicBezTo>
                    <a:pt x="2074" y="4481"/>
                    <a:pt x="1674" y="4560"/>
                    <a:pt x="1282" y="4560"/>
                  </a:cubicBezTo>
                  <a:cubicBezTo>
                    <a:pt x="829" y="4560"/>
                    <a:pt x="386" y="4454"/>
                    <a:pt x="0" y="4291"/>
                  </a:cubicBezTo>
                  <a:lnTo>
                    <a:pt x="0" y="4291"/>
                  </a:lnTo>
                  <a:cubicBezTo>
                    <a:pt x="498" y="4665"/>
                    <a:pt x="1111" y="4887"/>
                    <a:pt x="1721" y="4887"/>
                  </a:cubicBezTo>
                  <a:cubicBezTo>
                    <a:pt x="2113" y="4887"/>
                    <a:pt x="2503" y="4795"/>
                    <a:pt x="2861" y="4594"/>
                  </a:cubicBezTo>
                  <a:cubicBezTo>
                    <a:pt x="4193" y="3883"/>
                    <a:pt x="4700" y="2346"/>
                    <a:pt x="3989" y="1022"/>
                  </a:cubicBezTo>
                  <a:cubicBezTo>
                    <a:pt x="3784" y="613"/>
                    <a:pt x="3376" y="205"/>
                    <a:pt x="2861"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8" name="Google Shape;1818;p35"/>
            <p:cNvSpPr/>
            <p:nvPr/>
          </p:nvSpPr>
          <p:spPr>
            <a:xfrm>
              <a:off x="2136675" y="6376738"/>
              <a:ext cx="117500" cy="66425"/>
            </a:xfrm>
            <a:custGeom>
              <a:rect b="b" l="l" r="r" t="t"/>
              <a:pathLst>
                <a:path extrusionOk="0" h="2657" w="4700">
                  <a:moveTo>
                    <a:pt x="4602" y="0"/>
                  </a:moveTo>
                  <a:lnTo>
                    <a:pt x="0" y="2354"/>
                  </a:lnTo>
                  <a:lnTo>
                    <a:pt x="0" y="2452"/>
                  </a:lnTo>
                  <a:lnTo>
                    <a:pt x="204" y="2656"/>
                  </a:lnTo>
                  <a:lnTo>
                    <a:pt x="4700" y="311"/>
                  </a:lnTo>
                  <a:lnTo>
                    <a:pt x="4700" y="0"/>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9" name="Google Shape;1819;p35"/>
            <p:cNvSpPr/>
            <p:nvPr/>
          </p:nvSpPr>
          <p:spPr>
            <a:xfrm>
              <a:off x="2134225" y="6371613"/>
              <a:ext cx="119950" cy="66450"/>
            </a:xfrm>
            <a:custGeom>
              <a:rect b="b" l="l" r="r" t="t"/>
              <a:pathLst>
                <a:path extrusionOk="0" h="2658" w="4798">
                  <a:moveTo>
                    <a:pt x="4593" y="1"/>
                  </a:moveTo>
                  <a:lnTo>
                    <a:pt x="0" y="2453"/>
                  </a:lnTo>
                  <a:lnTo>
                    <a:pt x="98" y="2559"/>
                  </a:lnTo>
                  <a:cubicBezTo>
                    <a:pt x="98" y="2657"/>
                    <a:pt x="98" y="2657"/>
                    <a:pt x="204" y="2657"/>
                  </a:cubicBezTo>
                  <a:lnTo>
                    <a:pt x="4798" y="311"/>
                  </a:lnTo>
                  <a:cubicBezTo>
                    <a:pt x="4798" y="205"/>
                    <a:pt x="4700" y="205"/>
                    <a:pt x="4700" y="107"/>
                  </a:cubicBezTo>
                  <a:lnTo>
                    <a:pt x="4593" y="1"/>
                  </a:ln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0" name="Google Shape;1820;p35"/>
            <p:cNvSpPr/>
            <p:nvPr/>
          </p:nvSpPr>
          <p:spPr>
            <a:xfrm>
              <a:off x="2297675" y="6261688"/>
              <a:ext cx="130200" cy="130400"/>
            </a:xfrm>
            <a:custGeom>
              <a:rect b="b" l="l" r="r" t="t"/>
              <a:pathLst>
                <a:path extrusionOk="0" h="5216" w="5208">
                  <a:moveTo>
                    <a:pt x="2638" y="0"/>
                  </a:moveTo>
                  <a:cubicBezTo>
                    <a:pt x="1305" y="0"/>
                    <a:pt x="194" y="895"/>
                    <a:pt x="1" y="2150"/>
                  </a:cubicBezTo>
                  <a:lnTo>
                    <a:pt x="1" y="2354"/>
                  </a:lnTo>
                  <a:lnTo>
                    <a:pt x="1" y="2461"/>
                  </a:lnTo>
                  <a:lnTo>
                    <a:pt x="1" y="2559"/>
                  </a:lnTo>
                  <a:lnTo>
                    <a:pt x="1" y="2665"/>
                  </a:lnTo>
                  <a:cubicBezTo>
                    <a:pt x="1" y="2967"/>
                    <a:pt x="1" y="3172"/>
                    <a:pt x="99" y="3376"/>
                  </a:cubicBezTo>
                  <a:cubicBezTo>
                    <a:pt x="99" y="3482"/>
                    <a:pt x="205" y="3580"/>
                    <a:pt x="205" y="3580"/>
                  </a:cubicBezTo>
                  <a:lnTo>
                    <a:pt x="205" y="3687"/>
                  </a:lnTo>
                  <a:lnTo>
                    <a:pt x="303" y="3785"/>
                  </a:lnTo>
                  <a:lnTo>
                    <a:pt x="303" y="3891"/>
                  </a:lnTo>
                  <a:cubicBezTo>
                    <a:pt x="409" y="3891"/>
                    <a:pt x="409" y="3989"/>
                    <a:pt x="409" y="4095"/>
                  </a:cubicBezTo>
                  <a:lnTo>
                    <a:pt x="507" y="4095"/>
                  </a:lnTo>
                  <a:cubicBezTo>
                    <a:pt x="507" y="4095"/>
                    <a:pt x="507" y="4193"/>
                    <a:pt x="614" y="4193"/>
                  </a:cubicBezTo>
                  <a:lnTo>
                    <a:pt x="614" y="4300"/>
                  </a:lnTo>
                  <a:lnTo>
                    <a:pt x="712" y="4398"/>
                  </a:lnTo>
                  <a:cubicBezTo>
                    <a:pt x="712" y="4398"/>
                    <a:pt x="818" y="4398"/>
                    <a:pt x="818" y="4504"/>
                  </a:cubicBezTo>
                  <a:lnTo>
                    <a:pt x="916" y="4602"/>
                  </a:lnTo>
                  <a:cubicBezTo>
                    <a:pt x="1022" y="4708"/>
                    <a:pt x="1022" y="4708"/>
                    <a:pt x="1121" y="4708"/>
                  </a:cubicBezTo>
                  <a:cubicBezTo>
                    <a:pt x="1121" y="4806"/>
                    <a:pt x="1121" y="4806"/>
                    <a:pt x="1227" y="4806"/>
                  </a:cubicBezTo>
                  <a:cubicBezTo>
                    <a:pt x="1227" y="4806"/>
                    <a:pt x="1325" y="4806"/>
                    <a:pt x="1325" y="4913"/>
                  </a:cubicBezTo>
                  <a:lnTo>
                    <a:pt x="1431" y="4913"/>
                  </a:lnTo>
                  <a:cubicBezTo>
                    <a:pt x="1431" y="4913"/>
                    <a:pt x="1529" y="5011"/>
                    <a:pt x="1635" y="5011"/>
                  </a:cubicBezTo>
                  <a:cubicBezTo>
                    <a:pt x="1635" y="5011"/>
                    <a:pt x="1734" y="5011"/>
                    <a:pt x="1840" y="5117"/>
                  </a:cubicBezTo>
                  <a:lnTo>
                    <a:pt x="2142" y="5117"/>
                  </a:lnTo>
                  <a:cubicBezTo>
                    <a:pt x="2248" y="5215"/>
                    <a:pt x="2248" y="5215"/>
                    <a:pt x="2347" y="5215"/>
                  </a:cubicBezTo>
                  <a:cubicBezTo>
                    <a:pt x="2755" y="5215"/>
                    <a:pt x="3270" y="5117"/>
                    <a:pt x="3573" y="5011"/>
                  </a:cubicBezTo>
                  <a:cubicBezTo>
                    <a:pt x="3679" y="5011"/>
                    <a:pt x="3777" y="4913"/>
                    <a:pt x="3883" y="4913"/>
                  </a:cubicBezTo>
                  <a:cubicBezTo>
                    <a:pt x="3883" y="4806"/>
                    <a:pt x="3981" y="4806"/>
                    <a:pt x="4087" y="4806"/>
                  </a:cubicBezTo>
                  <a:cubicBezTo>
                    <a:pt x="4087" y="4708"/>
                    <a:pt x="4186" y="4708"/>
                    <a:pt x="4292" y="4602"/>
                  </a:cubicBezTo>
                  <a:lnTo>
                    <a:pt x="4594" y="4300"/>
                  </a:lnTo>
                  <a:cubicBezTo>
                    <a:pt x="4905" y="3989"/>
                    <a:pt x="5003" y="3580"/>
                    <a:pt x="5109" y="3172"/>
                  </a:cubicBezTo>
                  <a:cubicBezTo>
                    <a:pt x="5109" y="3074"/>
                    <a:pt x="5207" y="3074"/>
                    <a:pt x="5207" y="2967"/>
                  </a:cubicBezTo>
                  <a:lnTo>
                    <a:pt x="5207" y="2869"/>
                  </a:lnTo>
                  <a:lnTo>
                    <a:pt x="5207" y="2665"/>
                  </a:lnTo>
                  <a:lnTo>
                    <a:pt x="5207" y="2559"/>
                  </a:lnTo>
                  <a:lnTo>
                    <a:pt x="5207" y="2354"/>
                  </a:lnTo>
                  <a:lnTo>
                    <a:pt x="5207" y="2256"/>
                  </a:lnTo>
                  <a:lnTo>
                    <a:pt x="5207" y="2150"/>
                  </a:lnTo>
                  <a:lnTo>
                    <a:pt x="5109" y="2052"/>
                  </a:lnTo>
                  <a:lnTo>
                    <a:pt x="5109" y="1848"/>
                  </a:lnTo>
                  <a:lnTo>
                    <a:pt x="5109" y="1741"/>
                  </a:lnTo>
                  <a:cubicBezTo>
                    <a:pt x="5003" y="1741"/>
                    <a:pt x="5003" y="1643"/>
                    <a:pt x="5003" y="1643"/>
                  </a:cubicBezTo>
                  <a:lnTo>
                    <a:pt x="5003" y="1537"/>
                  </a:lnTo>
                  <a:lnTo>
                    <a:pt x="4905" y="1439"/>
                  </a:lnTo>
                  <a:lnTo>
                    <a:pt x="4905" y="1333"/>
                  </a:lnTo>
                  <a:cubicBezTo>
                    <a:pt x="4496" y="622"/>
                    <a:pt x="3679" y="107"/>
                    <a:pt x="2861" y="9"/>
                  </a:cubicBezTo>
                  <a:cubicBezTo>
                    <a:pt x="2786" y="3"/>
                    <a:pt x="2712" y="0"/>
                    <a:pt x="2638"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1" name="Google Shape;1821;p35"/>
            <p:cNvSpPr/>
            <p:nvPr/>
          </p:nvSpPr>
          <p:spPr>
            <a:xfrm>
              <a:off x="2274600" y="6258788"/>
              <a:ext cx="148150" cy="129600"/>
            </a:xfrm>
            <a:custGeom>
              <a:rect b="b" l="l" r="r" t="t"/>
              <a:pathLst>
                <a:path extrusionOk="0" h="5184" w="5926">
                  <a:moveTo>
                    <a:pt x="3011" y="0"/>
                  </a:moveTo>
                  <a:cubicBezTo>
                    <a:pt x="2588" y="0"/>
                    <a:pt x="2154" y="105"/>
                    <a:pt x="1741" y="329"/>
                  </a:cubicBezTo>
                  <a:cubicBezTo>
                    <a:pt x="515" y="942"/>
                    <a:pt x="0" y="2577"/>
                    <a:pt x="719" y="3803"/>
                  </a:cubicBezTo>
                  <a:cubicBezTo>
                    <a:pt x="1155" y="4675"/>
                    <a:pt x="2055" y="5183"/>
                    <a:pt x="3017" y="5183"/>
                  </a:cubicBezTo>
                  <a:cubicBezTo>
                    <a:pt x="3408" y="5183"/>
                    <a:pt x="3809" y="5099"/>
                    <a:pt x="4193" y="4922"/>
                  </a:cubicBezTo>
                  <a:cubicBezTo>
                    <a:pt x="5419" y="4211"/>
                    <a:pt x="5926" y="2675"/>
                    <a:pt x="5313" y="1351"/>
                  </a:cubicBezTo>
                  <a:cubicBezTo>
                    <a:pt x="4824" y="507"/>
                    <a:pt x="3944" y="0"/>
                    <a:pt x="3011" y="0"/>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2" name="Google Shape;1822;p35"/>
            <p:cNvSpPr/>
            <p:nvPr/>
          </p:nvSpPr>
          <p:spPr>
            <a:xfrm>
              <a:off x="2307900" y="6267013"/>
              <a:ext cx="114850" cy="122175"/>
            </a:xfrm>
            <a:custGeom>
              <a:rect b="b" l="l" r="r" t="t"/>
              <a:pathLst>
                <a:path extrusionOk="0" h="4887" w="4594">
                  <a:moveTo>
                    <a:pt x="2861" y="0"/>
                  </a:moveTo>
                  <a:lnTo>
                    <a:pt x="2861" y="0"/>
                  </a:lnTo>
                  <a:cubicBezTo>
                    <a:pt x="3065" y="204"/>
                    <a:pt x="3270" y="409"/>
                    <a:pt x="3474" y="711"/>
                  </a:cubicBezTo>
                  <a:cubicBezTo>
                    <a:pt x="4087" y="2043"/>
                    <a:pt x="3678" y="3572"/>
                    <a:pt x="2346" y="4291"/>
                  </a:cubicBezTo>
                  <a:cubicBezTo>
                    <a:pt x="2017" y="4480"/>
                    <a:pt x="1642" y="4559"/>
                    <a:pt x="1263" y="4559"/>
                  </a:cubicBezTo>
                  <a:cubicBezTo>
                    <a:pt x="825" y="4559"/>
                    <a:pt x="382" y="4453"/>
                    <a:pt x="0" y="4291"/>
                  </a:cubicBezTo>
                  <a:lnTo>
                    <a:pt x="0" y="4291"/>
                  </a:lnTo>
                  <a:cubicBezTo>
                    <a:pt x="433" y="4664"/>
                    <a:pt x="1058" y="4886"/>
                    <a:pt x="1688" y="4886"/>
                  </a:cubicBezTo>
                  <a:cubicBezTo>
                    <a:pt x="2093" y="4886"/>
                    <a:pt x="2500" y="4795"/>
                    <a:pt x="2861" y="4593"/>
                  </a:cubicBezTo>
                  <a:cubicBezTo>
                    <a:pt x="4087" y="3882"/>
                    <a:pt x="4594" y="2346"/>
                    <a:pt x="3981" y="1022"/>
                  </a:cubicBezTo>
                  <a:cubicBezTo>
                    <a:pt x="3678" y="613"/>
                    <a:pt x="3270" y="204"/>
                    <a:pt x="2861"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3" name="Google Shape;1823;p35"/>
            <p:cNvSpPr/>
            <p:nvPr/>
          </p:nvSpPr>
          <p:spPr>
            <a:xfrm>
              <a:off x="2292575" y="6292538"/>
              <a:ext cx="117525" cy="68900"/>
            </a:xfrm>
            <a:custGeom>
              <a:rect b="b" l="l" r="r" t="t"/>
              <a:pathLst>
                <a:path extrusionOk="0" h="2756" w="4701">
                  <a:moveTo>
                    <a:pt x="4594" y="1"/>
                  </a:moveTo>
                  <a:lnTo>
                    <a:pt x="0" y="2453"/>
                  </a:lnTo>
                  <a:lnTo>
                    <a:pt x="0" y="2551"/>
                  </a:lnTo>
                  <a:cubicBezTo>
                    <a:pt x="0" y="2657"/>
                    <a:pt x="98" y="2657"/>
                    <a:pt x="98" y="2755"/>
                  </a:cubicBezTo>
                  <a:lnTo>
                    <a:pt x="4700" y="303"/>
                  </a:lnTo>
                  <a:cubicBezTo>
                    <a:pt x="4700" y="303"/>
                    <a:pt x="4594" y="205"/>
                    <a:pt x="4594" y="99"/>
                  </a:cubicBezTo>
                  <a:lnTo>
                    <a:pt x="4594" y="1"/>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4" name="Google Shape;1824;p35"/>
            <p:cNvSpPr/>
            <p:nvPr/>
          </p:nvSpPr>
          <p:spPr>
            <a:xfrm>
              <a:off x="2289925" y="6289888"/>
              <a:ext cx="117500" cy="66425"/>
            </a:xfrm>
            <a:custGeom>
              <a:rect b="b" l="l" r="r" t="t"/>
              <a:pathLst>
                <a:path extrusionOk="0" h="2657" w="4700">
                  <a:moveTo>
                    <a:pt x="4602" y="0"/>
                  </a:moveTo>
                  <a:lnTo>
                    <a:pt x="0" y="2452"/>
                  </a:lnTo>
                  <a:cubicBezTo>
                    <a:pt x="0" y="2452"/>
                    <a:pt x="0" y="2559"/>
                    <a:pt x="106" y="2559"/>
                  </a:cubicBezTo>
                  <a:lnTo>
                    <a:pt x="106" y="2657"/>
                  </a:lnTo>
                  <a:lnTo>
                    <a:pt x="4700" y="311"/>
                  </a:lnTo>
                  <a:lnTo>
                    <a:pt x="4700" y="107"/>
                  </a:lnTo>
                  <a:cubicBezTo>
                    <a:pt x="4602" y="107"/>
                    <a:pt x="4602" y="0"/>
                    <a:pt x="4602" y="0"/>
                  </a:cubicBez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5" name="Google Shape;1825;p35"/>
            <p:cNvSpPr/>
            <p:nvPr/>
          </p:nvSpPr>
          <p:spPr>
            <a:xfrm>
              <a:off x="2453375" y="6179963"/>
              <a:ext cx="130400" cy="130375"/>
            </a:xfrm>
            <a:custGeom>
              <a:rect b="b" l="l" r="r" t="t"/>
              <a:pathLst>
                <a:path extrusionOk="0" h="5215" w="5216">
                  <a:moveTo>
                    <a:pt x="2638" y="0"/>
                  </a:moveTo>
                  <a:cubicBezTo>
                    <a:pt x="1305" y="0"/>
                    <a:pt x="194" y="895"/>
                    <a:pt x="1" y="2150"/>
                  </a:cubicBezTo>
                  <a:lnTo>
                    <a:pt x="1" y="2354"/>
                  </a:lnTo>
                  <a:lnTo>
                    <a:pt x="1" y="2460"/>
                  </a:lnTo>
                  <a:lnTo>
                    <a:pt x="1" y="2558"/>
                  </a:lnTo>
                  <a:lnTo>
                    <a:pt x="1" y="2665"/>
                  </a:lnTo>
                  <a:cubicBezTo>
                    <a:pt x="1" y="2967"/>
                    <a:pt x="1" y="3171"/>
                    <a:pt x="107" y="3376"/>
                  </a:cubicBezTo>
                  <a:cubicBezTo>
                    <a:pt x="107" y="3482"/>
                    <a:pt x="107" y="3482"/>
                    <a:pt x="205" y="3580"/>
                  </a:cubicBezTo>
                  <a:lnTo>
                    <a:pt x="205" y="3686"/>
                  </a:lnTo>
                  <a:cubicBezTo>
                    <a:pt x="205" y="3686"/>
                    <a:pt x="205" y="3784"/>
                    <a:pt x="311" y="3784"/>
                  </a:cubicBezTo>
                  <a:lnTo>
                    <a:pt x="311" y="3891"/>
                  </a:lnTo>
                  <a:cubicBezTo>
                    <a:pt x="311" y="3891"/>
                    <a:pt x="410" y="3989"/>
                    <a:pt x="410" y="4095"/>
                  </a:cubicBezTo>
                  <a:lnTo>
                    <a:pt x="516" y="4193"/>
                  </a:lnTo>
                  <a:cubicBezTo>
                    <a:pt x="516" y="4299"/>
                    <a:pt x="614" y="4299"/>
                    <a:pt x="614" y="4299"/>
                  </a:cubicBezTo>
                  <a:cubicBezTo>
                    <a:pt x="614" y="4299"/>
                    <a:pt x="614" y="4397"/>
                    <a:pt x="720" y="4397"/>
                  </a:cubicBezTo>
                  <a:lnTo>
                    <a:pt x="720" y="4504"/>
                  </a:lnTo>
                  <a:cubicBezTo>
                    <a:pt x="818" y="4504"/>
                    <a:pt x="818" y="4602"/>
                    <a:pt x="924" y="4602"/>
                  </a:cubicBezTo>
                  <a:cubicBezTo>
                    <a:pt x="1023" y="4708"/>
                    <a:pt x="1023" y="4708"/>
                    <a:pt x="1129" y="4708"/>
                  </a:cubicBezTo>
                  <a:lnTo>
                    <a:pt x="1129" y="4806"/>
                  </a:lnTo>
                  <a:cubicBezTo>
                    <a:pt x="1227" y="4806"/>
                    <a:pt x="1227" y="4806"/>
                    <a:pt x="1333" y="4912"/>
                  </a:cubicBezTo>
                  <a:cubicBezTo>
                    <a:pt x="1431" y="4912"/>
                    <a:pt x="1537" y="5010"/>
                    <a:pt x="1537" y="5010"/>
                  </a:cubicBezTo>
                  <a:cubicBezTo>
                    <a:pt x="1636" y="5010"/>
                    <a:pt x="1742" y="5010"/>
                    <a:pt x="1742" y="5117"/>
                  </a:cubicBezTo>
                  <a:lnTo>
                    <a:pt x="2044" y="5117"/>
                  </a:lnTo>
                  <a:cubicBezTo>
                    <a:pt x="2150" y="5215"/>
                    <a:pt x="2249" y="5215"/>
                    <a:pt x="2355" y="5215"/>
                  </a:cubicBezTo>
                  <a:cubicBezTo>
                    <a:pt x="2763" y="5215"/>
                    <a:pt x="3172" y="5117"/>
                    <a:pt x="3581" y="5010"/>
                  </a:cubicBezTo>
                  <a:cubicBezTo>
                    <a:pt x="3679" y="4912"/>
                    <a:pt x="3785" y="4912"/>
                    <a:pt x="3785" y="4912"/>
                  </a:cubicBezTo>
                  <a:cubicBezTo>
                    <a:pt x="3883" y="4806"/>
                    <a:pt x="3989" y="4806"/>
                    <a:pt x="3989" y="4708"/>
                  </a:cubicBezTo>
                  <a:cubicBezTo>
                    <a:pt x="4088" y="4708"/>
                    <a:pt x="4194" y="4708"/>
                    <a:pt x="4194" y="4602"/>
                  </a:cubicBezTo>
                  <a:cubicBezTo>
                    <a:pt x="4398" y="4504"/>
                    <a:pt x="4496" y="4397"/>
                    <a:pt x="4602" y="4299"/>
                  </a:cubicBezTo>
                  <a:cubicBezTo>
                    <a:pt x="4807" y="3989"/>
                    <a:pt x="5011" y="3580"/>
                    <a:pt x="5109" y="3171"/>
                  </a:cubicBezTo>
                  <a:lnTo>
                    <a:pt x="5109" y="2967"/>
                  </a:lnTo>
                  <a:lnTo>
                    <a:pt x="5109" y="2869"/>
                  </a:lnTo>
                  <a:cubicBezTo>
                    <a:pt x="5215" y="2763"/>
                    <a:pt x="5215" y="2763"/>
                    <a:pt x="5215" y="2665"/>
                  </a:cubicBezTo>
                  <a:lnTo>
                    <a:pt x="5215" y="2558"/>
                  </a:lnTo>
                  <a:cubicBezTo>
                    <a:pt x="5215" y="2460"/>
                    <a:pt x="5215" y="2460"/>
                    <a:pt x="5109" y="2354"/>
                  </a:cubicBezTo>
                  <a:lnTo>
                    <a:pt x="5109" y="2256"/>
                  </a:lnTo>
                  <a:lnTo>
                    <a:pt x="5109" y="2150"/>
                  </a:lnTo>
                  <a:lnTo>
                    <a:pt x="5109" y="2052"/>
                  </a:lnTo>
                  <a:cubicBezTo>
                    <a:pt x="5109" y="1945"/>
                    <a:pt x="5109" y="1945"/>
                    <a:pt x="5011" y="1847"/>
                  </a:cubicBezTo>
                  <a:lnTo>
                    <a:pt x="5011" y="1741"/>
                  </a:lnTo>
                  <a:lnTo>
                    <a:pt x="5011" y="1643"/>
                  </a:lnTo>
                  <a:cubicBezTo>
                    <a:pt x="5011" y="1537"/>
                    <a:pt x="4905" y="1537"/>
                    <a:pt x="4905" y="1537"/>
                  </a:cubicBezTo>
                  <a:lnTo>
                    <a:pt x="4905" y="1439"/>
                  </a:lnTo>
                  <a:cubicBezTo>
                    <a:pt x="4905" y="1332"/>
                    <a:pt x="4807" y="1332"/>
                    <a:pt x="4807" y="1332"/>
                  </a:cubicBezTo>
                  <a:cubicBezTo>
                    <a:pt x="4398" y="621"/>
                    <a:pt x="3679" y="106"/>
                    <a:pt x="2862" y="8"/>
                  </a:cubicBezTo>
                  <a:cubicBezTo>
                    <a:pt x="2787" y="3"/>
                    <a:pt x="2712" y="0"/>
                    <a:pt x="2638"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6" name="Google Shape;1826;p35"/>
            <p:cNvSpPr/>
            <p:nvPr/>
          </p:nvSpPr>
          <p:spPr>
            <a:xfrm>
              <a:off x="2430500" y="6177038"/>
              <a:ext cx="148175" cy="129600"/>
            </a:xfrm>
            <a:custGeom>
              <a:rect b="b" l="l" r="r" t="t"/>
              <a:pathLst>
                <a:path extrusionOk="0" h="5184" w="5927">
                  <a:moveTo>
                    <a:pt x="2957" y="1"/>
                  </a:moveTo>
                  <a:cubicBezTo>
                    <a:pt x="2538" y="1"/>
                    <a:pt x="2116" y="105"/>
                    <a:pt x="1733" y="330"/>
                  </a:cubicBezTo>
                  <a:cubicBezTo>
                    <a:pt x="409" y="943"/>
                    <a:pt x="0" y="2577"/>
                    <a:pt x="613" y="3803"/>
                  </a:cubicBezTo>
                  <a:cubicBezTo>
                    <a:pt x="1119" y="4676"/>
                    <a:pt x="2043" y="5184"/>
                    <a:pt x="3011" y="5184"/>
                  </a:cubicBezTo>
                  <a:cubicBezTo>
                    <a:pt x="3403" y="5184"/>
                    <a:pt x="3803" y="5100"/>
                    <a:pt x="4185" y="4923"/>
                  </a:cubicBezTo>
                  <a:cubicBezTo>
                    <a:pt x="5411" y="4212"/>
                    <a:pt x="5926" y="2675"/>
                    <a:pt x="5207" y="1351"/>
                  </a:cubicBezTo>
                  <a:cubicBezTo>
                    <a:pt x="4785" y="508"/>
                    <a:pt x="3880" y="1"/>
                    <a:pt x="2957" y="1"/>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7" name="Google Shape;1827;p35"/>
            <p:cNvSpPr/>
            <p:nvPr/>
          </p:nvSpPr>
          <p:spPr>
            <a:xfrm>
              <a:off x="2461150" y="6182613"/>
              <a:ext cx="117525" cy="124825"/>
            </a:xfrm>
            <a:custGeom>
              <a:rect b="b" l="l" r="r" t="t"/>
              <a:pathLst>
                <a:path extrusionOk="0" h="4993" w="4701">
                  <a:moveTo>
                    <a:pt x="2861" y="0"/>
                  </a:moveTo>
                  <a:lnTo>
                    <a:pt x="2861" y="0"/>
                  </a:lnTo>
                  <a:cubicBezTo>
                    <a:pt x="3164" y="311"/>
                    <a:pt x="3368" y="515"/>
                    <a:pt x="3572" y="818"/>
                  </a:cubicBezTo>
                  <a:cubicBezTo>
                    <a:pt x="4185" y="2150"/>
                    <a:pt x="3678" y="3678"/>
                    <a:pt x="2452" y="4398"/>
                  </a:cubicBezTo>
                  <a:cubicBezTo>
                    <a:pt x="2074" y="4587"/>
                    <a:pt x="1695" y="4666"/>
                    <a:pt x="1317" y="4666"/>
                  </a:cubicBezTo>
                  <a:cubicBezTo>
                    <a:pt x="878" y="4666"/>
                    <a:pt x="439" y="4560"/>
                    <a:pt x="0" y="4398"/>
                  </a:cubicBezTo>
                  <a:lnTo>
                    <a:pt x="0" y="4398"/>
                  </a:lnTo>
                  <a:cubicBezTo>
                    <a:pt x="498" y="4771"/>
                    <a:pt x="1108" y="4993"/>
                    <a:pt x="1740" y="4993"/>
                  </a:cubicBezTo>
                  <a:cubicBezTo>
                    <a:pt x="2145" y="4993"/>
                    <a:pt x="2560" y="4901"/>
                    <a:pt x="2959" y="4700"/>
                  </a:cubicBezTo>
                  <a:cubicBezTo>
                    <a:pt x="4185" y="3989"/>
                    <a:pt x="4700" y="2452"/>
                    <a:pt x="3981" y="1128"/>
                  </a:cubicBezTo>
                  <a:cubicBezTo>
                    <a:pt x="3777" y="720"/>
                    <a:pt x="3368" y="311"/>
                    <a:pt x="2861"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8" name="Google Shape;1828;p35"/>
            <p:cNvSpPr/>
            <p:nvPr/>
          </p:nvSpPr>
          <p:spPr>
            <a:xfrm>
              <a:off x="2445825" y="6210813"/>
              <a:ext cx="119975" cy="68875"/>
            </a:xfrm>
            <a:custGeom>
              <a:rect b="b" l="l" r="r" t="t"/>
              <a:pathLst>
                <a:path extrusionOk="0" h="2755" w="4799">
                  <a:moveTo>
                    <a:pt x="4594" y="0"/>
                  </a:moveTo>
                  <a:lnTo>
                    <a:pt x="0" y="2452"/>
                  </a:lnTo>
                  <a:cubicBezTo>
                    <a:pt x="0" y="2452"/>
                    <a:pt x="0" y="2550"/>
                    <a:pt x="99" y="2550"/>
                  </a:cubicBezTo>
                  <a:cubicBezTo>
                    <a:pt x="99" y="2657"/>
                    <a:pt x="99" y="2657"/>
                    <a:pt x="205" y="2755"/>
                  </a:cubicBezTo>
                  <a:lnTo>
                    <a:pt x="4798" y="303"/>
                  </a:lnTo>
                  <a:cubicBezTo>
                    <a:pt x="4700" y="303"/>
                    <a:pt x="4700" y="205"/>
                    <a:pt x="4700" y="98"/>
                  </a:cubicBezTo>
                  <a:cubicBezTo>
                    <a:pt x="4700" y="98"/>
                    <a:pt x="4594" y="98"/>
                    <a:pt x="4594"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9" name="Google Shape;1829;p35"/>
            <p:cNvSpPr/>
            <p:nvPr/>
          </p:nvSpPr>
          <p:spPr>
            <a:xfrm>
              <a:off x="2443175" y="6208163"/>
              <a:ext cx="120175" cy="66425"/>
            </a:xfrm>
            <a:custGeom>
              <a:rect b="b" l="l" r="r" t="t"/>
              <a:pathLst>
                <a:path extrusionOk="0" h="2657" w="4807">
                  <a:moveTo>
                    <a:pt x="4602" y="0"/>
                  </a:moveTo>
                  <a:lnTo>
                    <a:pt x="0" y="2354"/>
                  </a:lnTo>
                  <a:cubicBezTo>
                    <a:pt x="106" y="2452"/>
                    <a:pt x="106" y="2452"/>
                    <a:pt x="106" y="2558"/>
                  </a:cubicBezTo>
                  <a:lnTo>
                    <a:pt x="205" y="2656"/>
                  </a:lnTo>
                  <a:lnTo>
                    <a:pt x="4806" y="311"/>
                  </a:lnTo>
                  <a:cubicBezTo>
                    <a:pt x="4806" y="204"/>
                    <a:pt x="4806" y="204"/>
                    <a:pt x="4700" y="106"/>
                  </a:cubicBezTo>
                  <a:cubicBezTo>
                    <a:pt x="4700" y="106"/>
                    <a:pt x="4700" y="0"/>
                    <a:pt x="4602" y="0"/>
                  </a:cubicBez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30" name="Google Shape;1830;p35"/>
          <p:cNvSpPr/>
          <p:nvPr/>
        </p:nvSpPr>
        <p:spPr>
          <a:xfrm>
            <a:off x="8554680" y="962741"/>
            <a:ext cx="257321" cy="257560"/>
          </a:xfrm>
          <a:custGeom>
            <a:rect b="b" l="l" r="r" t="t"/>
            <a:pathLst>
              <a:path extrusionOk="0" h="3975" w="3971">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1" name="Google Shape;1831;p35"/>
          <p:cNvSpPr/>
          <p:nvPr/>
        </p:nvSpPr>
        <p:spPr>
          <a:xfrm>
            <a:off x="7189992" y="173020"/>
            <a:ext cx="243518" cy="243435"/>
          </a:xfrm>
          <a:custGeom>
            <a:rect b="b" l="l" r="r" t="t"/>
            <a:pathLst>
              <a:path extrusionOk="0" h="3757" w="3758">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2" name="Google Shape;1832;p35"/>
          <p:cNvSpPr/>
          <p:nvPr/>
        </p:nvSpPr>
        <p:spPr>
          <a:xfrm>
            <a:off x="8924753" y="1385788"/>
            <a:ext cx="56441" cy="60195"/>
          </a:xfrm>
          <a:custGeom>
            <a:rect b="b" l="l" r="r" t="t"/>
            <a:pathLst>
              <a:path extrusionOk="0" h="929" w="871">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3" name="Google Shape;1833;p35"/>
          <p:cNvSpPr/>
          <p:nvPr/>
        </p:nvSpPr>
        <p:spPr>
          <a:xfrm>
            <a:off x="8462988" y="687751"/>
            <a:ext cx="56506" cy="60130"/>
          </a:xfrm>
          <a:custGeom>
            <a:rect b="b" l="l" r="r" t="t"/>
            <a:pathLst>
              <a:path extrusionOk="0" h="928" w="872">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4" name="Google Shape;1834;p35"/>
          <p:cNvSpPr/>
          <p:nvPr/>
        </p:nvSpPr>
        <p:spPr>
          <a:xfrm>
            <a:off x="8364298" y="271702"/>
            <a:ext cx="56441" cy="56501"/>
          </a:xfrm>
          <a:custGeom>
            <a:rect b="b" l="l" r="r" t="t"/>
            <a:pathLst>
              <a:path extrusionOk="0" h="872" w="871">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5" name="Google Shape;1835;p35"/>
          <p:cNvSpPr/>
          <p:nvPr/>
        </p:nvSpPr>
        <p:spPr>
          <a:xfrm>
            <a:off x="6710472" y="381141"/>
            <a:ext cx="60199" cy="59871"/>
          </a:xfrm>
          <a:custGeom>
            <a:rect b="b" l="l" r="r" t="t"/>
            <a:pathLst>
              <a:path extrusionOk="0" h="924" w="929">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6" name="Google Shape;1836;p35"/>
          <p:cNvSpPr/>
          <p:nvPr/>
        </p:nvSpPr>
        <p:spPr>
          <a:xfrm>
            <a:off x="931165" y="331584"/>
            <a:ext cx="207943" cy="207927"/>
          </a:xfrm>
          <a:custGeom>
            <a:rect b="b" l="l" r="r" t="t"/>
            <a:pathLst>
              <a:path extrusionOk="0" h="3209" w="3209">
                <a:moveTo>
                  <a:pt x="1524" y="1"/>
                </a:moveTo>
                <a:lnTo>
                  <a:pt x="1250" y="980"/>
                </a:lnTo>
                <a:lnTo>
                  <a:pt x="271" y="706"/>
                </a:lnTo>
                <a:lnTo>
                  <a:pt x="1" y="1685"/>
                </a:lnTo>
                <a:lnTo>
                  <a:pt x="980" y="1960"/>
                </a:lnTo>
                <a:lnTo>
                  <a:pt x="706" y="2939"/>
                </a:lnTo>
                <a:lnTo>
                  <a:pt x="1685" y="3209"/>
                </a:lnTo>
                <a:lnTo>
                  <a:pt x="1960" y="2230"/>
                </a:lnTo>
                <a:lnTo>
                  <a:pt x="2939" y="2504"/>
                </a:lnTo>
                <a:lnTo>
                  <a:pt x="3209" y="1524"/>
                </a:lnTo>
                <a:lnTo>
                  <a:pt x="2230" y="1250"/>
                </a:lnTo>
                <a:lnTo>
                  <a:pt x="2504" y="271"/>
                </a:lnTo>
                <a:lnTo>
                  <a:pt x="15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7" name="Google Shape;1837;p35"/>
          <p:cNvSpPr/>
          <p:nvPr/>
        </p:nvSpPr>
        <p:spPr>
          <a:xfrm>
            <a:off x="560833" y="454889"/>
            <a:ext cx="60134" cy="60130"/>
          </a:xfrm>
          <a:custGeom>
            <a:rect b="b" l="l" r="r" t="t"/>
            <a:pathLst>
              <a:path extrusionOk="0" h="928" w="928">
                <a:moveTo>
                  <a:pt x="436" y="0"/>
                </a:moveTo>
                <a:cubicBezTo>
                  <a:pt x="218" y="0"/>
                  <a:pt x="1" y="218"/>
                  <a:pt x="1" y="492"/>
                </a:cubicBezTo>
                <a:cubicBezTo>
                  <a:pt x="1" y="710"/>
                  <a:pt x="218" y="927"/>
                  <a:pt x="436" y="927"/>
                </a:cubicBezTo>
                <a:cubicBezTo>
                  <a:pt x="710" y="927"/>
                  <a:pt x="928" y="710"/>
                  <a:pt x="928" y="492"/>
                </a:cubicBezTo>
                <a:cubicBezTo>
                  <a:pt x="928" y="218"/>
                  <a:pt x="710"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8" name="Google Shape;1838;p35"/>
          <p:cNvSpPr/>
          <p:nvPr/>
        </p:nvSpPr>
        <p:spPr>
          <a:xfrm>
            <a:off x="1488251" y="215148"/>
            <a:ext cx="59875" cy="56436"/>
          </a:xfrm>
          <a:custGeom>
            <a:rect b="b" l="l" r="r" t="t"/>
            <a:pathLst>
              <a:path extrusionOk="0" h="871" w="924">
                <a:moveTo>
                  <a:pt x="436" y="0"/>
                </a:moveTo>
                <a:cubicBezTo>
                  <a:pt x="219" y="0"/>
                  <a:pt x="1" y="165"/>
                  <a:pt x="1" y="435"/>
                </a:cubicBezTo>
                <a:cubicBezTo>
                  <a:pt x="1" y="710"/>
                  <a:pt x="219" y="871"/>
                  <a:pt x="436" y="871"/>
                </a:cubicBezTo>
                <a:cubicBezTo>
                  <a:pt x="706" y="871"/>
                  <a:pt x="924" y="710"/>
                  <a:pt x="924" y="435"/>
                </a:cubicBezTo>
                <a:cubicBezTo>
                  <a:pt x="924" y="165"/>
                  <a:pt x="706"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9" name="Google Shape;1839;p35"/>
          <p:cNvSpPr txBox="1"/>
          <p:nvPr>
            <p:ph hasCustomPrompt="1" type="title"/>
          </p:nvPr>
        </p:nvSpPr>
        <p:spPr>
          <a:xfrm>
            <a:off x="707828" y="2003123"/>
            <a:ext cx="3708900" cy="731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5500"/>
            </a:lvl1pPr>
            <a:lvl2pPr lvl="1" rtl="0" algn="ctr">
              <a:spcBef>
                <a:spcPts val="0"/>
              </a:spcBef>
              <a:spcAft>
                <a:spcPts val="0"/>
              </a:spcAft>
              <a:buSzPts val="3000"/>
              <a:buFont typeface="Neucha"/>
              <a:buNone/>
              <a:defRPr b="1" sz="3000">
                <a:latin typeface="Neucha"/>
                <a:ea typeface="Neucha"/>
                <a:cs typeface="Neucha"/>
                <a:sym typeface="Neucha"/>
              </a:defRPr>
            </a:lvl2pPr>
            <a:lvl3pPr lvl="2" rtl="0" algn="ctr">
              <a:spcBef>
                <a:spcPts val="0"/>
              </a:spcBef>
              <a:spcAft>
                <a:spcPts val="0"/>
              </a:spcAft>
              <a:buSzPts val="3000"/>
              <a:buFont typeface="Neucha"/>
              <a:buNone/>
              <a:defRPr b="1" sz="3000">
                <a:latin typeface="Neucha"/>
                <a:ea typeface="Neucha"/>
                <a:cs typeface="Neucha"/>
                <a:sym typeface="Neucha"/>
              </a:defRPr>
            </a:lvl3pPr>
            <a:lvl4pPr lvl="3" rtl="0" algn="ctr">
              <a:spcBef>
                <a:spcPts val="0"/>
              </a:spcBef>
              <a:spcAft>
                <a:spcPts val="0"/>
              </a:spcAft>
              <a:buSzPts val="3000"/>
              <a:buFont typeface="Neucha"/>
              <a:buNone/>
              <a:defRPr b="1" sz="3000">
                <a:latin typeface="Neucha"/>
                <a:ea typeface="Neucha"/>
                <a:cs typeface="Neucha"/>
                <a:sym typeface="Neucha"/>
              </a:defRPr>
            </a:lvl4pPr>
            <a:lvl5pPr lvl="4" rtl="0" algn="ctr">
              <a:spcBef>
                <a:spcPts val="0"/>
              </a:spcBef>
              <a:spcAft>
                <a:spcPts val="0"/>
              </a:spcAft>
              <a:buSzPts val="3000"/>
              <a:buFont typeface="Neucha"/>
              <a:buNone/>
              <a:defRPr b="1" sz="3000">
                <a:latin typeface="Neucha"/>
                <a:ea typeface="Neucha"/>
                <a:cs typeface="Neucha"/>
                <a:sym typeface="Neucha"/>
              </a:defRPr>
            </a:lvl5pPr>
            <a:lvl6pPr lvl="5" rtl="0" algn="ctr">
              <a:spcBef>
                <a:spcPts val="0"/>
              </a:spcBef>
              <a:spcAft>
                <a:spcPts val="0"/>
              </a:spcAft>
              <a:buSzPts val="3000"/>
              <a:buFont typeface="Neucha"/>
              <a:buNone/>
              <a:defRPr b="1" sz="3000">
                <a:latin typeface="Neucha"/>
                <a:ea typeface="Neucha"/>
                <a:cs typeface="Neucha"/>
                <a:sym typeface="Neucha"/>
              </a:defRPr>
            </a:lvl6pPr>
            <a:lvl7pPr lvl="6" rtl="0" algn="ctr">
              <a:spcBef>
                <a:spcPts val="0"/>
              </a:spcBef>
              <a:spcAft>
                <a:spcPts val="0"/>
              </a:spcAft>
              <a:buSzPts val="3000"/>
              <a:buFont typeface="Neucha"/>
              <a:buNone/>
              <a:defRPr b="1" sz="3000">
                <a:latin typeface="Neucha"/>
                <a:ea typeface="Neucha"/>
                <a:cs typeface="Neucha"/>
                <a:sym typeface="Neucha"/>
              </a:defRPr>
            </a:lvl7pPr>
            <a:lvl8pPr lvl="7" rtl="0" algn="ctr">
              <a:spcBef>
                <a:spcPts val="0"/>
              </a:spcBef>
              <a:spcAft>
                <a:spcPts val="0"/>
              </a:spcAft>
              <a:buSzPts val="3000"/>
              <a:buFont typeface="Neucha"/>
              <a:buNone/>
              <a:defRPr b="1" sz="3000">
                <a:latin typeface="Neucha"/>
                <a:ea typeface="Neucha"/>
                <a:cs typeface="Neucha"/>
                <a:sym typeface="Neucha"/>
              </a:defRPr>
            </a:lvl8pPr>
            <a:lvl9pPr lvl="8" rtl="0" algn="ctr">
              <a:spcBef>
                <a:spcPts val="0"/>
              </a:spcBef>
              <a:spcAft>
                <a:spcPts val="0"/>
              </a:spcAft>
              <a:buSzPts val="3000"/>
              <a:buFont typeface="Neucha"/>
              <a:buNone/>
              <a:defRPr b="1" sz="3000">
                <a:latin typeface="Neucha"/>
                <a:ea typeface="Neucha"/>
                <a:cs typeface="Neucha"/>
                <a:sym typeface="Neucha"/>
              </a:defRPr>
            </a:lvl9pPr>
          </a:lstStyle>
          <a:p>
            <a:r>
              <a:t>xx%</a:t>
            </a:r>
          </a:p>
        </p:txBody>
      </p:sp>
      <p:sp>
        <p:nvSpPr>
          <p:cNvPr id="1840" name="Google Shape;1840;p35"/>
          <p:cNvSpPr txBox="1"/>
          <p:nvPr>
            <p:ph idx="1" type="subTitle"/>
          </p:nvPr>
        </p:nvSpPr>
        <p:spPr>
          <a:xfrm>
            <a:off x="706028" y="2738077"/>
            <a:ext cx="3712500" cy="4023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800"/>
              <a:buNone/>
              <a:defRPr sz="1400"/>
            </a:lvl1pPr>
            <a:lvl2pPr lvl="1" rtl="0" algn="ctr">
              <a:spcBef>
                <a:spcPts val="0"/>
              </a:spcBef>
              <a:spcAft>
                <a:spcPts val="0"/>
              </a:spcAft>
              <a:buSzPts val="1400"/>
              <a:buNone/>
              <a:defRPr/>
            </a:lvl2pPr>
            <a:lvl3pPr lvl="2" rtl="0" algn="ctr">
              <a:spcBef>
                <a:spcPts val="1600"/>
              </a:spcBef>
              <a:spcAft>
                <a:spcPts val="0"/>
              </a:spcAft>
              <a:buSzPts val="1400"/>
              <a:buNone/>
              <a:defRPr/>
            </a:lvl3pPr>
            <a:lvl4pPr lvl="3" rtl="0" algn="ctr">
              <a:spcBef>
                <a:spcPts val="1600"/>
              </a:spcBef>
              <a:spcAft>
                <a:spcPts val="0"/>
              </a:spcAft>
              <a:buSzPts val="1400"/>
              <a:buNone/>
              <a:defRPr/>
            </a:lvl4pPr>
            <a:lvl5pPr lvl="4" rtl="0" algn="ctr">
              <a:spcBef>
                <a:spcPts val="1600"/>
              </a:spcBef>
              <a:spcAft>
                <a:spcPts val="0"/>
              </a:spcAft>
              <a:buSzPts val="1400"/>
              <a:buNone/>
              <a:defRPr/>
            </a:lvl5pPr>
            <a:lvl6pPr lvl="5" rtl="0" algn="ctr">
              <a:spcBef>
                <a:spcPts val="1600"/>
              </a:spcBef>
              <a:spcAft>
                <a:spcPts val="0"/>
              </a:spcAft>
              <a:buSzPts val="1400"/>
              <a:buNone/>
              <a:defRPr/>
            </a:lvl6pPr>
            <a:lvl7pPr lvl="6" rtl="0" algn="ctr">
              <a:spcBef>
                <a:spcPts val="1600"/>
              </a:spcBef>
              <a:spcAft>
                <a:spcPts val="0"/>
              </a:spcAft>
              <a:buSzPts val="1400"/>
              <a:buNone/>
              <a:defRPr/>
            </a:lvl7pPr>
            <a:lvl8pPr lvl="7" rtl="0" algn="ctr">
              <a:spcBef>
                <a:spcPts val="1600"/>
              </a:spcBef>
              <a:spcAft>
                <a:spcPts val="0"/>
              </a:spcAft>
              <a:buSzPts val="1400"/>
              <a:buNone/>
              <a:defRPr/>
            </a:lvl8pPr>
            <a:lvl9pPr lvl="8" rtl="0" algn="ctr">
              <a:spcBef>
                <a:spcPts val="1600"/>
              </a:spcBef>
              <a:spcAft>
                <a:spcPts val="1600"/>
              </a:spcAft>
              <a:buSzPts val="1400"/>
              <a:buNone/>
              <a:defRPr/>
            </a:lvl9pPr>
          </a:lstStyle>
          <a:p/>
        </p:txBody>
      </p:sp>
      <p:sp>
        <p:nvSpPr>
          <p:cNvPr id="1841" name="Google Shape;1841;p35"/>
          <p:cNvSpPr txBox="1"/>
          <p:nvPr>
            <p:ph hasCustomPrompt="1" idx="2" type="title"/>
          </p:nvPr>
        </p:nvSpPr>
        <p:spPr>
          <a:xfrm>
            <a:off x="4725472" y="2003123"/>
            <a:ext cx="3712500" cy="731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5500"/>
            </a:lvl1pPr>
            <a:lvl2pPr lvl="1" rtl="0" algn="ctr">
              <a:spcBef>
                <a:spcPts val="0"/>
              </a:spcBef>
              <a:spcAft>
                <a:spcPts val="0"/>
              </a:spcAft>
              <a:buSzPts val="3000"/>
              <a:buFont typeface="Neucha"/>
              <a:buNone/>
              <a:defRPr b="1" sz="3000">
                <a:latin typeface="Neucha"/>
                <a:ea typeface="Neucha"/>
                <a:cs typeface="Neucha"/>
                <a:sym typeface="Neucha"/>
              </a:defRPr>
            </a:lvl2pPr>
            <a:lvl3pPr lvl="2" rtl="0" algn="ctr">
              <a:spcBef>
                <a:spcPts val="0"/>
              </a:spcBef>
              <a:spcAft>
                <a:spcPts val="0"/>
              </a:spcAft>
              <a:buSzPts val="3000"/>
              <a:buFont typeface="Neucha"/>
              <a:buNone/>
              <a:defRPr b="1" sz="3000">
                <a:latin typeface="Neucha"/>
                <a:ea typeface="Neucha"/>
                <a:cs typeface="Neucha"/>
                <a:sym typeface="Neucha"/>
              </a:defRPr>
            </a:lvl3pPr>
            <a:lvl4pPr lvl="3" rtl="0" algn="ctr">
              <a:spcBef>
                <a:spcPts val="0"/>
              </a:spcBef>
              <a:spcAft>
                <a:spcPts val="0"/>
              </a:spcAft>
              <a:buSzPts val="3000"/>
              <a:buFont typeface="Neucha"/>
              <a:buNone/>
              <a:defRPr b="1" sz="3000">
                <a:latin typeface="Neucha"/>
                <a:ea typeface="Neucha"/>
                <a:cs typeface="Neucha"/>
                <a:sym typeface="Neucha"/>
              </a:defRPr>
            </a:lvl4pPr>
            <a:lvl5pPr lvl="4" rtl="0" algn="ctr">
              <a:spcBef>
                <a:spcPts val="0"/>
              </a:spcBef>
              <a:spcAft>
                <a:spcPts val="0"/>
              </a:spcAft>
              <a:buSzPts val="3000"/>
              <a:buFont typeface="Neucha"/>
              <a:buNone/>
              <a:defRPr b="1" sz="3000">
                <a:latin typeface="Neucha"/>
                <a:ea typeface="Neucha"/>
                <a:cs typeface="Neucha"/>
                <a:sym typeface="Neucha"/>
              </a:defRPr>
            </a:lvl5pPr>
            <a:lvl6pPr lvl="5" rtl="0" algn="ctr">
              <a:spcBef>
                <a:spcPts val="0"/>
              </a:spcBef>
              <a:spcAft>
                <a:spcPts val="0"/>
              </a:spcAft>
              <a:buSzPts val="3000"/>
              <a:buFont typeface="Neucha"/>
              <a:buNone/>
              <a:defRPr b="1" sz="3000">
                <a:latin typeface="Neucha"/>
                <a:ea typeface="Neucha"/>
                <a:cs typeface="Neucha"/>
                <a:sym typeface="Neucha"/>
              </a:defRPr>
            </a:lvl6pPr>
            <a:lvl7pPr lvl="6" rtl="0" algn="ctr">
              <a:spcBef>
                <a:spcPts val="0"/>
              </a:spcBef>
              <a:spcAft>
                <a:spcPts val="0"/>
              </a:spcAft>
              <a:buSzPts val="3000"/>
              <a:buFont typeface="Neucha"/>
              <a:buNone/>
              <a:defRPr b="1" sz="3000">
                <a:latin typeface="Neucha"/>
                <a:ea typeface="Neucha"/>
                <a:cs typeface="Neucha"/>
                <a:sym typeface="Neucha"/>
              </a:defRPr>
            </a:lvl7pPr>
            <a:lvl8pPr lvl="7" rtl="0" algn="ctr">
              <a:spcBef>
                <a:spcPts val="0"/>
              </a:spcBef>
              <a:spcAft>
                <a:spcPts val="0"/>
              </a:spcAft>
              <a:buSzPts val="3000"/>
              <a:buFont typeface="Neucha"/>
              <a:buNone/>
              <a:defRPr b="1" sz="3000">
                <a:latin typeface="Neucha"/>
                <a:ea typeface="Neucha"/>
                <a:cs typeface="Neucha"/>
                <a:sym typeface="Neucha"/>
              </a:defRPr>
            </a:lvl8pPr>
            <a:lvl9pPr lvl="8" rtl="0" algn="ctr">
              <a:spcBef>
                <a:spcPts val="0"/>
              </a:spcBef>
              <a:spcAft>
                <a:spcPts val="0"/>
              </a:spcAft>
              <a:buSzPts val="3000"/>
              <a:buFont typeface="Neucha"/>
              <a:buNone/>
              <a:defRPr b="1" sz="3000">
                <a:latin typeface="Neucha"/>
                <a:ea typeface="Neucha"/>
                <a:cs typeface="Neucha"/>
                <a:sym typeface="Neucha"/>
              </a:defRPr>
            </a:lvl9pPr>
          </a:lstStyle>
          <a:p>
            <a:r>
              <a:t>xx%</a:t>
            </a:r>
          </a:p>
        </p:txBody>
      </p:sp>
      <p:sp>
        <p:nvSpPr>
          <p:cNvPr id="1842" name="Google Shape;1842;p35"/>
          <p:cNvSpPr txBox="1"/>
          <p:nvPr>
            <p:ph idx="3" type="subTitle"/>
          </p:nvPr>
        </p:nvSpPr>
        <p:spPr>
          <a:xfrm>
            <a:off x="4725472" y="2738077"/>
            <a:ext cx="3712500" cy="4023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800"/>
              <a:buNone/>
              <a:defRPr sz="1400"/>
            </a:lvl1pPr>
            <a:lvl2pPr lvl="1" rtl="0" algn="ctr">
              <a:spcBef>
                <a:spcPts val="0"/>
              </a:spcBef>
              <a:spcAft>
                <a:spcPts val="0"/>
              </a:spcAft>
              <a:buSzPts val="1400"/>
              <a:buNone/>
              <a:defRPr/>
            </a:lvl2pPr>
            <a:lvl3pPr lvl="2" rtl="0" algn="ctr">
              <a:spcBef>
                <a:spcPts val="1600"/>
              </a:spcBef>
              <a:spcAft>
                <a:spcPts val="0"/>
              </a:spcAft>
              <a:buSzPts val="1400"/>
              <a:buNone/>
              <a:defRPr/>
            </a:lvl3pPr>
            <a:lvl4pPr lvl="3" rtl="0" algn="ctr">
              <a:spcBef>
                <a:spcPts val="1600"/>
              </a:spcBef>
              <a:spcAft>
                <a:spcPts val="0"/>
              </a:spcAft>
              <a:buSzPts val="1400"/>
              <a:buNone/>
              <a:defRPr/>
            </a:lvl4pPr>
            <a:lvl5pPr lvl="4" rtl="0" algn="ctr">
              <a:spcBef>
                <a:spcPts val="1600"/>
              </a:spcBef>
              <a:spcAft>
                <a:spcPts val="0"/>
              </a:spcAft>
              <a:buSzPts val="1400"/>
              <a:buNone/>
              <a:defRPr/>
            </a:lvl5pPr>
            <a:lvl6pPr lvl="5" rtl="0" algn="ctr">
              <a:spcBef>
                <a:spcPts val="1600"/>
              </a:spcBef>
              <a:spcAft>
                <a:spcPts val="0"/>
              </a:spcAft>
              <a:buSzPts val="1400"/>
              <a:buNone/>
              <a:defRPr/>
            </a:lvl6pPr>
            <a:lvl7pPr lvl="6" rtl="0" algn="ctr">
              <a:spcBef>
                <a:spcPts val="1600"/>
              </a:spcBef>
              <a:spcAft>
                <a:spcPts val="0"/>
              </a:spcAft>
              <a:buSzPts val="1400"/>
              <a:buNone/>
              <a:defRPr/>
            </a:lvl7pPr>
            <a:lvl8pPr lvl="7" rtl="0" algn="ctr">
              <a:spcBef>
                <a:spcPts val="1600"/>
              </a:spcBef>
              <a:spcAft>
                <a:spcPts val="0"/>
              </a:spcAft>
              <a:buSzPts val="1400"/>
              <a:buNone/>
              <a:defRPr/>
            </a:lvl8pPr>
            <a:lvl9pPr lvl="8" rtl="0" algn="ctr">
              <a:spcBef>
                <a:spcPts val="1600"/>
              </a:spcBef>
              <a:spcAft>
                <a:spcPts val="1600"/>
              </a:spcAft>
              <a:buSzPts val="1400"/>
              <a:buNone/>
              <a:defRPr/>
            </a:lvl9pPr>
          </a:lstStyle>
          <a:p/>
        </p:txBody>
      </p:sp>
      <p:sp>
        <p:nvSpPr>
          <p:cNvPr id="1843" name="Google Shape;1843;p35"/>
          <p:cNvSpPr/>
          <p:nvPr/>
        </p:nvSpPr>
        <p:spPr>
          <a:xfrm>
            <a:off x="123948" y="1850837"/>
            <a:ext cx="261014" cy="257301"/>
          </a:xfrm>
          <a:custGeom>
            <a:rect b="b" l="l" r="r" t="t"/>
            <a:pathLst>
              <a:path extrusionOk="0" h="3971" w="4028">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4" name="Google Shape;1844;p35"/>
          <p:cNvSpPr/>
          <p:nvPr/>
        </p:nvSpPr>
        <p:spPr>
          <a:xfrm>
            <a:off x="254261" y="1565156"/>
            <a:ext cx="60199" cy="60130"/>
          </a:xfrm>
          <a:custGeom>
            <a:rect b="b" l="l" r="r" t="t"/>
            <a:pathLst>
              <a:path extrusionOk="0" h="928" w="929">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5" name="Google Shape;1845;p35"/>
          <p:cNvSpPr/>
          <p:nvPr/>
        </p:nvSpPr>
        <p:spPr>
          <a:xfrm>
            <a:off x="413085" y="2499564"/>
            <a:ext cx="59875" cy="59871"/>
          </a:xfrm>
          <a:custGeom>
            <a:rect b="b" l="l" r="r" t="t"/>
            <a:pathLst>
              <a:path extrusionOk="0" h="924" w="924">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6" name="Google Shape;1846;p35"/>
          <p:cNvSpPr/>
          <p:nvPr/>
        </p:nvSpPr>
        <p:spPr>
          <a:xfrm>
            <a:off x="653078" y="1899932"/>
            <a:ext cx="60134" cy="60130"/>
          </a:xfrm>
          <a:custGeom>
            <a:rect b="b" l="l" r="r" t="t"/>
            <a:pathLst>
              <a:path extrusionOk="0" h="928" w="928">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2">
  <p:cSld name="CUSTOM_1_1_1_1_1_1_1">
    <p:spTree>
      <p:nvGrpSpPr>
        <p:cNvPr id="1847" name="Shape 1847"/>
        <p:cNvGrpSpPr/>
        <p:nvPr/>
      </p:nvGrpSpPr>
      <p:grpSpPr>
        <a:xfrm>
          <a:off x="0" y="0"/>
          <a:ext cx="0" cy="0"/>
          <a:chOff x="0" y="0"/>
          <a:chExt cx="0" cy="0"/>
        </a:xfrm>
      </p:grpSpPr>
      <p:sp>
        <p:nvSpPr>
          <p:cNvPr id="1848" name="Google Shape;1848;p36"/>
          <p:cNvSpPr/>
          <p:nvPr/>
        </p:nvSpPr>
        <p:spPr>
          <a:xfrm flipH="1">
            <a:off x="0" y="3186075"/>
            <a:ext cx="2623950" cy="1957425"/>
          </a:xfrm>
          <a:custGeom>
            <a:rect b="b" l="l" r="r" t="t"/>
            <a:pathLst>
              <a:path extrusionOk="0" h="78297" w="104958">
                <a:moveTo>
                  <a:pt x="104958" y="1"/>
                </a:moveTo>
                <a:cubicBezTo>
                  <a:pt x="104958" y="1"/>
                  <a:pt x="64314" y="12023"/>
                  <a:pt x="60558" y="37706"/>
                </a:cubicBezTo>
                <a:cubicBezTo>
                  <a:pt x="58414" y="52416"/>
                  <a:pt x="47851" y="54938"/>
                  <a:pt x="40487" y="54938"/>
                </a:cubicBezTo>
                <a:cubicBezTo>
                  <a:pt x="38699" y="54938"/>
                  <a:pt x="37100" y="54789"/>
                  <a:pt x="35855" y="54630"/>
                </a:cubicBezTo>
                <a:cubicBezTo>
                  <a:pt x="34728" y="54476"/>
                  <a:pt x="33609" y="54400"/>
                  <a:pt x="32504" y="54400"/>
                </a:cubicBezTo>
                <a:cubicBezTo>
                  <a:pt x="24597" y="54400"/>
                  <a:pt x="17364" y="58288"/>
                  <a:pt x="12349" y="65403"/>
                </a:cubicBezTo>
                <a:cubicBezTo>
                  <a:pt x="6638" y="73509"/>
                  <a:pt x="4623" y="75250"/>
                  <a:pt x="0" y="78297"/>
                </a:cubicBezTo>
                <a:lnTo>
                  <a:pt x="104958" y="78297"/>
                </a:lnTo>
                <a:lnTo>
                  <a:pt x="104958" y="1"/>
                </a:lnTo>
                <a:close/>
              </a:path>
            </a:pathLst>
          </a:cu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49" name="Google Shape;1849;p36"/>
          <p:cNvSpPr/>
          <p:nvPr/>
        </p:nvSpPr>
        <p:spPr>
          <a:xfrm>
            <a:off x="6520050" y="3186063"/>
            <a:ext cx="2623950" cy="1957425"/>
          </a:xfrm>
          <a:custGeom>
            <a:rect b="b" l="l" r="r" t="t"/>
            <a:pathLst>
              <a:path extrusionOk="0" h="78297" w="104958">
                <a:moveTo>
                  <a:pt x="104958" y="1"/>
                </a:moveTo>
                <a:cubicBezTo>
                  <a:pt x="104958" y="1"/>
                  <a:pt x="64314" y="12023"/>
                  <a:pt x="60558" y="37706"/>
                </a:cubicBezTo>
                <a:cubicBezTo>
                  <a:pt x="58414" y="52416"/>
                  <a:pt x="47851" y="54938"/>
                  <a:pt x="40487" y="54938"/>
                </a:cubicBezTo>
                <a:cubicBezTo>
                  <a:pt x="38699" y="54938"/>
                  <a:pt x="37100" y="54789"/>
                  <a:pt x="35855" y="54630"/>
                </a:cubicBezTo>
                <a:cubicBezTo>
                  <a:pt x="34728" y="54476"/>
                  <a:pt x="33609" y="54400"/>
                  <a:pt x="32504" y="54400"/>
                </a:cubicBezTo>
                <a:cubicBezTo>
                  <a:pt x="24597" y="54400"/>
                  <a:pt x="17364" y="58288"/>
                  <a:pt x="12349" y="65403"/>
                </a:cubicBezTo>
                <a:cubicBezTo>
                  <a:pt x="6638" y="73509"/>
                  <a:pt x="4623" y="75250"/>
                  <a:pt x="0" y="78297"/>
                </a:cubicBezTo>
                <a:lnTo>
                  <a:pt x="104958" y="78297"/>
                </a:lnTo>
                <a:lnTo>
                  <a:pt x="104958"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50" name="Google Shape;1850;p36"/>
          <p:cNvGrpSpPr/>
          <p:nvPr/>
        </p:nvGrpSpPr>
        <p:grpSpPr>
          <a:xfrm>
            <a:off x="7853225" y="3974325"/>
            <a:ext cx="531275" cy="821125"/>
            <a:chOff x="238125" y="3188925"/>
            <a:chExt cx="531275" cy="821125"/>
          </a:xfrm>
        </p:grpSpPr>
        <p:sp>
          <p:nvSpPr>
            <p:cNvPr id="1851" name="Google Shape;1851;p36"/>
            <p:cNvSpPr/>
            <p:nvPr/>
          </p:nvSpPr>
          <p:spPr>
            <a:xfrm>
              <a:off x="281625" y="3275750"/>
              <a:ext cx="487775" cy="734300"/>
            </a:xfrm>
            <a:custGeom>
              <a:rect b="b" l="l" r="r" t="t"/>
              <a:pathLst>
                <a:path extrusionOk="0" h="29372" w="19511">
                  <a:moveTo>
                    <a:pt x="11950" y="1"/>
                  </a:moveTo>
                  <a:lnTo>
                    <a:pt x="1" y="3475"/>
                  </a:lnTo>
                  <a:lnTo>
                    <a:pt x="7357" y="28403"/>
                  </a:lnTo>
                  <a:cubicBezTo>
                    <a:pt x="7526" y="28991"/>
                    <a:pt x="8040" y="29371"/>
                    <a:pt x="8619" y="29371"/>
                  </a:cubicBezTo>
                  <a:cubicBezTo>
                    <a:pt x="8741" y="29371"/>
                    <a:pt x="8866" y="29354"/>
                    <a:pt x="8992" y="29319"/>
                  </a:cubicBezTo>
                  <a:lnTo>
                    <a:pt x="18391" y="26564"/>
                  </a:lnTo>
                  <a:cubicBezTo>
                    <a:pt x="19102" y="26360"/>
                    <a:pt x="19511" y="25641"/>
                    <a:pt x="19306" y="24930"/>
                  </a:cubicBezTo>
                  <a:lnTo>
                    <a:pt x="11950" y="1"/>
                  </a:lnTo>
                  <a:close/>
                </a:path>
              </a:pathLst>
            </a:custGeom>
            <a:solidFill>
              <a:srgbClr val="FF78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2" name="Google Shape;1852;p36"/>
            <p:cNvSpPr/>
            <p:nvPr/>
          </p:nvSpPr>
          <p:spPr>
            <a:xfrm>
              <a:off x="324950" y="3418800"/>
              <a:ext cx="365375" cy="316750"/>
            </a:xfrm>
            <a:custGeom>
              <a:rect b="b" l="l" r="r" t="t"/>
              <a:pathLst>
                <a:path extrusionOk="0" h="12670" w="14615">
                  <a:moveTo>
                    <a:pt x="11852" y="0"/>
                  </a:moveTo>
                  <a:lnTo>
                    <a:pt x="1" y="3474"/>
                  </a:lnTo>
                  <a:lnTo>
                    <a:pt x="2657" y="12669"/>
                  </a:lnTo>
                  <a:lnTo>
                    <a:pt x="14615" y="9195"/>
                  </a:lnTo>
                  <a:lnTo>
                    <a:pt x="11852"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3" name="Google Shape;1853;p36"/>
            <p:cNvSpPr/>
            <p:nvPr/>
          </p:nvSpPr>
          <p:spPr>
            <a:xfrm>
              <a:off x="238125" y="3188925"/>
              <a:ext cx="360250" cy="178800"/>
            </a:xfrm>
            <a:custGeom>
              <a:rect b="b" l="l" r="r" t="t"/>
              <a:pathLst>
                <a:path extrusionOk="0" h="7152" w="14410">
                  <a:moveTo>
                    <a:pt x="13486" y="0"/>
                  </a:moveTo>
                  <a:lnTo>
                    <a:pt x="0" y="3981"/>
                  </a:lnTo>
                  <a:lnTo>
                    <a:pt x="1022" y="7152"/>
                  </a:lnTo>
                  <a:lnTo>
                    <a:pt x="14410" y="3270"/>
                  </a:lnTo>
                  <a:lnTo>
                    <a:pt x="1348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4" name="Google Shape;1854;p36"/>
            <p:cNvSpPr/>
            <p:nvPr/>
          </p:nvSpPr>
          <p:spPr>
            <a:xfrm>
              <a:off x="250975" y="3280875"/>
              <a:ext cx="38250" cy="84200"/>
            </a:xfrm>
            <a:custGeom>
              <a:rect b="b" l="l" r="r" t="t"/>
              <a:pathLst>
                <a:path extrusionOk="0" h="3368" w="1530">
                  <a:moveTo>
                    <a:pt x="614" y="0"/>
                  </a:moveTo>
                  <a:lnTo>
                    <a:pt x="1" y="205"/>
                  </a:lnTo>
                  <a:lnTo>
                    <a:pt x="916" y="3368"/>
                  </a:lnTo>
                  <a:lnTo>
                    <a:pt x="1529" y="3163"/>
                  </a:lnTo>
                  <a:lnTo>
                    <a:pt x="614" y="0"/>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5" name="Google Shape;1855;p36"/>
            <p:cNvSpPr/>
            <p:nvPr/>
          </p:nvSpPr>
          <p:spPr>
            <a:xfrm>
              <a:off x="281625" y="3273100"/>
              <a:ext cx="35800" cy="84425"/>
            </a:xfrm>
            <a:custGeom>
              <a:rect b="b" l="l" r="r" t="t"/>
              <a:pathLst>
                <a:path extrusionOk="0" h="3377" w="1432">
                  <a:moveTo>
                    <a:pt x="508" y="1"/>
                  </a:moveTo>
                  <a:lnTo>
                    <a:pt x="1" y="107"/>
                  </a:lnTo>
                  <a:lnTo>
                    <a:pt x="916" y="3376"/>
                  </a:lnTo>
                  <a:lnTo>
                    <a:pt x="1431" y="3172"/>
                  </a:lnTo>
                  <a:lnTo>
                    <a:pt x="508" y="1"/>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6" name="Google Shape;1856;p36"/>
            <p:cNvSpPr/>
            <p:nvPr/>
          </p:nvSpPr>
          <p:spPr>
            <a:xfrm>
              <a:off x="309625" y="3262875"/>
              <a:ext cx="38450" cy="84425"/>
            </a:xfrm>
            <a:custGeom>
              <a:rect b="b" l="l" r="r" t="t"/>
              <a:pathLst>
                <a:path extrusionOk="0" h="3377" w="1538">
                  <a:moveTo>
                    <a:pt x="614" y="1"/>
                  </a:moveTo>
                  <a:lnTo>
                    <a:pt x="1" y="205"/>
                  </a:lnTo>
                  <a:lnTo>
                    <a:pt x="1022" y="3377"/>
                  </a:lnTo>
                  <a:lnTo>
                    <a:pt x="1537" y="3270"/>
                  </a:lnTo>
                  <a:lnTo>
                    <a:pt x="614" y="1"/>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7" name="Google Shape;1857;p36"/>
            <p:cNvSpPr/>
            <p:nvPr/>
          </p:nvSpPr>
          <p:spPr>
            <a:xfrm>
              <a:off x="340275" y="3255325"/>
              <a:ext cx="38450" cy="84200"/>
            </a:xfrm>
            <a:custGeom>
              <a:rect b="b" l="l" r="r" t="t"/>
              <a:pathLst>
                <a:path extrusionOk="0" h="3368" w="1538">
                  <a:moveTo>
                    <a:pt x="614" y="1"/>
                  </a:moveTo>
                  <a:lnTo>
                    <a:pt x="1" y="205"/>
                  </a:lnTo>
                  <a:lnTo>
                    <a:pt x="924" y="3368"/>
                  </a:lnTo>
                  <a:lnTo>
                    <a:pt x="1537" y="3164"/>
                  </a:lnTo>
                  <a:lnTo>
                    <a:pt x="614" y="1"/>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8" name="Google Shape;1858;p36"/>
            <p:cNvSpPr/>
            <p:nvPr/>
          </p:nvSpPr>
          <p:spPr>
            <a:xfrm>
              <a:off x="370925" y="3245100"/>
              <a:ext cx="38450" cy="84225"/>
            </a:xfrm>
            <a:custGeom>
              <a:rect b="b" l="l" r="r" t="t"/>
              <a:pathLst>
                <a:path extrusionOk="0" h="3369" w="1538">
                  <a:moveTo>
                    <a:pt x="516" y="1"/>
                  </a:moveTo>
                  <a:lnTo>
                    <a:pt x="1" y="205"/>
                  </a:lnTo>
                  <a:lnTo>
                    <a:pt x="924" y="3368"/>
                  </a:lnTo>
                  <a:lnTo>
                    <a:pt x="1537" y="3270"/>
                  </a:lnTo>
                  <a:lnTo>
                    <a:pt x="516" y="1"/>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9" name="Google Shape;1859;p36"/>
            <p:cNvSpPr/>
            <p:nvPr/>
          </p:nvSpPr>
          <p:spPr>
            <a:xfrm>
              <a:off x="401575" y="3237350"/>
              <a:ext cx="35800" cy="84400"/>
            </a:xfrm>
            <a:custGeom>
              <a:rect b="b" l="l" r="r" t="t"/>
              <a:pathLst>
                <a:path extrusionOk="0" h="3376" w="1432">
                  <a:moveTo>
                    <a:pt x="516" y="0"/>
                  </a:moveTo>
                  <a:lnTo>
                    <a:pt x="1" y="205"/>
                  </a:lnTo>
                  <a:lnTo>
                    <a:pt x="924" y="3376"/>
                  </a:lnTo>
                  <a:lnTo>
                    <a:pt x="1431" y="3172"/>
                  </a:lnTo>
                  <a:lnTo>
                    <a:pt x="516" y="0"/>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0" name="Google Shape;1860;p36"/>
            <p:cNvSpPr/>
            <p:nvPr/>
          </p:nvSpPr>
          <p:spPr>
            <a:xfrm>
              <a:off x="429775" y="3229775"/>
              <a:ext cx="38250" cy="81775"/>
            </a:xfrm>
            <a:custGeom>
              <a:rect b="b" l="l" r="r" t="t"/>
              <a:pathLst>
                <a:path extrusionOk="0" h="3271" w="1530">
                  <a:moveTo>
                    <a:pt x="614" y="1"/>
                  </a:moveTo>
                  <a:lnTo>
                    <a:pt x="1" y="99"/>
                  </a:lnTo>
                  <a:lnTo>
                    <a:pt x="916" y="3270"/>
                  </a:lnTo>
                  <a:lnTo>
                    <a:pt x="1529" y="3164"/>
                  </a:lnTo>
                  <a:lnTo>
                    <a:pt x="614" y="1"/>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1" name="Google Shape;1861;p36"/>
            <p:cNvSpPr/>
            <p:nvPr/>
          </p:nvSpPr>
          <p:spPr>
            <a:xfrm>
              <a:off x="460425" y="3219575"/>
              <a:ext cx="38250" cy="84200"/>
            </a:xfrm>
            <a:custGeom>
              <a:rect b="b" l="l" r="r" t="t"/>
              <a:pathLst>
                <a:path extrusionOk="0" h="3368" w="1530">
                  <a:moveTo>
                    <a:pt x="614" y="0"/>
                  </a:moveTo>
                  <a:lnTo>
                    <a:pt x="1" y="205"/>
                  </a:lnTo>
                  <a:lnTo>
                    <a:pt x="916" y="3368"/>
                  </a:lnTo>
                  <a:lnTo>
                    <a:pt x="1529" y="3163"/>
                  </a:lnTo>
                  <a:lnTo>
                    <a:pt x="614" y="0"/>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2" name="Google Shape;1862;p36"/>
            <p:cNvSpPr/>
            <p:nvPr/>
          </p:nvSpPr>
          <p:spPr>
            <a:xfrm>
              <a:off x="491075" y="3211800"/>
              <a:ext cx="35800" cy="84425"/>
            </a:xfrm>
            <a:custGeom>
              <a:rect b="b" l="l" r="r" t="t"/>
              <a:pathLst>
                <a:path extrusionOk="0" h="3377" w="1432">
                  <a:moveTo>
                    <a:pt x="507" y="1"/>
                  </a:moveTo>
                  <a:lnTo>
                    <a:pt x="1" y="107"/>
                  </a:lnTo>
                  <a:lnTo>
                    <a:pt x="916" y="3376"/>
                  </a:lnTo>
                  <a:lnTo>
                    <a:pt x="1431" y="3172"/>
                  </a:lnTo>
                  <a:lnTo>
                    <a:pt x="507" y="1"/>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3" name="Google Shape;1863;p36"/>
            <p:cNvSpPr/>
            <p:nvPr/>
          </p:nvSpPr>
          <p:spPr>
            <a:xfrm>
              <a:off x="519075" y="3201575"/>
              <a:ext cx="38450" cy="84425"/>
            </a:xfrm>
            <a:custGeom>
              <a:rect b="b" l="l" r="r" t="t"/>
              <a:pathLst>
                <a:path extrusionOk="0" h="3377" w="1538">
                  <a:moveTo>
                    <a:pt x="613" y="1"/>
                  </a:moveTo>
                  <a:lnTo>
                    <a:pt x="0" y="205"/>
                  </a:lnTo>
                  <a:lnTo>
                    <a:pt x="1022" y="3377"/>
                  </a:lnTo>
                  <a:lnTo>
                    <a:pt x="1537" y="3270"/>
                  </a:lnTo>
                  <a:lnTo>
                    <a:pt x="613" y="1"/>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4" name="Google Shape;1864;p36"/>
            <p:cNvSpPr/>
            <p:nvPr/>
          </p:nvSpPr>
          <p:spPr>
            <a:xfrm>
              <a:off x="549725" y="3194025"/>
              <a:ext cx="38450" cy="84200"/>
            </a:xfrm>
            <a:custGeom>
              <a:rect b="b" l="l" r="r" t="t"/>
              <a:pathLst>
                <a:path extrusionOk="0" h="3368" w="1538">
                  <a:moveTo>
                    <a:pt x="613" y="1"/>
                  </a:moveTo>
                  <a:lnTo>
                    <a:pt x="0" y="99"/>
                  </a:lnTo>
                  <a:lnTo>
                    <a:pt x="924" y="3368"/>
                  </a:lnTo>
                  <a:lnTo>
                    <a:pt x="1537" y="3164"/>
                  </a:lnTo>
                  <a:lnTo>
                    <a:pt x="613" y="1"/>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5" name="Google Shape;1865;p36"/>
            <p:cNvSpPr/>
            <p:nvPr/>
          </p:nvSpPr>
          <p:spPr>
            <a:xfrm>
              <a:off x="281625" y="3275750"/>
              <a:ext cx="309000" cy="122625"/>
            </a:xfrm>
            <a:custGeom>
              <a:rect b="b" l="l" r="r" t="t"/>
              <a:pathLst>
                <a:path extrusionOk="0" h="4905" w="12360">
                  <a:moveTo>
                    <a:pt x="11950" y="1"/>
                  </a:moveTo>
                  <a:lnTo>
                    <a:pt x="1" y="3475"/>
                  </a:lnTo>
                  <a:lnTo>
                    <a:pt x="410" y="4905"/>
                  </a:lnTo>
                  <a:lnTo>
                    <a:pt x="12359" y="1325"/>
                  </a:lnTo>
                  <a:lnTo>
                    <a:pt x="11950" y="1"/>
                  </a:lnTo>
                  <a:close/>
                </a:path>
              </a:pathLst>
            </a:custGeom>
            <a:solidFill>
              <a:srgbClr val="F56E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6" name="Google Shape;1866;p36"/>
            <p:cNvSpPr/>
            <p:nvPr/>
          </p:nvSpPr>
          <p:spPr>
            <a:xfrm>
              <a:off x="557500" y="3574500"/>
              <a:ext cx="86850" cy="38425"/>
            </a:xfrm>
            <a:custGeom>
              <a:rect b="b" l="l" r="r" t="t"/>
              <a:pathLst>
                <a:path extrusionOk="0" h="1537" w="3474">
                  <a:moveTo>
                    <a:pt x="3367" y="0"/>
                  </a:moveTo>
                  <a:lnTo>
                    <a:pt x="0" y="1022"/>
                  </a:lnTo>
                  <a:lnTo>
                    <a:pt x="204" y="1537"/>
                  </a:lnTo>
                  <a:lnTo>
                    <a:pt x="3474" y="613"/>
                  </a:lnTo>
                  <a:lnTo>
                    <a:pt x="3367" y="0"/>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7" name="Google Shape;1867;p36"/>
            <p:cNvSpPr/>
            <p:nvPr/>
          </p:nvSpPr>
          <p:spPr>
            <a:xfrm>
              <a:off x="549725" y="3546500"/>
              <a:ext cx="86875" cy="38250"/>
            </a:xfrm>
            <a:custGeom>
              <a:rect b="b" l="l" r="r" t="t"/>
              <a:pathLst>
                <a:path extrusionOk="0" h="1530" w="3475">
                  <a:moveTo>
                    <a:pt x="3270" y="1"/>
                  </a:moveTo>
                  <a:lnTo>
                    <a:pt x="0" y="1022"/>
                  </a:lnTo>
                  <a:lnTo>
                    <a:pt x="205" y="1529"/>
                  </a:lnTo>
                  <a:lnTo>
                    <a:pt x="3474" y="614"/>
                  </a:lnTo>
                  <a:lnTo>
                    <a:pt x="3270" y="1"/>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8" name="Google Shape;1868;p36"/>
            <p:cNvSpPr/>
            <p:nvPr/>
          </p:nvSpPr>
          <p:spPr>
            <a:xfrm>
              <a:off x="542175" y="3518300"/>
              <a:ext cx="86850" cy="38450"/>
            </a:xfrm>
            <a:custGeom>
              <a:rect b="b" l="l" r="r" t="t"/>
              <a:pathLst>
                <a:path extrusionOk="0" h="1538" w="3474">
                  <a:moveTo>
                    <a:pt x="3269" y="1"/>
                  </a:moveTo>
                  <a:lnTo>
                    <a:pt x="0" y="1022"/>
                  </a:lnTo>
                  <a:lnTo>
                    <a:pt x="98" y="1537"/>
                  </a:lnTo>
                  <a:lnTo>
                    <a:pt x="3474" y="614"/>
                  </a:lnTo>
                  <a:lnTo>
                    <a:pt x="3269" y="1"/>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9" name="Google Shape;1869;p36"/>
            <p:cNvSpPr/>
            <p:nvPr/>
          </p:nvSpPr>
          <p:spPr>
            <a:xfrm>
              <a:off x="360725" y="3514550"/>
              <a:ext cx="84400" cy="75050"/>
            </a:xfrm>
            <a:custGeom>
              <a:rect b="b" l="l" r="r" t="t"/>
              <a:pathLst>
                <a:path extrusionOk="0" h="3002" w="3376">
                  <a:moveTo>
                    <a:pt x="1712" y="1"/>
                  </a:moveTo>
                  <a:cubicBezTo>
                    <a:pt x="1583" y="1"/>
                    <a:pt x="1454" y="18"/>
                    <a:pt x="1332" y="53"/>
                  </a:cubicBezTo>
                  <a:cubicBezTo>
                    <a:pt x="515" y="355"/>
                    <a:pt x="0" y="1172"/>
                    <a:pt x="311" y="1892"/>
                  </a:cubicBezTo>
                  <a:cubicBezTo>
                    <a:pt x="474" y="2546"/>
                    <a:pt x="1031" y="3002"/>
                    <a:pt x="1666" y="3002"/>
                  </a:cubicBezTo>
                  <a:cubicBezTo>
                    <a:pt x="1824" y="3002"/>
                    <a:pt x="1987" y="2974"/>
                    <a:pt x="2150" y="2913"/>
                  </a:cubicBezTo>
                  <a:cubicBezTo>
                    <a:pt x="2967" y="2709"/>
                    <a:pt x="3376" y="1892"/>
                    <a:pt x="3171" y="1074"/>
                  </a:cubicBezTo>
                  <a:cubicBezTo>
                    <a:pt x="3002" y="397"/>
                    <a:pt x="2339" y="1"/>
                    <a:pt x="1712" y="1"/>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0" name="Google Shape;1870;p36"/>
            <p:cNvSpPr/>
            <p:nvPr/>
          </p:nvSpPr>
          <p:spPr>
            <a:xfrm>
              <a:off x="450200" y="3847900"/>
              <a:ext cx="319200" cy="162150"/>
            </a:xfrm>
            <a:custGeom>
              <a:rect b="b" l="l" r="r" t="t"/>
              <a:pathLst>
                <a:path extrusionOk="0" h="6486" w="12768">
                  <a:moveTo>
                    <a:pt x="1" y="3572"/>
                  </a:moveTo>
                  <a:lnTo>
                    <a:pt x="1" y="3572"/>
                  </a:lnTo>
                  <a:cubicBezTo>
                    <a:pt x="9" y="3599"/>
                    <a:pt x="17" y="3625"/>
                    <a:pt x="26" y="3651"/>
                  </a:cubicBezTo>
                  <a:lnTo>
                    <a:pt x="26" y="3651"/>
                  </a:lnTo>
                  <a:lnTo>
                    <a:pt x="1" y="3572"/>
                  </a:lnTo>
                  <a:close/>
                  <a:moveTo>
                    <a:pt x="11950" y="0"/>
                  </a:moveTo>
                  <a:cubicBezTo>
                    <a:pt x="12155" y="711"/>
                    <a:pt x="11746" y="1431"/>
                    <a:pt x="11035" y="1635"/>
                  </a:cubicBezTo>
                  <a:lnTo>
                    <a:pt x="1636" y="4496"/>
                  </a:lnTo>
                  <a:cubicBezTo>
                    <a:pt x="1510" y="4531"/>
                    <a:pt x="1385" y="4548"/>
                    <a:pt x="1263" y="4548"/>
                  </a:cubicBezTo>
                  <a:cubicBezTo>
                    <a:pt x="710" y="4548"/>
                    <a:pt x="216" y="4200"/>
                    <a:pt x="26" y="3651"/>
                  </a:cubicBezTo>
                  <a:lnTo>
                    <a:pt x="26" y="3651"/>
                  </a:lnTo>
                  <a:lnTo>
                    <a:pt x="614" y="5517"/>
                  </a:lnTo>
                  <a:cubicBezTo>
                    <a:pt x="783" y="6105"/>
                    <a:pt x="1297" y="6485"/>
                    <a:pt x="1876" y="6485"/>
                  </a:cubicBezTo>
                  <a:cubicBezTo>
                    <a:pt x="1998" y="6485"/>
                    <a:pt x="2123" y="6468"/>
                    <a:pt x="2249" y="6433"/>
                  </a:cubicBezTo>
                  <a:lnTo>
                    <a:pt x="11648" y="3678"/>
                  </a:lnTo>
                  <a:cubicBezTo>
                    <a:pt x="12359" y="3474"/>
                    <a:pt x="12768" y="2755"/>
                    <a:pt x="12563" y="2044"/>
                  </a:cubicBezTo>
                  <a:lnTo>
                    <a:pt x="11950" y="0"/>
                  </a:lnTo>
                  <a:close/>
                </a:path>
              </a:pathLst>
            </a:custGeom>
            <a:solidFill>
              <a:srgbClr val="F56E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71" name="Google Shape;1871;p36"/>
          <p:cNvGrpSpPr/>
          <p:nvPr/>
        </p:nvGrpSpPr>
        <p:grpSpPr>
          <a:xfrm>
            <a:off x="220263" y="4286238"/>
            <a:ext cx="985925" cy="744150"/>
            <a:chOff x="1666700" y="5967688"/>
            <a:chExt cx="985925" cy="744150"/>
          </a:xfrm>
        </p:grpSpPr>
        <p:sp>
          <p:nvSpPr>
            <p:cNvPr id="1872" name="Google Shape;1872;p36"/>
            <p:cNvSpPr/>
            <p:nvPr/>
          </p:nvSpPr>
          <p:spPr>
            <a:xfrm>
              <a:off x="1666700" y="5967688"/>
              <a:ext cx="985925" cy="744150"/>
            </a:xfrm>
            <a:custGeom>
              <a:rect b="b" l="l" r="r" t="t"/>
              <a:pathLst>
                <a:path extrusionOk="0" h="29766" w="39437">
                  <a:moveTo>
                    <a:pt x="31419" y="0"/>
                  </a:moveTo>
                  <a:cubicBezTo>
                    <a:pt x="30988" y="0"/>
                    <a:pt x="30551" y="105"/>
                    <a:pt x="30144" y="326"/>
                  </a:cubicBezTo>
                  <a:lnTo>
                    <a:pt x="1839" y="15340"/>
                  </a:lnTo>
                  <a:cubicBezTo>
                    <a:pt x="515" y="16060"/>
                    <a:pt x="0" y="17694"/>
                    <a:pt x="720" y="19018"/>
                  </a:cubicBezTo>
                  <a:lnTo>
                    <a:pt x="5624" y="28320"/>
                  </a:lnTo>
                  <a:cubicBezTo>
                    <a:pt x="6116" y="29236"/>
                    <a:pt x="7051" y="29765"/>
                    <a:pt x="8022" y="29765"/>
                  </a:cubicBezTo>
                  <a:cubicBezTo>
                    <a:pt x="8453" y="29765"/>
                    <a:pt x="8892" y="29661"/>
                    <a:pt x="9302" y="29440"/>
                  </a:cubicBezTo>
                  <a:lnTo>
                    <a:pt x="37598" y="14523"/>
                  </a:lnTo>
                  <a:cubicBezTo>
                    <a:pt x="38930" y="13812"/>
                    <a:pt x="39437" y="12177"/>
                    <a:pt x="38726" y="10845"/>
                  </a:cubicBezTo>
                  <a:lnTo>
                    <a:pt x="33822" y="1446"/>
                  </a:lnTo>
                  <a:cubicBezTo>
                    <a:pt x="33324" y="529"/>
                    <a:pt x="32387" y="0"/>
                    <a:pt x="31419" y="0"/>
                  </a:cubicBezTo>
                  <a:close/>
                </a:path>
              </a:pathLst>
            </a:custGeom>
            <a:solidFill>
              <a:srgbClr val="F1F0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3" name="Google Shape;1873;p36"/>
            <p:cNvSpPr/>
            <p:nvPr/>
          </p:nvSpPr>
          <p:spPr>
            <a:xfrm>
              <a:off x="1758650" y="6363863"/>
              <a:ext cx="130375" cy="130375"/>
            </a:xfrm>
            <a:custGeom>
              <a:rect b="b" l="l" r="r" t="t"/>
              <a:pathLst>
                <a:path extrusionOk="0" h="5215" w="5215">
                  <a:moveTo>
                    <a:pt x="2555" y="0"/>
                  </a:moveTo>
                  <a:cubicBezTo>
                    <a:pt x="1305" y="0"/>
                    <a:pt x="194" y="901"/>
                    <a:pt x="0" y="2256"/>
                  </a:cubicBezTo>
                  <a:lnTo>
                    <a:pt x="0" y="2354"/>
                  </a:lnTo>
                  <a:lnTo>
                    <a:pt x="0" y="2460"/>
                  </a:lnTo>
                  <a:lnTo>
                    <a:pt x="0" y="2558"/>
                  </a:lnTo>
                  <a:lnTo>
                    <a:pt x="0" y="2665"/>
                  </a:lnTo>
                  <a:lnTo>
                    <a:pt x="0" y="2763"/>
                  </a:lnTo>
                  <a:cubicBezTo>
                    <a:pt x="0" y="2967"/>
                    <a:pt x="0" y="3171"/>
                    <a:pt x="107" y="3376"/>
                  </a:cubicBezTo>
                  <a:cubicBezTo>
                    <a:pt x="107" y="3482"/>
                    <a:pt x="107" y="3580"/>
                    <a:pt x="205" y="3580"/>
                  </a:cubicBezTo>
                  <a:lnTo>
                    <a:pt x="205" y="3686"/>
                  </a:lnTo>
                  <a:cubicBezTo>
                    <a:pt x="205" y="3686"/>
                    <a:pt x="205" y="3784"/>
                    <a:pt x="311" y="3784"/>
                  </a:cubicBezTo>
                  <a:lnTo>
                    <a:pt x="311" y="3891"/>
                  </a:lnTo>
                  <a:cubicBezTo>
                    <a:pt x="311" y="3989"/>
                    <a:pt x="409" y="3989"/>
                    <a:pt x="409" y="4095"/>
                  </a:cubicBezTo>
                  <a:cubicBezTo>
                    <a:pt x="409" y="4193"/>
                    <a:pt x="515" y="4193"/>
                    <a:pt x="515" y="4299"/>
                  </a:cubicBezTo>
                  <a:lnTo>
                    <a:pt x="613" y="4299"/>
                  </a:lnTo>
                  <a:cubicBezTo>
                    <a:pt x="613" y="4397"/>
                    <a:pt x="613" y="4397"/>
                    <a:pt x="720" y="4397"/>
                  </a:cubicBezTo>
                  <a:lnTo>
                    <a:pt x="720" y="4504"/>
                  </a:lnTo>
                  <a:cubicBezTo>
                    <a:pt x="818" y="4504"/>
                    <a:pt x="818" y="4602"/>
                    <a:pt x="924" y="4602"/>
                  </a:cubicBezTo>
                  <a:lnTo>
                    <a:pt x="1128" y="4806"/>
                  </a:lnTo>
                  <a:cubicBezTo>
                    <a:pt x="1226" y="4806"/>
                    <a:pt x="1226" y="4912"/>
                    <a:pt x="1333" y="4912"/>
                  </a:cubicBezTo>
                  <a:cubicBezTo>
                    <a:pt x="1431" y="4912"/>
                    <a:pt x="1537" y="5010"/>
                    <a:pt x="1537" y="5010"/>
                  </a:cubicBezTo>
                  <a:cubicBezTo>
                    <a:pt x="1635" y="5010"/>
                    <a:pt x="1741" y="5117"/>
                    <a:pt x="1741" y="5117"/>
                  </a:cubicBezTo>
                  <a:lnTo>
                    <a:pt x="2044" y="5117"/>
                  </a:lnTo>
                  <a:lnTo>
                    <a:pt x="2044" y="5215"/>
                  </a:lnTo>
                  <a:lnTo>
                    <a:pt x="2354" y="5215"/>
                  </a:lnTo>
                  <a:cubicBezTo>
                    <a:pt x="2763" y="5215"/>
                    <a:pt x="3172" y="5215"/>
                    <a:pt x="3580" y="5010"/>
                  </a:cubicBezTo>
                  <a:cubicBezTo>
                    <a:pt x="3678" y="5010"/>
                    <a:pt x="3785" y="4912"/>
                    <a:pt x="3785" y="4912"/>
                  </a:cubicBezTo>
                  <a:cubicBezTo>
                    <a:pt x="3883" y="4912"/>
                    <a:pt x="3989" y="4806"/>
                    <a:pt x="3989" y="4806"/>
                  </a:cubicBezTo>
                  <a:cubicBezTo>
                    <a:pt x="4087" y="4708"/>
                    <a:pt x="4193" y="4708"/>
                    <a:pt x="4193" y="4602"/>
                  </a:cubicBezTo>
                  <a:cubicBezTo>
                    <a:pt x="4398" y="4504"/>
                    <a:pt x="4496" y="4397"/>
                    <a:pt x="4602" y="4299"/>
                  </a:cubicBezTo>
                  <a:cubicBezTo>
                    <a:pt x="4806" y="3989"/>
                    <a:pt x="5011" y="3580"/>
                    <a:pt x="5109" y="3171"/>
                  </a:cubicBezTo>
                  <a:lnTo>
                    <a:pt x="5109" y="3073"/>
                  </a:lnTo>
                  <a:lnTo>
                    <a:pt x="5109" y="2967"/>
                  </a:lnTo>
                  <a:lnTo>
                    <a:pt x="5109" y="2869"/>
                  </a:lnTo>
                  <a:cubicBezTo>
                    <a:pt x="5215" y="2763"/>
                    <a:pt x="5215" y="2763"/>
                    <a:pt x="5215" y="2665"/>
                  </a:cubicBezTo>
                  <a:lnTo>
                    <a:pt x="5215" y="2558"/>
                  </a:lnTo>
                  <a:cubicBezTo>
                    <a:pt x="5215" y="2460"/>
                    <a:pt x="5215" y="2460"/>
                    <a:pt x="5109" y="2354"/>
                  </a:cubicBezTo>
                  <a:lnTo>
                    <a:pt x="5109" y="2256"/>
                  </a:lnTo>
                  <a:lnTo>
                    <a:pt x="5109" y="2150"/>
                  </a:lnTo>
                  <a:lnTo>
                    <a:pt x="5109" y="2052"/>
                  </a:lnTo>
                  <a:cubicBezTo>
                    <a:pt x="5109" y="1945"/>
                    <a:pt x="5109" y="1945"/>
                    <a:pt x="5011" y="1847"/>
                  </a:cubicBezTo>
                  <a:lnTo>
                    <a:pt x="5011" y="1741"/>
                  </a:lnTo>
                  <a:lnTo>
                    <a:pt x="5011" y="1643"/>
                  </a:lnTo>
                  <a:lnTo>
                    <a:pt x="4904" y="1537"/>
                  </a:lnTo>
                  <a:lnTo>
                    <a:pt x="4904" y="1439"/>
                  </a:lnTo>
                  <a:lnTo>
                    <a:pt x="4806" y="1332"/>
                  </a:lnTo>
                  <a:cubicBezTo>
                    <a:pt x="4398" y="621"/>
                    <a:pt x="3678" y="106"/>
                    <a:pt x="2763" y="8"/>
                  </a:cubicBezTo>
                  <a:cubicBezTo>
                    <a:pt x="2693" y="3"/>
                    <a:pt x="2624" y="0"/>
                    <a:pt x="2555"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4" name="Google Shape;1874;p36"/>
            <p:cNvSpPr/>
            <p:nvPr/>
          </p:nvSpPr>
          <p:spPr>
            <a:xfrm>
              <a:off x="1735750" y="6361013"/>
              <a:ext cx="148175" cy="131150"/>
            </a:xfrm>
            <a:custGeom>
              <a:rect b="b" l="l" r="r" t="t"/>
              <a:pathLst>
                <a:path extrusionOk="0" h="5246" w="5927">
                  <a:moveTo>
                    <a:pt x="2940" y="1"/>
                  </a:moveTo>
                  <a:cubicBezTo>
                    <a:pt x="2527" y="1"/>
                    <a:pt x="2111" y="105"/>
                    <a:pt x="1734" y="327"/>
                  </a:cubicBezTo>
                  <a:cubicBezTo>
                    <a:pt x="410" y="940"/>
                    <a:pt x="1" y="2574"/>
                    <a:pt x="614" y="3800"/>
                  </a:cubicBezTo>
                  <a:cubicBezTo>
                    <a:pt x="1106" y="4717"/>
                    <a:pt x="1994" y="5246"/>
                    <a:pt x="2901" y="5246"/>
                  </a:cubicBezTo>
                  <a:cubicBezTo>
                    <a:pt x="3304" y="5246"/>
                    <a:pt x="3710" y="5141"/>
                    <a:pt x="4088" y="4920"/>
                  </a:cubicBezTo>
                  <a:cubicBezTo>
                    <a:pt x="5412" y="4307"/>
                    <a:pt x="5927" y="2672"/>
                    <a:pt x="5207" y="1446"/>
                  </a:cubicBezTo>
                  <a:cubicBezTo>
                    <a:pt x="4783" y="530"/>
                    <a:pt x="3869" y="1"/>
                    <a:pt x="2940" y="1"/>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5" name="Google Shape;1875;p36"/>
            <p:cNvSpPr/>
            <p:nvPr/>
          </p:nvSpPr>
          <p:spPr>
            <a:xfrm>
              <a:off x="1766400" y="6369163"/>
              <a:ext cx="117525" cy="122175"/>
            </a:xfrm>
            <a:custGeom>
              <a:rect b="b" l="l" r="r" t="t"/>
              <a:pathLst>
                <a:path extrusionOk="0" h="4887" w="4701">
                  <a:moveTo>
                    <a:pt x="2862" y="1"/>
                  </a:moveTo>
                  <a:lnTo>
                    <a:pt x="2862" y="1"/>
                  </a:lnTo>
                  <a:cubicBezTo>
                    <a:pt x="3164" y="205"/>
                    <a:pt x="3368" y="409"/>
                    <a:pt x="3573" y="818"/>
                  </a:cubicBezTo>
                  <a:cubicBezTo>
                    <a:pt x="4186" y="2044"/>
                    <a:pt x="3679" y="3572"/>
                    <a:pt x="2453" y="4292"/>
                  </a:cubicBezTo>
                  <a:cubicBezTo>
                    <a:pt x="2044" y="4496"/>
                    <a:pt x="1636" y="4598"/>
                    <a:pt x="1227" y="4598"/>
                  </a:cubicBezTo>
                  <a:cubicBezTo>
                    <a:pt x="818" y="4598"/>
                    <a:pt x="410" y="4496"/>
                    <a:pt x="1" y="4292"/>
                  </a:cubicBezTo>
                  <a:lnTo>
                    <a:pt x="1" y="4292"/>
                  </a:lnTo>
                  <a:cubicBezTo>
                    <a:pt x="499" y="4665"/>
                    <a:pt x="1109" y="4887"/>
                    <a:pt x="1718" y="4887"/>
                  </a:cubicBezTo>
                  <a:cubicBezTo>
                    <a:pt x="2109" y="4887"/>
                    <a:pt x="2501" y="4795"/>
                    <a:pt x="2862" y="4594"/>
                  </a:cubicBezTo>
                  <a:cubicBezTo>
                    <a:pt x="4186" y="3981"/>
                    <a:pt x="4701" y="2346"/>
                    <a:pt x="3981" y="1120"/>
                  </a:cubicBezTo>
                  <a:cubicBezTo>
                    <a:pt x="3777" y="614"/>
                    <a:pt x="3368" y="205"/>
                    <a:pt x="2862" y="1"/>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6" name="Google Shape;1876;p36"/>
            <p:cNvSpPr/>
            <p:nvPr/>
          </p:nvSpPr>
          <p:spPr>
            <a:xfrm>
              <a:off x="1751075" y="6397163"/>
              <a:ext cx="119975" cy="66425"/>
            </a:xfrm>
            <a:custGeom>
              <a:rect b="b" l="l" r="r" t="t"/>
              <a:pathLst>
                <a:path extrusionOk="0" h="2657" w="4799">
                  <a:moveTo>
                    <a:pt x="4594" y="0"/>
                  </a:moveTo>
                  <a:lnTo>
                    <a:pt x="1" y="2354"/>
                  </a:lnTo>
                  <a:cubicBezTo>
                    <a:pt x="1" y="2354"/>
                    <a:pt x="1" y="2452"/>
                    <a:pt x="99" y="2452"/>
                  </a:cubicBezTo>
                  <a:cubicBezTo>
                    <a:pt x="99" y="2559"/>
                    <a:pt x="99" y="2559"/>
                    <a:pt x="205" y="2657"/>
                  </a:cubicBezTo>
                  <a:lnTo>
                    <a:pt x="4799" y="311"/>
                  </a:lnTo>
                  <a:cubicBezTo>
                    <a:pt x="4701" y="205"/>
                    <a:pt x="4701" y="107"/>
                    <a:pt x="4701" y="107"/>
                  </a:cubicBezTo>
                  <a:cubicBezTo>
                    <a:pt x="4701" y="0"/>
                    <a:pt x="4594" y="0"/>
                    <a:pt x="4594"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7" name="Google Shape;1877;p36"/>
            <p:cNvSpPr/>
            <p:nvPr/>
          </p:nvSpPr>
          <p:spPr>
            <a:xfrm>
              <a:off x="1748425" y="6392063"/>
              <a:ext cx="120175" cy="69075"/>
            </a:xfrm>
            <a:custGeom>
              <a:rect b="b" l="l" r="r" t="t"/>
              <a:pathLst>
                <a:path extrusionOk="0" h="2763" w="4807">
                  <a:moveTo>
                    <a:pt x="4602" y="0"/>
                  </a:moveTo>
                  <a:lnTo>
                    <a:pt x="1" y="2452"/>
                  </a:lnTo>
                  <a:cubicBezTo>
                    <a:pt x="107" y="2452"/>
                    <a:pt x="107" y="2558"/>
                    <a:pt x="107" y="2558"/>
                  </a:cubicBezTo>
                  <a:cubicBezTo>
                    <a:pt x="107" y="2656"/>
                    <a:pt x="205" y="2656"/>
                    <a:pt x="205" y="2763"/>
                  </a:cubicBezTo>
                  <a:lnTo>
                    <a:pt x="4807" y="311"/>
                  </a:lnTo>
                  <a:cubicBezTo>
                    <a:pt x="4807" y="311"/>
                    <a:pt x="4807" y="204"/>
                    <a:pt x="4700" y="204"/>
                  </a:cubicBezTo>
                  <a:cubicBezTo>
                    <a:pt x="4700" y="106"/>
                    <a:pt x="4700" y="106"/>
                    <a:pt x="4602" y="0"/>
                  </a:cubicBez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8" name="Google Shape;1878;p36"/>
            <p:cNvSpPr/>
            <p:nvPr/>
          </p:nvSpPr>
          <p:spPr>
            <a:xfrm>
              <a:off x="1911900" y="6282113"/>
              <a:ext cx="130375" cy="130400"/>
            </a:xfrm>
            <a:custGeom>
              <a:rect b="b" l="l" r="r" t="t"/>
              <a:pathLst>
                <a:path extrusionOk="0" h="5216" w="5215">
                  <a:moveTo>
                    <a:pt x="2654" y="1"/>
                  </a:moveTo>
                  <a:cubicBezTo>
                    <a:pt x="1412" y="1"/>
                    <a:pt x="300" y="901"/>
                    <a:pt x="107" y="2257"/>
                  </a:cubicBezTo>
                  <a:lnTo>
                    <a:pt x="107" y="2150"/>
                  </a:lnTo>
                  <a:cubicBezTo>
                    <a:pt x="0" y="2257"/>
                    <a:pt x="0" y="2355"/>
                    <a:pt x="0" y="2355"/>
                  </a:cubicBezTo>
                  <a:lnTo>
                    <a:pt x="0" y="2461"/>
                  </a:lnTo>
                  <a:lnTo>
                    <a:pt x="0" y="2559"/>
                  </a:lnTo>
                  <a:lnTo>
                    <a:pt x="0" y="2665"/>
                  </a:lnTo>
                  <a:cubicBezTo>
                    <a:pt x="0" y="2968"/>
                    <a:pt x="107" y="3172"/>
                    <a:pt x="107" y="3376"/>
                  </a:cubicBezTo>
                  <a:cubicBezTo>
                    <a:pt x="205" y="3483"/>
                    <a:pt x="205" y="3581"/>
                    <a:pt x="205" y="3581"/>
                  </a:cubicBezTo>
                  <a:lnTo>
                    <a:pt x="205" y="3687"/>
                  </a:lnTo>
                  <a:cubicBezTo>
                    <a:pt x="311" y="3687"/>
                    <a:pt x="311" y="3785"/>
                    <a:pt x="311" y="3785"/>
                  </a:cubicBezTo>
                  <a:lnTo>
                    <a:pt x="311" y="3891"/>
                  </a:lnTo>
                  <a:lnTo>
                    <a:pt x="515" y="4096"/>
                  </a:lnTo>
                  <a:cubicBezTo>
                    <a:pt x="515" y="4194"/>
                    <a:pt x="515" y="4194"/>
                    <a:pt x="613" y="4300"/>
                  </a:cubicBezTo>
                  <a:lnTo>
                    <a:pt x="720" y="4398"/>
                  </a:lnTo>
                  <a:cubicBezTo>
                    <a:pt x="818" y="4398"/>
                    <a:pt x="818" y="4504"/>
                    <a:pt x="818" y="4504"/>
                  </a:cubicBezTo>
                  <a:cubicBezTo>
                    <a:pt x="818" y="4504"/>
                    <a:pt x="924" y="4602"/>
                    <a:pt x="1022" y="4602"/>
                  </a:cubicBezTo>
                  <a:cubicBezTo>
                    <a:pt x="1022" y="4709"/>
                    <a:pt x="1128" y="4709"/>
                    <a:pt x="1128" y="4807"/>
                  </a:cubicBezTo>
                  <a:lnTo>
                    <a:pt x="1226" y="4807"/>
                  </a:lnTo>
                  <a:lnTo>
                    <a:pt x="1333" y="4913"/>
                  </a:lnTo>
                  <a:lnTo>
                    <a:pt x="1431" y="4913"/>
                  </a:lnTo>
                  <a:cubicBezTo>
                    <a:pt x="1431" y="4913"/>
                    <a:pt x="1537" y="5011"/>
                    <a:pt x="1635" y="5011"/>
                  </a:cubicBezTo>
                  <a:cubicBezTo>
                    <a:pt x="1741" y="5011"/>
                    <a:pt x="1741" y="5117"/>
                    <a:pt x="1839" y="5117"/>
                  </a:cubicBezTo>
                  <a:lnTo>
                    <a:pt x="2044" y="5117"/>
                  </a:lnTo>
                  <a:cubicBezTo>
                    <a:pt x="2150" y="5117"/>
                    <a:pt x="2150" y="5215"/>
                    <a:pt x="2150" y="5215"/>
                  </a:cubicBezTo>
                  <a:lnTo>
                    <a:pt x="2354" y="5215"/>
                  </a:lnTo>
                  <a:cubicBezTo>
                    <a:pt x="2861" y="5215"/>
                    <a:pt x="3270" y="5215"/>
                    <a:pt x="3678" y="5011"/>
                  </a:cubicBezTo>
                  <a:cubicBezTo>
                    <a:pt x="3678" y="5011"/>
                    <a:pt x="3785" y="4913"/>
                    <a:pt x="3883" y="4913"/>
                  </a:cubicBezTo>
                  <a:cubicBezTo>
                    <a:pt x="3989" y="4913"/>
                    <a:pt x="3989" y="4807"/>
                    <a:pt x="4087" y="4807"/>
                  </a:cubicBezTo>
                  <a:lnTo>
                    <a:pt x="4291" y="4602"/>
                  </a:lnTo>
                  <a:lnTo>
                    <a:pt x="4602" y="4300"/>
                  </a:lnTo>
                  <a:cubicBezTo>
                    <a:pt x="4904" y="3989"/>
                    <a:pt x="5109" y="3581"/>
                    <a:pt x="5215" y="3172"/>
                  </a:cubicBezTo>
                  <a:lnTo>
                    <a:pt x="5215" y="3074"/>
                  </a:lnTo>
                  <a:lnTo>
                    <a:pt x="5215" y="2968"/>
                  </a:lnTo>
                  <a:lnTo>
                    <a:pt x="5215" y="2870"/>
                  </a:lnTo>
                  <a:lnTo>
                    <a:pt x="5215" y="2665"/>
                  </a:lnTo>
                  <a:lnTo>
                    <a:pt x="5215" y="2559"/>
                  </a:lnTo>
                  <a:lnTo>
                    <a:pt x="5215" y="2355"/>
                  </a:lnTo>
                  <a:lnTo>
                    <a:pt x="5215" y="2257"/>
                  </a:lnTo>
                  <a:lnTo>
                    <a:pt x="5215" y="2150"/>
                  </a:lnTo>
                  <a:lnTo>
                    <a:pt x="5215" y="2052"/>
                  </a:lnTo>
                  <a:cubicBezTo>
                    <a:pt x="5109" y="1946"/>
                    <a:pt x="5109" y="1946"/>
                    <a:pt x="5109" y="1848"/>
                  </a:cubicBezTo>
                  <a:lnTo>
                    <a:pt x="5109" y="1742"/>
                  </a:lnTo>
                  <a:lnTo>
                    <a:pt x="5011" y="1644"/>
                  </a:lnTo>
                  <a:lnTo>
                    <a:pt x="5011" y="1537"/>
                  </a:lnTo>
                  <a:cubicBezTo>
                    <a:pt x="5011" y="1537"/>
                    <a:pt x="5011" y="1439"/>
                    <a:pt x="4904" y="1439"/>
                  </a:cubicBezTo>
                  <a:lnTo>
                    <a:pt x="4904" y="1333"/>
                  </a:lnTo>
                  <a:cubicBezTo>
                    <a:pt x="4496" y="622"/>
                    <a:pt x="3785" y="107"/>
                    <a:pt x="2861" y="9"/>
                  </a:cubicBezTo>
                  <a:cubicBezTo>
                    <a:pt x="2792" y="3"/>
                    <a:pt x="2723" y="1"/>
                    <a:pt x="2654" y="1"/>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9" name="Google Shape;1879;p36"/>
            <p:cNvSpPr/>
            <p:nvPr/>
          </p:nvSpPr>
          <p:spPr>
            <a:xfrm>
              <a:off x="1889000" y="6279288"/>
              <a:ext cx="148175" cy="129975"/>
            </a:xfrm>
            <a:custGeom>
              <a:rect b="b" l="l" r="r" t="t"/>
              <a:pathLst>
                <a:path extrusionOk="0" h="5199" w="5927">
                  <a:moveTo>
                    <a:pt x="3025" y="1"/>
                  </a:moveTo>
                  <a:cubicBezTo>
                    <a:pt x="2623" y="1"/>
                    <a:pt x="2217" y="105"/>
                    <a:pt x="1840" y="326"/>
                  </a:cubicBezTo>
                  <a:cubicBezTo>
                    <a:pt x="508" y="939"/>
                    <a:pt x="1" y="2574"/>
                    <a:pt x="712" y="3800"/>
                  </a:cubicBezTo>
                  <a:cubicBezTo>
                    <a:pt x="1138" y="4721"/>
                    <a:pt x="2058" y="5199"/>
                    <a:pt x="2991" y="5199"/>
                  </a:cubicBezTo>
                  <a:cubicBezTo>
                    <a:pt x="3400" y="5199"/>
                    <a:pt x="3812" y="5107"/>
                    <a:pt x="4186" y="4920"/>
                  </a:cubicBezTo>
                  <a:cubicBezTo>
                    <a:pt x="5518" y="4209"/>
                    <a:pt x="5927" y="2672"/>
                    <a:pt x="5314" y="1446"/>
                  </a:cubicBezTo>
                  <a:cubicBezTo>
                    <a:pt x="4816" y="529"/>
                    <a:pt x="3930" y="1"/>
                    <a:pt x="3025" y="1"/>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0" name="Google Shape;1880;p36"/>
            <p:cNvSpPr/>
            <p:nvPr/>
          </p:nvSpPr>
          <p:spPr>
            <a:xfrm>
              <a:off x="1922125" y="6287438"/>
              <a:ext cx="115050" cy="122175"/>
            </a:xfrm>
            <a:custGeom>
              <a:rect b="b" l="l" r="r" t="t"/>
              <a:pathLst>
                <a:path extrusionOk="0" h="4887" w="4602">
                  <a:moveTo>
                    <a:pt x="2861" y="0"/>
                  </a:moveTo>
                  <a:lnTo>
                    <a:pt x="2861" y="0"/>
                  </a:lnTo>
                  <a:cubicBezTo>
                    <a:pt x="3065" y="205"/>
                    <a:pt x="3376" y="409"/>
                    <a:pt x="3474" y="711"/>
                  </a:cubicBezTo>
                  <a:cubicBezTo>
                    <a:pt x="4193" y="2044"/>
                    <a:pt x="3678" y="3572"/>
                    <a:pt x="2354" y="4291"/>
                  </a:cubicBezTo>
                  <a:cubicBezTo>
                    <a:pt x="1994" y="4496"/>
                    <a:pt x="1586" y="4598"/>
                    <a:pt x="1177" y="4598"/>
                  </a:cubicBezTo>
                  <a:cubicBezTo>
                    <a:pt x="768" y="4598"/>
                    <a:pt x="360" y="4496"/>
                    <a:pt x="0" y="4291"/>
                  </a:cubicBezTo>
                  <a:lnTo>
                    <a:pt x="0" y="4291"/>
                  </a:lnTo>
                  <a:cubicBezTo>
                    <a:pt x="498" y="4665"/>
                    <a:pt x="1111" y="4886"/>
                    <a:pt x="1721" y="4886"/>
                  </a:cubicBezTo>
                  <a:cubicBezTo>
                    <a:pt x="2112" y="4886"/>
                    <a:pt x="2503" y="4795"/>
                    <a:pt x="2861" y="4594"/>
                  </a:cubicBezTo>
                  <a:cubicBezTo>
                    <a:pt x="4193" y="3883"/>
                    <a:pt x="4602" y="2346"/>
                    <a:pt x="3989" y="1120"/>
                  </a:cubicBezTo>
                  <a:cubicBezTo>
                    <a:pt x="3678" y="613"/>
                    <a:pt x="3269" y="205"/>
                    <a:pt x="2861"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1" name="Google Shape;1881;p36"/>
            <p:cNvSpPr/>
            <p:nvPr/>
          </p:nvSpPr>
          <p:spPr>
            <a:xfrm>
              <a:off x="1906800" y="6315438"/>
              <a:ext cx="117500" cy="66425"/>
            </a:xfrm>
            <a:custGeom>
              <a:rect b="b" l="l" r="r" t="t"/>
              <a:pathLst>
                <a:path extrusionOk="0" h="2657" w="4700">
                  <a:moveTo>
                    <a:pt x="4602" y="0"/>
                  </a:moveTo>
                  <a:lnTo>
                    <a:pt x="0" y="2354"/>
                  </a:lnTo>
                  <a:lnTo>
                    <a:pt x="0" y="2452"/>
                  </a:lnTo>
                  <a:cubicBezTo>
                    <a:pt x="106" y="2558"/>
                    <a:pt x="106" y="2558"/>
                    <a:pt x="106" y="2656"/>
                  </a:cubicBezTo>
                  <a:lnTo>
                    <a:pt x="4700" y="311"/>
                  </a:lnTo>
                  <a:cubicBezTo>
                    <a:pt x="4700" y="204"/>
                    <a:pt x="4700" y="106"/>
                    <a:pt x="4602"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2" name="Google Shape;1882;p36"/>
            <p:cNvSpPr/>
            <p:nvPr/>
          </p:nvSpPr>
          <p:spPr>
            <a:xfrm>
              <a:off x="1904325" y="6310313"/>
              <a:ext cx="119975" cy="69100"/>
            </a:xfrm>
            <a:custGeom>
              <a:rect b="b" l="l" r="r" t="t"/>
              <a:pathLst>
                <a:path extrusionOk="0" h="2764" w="4799">
                  <a:moveTo>
                    <a:pt x="4594" y="1"/>
                  </a:moveTo>
                  <a:lnTo>
                    <a:pt x="1" y="2453"/>
                  </a:lnTo>
                  <a:cubicBezTo>
                    <a:pt x="1" y="2453"/>
                    <a:pt x="1" y="2559"/>
                    <a:pt x="99" y="2559"/>
                  </a:cubicBezTo>
                  <a:cubicBezTo>
                    <a:pt x="99" y="2657"/>
                    <a:pt x="99" y="2657"/>
                    <a:pt x="205" y="2763"/>
                  </a:cubicBezTo>
                  <a:lnTo>
                    <a:pt x="4799" y="311"/>
                  </a:lnTo>
                  <a:cubicBezTo>
                    <a:pt x="4701" y="311"/>
                    <a:pt x="4701" y="205"/>
                    <a:pt x="4701" y="205"/>
                  </a:cubicBezTo>
                  <a:cubicBezTo>
                    <a:pt x="4701" y="107"/>
                    <a:pt x="4594" y="107"/>
                    <a:pt x="4594" y="1"/>
                  </a:cubicBez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3" name="Google Shape;1883;p36"/>
            <p:cNvSpPr/>
            <p:nvPr/>
          </p:nvSpPr>
          <p:spPr>
            <a:xfrm>
              <a:off x="2067800" y="6200388"/>
              <a:ext cx="130200" cy="130400"/>
            </a:xfrm>
            <a:custGeom>
              <a:rect b="b" l="l" r="r" t="t"/>
              <a:pathLst>
                <a:path extrusionOk="0" h="5216" w="5208">
                  <a:moveTo>
                    <a:pt x="2638" y="0"/>
                  </a:moveTo>
                  <a:cubicBezTo>
                    <a:pt x="1305" y="0"/>
                    <a:pt x="194" y="895"/>
                    <a:pt x="1" y="2150"/>
                  </a:cubicBezTo>
                  <a:lnTo>
                    <a:pt x="1" y="2354"/>
                  </a:lnTo>
                  <a:lnTo>
                    <a:pt x="1" y="2461"/>
                  </a:lnTo>
                  <a:lnTo>
                    <a:pt x="1" y="2559"/>
                  </a:lnTo>
                  <a:lnTo>
                    <a:pt x="1" y="2665"/>
                  </a:lnTo>
                  <a:cubicBezTo>
                    <a:pt x="1" y="2967"/>
                    <a:pt x="1" y="3172"/>
                    <a:pt x="99" y="3376"/>
                  </a:cubicBezTo>
                  <a:cubicBezTo>
                    <a:pt x="99" y="3482"/>
                    <a:pt x="205" y="3580"/>
                    <a:pt x="205" y="3580"/>
                  </a:cubicBezTo>
                  <a:lnTo>
                    <a:pt x="205" y="3687"/>
                  </a:lnTo>
                  <a:lnTo>
                    <a:pt x="303" y="3785"/>
                  </a:lnTo>
                  <a:lnTo>
                    <a:pt x="303" y="3891"/>
                  </a:lnTo>
                  <a:cubicBezTo>
                    <a:pt x="303" y="3989"/>
                    <a:pt x="409" y="3989"/>
                    <a:pt x="409" y="4095"/>
                  </a:cubicBezTo>
                  <a:lnTo>
                    <a:pt x="614" y="4300"/>
                  </a:lnTo>
                  <a:lnTo>
                    <a:pt x="712" y="4398"/>
                  </a:lnTo>
                  <a:cubicBezTo>
                    <a:pt x="712" y="4398"/>
                    <a:pt x="712" y="4504"/>
                    <a:pt x="818" y="4504"/>
                  </a:cubicBezTo>
                  <a:lnTo>
                    <a:pt x="916" y="4602"/>
                  </a:lnTo>
                  <a:lnTo>
                    <a:pt x="1120" y="4806"/>
                  </a:lnTo>
                  <a:cubicBezTo>
                    <a:pt x="1227" y="4806"/>
                    <a:pt x="1227" y="4806"/>
                    <a:pt x="1325" y="4913"/>
                  </a:cubicBezTo>
                  <a:cubicBezTo>
                    <a:pt x="1431" y="4913"/>
                    <a:pt x="1529" y="5011"/>
                    <a:pt x="1529" y="5011"/>
                  </a:cubicBezTo>
                  <a:lnTo>
                    <a:pt x="1635" y="5011"/>
                  </a:lnTo>
                  <a:cubicBezTo>
                    <a:pt x="1635" y="5011"/>
                    <a:pt x="1733" y="5117"/>
                    <a:pt x="1840" y="5117"/>
                  </a:cubicBezTo>
                  <a:lnTo>
                    <a:pt x="2044" y="5117"/>
                  </a:lnTo>
                  <a:cubicBezTo>
                    <a:pt x="2044" y="5117"/>
                    <a:pt x="2044" y="5215"/>
                    <a:pt x="2142" y="5215"/>
                  </a:cubicBezTo>
                  <a:lnTo>
                    <a:pt x="2346" y="5215"/>
                  </a:lnTo>
                  <a:cubicBezTo>
                    <a:pt x="2755" y="5215"/>
                    <a:pt x="3270" y="5215"/>
                    <a:pt x="3572" y="5011"/>
                  </a:cubicBezTo>
                  <a:cubicBezTo>
                    <a:pt x="3679" y="5011"/>
                    <a:pt x="3777" y="4913"/>
                    <a:pt x="3883" y="4913"/>
                  </a:cubicBezTo>
                  <a:cubicBezTo>
                    <a:pt x="3883" y="4913"/>
                    <a:pt x="3981" y="4806"/>
                    <a:pt x="4087" y="4806"/>
                  </a:cubicBezTo>
                  <a:cubicBezTo>
                    <a:pt x="4087" y="4708"/>
                    <a:pt x="4185" y="4708"/>
                    <a:pt x="4292" y="4602"/>
                  </a:cubicBezTo>
                  <a:lnTo>
                    <a:pt x="4594" y="4300"/>
                  </a:lnTo>
                  <a:cubicBezTo>
                    <a:pt x="4798" y="3989"/>
                    <a:pt x="5003" y="3580"/>
                    <a:pt x="5109" y="3172"/>
                  </a:cubicBezTo>
                  <a:lnTo>
                    <a:pt x="5109" y="3074"/>
                  </a:lnTo>
                  <a:cubicBezTo>
                    <a:pt x="5109" y="2967"/>
                    <a:pt x="5207" y="2967"/>
                    <a:pt x="5207" y="2967"/>
                  </a:cubicBezTo>
                  <a:lnTo>
                    <a:pt x="5207" y="2869"/>
                  </a:lnTo>
                  <a:lnTo>
                    <a:pt x="5207" y="2665"/>
                  </a:lnTo>
                  <a:lnTo>
                    <a:pt x="5207" y="2559"/>
                  </a:lnTo>
                  <a:lnTo>
                    <a:pt x="5207" y="2354"/>
                  </a:lnTo>
                  <a:lnTo>
                    <a:pt x="5207" y="2256"/>
                  </a:lnTo>
                  <a:lnTo>
                    <a:pt x="5109" y="2150"/>
                  </a:lnTo>
                  <a:lnTo>
                    <a:pt x="5109" y="2052"/>
                  </a:lnTo>
                  <a:lnTo>
                    <a:pt x="5109" y="1848"/>
                  </a:lnTo>
                  <a:lnTo>
                    <a:pt x="5003" y="1741"/>
                  </a:lnTo>
                  <a:lnTo>
                    <a:pt x="5003" y="1643"/>
                  </a:lnTo>
                  <a:lnTo>
                    <a:pt x="5003" y="1537"/>
                  </a:lnTo>
                  <a:cubicBezTo>
                    <a:pt x="4905" y="1537"/>
                    <a:pt x="4905" y="1439"/>
                    <a:pt x="4905" y="1439"/>
                  </a:cubicBezTo>
                  <a:cubicBezTo>
                    <a:pt x="4905" y="1439"/>
                    <a:pt x="4905" y="1333"/>
                    <a:pt x="4798" y="1333"/>
                  </a:cubicBezTo>
                  <a:cubicBezTo>
                    <a:pt x="4390" y="622"/>
                    <a:pt x="3679" y="107"/>
                    <a:pt x="2861" y="9"/>
                  </a:cubicBezTo>
                  <a:cubicBezTo>
                    <a:pt x="2786" y="3"/>
                    <a:pt x="2712" y="0"/>
                    <a:pt x="2638"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4" name="Google Shape;1884;p36"/>
            <p:cNvSpPr/>
            <p:nvPr/>
          </p:nvSpPr>
          <p:spPr>
            <a:xfrm>
              <a:off x="2044725" y="6197563"/>
              <a:ext cx="148150" cy="129975"/>
            </a:xfrm>
            <a:custGeom>
              <a:rect b="b" l="l" r="r" t="t"/>
              <a:pathLst>
                <a:path extrusionOk="0" h="5199" w="5926">
                  <a:moveTo>
                    <a:pt x="2993" y="0"/>
                  </a:moveTo>
                  <a:cubicBezTo>
                    <a:pt x="2576" y="0"/>
                    <a:pt x="2148" y="105"/>
                    <a:pt x="1741" y="326"/>
                  </a:cubicBezTo>
                  <a:cubicBezTo>
                    <a:pt x="515" y="939"/>
                    <a:pt x="0" y="2574"/>
                    <a:pt x="613" y="3800"/>
                  </a:cubicBezTo>
                  <a:cubicBezTo>
                    <a:pt x="1113" y="4720"/>
                    <a:pt x="2004" y="5198"/>
                    <a:pt x="2948" y="5198"/>
                  </a:cubicBezTo>
                  <a:cubicBezTo>
                    <a:pt x="3363" y="5198"/>
                    <a:pt x="3787" y="5106"/>
                    <a:pt x="4193" y="4919"/>
                  </a:cubicBezTo>
                  <a:cubicBezTo>
                    <a:pt x="5419" y="4208"/>
                    <a:pt x="5926" y="2672"/>
                    <a:pt x="5313" y="1446"/>
                  </a:cubicBezTo>
                  <a:cubicBezTo>
                    <a:pt x="4821" y="529"/>
                    <a:pt x="3933" y="0"/>
                    <a:pt x="2993" y="0"/>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5" name="Google Shape;1885;p36"/>
            <p:cNvSpPr/>
            <p:nvPr/>
          </p:nvSpPr>
          <p:spPr>
            <a:xfrm>
              <a:off x="2078025" y="6205713"/>
              <a:ext cx="114850" cy="122175"/>
            </a:xfrm>
            <a:custGeom>
              <a:rect b="b" l="l" r="r" t="t"/>
              <a:pathLst>
                <a:path extrusionOk="0" h="4887" w="4594">
                  <a:moveTo>
                    <a:pt x="2755" y="0"/>
                  </a:moveTo>
                  <a:lnTo>
                    <a:pt x="2755" y="0"/>
                  </a:lnTo>
                  <a:cubicBezTo>
                    <a:pt x="3065" y="204"/>
                    <a:pt x="3270" y="409"/>
                    <a:pt x="3474" y="711"/>
                  </a:cubicBezTo>
                  <a:cubicBezTo>
                    <a:pt x="4087" y="2043"/>
                    <a:pt x="3572" y="3572"/>
                    <a:pt x="2346" y="4291"/>
                  </a:cubicBezTo>
                  <a:cubicBezTo>
                    <a:pt x="1937" y="4495"/>
                    <a:pt x="1529" y="4598"/>
                    <a:pt x="1133" y="4598"/>
                  </a:cubicBezTo>
                  <a:cubicBezTo>
                    <a:pt x="738" y="4598"/>
                    <a:pt x="356" y="4495"/>
                    <a:pt x="0" y="4291"/>
                  </a:cubicBezTo>
                  <a:lnTo>
                    <a:pt x="0" y="4291"/>
                  </a:lnTo>
                  <a:cubicBezTo>
                    <a:pt x="433" y="4664"/>
                    <a:pt x="1021" y="4886"/>
                    <a:pt x="1645" y="4886"/>
                  </a:cubicBezTo>
                  <a:cubicBezTo>
                    <a:pt x="2046" y="4886"/>
                    <a:pt x="2462" y="4795"/>
                    <a:pt x="2861" y="4593"/>
                  </a:cubicBezTo>
                  <a:cubicBezTo>
                    <a:pt x="4087" y="3882"/>
                    <a:pt x="4594" y="2346"/>
                    <a:pt x="3981" y="1120"/>
                  </a:cubicBezTo>
                  <a:cubicBezTo>
                    <a:pt x="3678" y="613"/>
                    <a:pt x="3270" y="204"/>
                    <a:pt x="2755"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6" name="Google Shape;1886;p36"/>
            <p:cNvSpPr/>
            <p:nvPr/>
          </p:nvSpPr>
          <p:spPr>
            <a:xfrm>
              <a:off x="2060050" y="6233688"/>
              <a:ext cx="120175" cy="66450"/>
            </a:xfrm>
            <a:custGeom>
              <a:rect b="b" l="l" r="r" t="t"/>
              <a:pathLst>
                <a:path extrusionOk="0" h="2658" w="4807">
                  <a:moveTo>
                    <a:pt x="4602" y="1"/>
                  </a:moveTo>
                  <a:lnTo>
                    <a:pt x="0" y="2355"/>
                  </a:lnTo>
                  <a:cubicBezTo>
                    <a:pt x="106" y="2355"/>
                    <a:pt x="106" y="2453"/>
                    <a:pt x="106" y="2453"/>
                  </a:cubicBezTo>
                  <a:cubicBezTo>
                    <a:pt x="106" y="2559"/>
                    <a:pt x="204" y="2559"/>
                    <a:pt x="204" y="2657"/>
                  </a:cubicBezTo>
                  <a:lnTo>
                    <a:pt x="4806" y="311"/>
                  </a:lnTo>
                  <a:cubicBezTo>
                    <a:pt x="4806" y="205"/>
                    <a:pt x="4700" y="107"/>
                    <a:pt x="4700" y="1"/>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7" name="Google Shape;1887;p36"/>
            <p:cNvSpPr/>
            <p:nvPr/>
          </p:nvSpPr>
          <p:spPr>
            <a:xfrm>
              <a:off x="2060050" y="6228588"/>
              <a:ext cx="117500" cy="69100"/>
            </a:xfrm>
            <a:custGeom>
              <a:rect b="b" l="l" r="r" t="t"/>
              <a:pathLst>
                <a:path extrusionOk="0" h="2764" w="4700">
                  <a:moveTo>
                    <a:pt x="4602" y="0"/>
                  </a:moveTo>
                  <a:lnTo>
                    <a:pt x="0" y="2452"/>
                  </a:lnTo>
                  <a:lnTo>
                    <a:pt x="0" y="2559"/>
                  </a:lnTo>
                  <a:cubicBezTo>
                    <a:pt x="106" y="2657"/>
                    <a:pt x="106" y="2657"/>
                    <a:pt x="106" y="2763"/>
                  </a:cubicBezTo>
                  <a:lnTo>
                    <a:pt x="4700" y="311"/>
                  </a:lnTo>
                  <a:lnTo>
                    <a:pt x="4700" y="205"/>
                  </a:lnTo>
                  <a:cubicBezTo>
                    <a:pt x="4602" y="107"/>
                    <a:pt x="4602" y="107"/>
                    <a:pt x="4602" y="0"/>
                  </a:cubicBez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8" name="Google Shape;1888;p36"/>
            <p:cNvSpPr/>
            <p:nvPr/>
          </p:nvSpPr>
          <p:spPr>
            <a:xfrm>
              <a:off x="2221050" y="6118663"/>
              <a:ext cx="130200" cy="130375"/>
            </a:xfrm>
            <a:custGeom>
              <a:rect b="b" l="l" r="r" t="t"/>
              <a:pathLst>
                <a:path extrusionOk="0" h="5215" w="5208">
                  <a:moveTo>
                    <a:pt x="2653" y="0"/>
                  </a:moveTo>
                  <a:cubicBezTo>
                    <a:pt x="1403" y="0"/>
                    <a:pt x="292" y="895"/>
                    <a:pt x="99" y="2150"/>
                  </a:cubicBezTo>
                  <a:lnTo>
                    <a:pt x="99" y="2354"/>
                  </a:lnTo>
                  <a:lnTo>
                    <a:pt x="99" y="2460"/>
                  </a:lnTo>
                  <a:lnTo>
                    <a:pt x="1" y="2460"/>
                  </a:lnTo>
                  <a:lnTo>
                    <a:pt x="1" y="2558"/>
                  </a:lnTo>
                  <a:lnTo>
                    <a:pt x="1" y="2665"/>
                  </a:lnTo>
                  <a:cubicBezTo>
                    <a:pt x="99" y="2967"/>
                    <a:pt x="99" y="3171"/>
                    <a:pt x="205" y="3376"/>
                  </a:cubicBezTo>
                  <a:lnTo>
                    <a:pt x="205" y="3580"/>
                  </a:lnTo>
                  <a:lnTo>
                    <a:pt x="303" y="3686"/>
                  </a:lnTo>
                  <a:lnTo>
                    <a:pt x="303" y="3784"/>
                  </a:lnTo>
                  <a:lnTo>
                    <a:pt x="409" y="3891"/>
                  </a:lnTo>
                  <a:cubicBezTo>
                    <a:pt x="409" y="3989"/>
                    <a:pt x="409" y="3989"/>
                    <a:pt x="507" y="4095"/>
                  </a:cubicBezTo>
                  <a:lnTo>
                    <a:pt x="614" y="4193"/>
                  </a:lnTo>
                  <a:cubicBezTo>
                    <a:pt x="614" y="4299"/>
                    <a:pt x="614" y="4299"/>
                    <a:pt x="712" y="4299"/>
                  </a:cubicBezTo>
                  <a:cubicBezTo>
                    <a:pt x="712" y="4299"/>
                    <a:pt x="712" y="4397"/>
                    <a:pt x="818" y="4397"/>
                  </a:cubicBezTo>
                  <a:lnTo>
                    <a:pt x="818" y="4504"/>
                  </a:lnTo>
                  <a:cubicBezTo>
                    <a:pt x="916" y="4504"/>
                    <a:pt x="916" y="4602"/>
                    <a:pt x="1022" y="4602"/>
                  </a:cubicBezTo>
                  <a:cubicBezTo>
                    <a:pt x="1022" y="4708"/>
                    <a:pt x="1120" y="4708"/>
                    <a:pt x="1227" y="4708"/>
                  </a:cubicBezTo>
                  <a:lnTo>
                    <a:pt x="1227" y="4806"/>
                  </a:lnTo>
                  <a:cubicBezTo>
                    <a:pt x="1325" y="4806"/>
                    <a:pt x="1325" y="4806"/>
                    <a:pt x="1325" y="4912"/>
                  </a:cubicBezTo>
                  <a:lnTo>
                    <a:pt x="1431" y="4912"/>
                  </a:lnTo>
                  <a:cubicBezTo>
                    <a:pt x="1529" y="4912"/>
                    <a:pt x="1529" y="5010"/>
                    <a:pt x="1635" y="5010"/>
                  </a:cubicBezTo>
                  <a:cubicBezTo>
                    <a:pt x="1733" y="5010"/>
                    <a:pt x="1840" y="5117"/>
                    <a:pt x="1840" y="5117"/>
                  </a:cubicBezTo>
                  <a:lnTo>
                    <a:pt x="2142" y="5117"/>
                  </a:lnTo>
                  <a:lnTo>
                    <a:pt x="2142" y="5215"/>
                  </a:lnTo>
                  <a:lnTo>
                    <a:pt x="2453" y="5215"/>
                  </a:lnTo>
                  <a:cubicBezTo>
                    <a:pt x="2861" y="5215"/>
                    <a:pt x="3270" y="5215"/>
                    <a:pt x="3679" y="5010"/>
                  </a:cubicBezTo>
                  <a:cubicBezTo>
                    <a:pt x="3777" y="5010"/>
                    <a:pt x="3777" y="4912"/>
                    <a:pt x="3883" y="4912"/>
                  </a:cubicBezTo>
                  <a:cubicBezTo>
                    <a:pt x="3981" y="4806"/>
                    <a:pt x="4087" y="4806"/>
                    <a:pt x="4087" y="4806"/>
                  </a:cubicBezTo>
                  <a:cubicBezTo>
                    <a:pt x="4186" y="4708"/>
                    <a:pt x="4292" y="4708"/>
                    <a:pt x="4292" y="4602"/>
                  </a:cubicBezTo>
                  <a:cubicBezTo>
                    <a:pt x="4390" y="4504"/>
                    <a:pt x="4594" y="4397"/>
                    <a:pt x="4700" y="4299"/>
                  </a:cubicBezTo>
                  <a:cubicBezTo>
                    <a:pt x="4905" y="3989"/>
                    <a:pt x="5109" y="3580"/>
                    <a:pt x="5207" y="3171"/>
                  </a:cubicBezTo>
                  <a:lnTo>
                    <a:pt x="5207" y="3073"/>
                  </a:lnTo>
                  <a:lnTo>
                    <a:pt x="5207" y="2967"/>
                  </a:lnTo>
                  <a:lnTo>
                    <a:pt x="5207" y="2869"/>
                  </a:lnTo>
                  <a:lnTo>
                    <a:pt x="5207" y="2665"/>
                  </a:lnTo>
                  <a:lnTo>
                    <a:pt x="5207" y="2558"/>
                  </a:lnTo>
                  <a:lnTo>
                    <a:pt x="5207" y="2354"/>
                  </a:lnTo>
                  <a:lnTo>
                    <a:pt x="5207" y="2256"/>
                  </a:lnTo>
                  <a:lnTo>
                    <a:pt x="5207" y="2150"/>
                  </a:lnTo>
                  <a:lnTo>
                    <a:pt x="5207" y="2052"/>
                  </a:lnTo>
                  <a:cubicBezTo>
                    <a:pt x="5207" y="1945"/>
                    <a:pt x="5109" y="1945"/>
                    <a:pt x="5109" y="1847"/>
                  </a:cubicBezTo>
                  <a:lnTo>
                    <a:pt x="5109" y="1741"/>
                  </a:lnTo>
                  <a:lnTo>
                    <a:pt x="5109" y="1643"/>
                  </a:lnTo>
                  <a:cubicBezTo>
                    <a:pt x="5003" y="1643"/>
                    <a:pt x="5003" y="1537"/>
                    <a:pt x="5003" y="1537"/>
                  </a:cubicBezTo>
                  <a:lnTo>
                    <a:pt x="5003" y="1439"/>
                  </a:lnTo>
                  <a:cubicBezTo>
                    <a:pt x="4905" y="1439"/>
                    <a:pt x="4905" y="1332"/>
                    <a:pt x="4905" y="1332"/>
                  </a:cubicBezTo>
                  <a:cubicBezTo>
                    <a:pt x="4496" y="621"/>
                    <a:pt x="3777" y="106"/>
                    <a:pt x="2861" y="8"/>
                  </a:cubicBezTo>
                  <a:cubicBezTo>
                    <a:pt x="2792" y="3"/>
                    <a:pt x="2722" y="0"/>
                    <a:pt x="2653"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9" name="Google Shape;1889;p36"/>
            <p:cNvSpPr/>
            <p:nvPr/>
          </p:nvSpPr>
          <p:spPr>
            <a:xfrm>
              <a:off x="2197975" y="6115813"/>
              <a:ext cx="150825" cy="129975"/>
            </a:xfrm>
            <a:custGeom>
              <a:rect b="b" l="l" r="r" t="t"/>
              <a:pathLst>
                <a:path extrusionOk="0" h="5199" w="6033">
                  <a:moveTo>
                    <a:pt x="3045" y="1"/>
                  </a:moveTo>
                  <a:cubicBezTo>
                    <a:pt x="2632" y="1"/>
                    <a:pt x="2216" y="105"/>
                    <a:pt x="1839" y="327"/>
                  </a:cubicBezTo>
                  <a:cubicBezTo>
                    <a:pt x="515" y="940"/>
                    <a:pt x="0" y="2574"/>
                    <a:pt x="719" y="3800"/>
                  </a:cubicBezTo>
                  <a:cubicBezTo>
                    <a:pt x="1146" y="4721"/>
                    <a:pt x="2065" y="5199"/>
                    <a:pt x="2998" y="5199"/>
                  </a:cubicBezTo>
                  <a:cubicBezTo>
                    <a:pt x="3408" y="5199"/>
                    <a:pt x="3819" y="5107"/>
                    <a:pt x="4193" y="4920"/>
                  </a:cubicBezTo>
                  <a:cubicBezTo>
                    <a:pt x="5517" y="4209"/>
                    <a:pt x="6032" y="2672"/>
                    <a:pt x="5313" y="1446"/>
                  </a:cubicBezTo>
                  <a:cubicBezTo>
                    <a:pt x="4888" y="530"/>
                    <a:pt x="3974" y="1"/>
                    <a:pt x="3045" y="1"/>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0" name="Google Shape;1890;p36"/>
            <p:cNvSpPr/>
            <p:nvPr/>
          </p:nvSpPr>
          <p:spPr>
            <a:xfrm>
              <a:off x="2231275" y="6123963"/>
              <a:ext cx="117525" cy="122175"/>
            </a:xfrm>
            <a:custGeom>
              <a:rect b="b" l="l" r="r" t="t"/>
              <a:pathLst>
                <a:path extrusionOk="0" h="4887" w="4701">
                  <a:moveTo>
                    <a:pt x="2861" y="1"/>
                  </a:moveTo>
                  <a:lnTo>
                    <a:pt x="2861" y="1"/>
                  </a:lnTo>
                  <a:cubicBezTo>
                    <a:pt x="3163" y="205"/>
                    <a:pt x="3368" y="409"/>
                    <a:pt x="3474" y="712"/>
                  </a:cubicBezTo>
                  <a:cubicBezTo>
                    <a:pt x="4185" y="2044"/>
                    <a:pt x="3678" y="3572"/>
                    <a:pt x="2452" y="4292"/>
                  </a:cubicBezTo>
                  <a:cubicBezTo>
                    <a:pt x="2044" y="4496"/>
                    <a:pt x="1609" y="4598"/>
                    <a:pt x="1187" y="4598"/>
                  </a:cubicBezTo>
                  <a:cubicBezTo>
                    <a:pt x="765" y="4598"/>
                    <a:pt x="356" y="4496"/>
                    <a:pt x="0" y="4292"/>
                  </a:cubicBezTo>
                  <a:lnTo>
                    <a:pt x="0" y="4292"/>
                  </a:lnTo>
                  <a:cubicBezTo>
                    <a:pt x="498" y="4665"/>
                    <a:pt x="1108" y="4887"/>
                    <a:pt x="1718" y="4887"/>
                  </a:cubicBezTo>
                  <a:cubicBezTo>
                    <a:pt x="2109" y="4887"/>
                    <a:pt x="2500" y="4795"/>
                    <a:pt x="2861" y="4594"/>
                  </a:cubicBezTo>
                  <a:cubicBezTo>
                    <a:pt x="4185" y="3883"/>
                    <a:pt x="4700" y="2346"/>
                    <a:pt x="3981" y="1120"/>
                  </a:cubicBezTo>
                  <a:cubicBezTo>
                    <a:pt x="3777" y="614"/>
                    <a:pt x="3368" y="205"/>
                    <a:pt x="2861" y="1"/>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1" name="Google Shape;1891;p36"/>
            <p:cNvSpPr/>
            <p:nvPr/>
          </p:nvSpPr>
          <p:spPr>
            <a:xfrm>
              <a:off x="2215950" y="6151963"/>
              <a:ext cx="117525" cy="66425"/>
            </a:xfrm>
            <a:custGeom>
              <a:rect b="b" l="l" r="r" t="t"/>
              <a:pathLst>
                <a:path extrusionOk="0" h="2657" w="4701">
                  <a:moveTo>
                    <a:pt x="4594" y="0"/>
                  </a:moveTo>
                  <a:lnTo>
                    <a:pt x="0" y="2354"/>
                  </a:lnTo>
                  <a:lnTo>
                    <a:pt x="0" y="2452"/>
                  </a:lnTo>
                  <a:lnTo>
                    <a:pt x="205" y="2657"/>
                  </a:lnTo>
                  <a:lnTo>
                    <a:pt x="4700" y="311"/>
                  </a:lnTo>
                  <a:lnTo>
                    <a:pt x="4700" y="0"/>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2" name="Google Shape;1892;p36"/>
            <p:cNvSpPr/>
            <p:nvPr/>
          </p:nvSpPr>
          <p:spPr>
            <a:xfrm>
              <a:off x="2213300" y="6146863"/>
              <a:ext cx="120175" cy="69075"/>
            </a:xfrm>
            <a:custGeom>
              <a:rect b="b" l="l" r="r" t="t"/>
              <a:pathLst>
                <a:path extrusionOk="0" h="2763" w="4807">
                  <a:moveTo>
                    <a:pt x="4602" y="0"/>
                  </a:moveTo>
                  <a:lnTo>
                    <a:pt x="0" y="2452"/>
                  </a:lnTo>
                  <a:lnTo>
                    <a:pt x="106" y="2558"/>
                  </a:lnTo>
                  <a:cubicBezTo>
                    <a:pt x="106" y="2656"/>
                    <a:pt x="106" y="2656"/>
                    <a:pt x="204" y="2763"/>
                  </a:cubicBezTo>
                  <a:lnTo>
                    <a:pt x="4806" y="311"/>
                  </a:lnTo>
                  <a:lnTo>
                    <a:pt x="4700" y="204"/>
                  </a:lnTo>
                  <a:cubicBezTo>
                    <a:pt x="4700" y="106"/>
                    <a:pt x="4700" y="106"/>
                    <a:pt x="4602" y="0"/>
                  </a:cubicBez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3" name="Google Shape;1893;p36"/>
            <p:cNvSpPr/>
            <p:nvPr/>
          </p:nvSpPr>
          <p:spPr>
            <a:xfrm>
              <a:off x="2376750" y="6036913"/>
              <a:ext cx="130400" cy="130400"/>
            </a:xfrm>
            <a:custGeom>
              <a:rect b="b" l="l" r="r" t="t"/>
              <a:pathLst>
                <a:path extrusionOk="0" h="5216" w="5216">
                  <a:moveTo>
                    <a:pt x="2654" y="1"/>
                  </a:moveTo>
                  <a:cubicBezTo>
                    <a:pt x="1411" y="1"/>
                    <a:pt x="295" y="896"/>
                    <a:pt x="1" y="2150"/>
                  </a:cubicBezTo>
                  <a:lnTo>
                    <a:pt x="1" y="2355"/>
                  </a:lnTo>
                  <a:lnTo>
                    <a:pt x="1" y="2461"/>
                  </a:lnTo>
                  <a:lnTo>
                    <a:pt x="1" y="2559"/>
                  </a:lnTo>
                  <a:lnTo>
                    <a:pt x="1" y="2665"/>
                  </a:lnTo>
                  <a:cubicBezTo>
                    <a:pt x="1" y="2968"/>
                    <a:pt x="107" y="3172"/>
                    <a:pt x="107" y="3376"/>
                  </a:cubicBezTo>
                  <a:cubicBezTo>
                    <a:pt x="205" y="3483"/>
                    <a:pt x="205" y="3581"/>
                    <a:pt x="205" y="3581"/>
                  </a:cubicBezTo>
                  <a:lnTo>
                    <a:pt x="205" y="3687"/>
                  </a:lnTo>
                  <a:cubicBezTo>
                    <a:pt x="311" y="3687"/>
                    <a:pt x="311" y="3785"/>
                    <a:pt x="311" y="3785"/>
                  </a:cubicBezTo>
                  <a:lnTo>
                    <a:pt x="311" y="3891"/>
                  </a:lnTo>
                  <a:cubicBezTo>
                    <a:pt x="410" y="3891"/>
                    <a:pt x="410" y="3989"/>
                    <a:pt x="410" y="4096"/>
                  </a:cubicBezTo>
                  <a:lnTo>
                    <a:pt x="516" y="4096"/>
                  </a:lnTo>
                  <a:cubicBezTo>
                    <a:pt x="516" y="4096"/>
                    <a:pt x="516" y="4194"/>
                    <a:pt x="614" y="4194"/>
                  </a:cubicBezTo>
                  <a:lnTo>
                    <a:pt x="614" y="4300"/>
                  </a:lnTo>
                  <a:cubicBezTo>
                    <a:pt x="720" y="4300"/>
                    <a:pt x="720" y="4398"/>
                    <a:pt x="720" y="4398"/>
                  </a:cubicBezTo>
                  <a:lnTo>
                    <a:pt x="818" y="4504"/>
                  </a:lnTo>
                  <a:lnTo>
                    <a:pt x="924" y="4602"/>
                  </a:lnTo>
                  <a:cubicBezTo>
                    <a:pt x="1023" y="4709"/>
                    <a:pt x="1129" y="4709"/>
                    <a:pt x="1129" y="4709"/>
                  </a:cubicBezTo>
                  <a:cubicBezTo>
                    <a:pt x="1129" y="4807"/>
                    <a:pt x="1227" y="4807"/>
                    <a:pt x="1227" y="4807"/>
                  </a:cubicBezTo>
                  <a:cubicBezTo>
                    <a:pt x="1227" y="4807"/>
                    <a:pt x="1333" y="4807"/>
                    <a:pt x="1333" y="4913"/>
                  </a:cubicBezTo>
                  <a:lnTo>
                    <a:pt x="1431" y="4913"/>
                  </a:lnTo>
                  <a:cubicBezTo>
                    <a:pt x="1431" y="4913"/>
                    <a:pt x="1537" y="5011"/>
                    <a:pt x="1636" y="5011"/>
                  </a:cubicBezTo>
                  <a:cubicBezTo>
                    <a:pt x="1636" y="5011"/>
                    <a:pt x="1742" y="5117"/>
                    <a:pt x="1840" y="5117"/>
                  </a:cubicBezTo>
                  <a:lnTo>
                    <a:pt x="2150" y="5117"/>
                  </a:lnTo>
                  <a:cubicBezTo>
                    <a:pt x="2249" y="5215"/>
                    <a:pt x="2249" y="5215"/>
                    <a:pt x="2355" y="5215"/>
                  </a:cubicBezTo>
                  <a:cubicBezTo>
                    <a:pt x="2862" y="5215"/>
                    <a:pt x="3270" y="5215"/>
                    <a:pt x="3679" y="5011"/>
                  </a:cubicBezTo>
                  <a:cubicBezTo>
                    <a:pt x="3679" y="5011"/>
                    <a:pt x="3785" y="4913"/>
                    <a:pt x="3883" y="4913"/>
                  </a:cubicBezTo>
                  <a:cubicBezTo>
                    <a:pt x="3883" y="4807"/>
                    <a:pt x="3989" y="4807"/>
                    <a:pt x="4088" y="4807"/>
                  </a:cubicBezTo>
                  <a:lnTo>
                    <a:pt x="4292" y="4602"/>
                  </a:lnTo>
                  <a:lnTo>
                    <a:pt x="4602" y="4300"/>
                  </a:lnTo>
                  <a:cubicBezTo>
                    <a:pt x="4905" y="3989"/>
                    <a:pt x="5011" y="3581"/>
                    <a:pt x="5109" y="3172"/>
                  </a:cubicBezTo>
                  <a:lnTo>
                    <a:pt x="5215" y="3074"/>
                  </a:lnTo>
                  <a:lnTo>
                    <a:pt x="5215" y="2968"/>
                  </a:lnTo>
                  <a:lnTo>
                    <a:pt x="5215" y="2870"/>
                  </a:lnTo>
                  <a:lnTo>
                    <a:pt x="5215" y="2665"/>
                  </a:lnTo>
                  <a:lnTo>
                    <a:pt x="5215" y="2559"/>
                  </a:lnTo>
                  <a:lnTo>
                    <a:pt x="5215" y="2355"/>
                  </a:lnTo>
                  <a:lnTo>
                    <a:pt x="5215" y="2257"/>
                  </a:lnTo>
                  <a:lnTo>
                    <a:pt x="5215" y="2150"/>
                  </a:lnTo>
                  <a:lnTo>
                    <a:pt x="5109" y="2052"/>
                  </a:lnTo>
                  <a:lnTo>
                    <a:pt x="5109" y="1848"/>
                  </a:lnTo>
                  <a:lnTo>
                    <a:pt x="5109" y="1742"/>
                  </a:lnTo>
                  <a:cubicBezTo>
                    <a:pt x="5011" y="1742"/>
                    <a:pt x="5011" y="1644"/>
                    <a:pt x="5011" y="1644"/>
                  </a:cubicBezTo>
                  <a:lnTo>
                    <a:pt x="5011" y="1537"/>
                  </a:lnTo>
                  <a:lnTo>
                    <a:pt x="4905" y="1439"/>
                  </a:lnTo>
                  <a:lnTo>
                    <a:pt x="4905" y="1333"/>
                  </a:lnTo>
                  <a:cubicBezTo>
                    <a:pt x="4496" y="622"/>
                    <a:pt x="3679" y="107"/>
                    <a:pt x="2862" y="9"/>
                  </a:cubicBezTo>
                  <a:cubicBezTo>
                    <a:pt x="2792" y="3"/>
                    <a:pt x="2723" y="1"/>
                    <a:pt x="2654" y="1"/>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4" name="Google Shape;1894;p36"/>
            <p:cNvSpPr/>
            <p:nvPr/>
          </p:nvSpPr>
          <p:spPr>
            <a:xfrm>
              <a:off x="2353875" y="6034013"/>
              <a:ext cx="148175" cy="130050"/>
            </a:xfrm>
            <a:custGeom>
              <a:rect b="b" l="l" r="r" t="t"/>
              <a:pathLst>
                <a:path extrusionOk="0" h="5202" w="5927">
                  <a:moveTo>
                    <a:pt x="3007" y="1"/>
                  </a:moveTo>
                  <a:cubicBezTo>
                    <a:pt x="2584" y="1"/>
                    <a:pt x="2149" y="105"/>
                    <a:pt x="1733" y="329"/>
                  </a:cubicBezTo>
                  <a:cubicBezTo>
                    <a:pt x="507" y="942"/>
                    <a:pt x="0" y="2577"/>
                    <a:pt x="712" y="3803"/>
                  </a:cubicBezTo>
                  <a:cubicBezTo>
                    <a:pt x="1138" y="4723"/>
                    <a:pt x="2010" y="5202"/>
                    <a:pt x="2947" y="5202"/>
                  </a:cubicBezTo>
                  <a:cubicBezTo>
                    <a:pt x="3358" y="5202"/>
                    <a:pt x="3782" y="5110"/>
                    <a:pt x="4185" y="4923"/>
                  </a:cubicBezTo>
                  <a:cubicBezTo>
                    <a:pt x="5411" y="4212"/>
                    <a:pt x="5926" y="2675"/>
                    <a:pt x="5313" y="1351"/>
                  </a:cubicBezTo>
                  <a:cubicBezTo>
                    <a:pt x="4818" y="508"/>
                    <a:pt x="3940" y="1"/>
                    <a:pt x="3007" y="1"/>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5" name="Google Shape;1895;p36"/>
            <p:cNvSpPr/>
            <p:nvPr/>
          </p:nvSpPr>
          <p:spPr>
            <a:xfrm>
              <a:off x="2386975" y="6042238"/>
              <a:ext cx="115075" cy="122175"/>
            </a:xfrm>
            <a:custGeom>
              <a:rect b="b" l="l" r="r" t="t"/>
              <a:pathLst>
                <a:path extrusionOk="0" h="4887" w="4603">
                  <a:moveTo>
                    <a:pt x="2861" y="0"/>
                  </a:moveTo>
                  <a:cubicBezTo>
                    <a:pt x="3066" y="205"/>
                    <a:pt x="3270" y="409"/>
                    <a:pt x="3474" y="711"/>
                  </a:cubicBezTo>
                  <a:cubicBezTo>
                    <a:pt x="4193" y="2044"/>
                    <a:pt x="3679" y="3572"/>
                    <a:pt x="2354" y="4291"/>
                  </a:cubicBezTo>
                  <a:cubicBezTo>
                    <a:pt x="2021" y="4481"/>
                    <a:pt x="1646" y="4559"/>
                    <a:pt x="1268" y="4559"/>
                  </a:cubicBezTo>
                  <a:cubicBezTo>
                    <a:pt x="829" y="4559"/>
                    <a:pt x="387" y="4454"/>
                    <a:pt x="1" y="4291"/>
                  </a:cubicBezTo>
                  <a:lnTo>
                    <a:pt x="1" y="4291"/>
                  </a:lnTo>
                  <a:cubicBezTo>
                    <a:pt x="498" y="4665"/>
                    <a:pt x="1111" y="4886"/>
                    <a:pt x="1721" y="4886"/>
                  </a:cubicBezTo>
                  <a:cubicBezTo>
                    <a:pt x="2113" y="4886"/>
                    <a:pt x="2503" y="4795"/>
                    <a:pt x="2861" y="4594"/>
                  </a:cubicBezTo>
                  <a:cubicBezTo>
                    <a:pt x="4087" y="3883"/>
                    <a:pt x="4602" y="2346"/>
                    <a:pt x="3989" y="1022"/>
                  </a:cubicBezTo>
                  <a:cubicBezTo>
                    <a:pt x="3679" y="613"/>
                    <a:pt x="3270" y="205"/>
                    <a:pt x="2861"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6" name="Google Shape;1896;p36"/>
            <p:cNvSpPr/>
            <p:nvPr/>
          </p:nvSpPr>
          <p:spPr>
            <a:xfrm>
              <a:off x="2371650" y="6070238"/>
              <a:ext cx="117525" cy="66425"/>
            </a:xfrm>
            <a:custGeom>
              <a:rect b="b" l="l" r="r" t="t"/>
              <a:pathLst>
                <a:path extrusionOk="0" h="2657" w="4701">
                  <a:moveTo>
                    <a:pt x="4602" y="0"/>
                  </a:moveTo>
                  <a:lnTo>
                    <a:pt x="1" y="2354"/>
                  </a:lnTo>
                  <a:lnTo>
                    <a:pt x="1" y="2452"/>
                  </a:lnTo>
                  <a:cubicBezTo>
                    <a:pt x="1" y="2558"/>
                    <a:pt x="107" y="2558"/>
                    <a:pt x="107" y="2656"/>
                  </a:cubicBezTo>
                  <a:lnTo>
                    <a:pt x="4700" y="311"/>
                  </a:lnTo>
                  <a:cubicBezTo>
                    <a:pt x="4700" y="204"/>
                    <a:pt x="4700" y="106"/>
                    <a:pt x="4602"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7" name="Google Shape;1897;p36"/>
            <p:cNvSpPr/>
            <p:nvPr/>
          </p:nvSpPr>
          <p:spPr>
            <a:xfrm>
              <a:off x="2369200" y="6065113"/>
              <a:ext cx="117525" cy="69100"/>
            </a:xfrm>
            <a:custGeom>
              <a:rect b="b" l="l" r="r" t="t"/>
              <a:pathLst>
                <a:path extrusionOk="0" h="2764" w="4701">
                  <a:moveTo>
                    <a:pt x="4594" y="1"/>
                  </a:moveTo>
                  <a:lnTo>
                    <a:pt x="0" y="2453"/>
                  </a:lnTo>
                  <a:cubicBezTo>
                    <a:pt x="0" y="2453"/>
                    <a:pt x="0" y="2559"/>
                    <a:pt x="99" y="2559"/>
                  </a:cubicBezTo>
                  <a:lnTo>
                    <a:pt x="99" y="2763"/>
                  </a:lnTo>
                  <a:lnTo>
                    <a:pt x="4700" y="311"/>
                  </a:lnTo>
                  <a:lnTo>
                    <a:pt x="4700" y="107"/>
                  </a:lnTo>
                  <a:cubicBezTo>
                    <a:pt x="4700" y="107"/>
                    <a:pt x="4594" y="107"/>
                    <a:pt x="4594" y="1"/>
                  </a:cubicBez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8" name="Google Shape;1898;p36"/>
            <p:cNvSpPr/>
            <p:nvPr/>
          </p:nvSpPr>
          <p:spPr>
            <a:xfrm>
              <a:off x="1832825" y="6506888"/>
              <a:ext cx="130175" cy="130400"/>
            </a:xfrm>
            <a:custGeom>
              <a:rect b="b" l="l" r="r" t="t"/>
              <a:pathLst>
                <a:path extrusionOk="0" h="5216" w="5207">
                  <a:moveTo>
                    <a:pt x="2652" y="0"/>
                  </a:moveTo>
                  <a:cubicBezTo>
                    <a:pt x="1403" y="0"/>
                    <a:pt x="292" y="896"/>
                    <a:pt x="98" y="2150"/>
                  </a:cubicBezTo>
                  <a:lnTo>
                    <a:pt x="0" y="2150"/>
                  </a:lnTo>
                  <a:lnTo>
                    <a:pt x="0" y="2355"/>
                  </a:lnTo>
                  <a:lnTo>
                    <a:pt x="0" y="2461"/>
                  </a:lnTo>
                  <a:lnTo>
                    <a:pt x="0" y="2559"/>
                  </a:lnTo>
                  <a:lnTo>
                    <a:pt x="0" y="2665"/>
                  </a:lnTo>
                  <a:cubicBezTo>
                    <a:pt x="0" y="2968"/>
                    <a:pt x="98" y="3172"/>
                    <a:pt x="98" y="3376"/>
                  </a:cubicBezTo>
                  <a:cubicBezTo>
                    <a:pt x="205" y="3482"/>
                    <a:pt x="205" y="3581"/>
                    <a:pt x="205" y="3581"/>
                  </a:cubicBezTo>
                  <a:lnTo>
                    <a:pt x="205" y="3687"/>
                  </a:lnTo>
                  <a:cubicBezTo>
                    <a:pt x="303" y="3687"/>
                    <a:pt x="303" y="3785"/>
                    <a:pt x="303" y="3785"/>
                  </a:cubicBezTo>
                  <a:lnTo>
                    <a:pt x="303" y="3891"/>
                  </a:lnTo>
                  <a:lnTo>
                    <a:pt x="507" y="4095"/>
                  </a:lnTo>
                  <a:cubicBezTo>
                    <a:pt x="507" y="4095"/>
                    <a:pt x="507" y="4194"/>
                    <a:pt x="613" y="4300"/>
                  </a:cubicBezTo>
                  <a:cubicBezTo>
                    <a:pt x="711" y="4300"/>
                    <a:pt x="711" y="4398"/>
                    <a:pt x="711" y="4398"/>
                  </a:cubicBezTo>
                  <a:cubicBezTo>
                    <a:pt x="818" y="4398"/>
                    <a:pt x="818" y="4504"/>
                    <a:pt x="818" y="4504"/>
                  </a:cubicBezTo>
                  <a:lnTo>
                    <a:pt x="916" y="4602"/>
                  </a:lnTo>
                  <a:lnTo>
                    <a:pt x="1022" y="4602"/>
                  </a:lnTo>
                  <a:cubicBezTo>
                    <a:pt x="1022" y="4708"/>
                    <a:pt x="1120" y="4708"/>
                    <a:pt x="1120" y="4807"/>
                  </a:cubicBezTo>
                  <a:lnTo>
                    <a:pt x="1226" y="4807"/>
                  </a:lnTo>
                  <a:cubicBezTo>
                    <a:pt x="1226" y="4807"/>
                    <a:pt x="1324" y="4807"/>
                    <a:pt x="1324" y="4913"/>
                  </a:cubicBezTo>
                  <a:lnTo>
                    <a:pt x="1431" y="4913"/>
                  </a:lnTo>
                  <a:cubicBezTo>
                    <a:pt x="1431" y="4913"/>
                    <a:pt x="1529" y="5011"/>
                    <a:pt x="1635" y="5011"/>
                  </a:cubicBezTo>
                  <a:cubicBezTo>
                    <a:pt x="1733" y="5011"/>
                    <a:pt x="1733" y="5117"/>
                    <a:pt x="1839" y="5117"/>
                  </a:cubicBezTo>
                  <a:lnTo>
                    <a:pt x="2044" y="5117"/>
                  </a:lnTo>
                  <a:cubicBezTo>
                    <a:pt x="2044" y="5117"/>
                    <a:pt x="2142" y="5117"/>
                    <a:pt x="2142" y="5215"/>
                  </a:cubicBezTo>
                  <a:lnTo>
                    <a:pt x="2346" y="5215"/>
                  </a:lnTo>
                  <a:cubicBezTo>
                    <a:pt x="2861" y="5215"/>
                    <a:pt x="3270" y="5215"/>
                    <a:pt x="3678" y="5011"/>
                  </a:cubicBezTo>
                  <a:cubicBezTo>
                    <a:pt x="3678" y="5011"/>
                    <a:pt x="3776" y="4913"/>
                    <a:pt x="3883" y="4913"/>
                  </a:cubicBezTo>
                  <a:cubicBezTo>
                    <a:pt x="3981" y="4807"/>
                    <a:pt x="3981" y="4807"/>
                    <a:pt x="4087" y="4807"/>
                  </a:cubicBezTo>
                  <a:lnTo>
                    <a:pt x="4291" y="4602"/>
                  </a:lnTo>
                  <a:lnTo>
                    <a:pt x="4594" y="4300"/>
                  </a:lnTo>
                  <a:cubicBezTo>
                    <a:pt x="4904" y="3989"/>
                    <a:pt x="5109" y="3581"/>
                    <a:pt x="5109" y="3172"/>
                  </a:cubicBezTo>
                  <a:lnTo>
                    <a:pt x="5207" y="3172"/>
                  </a:lnTo>
                  <a:lnTo>
                    <a:pt x="5207" y="3074"/>
                  </a:lnTo>
                  <a:lnTo>
                    <a:pt x="5207" y="2968"/>
                  </a:lnTo>
                  <a:lnTo>
                    <a:pt x="5207" y="2869"/>
                  </a:lnTo>
                  <a:lnTo>
                    <a:pt x="5207" y="2665"/>
                  </a:lnTo>
                  <a:lnTo>
                    <a:pt x="5207" y="2559"/>
                  </a:lnTo>
                  <a:lnTo>
                    <a:pt x="5207" y="2355"/>
                  </a:lnTo>
                  <a:lnTo>
                    <a:pt x="5207" y="2256"/>
                  </a:lnTo>
                  <a:lnTo>
                    <a:pt x="5207" y="2150"/>
                  </a:lnTo>
                  <a:lnTo>
                    <a:pt x="5207" y="2052"/>
                  </a:lnTo>
                  <a:cubicBezTo>
                    <a:pt x="5109" y="1946"/>
                    <a:pt x="5109" y="1946"/>
                    <a:pt x="5109" y="1848"/>
                  </a:cubicBezTo>
                  <a:lnTo>
                    <a:pt x="5109" y="1742"/>
                  </a:lnTo>
                  <a:lnTo>
                    <a:pt x="5002" y="1643"/>
                  </a:lnTo>
                  <a:lnTo>
                    <a:pt x="5002" y="1537"/>
                  </a:lnTo>
                  <a:lnTo>
                    <a:pt x="4904" y="1439"/>
                  </a:lnTo>
                  <a:lnTo>
                    <a:pt x="4904" y="1333"/>
                  </a:lnTo>
                  <a:cubicBezTo>
                    <a:pt x="4496" y="622"/>
                    <a:pt x="3776" y="107"/>
                    <a:pt x="2861" y="9"/>
                  </a:cubicBezTo>
                  <a:cubicBezTo>
                    <a:pt x="2791" y="3"/>
                    <a:pt x="2722" y="0"/>
                    <a:pt x="2652"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9" name="Google Shape;1899;p36"/>
            <p:cNvSpPr/>
            <p:nvPr/>
          </p:nvSpPr>
          <p:spPr>
            <a:xfrm>
              <a:off x="1809725" y="6504063"/>
              <a:ext cx="148175" cy="129975"/>
            </a:xfrm>
            <a:custGeom>
              <a:rect b="b" l="l" r="r" t="t"/>
              <a:pathLst>
                <a:path extrusionOk="0" h="5199" w="5927">
                  <a:moveTo>
                    <a:pt x="2994" y="0"/>
                  </a:moveTo>
                  <a:cubicBezTo>
                    <a:pt x="2577" y="0"/>
                    <a:pt x="2149" y="105"/>
                    <a:pt x="1742" y="326"/>
                  </a:cubicBezTo>
                  <a:cubicBezTo>
                    <a:pt x="516" y="939"/>
                    <a:pt x="1" y="2574"/>
                    <a:pt x="720" y="3800"/>
                  </a:cubicBezTo>
                  <a:cubicBezTo>
                    <a:pt x="1146" y="4720"/>
                    <a:pt x="2066" y="5198"/>
                    <a:pt x="2999" y="5198"/>
                  </a:cubicBezTo>
                  <a:cubicBezTo>
                    <a:pt x="3408" y="5198"/>
                    <a:pt x="3820" y="5106"/>
                    <a:pt x="4194" y="4920"/>
                  </a:cubicBezTo>
                  <a:cubicBezTo>
                    <a:pt x="5518" y="4208"/>
                    <a:pt x="5926" y="2672"/>
                    <a:pt x="5313" y="1446"/>
                  </a:cubicBezTo>
                  <a:cubicBezTo>
                    <a:pt x="4821" y="529"/>
                    <a:pt x="3933" y="0"/>
                    <a:pt x="2994" y="0"/>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0" name="Google Shape;1900;p36"/>
            <p:cNvSpPr/>
            <p:nvPr/>
          </p:nvSpPr>
          <p:spPr>
            <a:xfrm>
              <a:off x="1843025" y="6512213"/>
              <a:ext cx="114875" cy="122175"/>
            </a:xfrm>
            <a:custGeom>
              <a:rect b="b" l="l" r="r" t="t"/>
              <a:pathLst>
                <a:path extrusionOk="0" h="4887" w="4595">
                  <a:moveTo>
                    <a:pt x="2862" y="0"/>
                  </a:moveTo>
                  <a:lnTo>
                    <a:pt x="2862" y="0"/>
                  </a:lnTo>
                  <a:cubicBezTo>
                    <a:pt x="3066" y="204"/>
                    <a:pt x="3270" y="409"/>
                    <a:pt x="3475" y="711"/>
                  </a:cubicBezTo>
                  <a:cubicBezTo>
                    <a:pt x="4186" y="2043"/>
                    <a:pt x="3679" y="3572"/>
                    <a:pt x="2347" y="4291"/>
                  </a:cubicBezTo>
                  <a:cubicBezTo>
                    <a:pt x="1991" y="4495"/>
                    <a:pt x="1582" y="4598"/>
                    <a:pt x="1174" y="4598"/>
                  </a:cubicBezTo>
                  <a:cubicBezTo>
                    <a:pt x="765" y="4598"/>
                    <a:pt x="356" y="4495"/>
                    <a:pt x="1" y="4291"/>
                  </a:cubicBezTo>
                  <a:lnTo>
                    <a:pt x="1" y="4291"/>
                  </a:lnTo>
                  <a:cubicBezTo>
                    <a:pt x="499" y="4664"/>
                    <a:pt x="1109" y="4886"/>
                    <a:pt x="1718" y="4886"/>
                  </a:cubicBezTo>
                  <a:cubicBezTo>
                    <a:pt x="2109" y="4886"/>
                    <a:pt x="2501" y="4795"/>
                    <a:pt x="2862" y="4594"/>
                  </a:cubicBezTo>
                  <a:cubicBezTo>
                    <a:pt x="4186" y="3882"/>
                    <a:pt x="4594" y="2346"/>
                    <a:pt x="3981" y="1120"/>
                  </a:cubicBezTo>
                  <a:cubicBezTo>
                    <a:pt x="3679" y="613"/>
                    <a:pt x="3270" y="204"/>
                    <a:pt x="2862"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1" name="Google Shape;1901;p36"/>
            <p:cNvSpPr/>
            <p:nvPr/>
          </p:nvSpPr>
          <p:spPr>
            <a:xfrm>
              <a:off x="1827700" y="6540188"/>
              <a:ext cx="117525" cy="66450"/>
            </a:xfrm>
            <a:custGeom>
              <a:rect b="b" l="l" r="r" t="t"/>
              <a:pathLst>
                <a:path extrusionOk="0" h="2658" w="4701">
                  <a:moveTo>
                    <a:pt x="4594" y="1"/>
                  </a:moveTo>
                  <a:lnTo>
                    <a:pt x="1" y="2355"/>
                  </a:lnTo>
                  <a:lnTo>
                    <a:pt x="1" y="2453"/>
                  </a:lnTo>
                  <a:cubicBezTo>
                    <a:pt x="99" y="2559"/>
                    <a:pt x="99" y="2559"/>
                    <a:pt x="99" y="2657"/>
                  </a:cubicBezTo>
                  <a:lnTo>
                    <a:pt x="4701" y="311"/>
                  </a:lnTo>
                  <a:cubicBezTo>
                    <a:pt x="4701" y="205"/>
                    <a:pt x="4701" y="107"/>
                    <a:pt x="4594" y="1"/>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2" name="Google Shape;1902;p36"/>
            <p:cNvSpPr/>
            <p:nvPr/>
          </p:nvSpPr>
          <p:spPr>
            <a:xfrm>
              <a:off x="1825050" y="6535088"/>
              <a:ext cx="120175" cy="69100"/>
            </a:xfrm>
            <a:custGeom>
              <a:rect b="b" l="l" r="r" t="t"/>
              <a:pathLst>
                <a:path extrusionOk="0" h="2764" w="4807">
                  <a:moveTo>
                    <a:pt x="4602" y="1"/>
                  </a:moveTo>
                  <a:lnTo>
                    <a:pt x="1" y="2453"/>
                  </a:lnTo>
                  <a:cubicBezTo>
                    <a:pt x="1" y="2453"/>
                    <a:pt x="1" y="2559"/>
                    <a:pt x="107" y="2559"/>
                  </a:cubicBezTo>
                  <a:lnTo>
                    <a:pt x="107" y="2763"/>
                  </a:lnTo>
                  <a:lnTo>
                    <a:pt x="4807" y="311"/>
                  </a:lnTo>
                  <a:cubicBezTo>
                    <a:pt x="4700" y="311"/>
                    <a:pt x="4700" y="205"/>
                    <a:pt x="4700" y="205"/>
                  </a:cubicBezTo>
                  <a:cubicBezTo>
                    <a:pt x="4700" y="107"/>
                    <a:pt x="4602" y="107"/>
                    <a:pt x="4602" y="1"/>
                  </a:cubicBez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3" name="Google Shape;1903;p36"/>
            <p:cNvSpPr/>
            <p:nvPr/>
          </p:nvSpPr>
          <p:spPr>
            <a:xfrm>
              <a:off x="1988525" y="6425163"/>
              <a:ext cx="130400" cy="130375"/>
            </a:xfrm>
            <a:custGeom>
              <a:rect b="b" l="l" r="r" t="t"/>
              <a:pathLst>
                <a:path extrusionOk="0" h="5215" w="5216">
                  <a:moveTo>
                    <a:pt x="2638" y="0"/>
                  </a:moveTo>
                  <a:cubicBezTo>
                    <a:pt x="1305" y="0"/>
                    <a:pt x="194" y="895"/>
                    <a:pt x="0" y="2150"/>
                  </a:cubicBezTo>
                  <a:lnTo>
                    <a:pt x="0" y="2354"/>
                  </a:lnTo>
                  <a:lnTo>
                    <a:pt x="0" y="2460"/>
                  </a:lnTo>
                  <a:lnTo>
                    <a:pt x="0" y="2558"/>
                  </a:lnTo>
                  <a:lnTo>
                    <a:pt x="0" y="2665"/>
                  </a:lnTo>
                  <a:cubicBezTo>
                    <a:pt x="0" y="2967"/>
                    <a:pt x="0" y="3171"/>
                    <a:pt x="107" y="3376"/>
                  </a:cubicBezTo>
                  <a:cubicBezTo>
                    <a:pt x="107" y="3482"/>
                    <a:pt x="107" y="3580"/>
                    <a:pt x="205" y="3580"/>
                  </a:cubicBezTo>
                  <a:lnTo>
                    <a:pt x="205" y="3686"/>
                  </a:lnTo>
                  <a:cubicBezTo>
                    <a:pt x="205" y="3686"/>
                    <a:pt x="205" y="3785"/>
                    <a:pt x="311" y="3785"/>
                  </a:cubicBezTo>
                  <a:lnTo>
                    <a:pt x="311" y="3891"/>
                  </a:lnTo>
                  <a:cubicBezTo>
                    <a:pt x="311" y="3989"/>
                    <a:pt x="409" y="3989"/>
                    <a:pt x="409" y="4095"/>
                  </a:cubicBezTo>
                  <a:cubicBezTo>
                    <a:pt x="515" y="4095"/>
                    <a:pt x="515" y="4193"/>
                    <a:pt x="515" y="4193"/>
                  </a:cubicBezTo>
                  <a:lnTo>
                    <a:pt x="613" y="4299"/>
                  </a:lnTo>
                  <a:lnTo>
                    <a:pt x="720" y="4398"/>
                  </a:lnTo>
                  <a:lnTo>
                    <a:pt x="720" y="4504"/>
                  </a:lnTo>
                  <a:cubicBezTo>
                    <a:pt x="818" y="4504"/>
                    <a:pt x="818" y="4602"/>
                    <a:pt x="924" y="4602"/>
                  </a:cubicBezTo>
                  <a:cubicBezTo>
                    <a:pt x="1022" y="4708"/>
                    <a:pt x="1022" y="4708"/>
                    <a:pt x="1128" y="4708"/>
                  </a:cubicBezTo>
                  <a:lnTo>
                    <a:pt x="1128" y="4806"/>
                  </a:lnTo>
                  <a:cubicBezTo>
                    <a:pt x="1226" y="4806"/>
                    <a:pt x="1226" y="4806"/>
                    <a:pt x="1333" y="4912"/>
                  </a:cubicBezTo>
                  <a:cubicBezTo>
                    <a:pt x="1431" y="4912"/>
                    <a:pt x="1537" y="5011"/>
                    <a:pt x="1537" y="5011"/>
                  </a:cubicBezTo>
                  <a:cubicBezTo>
                    <a:pt x="1635" y="5011"/>
                    <a:pt x="1741" y="5117"/>
                    <a:pt x="1839" y="5117"/>
                  </a:cubicBezTo>
                  <a:lnTo>
                    <a:pt x="2150" y="5117"/>
                  </a:lnTo>
                  <a:cubicBezTo>
                    <a:pt x="2150" y="5215"/>
                    <a:pt x="2248" y="5215"/>
                    <a:pt x="2354" y="5215"/>
                  </a:cubicBezTo>
                  <a:cubicBezTo>
                    <a:pt x="2763" y="5215"/>
                    <a:pt x="3172" y="5215"/>
                    <a:pt x="3580" y="5011"/>
                  </a:cubicBezTo>
                  <a:cubicBezTo>
                    <a:pt x="3678" y="5011"/>
                    <a:pt x="3785" y="4912"/>
                    <a:pt x="3785" y="4912"/>
                  </a:cubicBezTo>
                  <a:cubicBezTo>
                    <a:pt x="3883" y="4806"/>
                    <a:pt x="3989" y="4806"/>
                    <a:pt x="4087" y="4806"/>
                  </a:cubicBezTo>
                  <a:cubicBezTo>
                    <a:pt x="4087" y="4708"/>
                    <a:pt x="4193" y="4708"/>
                    <a:pt x="4193" y="4602"/>
                  </a:cubicBezTo>
                  <a:cubicBezTo>
                    <a:pt x="4398" y="4504"/>
                    <a:pt x="4496" y="4398"/>
                    <a:pt x="4602" y="4299"/>
                  </a:cubicBezTo>
                  <a:cubicBezTo>
                    <a:pt x="4806" y="3989"/>
                    <a:pt x="5011" y="3580"/>
                    <a:pt x="5109" y="3171"/>
                  </a:cubicBezTo>
                  <a:lnTo>
                    <a:pt x="5109" y="3073"/>
                  </a:lnTo>
                  <a:lnTo>
                    <a:pt x="5109" y="2967"/>
                  </a:lnTo>
                  <a:lnTo>
                    <a:pt x="5215" y="2967"/>
                  </a:lnTo>
                  <a:lnTo>
                    <a:pt x="5215" y="2869"/>
                  </a:lnTo>
                  <a:lnTo>
                    <a:pt x="5215" y="2665"/>
                  </a:lnTo>
                  <a:lnTo>
                    <a:pt x="5215" y="2558"/>
                  </a:lnTo>
                  <a:lnTo>
                    <a:pt x="5215" y="2354"/>
                  </a:lnTo>
                  <a:lnTo>
                    <a:pt x="5215" y="2256"/>
                  </a:lnTo>
                  <a:cubicBezTo>
                    <a:pt x="5109" y="2256"/>
                    <a:pt x="5109" y="2150"/>
                    <a:pt x="5109" y="2150"/>
                  </a:cubicBezTo>
                  <a:lnTo>
                    <a:pt x="5109" y="2052"/>
                  </a:lnTo>
                  <a:lnTo>
                    <a:pt x="5109" y="1847"/>
                  </a:lnTo>
                  <a:lnTo>
                    <a:pt x="5011" y="1741"/>
                  </a:lnTo>
                  <a:lnTo>
                    <a:pt x="5011" y="1643"/>
                  </a:lnTo>
                  <a:cubicBezTo>
                    <a:pt x="5011" y="1643"/>
                    <a:pt x="5011" y="1537"/>
                    <a:pt x="4904" y="1537"/>
                  </a:cubicBezTo>
                  <a:lnTo>
                    <a:pt x="4904" y="1439"/>
                  </a:lnTo>
                  <a:cubicBezTo>
                    <a:pt x="4904" y="1439"/>
                    <a:pt x="4904" y="1332"/>
                    <a:pt x="4806" y="1332"/>
                  </a:cubicBezTo>
                  <a:cubicBezTo>
                    <a:pt x="4398" y="621"/>
                    <a:pt x="3678" y="106"/>
                    <a:pt x="2861" y="8"/>
                  </a:cubicBezTo>
                  <a:cubicBezTo>
                    <a:pt x="2786" y="3"/>
                    <a:pt x="2712" y="0"/>
                    <a:pt x="2638"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4" name="Google Shape;1904;p36"/>
            <p:cNvSpPr/>
            <p:nvPr/>
          </p:nvSpPr>
          <p:spPr>
            <a:xfrm>
              <a:off x="1965625" y="6422313"/>
              <a:ext cx="148175" cy="129975"/>
            </a:xfrm>
            <a:custGeom>
              <a:rect b="b" l="l" r="r" t="t"/>
              <a:pathLst>
                <a:path extrusionOk="0" h="5199" w="5927">
                  <a:moveTo>
                    <a:pt x="2987" y="1"/>
                  </a:moveTo>
                  <a:cubicBezTo>
                    <a:pt x="2572" y="1"/>
                    <a:pt x="2144" y="105"/>
                    <a:pt x="1734" y="327"/>
                  </a:cubicBezTo>
                  <a:cubicBezTo>
                    <a:pt x="508" y="940"/>
                    <a:pt x="1" y="2574"/>
                    <a:pt x="614" y="3800"/>
                  </a:cubicBezTo>
                  <a:cubicBezTo>
                    <a:pt x="1108" y="4721"/>
                    <a:pt x="2002" y="5199"/>
                    <a:pt x="2945" y="5199"/>
                  </a:cubicBezTo>
                  <a:cubicBezTo>
                    <a:pt x="3359" y="5199"/>
                    <a:pt x="3782" y="5107"/>
                    <a:pt x="4186" y="4920"/>
                  </a:cubicBezTo>
                  <a:cubicBezTo>
                    <a:pt x="5412" y="4209"/>
                    <a:pt x="5927" y="2672"/>
                    <a:pt x="5207" y="1446"/>
                  </a:cubicBezTo>
                  <a:cubicBezTo>
                    <a:pt x="4783" y="530"/>
                    <a:pt x="3920" y="1"/>
                    <a:pt x="2987" y="1"/>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5" name="Google Shape;1905;p36"/>
            <p:cNvSpPr/>
            <p:nvPr/>
          </p:nvSpPr>
          <p:spPr>
            <a:xfrm>
              <a:off x="1998750" y="6430463"/>
              <a:ext cx="115050" cy="122175"/>
            </a:xfrm>
            <a:custGeom>
              <a:rect b="b" l="l" r="r" t="t"/>
              <a:pathLst>
                <a:path extrusionOk="0" h="4887" w="4602">
                  <a:moveTo>
                    <a:pt x="2763" y="1"/>
                  </a:moveTo>
                  <a:lnTo>
                    <a:pt x="2763" y="1"/>
                  </a:lnTo>
                  <a:cubicBezTo>
                    <a:pt x="3065" y="205"/>
                    <a:pt x="3269" y="409"/>
                    <a:pt x="3474" y="712"/>
                  </a:cubicBezTo>
                  <a:cubicBezTo>
                    <a:pt x="4087" y="2044"/>
                    <a:pt x="3580" y="3573"/>
                    <a:pt x="2354" y="4292"/>
                  </a:cubicBezTo>
                  <a:cubicBezTo>
                    <a:pt x="1945" y="4496"/>
                    <a:pt x="1537" y="4598"/>
                    <a:pt x="1140" y="4598"/>
                  </a:cubicBezTo>
                  <a:cubicBezTo>
                    <a:pt x="744" y="4598"/>
                    <a:pt x="360" y="4496"/>
                    <a:pt x="0" y="4292"/>
                  </a:cubicBezTo>
                  <a:lnTo>
                    <a:pt x="0" y="4292"/>
                  </a:lnTo>
                  <a:cubicBezTo>
                    <a:pt x="438" y="4665"/>
                    <a:pt x="1025" y="4887"/>
                    <a:pt x="1647" y="4887"/>
                  </a:cubicBezTo>
                  <a:cubicBezTo>
                    <a:pt x="2047" y="4887"/>
                    <a:pt x="2461" y="4795"/>
                    <a:pt x="2861" y="4594"/>
                  </a:cubicBezTo>
                  <a:cubicBezTo>
                    <a:pt x="4087" y="3883"/>
                    <a:pt x="4602" y="2346"/>
                    <a:pt x="3882" y="1120"/>
                  </a:cubicBezTo>
                  <a:cubicBezTo>
                    <a:pt x="3678" y="614"/>
                    <a:pt x="3269" y="205"/>
                    <a:pt x="2763" y="1"/>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6" name="Google Shape;1906;p36"/>
            <p:cNvSpPr/>
            <p:nvPr/>
          </p:nvSpPr>
          <p:spPr>
            <a:xfrm>
              <a:off x="1980950" y="6458463"/>
              <a:ext cx="119975" cy="66425"/>
            </a:xfrm>
            <a:custGeom>
              <a:rect b="b" l="l" r="r" t="t"/>
              <a:pathLst>
                <a:path extrusionOk="0" h="2657" w="4799">
                  <a:moveTo>
                    <a:pt x="4594" y="0"/>
                  </a:moveTo>
                  <a:lnTo>
                    <a:pt x="1" y="2354"/>
                  </a:lnTo>
                  <a:lnTo>
                    <a:pt x="99" y="2453"/>
                  </a:lnTo>
                  <a:cubicBezTo>
                    <a:pt x="99" y="2559"/>
                    <a:pt x="205" y="2559"/>
                    <a:pt x="205" y="2657"/>
                  </a:cubicBezTo>
                  <a:lnTo>
                    <a:pt x="4799" y="311"/>
                  </a:lnTo>
                  <a:cubicBezTo>
                    <a:pt x="4799" y="205"/>
                    <a:pt x="4701" y="107"/>
                    <a:pt x="4701"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7" name="Google Shape;1907;p36"/>
            <p:cNvSpPr/>
            <p:nvPr/>
          </p:nvSpPr>
          <p:spPr>
            <a:xfrm>
              <a:off x="1980950" y="6453363"/>
              <a:ext cx="117525" cy="69075"/>
            </a:xfrm>
            <a:custGeom>
              <a:rect b="b" l="l" r="r" t="t"/>
              <a:pathLst>
                <a:path extrusionOk="0" h="2763" w="4701">
                  <a:moveTo>
                    <a:pt x="4594" y="0"/>
                  </a:moveTo>
                  <a:lnTo>
                    <a:pt x="1" y="2452"/>
                  </a:lnTo>
                  <a:lnTo>
                    <a:pt x="1" y="2558"/>
                  </a:lnTo>
                  <a:cubicBezTo>
                    <a:pt x="99" y="2657"/>
                    <a:pt x="99" y="2657"/>
                    <a:pt x="99" y="2763"/>
                  </a:cubicBezTo>
                  <a:lnTo>
                    <a:pt x="4701" y="311"/>
                  </a:lnTo>
                  <a:cubicBezTo>
                    <a:pt x="4701" y="311"/>
                    <a:pt x="4701" y="204"/>
                    <a:pt x="4594" y="204"/>
                  </a:cubicBezTo>
                  <a:lnTo>
                    <a:pt x="4594" y="0"/>
                  </a:ln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8" name="Google Shape;1908;p36"/>
            <p:cNvSpPr/>
            <p:nvPr/>
          </p:nvSpPr>
          <p:spPr>
            <a:xfrm>
              <a:off x="2141775" y="6343413"/>
              <a:ext cx="130400" cy="130400"/>
            </a:xfrm>
            <a:custGeom>
              <a:rect b="b" l="l" r="r" t="t"/>
              <a:pathLst>
                <a:path extrusionOk="0" h="5216" w="5216">
                  <a:moveTo>
                    <a:pt x="2654" y="1"/>
                  </a:moveTo>
                  <a:cubicBezTo>
                    <a:pt x="1411" y="1"/>
                    <a:pt x="300" y="896"/>
                    <a:pt x="107" y="2150"/>
                  </a:cubicBezTo>
                  <a:lnTo>
                    <a:pt x="107" y="2355"/>
                  </a:lnTo>
                  <a:cubicBezTo>
                    <a:pt x="0" y="2355"/>
                    <a:pt x="0" y="2461"/>
                    <a:pt x="0" y="2461"/>
                  </a:cubicBezTo>
                  <a:lnTo>
                    <a:pt x="0" y="2559"/>
                  </a:lnTo>
                  <a:lnTo>
                    <a:pt x="0" y="2665"/>
                  </a:lnTo>
                  <a:cubicBezTo>
                    <a:pt x="107" y="2968"/>
                    <a:pt x="107" y="3172"/>
                    <a:pt x="205" y="3376"/>
                  </a:cubicBezTo>
                  <a:lnTo>
                    <a:pt x="205" y="3581"/>
                  </a:lnTo>
                  <a:lnTo>
                    <a:pt x="311" y="3687"/>
                  </a:lnTo>
                  <a:lnTo>
                    <a:pt x="311" y="3785"/>
                  </a:lnTo>
                  <a:lnTo>
                    <a:pt x="409" y="3891"/>
                  </a:lnTo>
                  <a:cubicBezTo>
                    <a:pt x="409" y="3891"/>
                    <a:pt x="409" y="3989"/>
                    <a:pt x="515" y="4096"/>
                  </a:cubicBezTo>
                  <a:lnTo>
                    <a:pt x="613" y="4194"/>
                  </a:lnTo>
                  <a:cubicBezTo>
                    <a:pt x="613" y="4300"/>
                    <a:pt x="613" y="4300"/>
                    <a:pt x="720" y="4300"/>
                  </a:cubicBezTo>
                  <a:cubicBezTo>
                    <a:pt x="720" y="4300"/>
                    <a:pt x="720" y="4398"/>
                    <a:pt x="818" y="4398"/>
                  </a:cubicBezTo>
                  <a:lnTo>
                    <a:pt x="818" y="4504"/>
                  </a:lnTo>
                  <a:cubicBezTo>
                    <a:pt x="924" y="4504"/>
                    <a:pt x="924" y="4602"/>
                    <a:pt x="1022" y="4602"/>
                  </a:cubicBezTo>
                  <a:cubicBezTo>
                    <a:pt x="1022" y="4709"/>
                    <a:pt x="1128" y="4709"/>
                    <a:pt x="1128" y="4709"/>
                  </a:cubicBezTo>
                  <a:lnTo>
                    <a:pt x="1226" y="4807"/>
                  </a:lnTo>
                  <a:cubicBezTo>
                    <a:pt x="1226" y="4807"/>
                    <a:pt x="1333" y="4807"/>
                    <a:pt x="1333" y="4913"/>
                  </a:cubicBezTo>
                  <a:lnTo>
                    <a:pt x="1431" y="4913"/>
                  </a:lnTo>
                  <a:cubicBezTo>
                    <a:pt x="1537" y="4913"/>
                    <a:pt x="1537" y="5011"/>
                    <a:pt x="1635" y="5011"/>
                  </a:cubicBezTo>
                  <a:cubicBezTo>
                    <a:pt x="1741" y="5011"/>
                    <a:pt x="1741" y="5011"/>
                    <a:pt x="1839" y="5117"/>
                  </a:cubicBezTo>
                  <a:lnTo>
                    <a:pt x="2150" y="5117"/>
                  </a:lnTo>
                  <a:cubicBezTo>
                    <a:pt x="2248" y="5215"/>
                    <a:pt x="2354" y="5215"/>
                    <a:pt x="2354" y="5215"/>
                  </a:cubicBezTo>
                  <a:cubicBezTo>
                    <a:pt x="2861" y="5215"/>
                    <a:pt x="3270" y="5117"/>
                    <a:pt x="3678" y="5011"/>
                  </a:cubicBezTo>
                  <a:cubicBezTo>
                    <a:pt x="3785" y="5011"/>
                    <a:pt x="3785" y="4913"/>
                    <a:pt x="3883" y="4913"/>
                  </a:cubicBezTo>
                  <a:cubicBezTo>
                    <a:pt x="3989" y="4807"/>
                    <a:pt x="3989" y="4807"/>
                    <a:pt x="4087" y="4807"/>
                  </a:cubicBezTo>
                  <a:lnTo>
                    <a:pt x="4291" y="4602"/>
                  </a:lnTo>
                  <a:cubicBezTo>
                    <a:pt x="4398" y="4504"/>
                    <a:pt x="4602" y="4398"/>
                    <a:pt x="4700" y="4300"/>
                  </a:cubicBezTo>
                  <a:cubicBezTo>
                    <a:pt x="4904" y="3989"/>
                    <a:pt x="5109" y="3581"/>
                    <a:pt x="5215" y="3172"/>
                  </a:cubicBezTo>
                  <a:lnTo>
                    <a:pt x="5215" y="3074"/>
                  </a:lnTo>
                  <a:lnTo>
                    <a:pt x="5215" y="2968"/>
                  </a:lnTo>
                  <a:lnTo>
                    <a:pt x="5215" y="2870"/>
                  </a:lnTo>
                  <a:lnTo>
                    <a:pt x="5215" y="2665"/>
                  </a:lnTo>
                  <a:lnTo>
                    <a:pt x="5215" y="2559"/>
                  </a:lnTo>
                  <a:lnTo>
                    <a:pt x="5215" y="2355"/>
                  </a:lnTo>
                  <a:lnTo>
                    <a:pt x="5215" y="2257"/>
                  </a:lnTo>
                  <a:lnTo>
                    <a:pt x="5215" y="2150"/>
                  </a:lnTo>
                  <a:lnTo>
                    <a:pt x="5215" y="2052"/>
                  </a:lnTo>
                  <a:cubicBezTo>
                    <a:pt x="5215" y="1946"/>
                    <a:pt x="5109" y="1946"/>
                    <a:pt x="5109" y="1848"/>
                  </a:cubicBezTo>
                  <a:lnTo>
                    <a:pt x="5109" y="1742"/>
                  </a:lnTo>
                  <a:cubicBezTo>
                    <a:pt x="5109" y="1742"/>
                    <a:pt x="5109" y="1644"/>
                    <a:pt x="5011" y="1644"/>
                  </a:cubicBezTo>
                  <a:lnTo>
                    <a:pt x="5011" y="1537"/>
                  </a:lnTo>
                  <a:lnTo>
                    <a:pt x="5011" y="1439"/>
                  </a:lnTo>
                  <a:cubicBezTo>
                    <a:pt x="4904" y="1439"/>
                    <a:pt x="4904" y="1333"/>
                    <a:pt x="4904" y="1333"/>
                  </a:cubicBezTo>
                  <a:cubicBezTo>
                    <a:pt x="4496" y="622"/>
                    <a:pt x="3785" y="107"/>
                    <a:pt x="2861" y="9"/>
                  </a:cubicBezTo>
                  <a:cubicBezTo>
                    <a:pt x="2792" y="3"/>
                    <a:pt x="2723" y="1"/>
                    <a:pt x="2654" y="1"/>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9" name="Google Shape;1909;p36"/>
            <p:cNvSpPr/>
            <p:nvPr/>
          </p:nvSpPr>
          <p:spPr>
            <a:xfrm>
              <a:off x="2118900" y="6340513"/>
              <a:ext cx="150600" cy="130050"/>
            </a:xfrm>
            <a:custGeom>
              <a:rect b="b" l="l" r="r" t="t"/>
              <a:pathLst>
                <a:path extrusionOk="0" h="5202" w="6024">
                  <a:moveTo>
                    <a:pt x="3063" y="1"/>
                  </a:moveTo>
                  <a:cubicBezTo>
                    <a:pt x="2644" y="1"/>
                    <a:pt x="2222" y="105"/>
                    <a:pt x="1839" y="329"/>
                  </a:cubicBezTo>
                  <a:cubicBezTo>
                    <a:pt x="507" y="942"/>
                    <a:pt x="0" y="2577"/>
                    <a:pt x="711" y="3803"/>
                  </a:cubicBezTo>
                  <a:cubicBezTo>
                    <a:pt x="1137" y="4724"/>
                    <a:pt x="2057" y="5202"/>
                    <a:pt x="2990" y="5202"/>
                  </a:cubicBezTo>
                  <a:cubicBezTo>
                    <a:pt x="3399" y="5202"/>
                    <a:pt x="3811" y="5110"/>
                    <a:pt x="4185" y="4923"/>
                  </a:cubicBezTo>
                  <a:cubicBezTo>
                    <a:pt x="5517" y="4212"/>
                    <a:pt x="6024" y="2675"/>
                    <a:pt x="5313" y="1351"/>
                  </a:cubicBezTo>
                  <a:cubicBezTo>
                    <a:pt x="4891" y="508"/>
                    <a:pt x="3986" y="1"/>
                    <a:pt x="3063" y="1"/>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0" name="Google Shape;1910;p36"/>
            <p:cNvSpPr/>
            <p:nvPr/>
          </p:nvSpPr>
          <p:spPr>
            <a:xfrm>
              <a:off x="2152000" y="6348738"/>
              <a:ext cx="117500" cy="122175"/>
            </a:xfrm>
            <a:custGeom>
              <a:rect b="b" l="l" r="r" t="t"/>
              <a:pathLst>
                <a:path extrusionOk="0" h="4887" w="4700">
                  <a:moveTo>
                    <a:pt x="2861" y="0"/>
                  </a:moveTo>
                  <a:lnTo>
                    <a:pt x="2861" y="0"/>
                  </a:lnTo>
                  <a:cubicBezTo>
                    <a:pt x="3171" y="205"/>
                    <a:pt x="3376" y="409"/>
                    <a:pt x="3474" y="711"/>
                  </a:cubicBezTo>
                  <a:cubicBezTo>
                    <a:pt x="4193" y="2044"/>
                    <a:pt x="3678" y="3572"/>
                    <a:pt x="2452" y="4291"/>
                  </a:cubicBezTo>
                  <a:cubicBezTo>
                    <a:pt x="2074" y="4481"/>
                    <a:pt x="1674" y="4560"/>
                    <a:pt x="1282" y="4560"/>
                  </a:cubicBezTo>
                  <a:cubicBezTo>
                    <a:pt x="829" y="4560"/>
                    <a:pt x="386" y="4454"/>
                    <a:pt x="0" y="4291"/>
                  </a:cubicBezTo>
                  <a:lnTo>
                    <a:pt x="0" y="4291"/>
                  </a:lnTo>
                  <a:cubicBezTo>
                    <a:pt x="498" y="4665"/>
                    <a:pt x="1111" y="4887"/>
                    <a:pt x="1721" y="4887"/>
                  </a:cubicBezTo>
                  <a:cubicBezTo>
                    <a:pt x="2113" y="4887"/>
                    <a:pt x="2503" y="4795"/>
                    <a:pt x="2861" y="4594"/>
                  </a:cubicBezTo>
                  <a:cubicBezTo>
                    <a:pt x="4193" y="3883"/>
                    <a:pt x="4700" y="2346"/>
                    <a:pt x="3989" y="1022"/>
                  </a:cubicBezTo>
                  <a:cubicBezTo>
                    <a:pt x="3784" y="613"/>
                    <a:pt x="3376" y="205"/>
                    <a:pt x="2861"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1" name="Google Shape;1911;p36"/>
            <p:cNvSpPr/>
            <p:nvPr/>
          </p:nvSpPr>
          <p:spPr>
            <a:xfrm>
              <a:off x="2136675" y="6376738"/>
              <a:ext cx="117500" cy="66425"/>
            </a:xfrm>
            <a:custGeom>
              <a:rect b="b" l="l" r="r" t="t"/>
              <a:pathLst>
                <a:path extrusionOk="0" h="2657" w="4700">
                  <a:moveTo>
                    <a:pt x="4602" y="0"/>
                  </a:moveTo>
                  <a:lnTo>
                    <a:pt x="0" y="2354"/>
                  </a:lnTo>
                  <a:lnTo>
                    <a:pt x="0" y="2452"/>
                  </a:lnTo>
                  <a:lnTo>
                    <a:pt x="204" y="2656"/>
                  </a:lnTo>
                  <a:lnTo>
                    <a:pt x="4700" y="311"/>
                  </a:lnTo>
                  <a:lnTo>
                    <a:pt x="4700" y="0"/>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2" name="Google Shape;1912;p36"/>
            <p:cNvSpPr/>
            <p:nvPr/>
          </p:nvSpPr>
          <p:spPr>
            <a:xfrm>
              <a:off x="2134225" y="6371613"/>
              <a:ext cx="119950" cy="66450"/>
            </a:xfrm>
            <a:custGeom>
              <a:rect b="b" l="l" r="r" t="t"/>
              <a:pathLst>
                <a:path extrusionOk="0" h="2658" w="4798">
                  <a:moveTo>
                    <a:pt x="4593" y="1"/>
                  </a:moveTo>
                  <a:lnTo>
                    <a:pt x="0" y="2453"/>
                  </a:lnTo>
                  <a:lnTo>
                    <a:pt x="98" y="2559"/>
                  </a:lnTo>
                  <a:cubicBezTo>
                    <a:pt x="98" y="2657"/>
                    <a:pt x="98" y="2657"/>
                    <a:pt x="204" y="2657"/>
                  </a:cubicBezTo>
                  <a:lnTo>
                    <a:pt x="4798" y="311"/>
                  </a:lnTo>
                  <a:cubicBezTo>
                    <a:pt x="4798" y="205"/>
                    <a:pt x="4700" y="205"/>
                    <a:pt x="4700" y="107"/>
                  </a:cubicBezTo>
                  <a:lnTo>
                    <a:pt x="4593" y="1"/>
                  </a:ln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3" name="Google Shape;1913;p36"/>
            <p:cNvSpPr/>
            <p:nvPr/>
          </p:nvSpPr>
          <p:spPr>
            <a:xfrm>
              <a:off x="2297675" y="6261688"/>
              <a:ext cx="130200" cy="130400"/>
            </a:xfrm>
            <a:custGeom>
              <a:rect b="b" l="l" r="r" t="t"/>
              <a:pathLst>
                <a:path extrusionOk="0" h="5216" w="5208">
                  <a:moveTo>
                    <a:pt x="2638" y="0"/>
                  </a:moveTo>
                  <a:cubicBezTo>
                    <a:pt x="1305" y="0"/>
                    <a:pt x="194" y="895"/>
                    <a:pt x="1" y="2150"/>
                  </a:cubicBezTo>
                  <a:lnTo>
                    <a:pt x="1" y="2354"/>
                  </a:lnTo>
                  <a:lnTo>
                    <a:pt x="1" y="2461"/>
                  </a:lnTo>
                  <a:lnTo>
                    <a:pt x="1" y="2559"/>
                  </a:lnTo>
                  <a:lnTo>
                    <a:pt x="1" y="2665"/>
                  </a:lnTo>
                  <a:cubicBezTo>
                    <a:pt x="1" y="2967"/>
                    <a:pt x="1" y="3172"/>
                    <a:pt x="99" y="3376"/>
                  </a:cubicBezTo>
                  <a:cubicBezTo>
                    <a:pt x="99" y="3482"/>
                    <a:pt x="205" y="3580"/>
                    <a:pt x="205" y="3580"/>
                  </a:cubicBezTo>
                  <a:lnTo>
                    <a:pt x="205" y="3687"/>
                  </a:lnTo>
                  <a:lnTo>
                    <a:pt x="303" y="3785"/>
                  </a:lnTo>
                  <a:lnTo>
                    <a:pt x="303" y="3891"/>
                  </a:lnTo>
                  <a:cubicBezTo>
                    <a:pt x="409" y="3891"/>
                    <a:pt x="409" y="3989"/>
                    <a:pt x="409" y="4095"/>
                  </a:cubicBezTo>
                  <a:lnTo>
                    <a:pt x="507" y="4095"/>
                  </a:lnTo>
                  <a:cubicBezTo>
                    <a:pt x="507" y="4095"/>
                    <a:pt x="507" y="4193"/>
                    <a:pt x="614" y="4193"/>
                  </a:cubicBezTo>
                  <a:lnTo>
                    <a:pt x="614" y="4300"/>
                  </a:lnTo>
                  <a:lnTo>
                    <a:pt x="712" y="4398"/>
                  </a:lnTo>
                  <a:cubicBezTo>
                    <a:pt x="712" y="4398"/>
                    <a:pt x="818" y="4398"/>
                    <a:pt x="818" y="4504"/>
                  </a:cubicBezTo>
                  <a:lnTo>
                    <a:pt x="916" y="4602"/>
                  </a:lnTo>
                  <a:cubicBezTo>
                    <a:pt x="1022" y="4708"/>
                    <a:pt x="1022" y="4708"/>
                    <a:pt x="1121" y="4708"/>
                  </a:cubicBezTo>
                  <a:cubicBezTo>
                    <a:pt x="1121" y="4806"/>
                    <a:pt x="1121" y="4806"/>
                    <a:pt x="1227" y="4806"/>
                  </a:cubicBezTo>
                  <a:cubicBezTo>
                    <a:pt x="1227" y="4806"/>
                    <a:pt x="1325" y="4806"/>
                    <a:pt x="1325" y="4913"/>
                  </a:cubicBezTo>
                  <a:lnTo>
                    <a:pt x="1431" y="4913"/>
                  </a:lnTo>
                  <a:cubicBezTo>
                    <a:pt x="1431" y="4913"/>
                    <a:pt x="1529" y="5011"/>
                    <a:pt x="1635" y="5011"/>
                  </a:cubicBezTo>
                  <a:cubicBezTo>
                    <a:pt x="1635" y="5011"/>
                    <a:pt x="1734" y="5011"/>
                    <a:pt x="1840" y="5117"/>
                  </a:cubicBezTo>
                  <a:lnTo>
                    <a:pt x="2142" y="5117"/>
                  </a:lnTo>
                  <a:cubicBezTo>
                    <a:pt x="2248" y="5215"/>
                    <a:pt x="2248" y="5215"/>
                    <a:pt x="2347" y="5215"/>
                  </a:cubicBezTo>
                  <a:cubicBezTo>
                    <a:pt x="2755" y="5215"/>
                    <a:pt x="3270" y="5117"/>
                    <a:pt x="3573" y="5011"/>
                  </a:cubicBezTo>
                  <a:cubicBezTo>
                    <a:pt x="3679" y="5011"/>
                    <a:pt x="3777" y="4913"/>
                    <a:pt x="3883" y="4913"/>
                  </a:cubicBezTo>
                  <a:cubicBezTo>
                    <a:pt x="3883" y="4806"/>
                    <a:pt x="3981" y="4806"/>
                    <a:pt x="4087" y="4806"/>
                  </a:cubicBezTo>
                  <a:cubicBezTo>
                    <a:pt x="4087" y="4708"/>
                    <a:pt x="4186" y="4708"/>
                    <a:pt x="4292" y="4602"/>
                  </a:cubicBezTo>
                  <a:lnTo>
                    <a:pt x="4594" y="4300"/>
                  </a:lnTo>
                  <a:cubicBezTo>
                    <a:pt x="4905" y="3989"/>
                    <a:pt x="5003" y="3580"/>
                    <a:pt x="5109" y="3172"/>
                  </a:cubicBezTo>
                  <a:cubicBezTo>
                    <a:pt x="5109" y="3074"/>
                    <a:pt x="5207" y="3074"/>
                    <a:pt x="5207" y="2967"/>
                  </a:cubicBezTo>
                  <a:lnTo>
                    <a:pt x="5207" y="2869"/>
                  </a:lnTo>
                  <a:lnTo>
                    <a:pt x="5207" y="2665"/>
                  </a:lnTo>
                  <a:lnTo>
                    <a:pt x="5207" y="2559"/>
                  </a:lnTo>
                  <a:lnTo>
                    <a:pt x="5207" y="2354"/>
                  </a:lnTo>
                  <a:lnTo>
                    <a:pt x="5207" y="2256"/>
                  </a:lnTo>
                  <a:lnTo>
                    <a:pt x="5207" y="2150"/>
                  </a:lnTo>
                  <a:lnTo>
                    <a:pt x="5109" y="2052"/>
                  </a:lnTo>
                  <a:lnTo>
                    <a:pt x="5109" y="1848"/>
                  </a:lnTo>
                  <a:lnTo>
                    <a:pt x="5109" y="1741"/>
                  </a:lnTo>
                  <a:cubicBezTo>
                    <a:pt x="5003" y="1741"/>
                    <a:pt x="5003" y="1643"/>
                    <a:pt x="5003" y="1643"/>
                  </a:cubicBezTo>
                  <a:lnTo>
                    <a:pt x="5003" y="1537"/>
                  </a:lnTo>
                  <a:lnTo>
                    <a:pt x="4905" y="1439"/>
                  </a:lnTo>
                  <a:lnTo>
                    <a:pt x="4905" y="1333"/>
                  </a:lnTo>
                  <a:cubicBezTo>
                    <a:pt x="4496" y="622"/>
                    <a:pt x="3679" y="107"/>
                    <a:pt x="2861" y="9"/>
                  </a:cubicBezTo>
                  <a:cubicBezTo>
                    <a:pt x="2786" y="3"/>
                    <a:pt x="2712" y="0"/>
                    <a:pt x="2638"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4" name="Google Shape;1914;p36"/>
            <p:cNvSpPr/>
            <p:nvPr/>
          </p:nvSpPr>
          <p:spPr>
            <a:xfrm>
              <a:off x="2274600" y="6258788"/>
              <a:ext cx="148150" cy="129600"/>
            </a:xfrm>
            <a:custGeom>
              <a:rect b="b" l="l" r="r" t="t"/>
              <a:pathLst>
                <a:path extrusionOk="0" h="5184" w="5926">
                  <a:moveTo>
                    <a:pt x="3011" y="0"/>
                  </a:moveTo>
                  <a:cubicBezTo>
                    <a:pt x="2588" y="0"/>
                    <a:pt x="2154" y="105"/>
                    <a:pt x="1741" y="329"/>
                  </a:cubicBezTo>
                  <a:cubicBezTo>
                    <a:pt x="515" y="942"/>
                    <a:pt x="0" y="2577"/>
                    <a:pt x="719" y="3803"/>
                  </a:cubicBezTo>
                  <a:cubicBezTo>
                    <a:pt x="1155" y="4675"/>
                    <a:pt x="2055" y="5183"/>
                    <a:pt x="3017" y="5183"/>
                  </a:cubicBezTo>
                  <a:cubicBezTo>
                    <a:pt x="3408" y="5183"/>
                    <a:pt x="3809" y="5099"/>
                    <a:pt x="4193" y="4922"/>
                  </a:cubicBezTo>
                  <a:cubicBezTo>
                    <a:pt x="5419" y="4211"/>
                    <a:pt x="5926" y="2675"/>
                    <a:pt x="5313" y="1351"/>
                  </a:cubicBezTo>
                  <a:cubicBezTo>
                    <a:pt x="4824" y="507"/>
                    <a:pt x="3944" y="0"/>
                    <a:pt x="3011" y="0"/>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5" name="Google Shape;1915;p36"/>
            <p:cNvSpPr/>
            <p:nvPr/>
          </p:nvSpPr>
          <p:spPr>
            <a:xfrm>
              <a:off x="2307900" y="6267013"/>
              <a:ext cx="114850" cy="122175"/>
            </a:xfrm>
            <a:custGeom>
              <a:rect b="b" l="l" r="r" t="t"/>
              <a:pathLst>
                <a:path extrusionOk="0" h="4887" w="4594">
                  <a:moveTo>
                    <a:pt x="2861" y="0"/>
                  </a:moveTo>
                  <a:lnTo>
                    <a:pt x="2861" y="0"/>
                  </a:lnTo>
                  <a:cubicBezTo>
                    <a:pt x="3065" y="204"/>
                    <a:pt x="3270" y="409"/>
                    <a:pt x="3474" y="711"/>
                  </a:cubicBezTo>
                  <a:cubicBezTo>
                    <a:pt x="4087" y="2043"/>
                    <a:pt x="3678" y="3572"/>
                    <a:pt x="2346" y="4291"/>
                  </a:cubicBezTo>
                  <a:cubicBezTo>
                    <a:pt x="2017" y="4480"/>
                    <a:pt x="1642" y="4559"/>
                    <a:pt x="1263" y="4559"/>
                  </a:cubicBezTo>
                  <a:cubicBezTo>
                    <a:pt x="825" y="4559"/>
                    <a:pt x="382" y="4453"/>
                    <a:pt x="0" y="4291"/>
                  </a:cubicBezTo>
                  <a:lnTo>
                    <a:pt x="0" y="4291"/>
                  </a:lnTo>
                  <a:cubicBezTo>
                    <a:pt x="433" y="4664"/>
                    <a:pt x="1058" y="4886"/>
                    <a:pt x="1688" y="4886"/>
                  </a:cubicBezTo>
                  <a:cubicBezTo>
                    <a:pt x="2093" y="4886"/>
                    <a:pt x="2500" y="4795"/>
                    <a:pt x="2861" y="4593"/>
                  </a:cubicBezTo>
                  <a:cubicBezTo>
                    <a:pt x="4087" y="3882"/>
                    <a:pt x="4594" y="2346"/>
                    <a:pt x="3981" y="1022"/>
                  </a:cubicBezTo>
                  <a:cubicBezTo>
                    <a:pt x="3678" y="613"/>
                    <a:pt x="3270" y="204"/>
                    <a:pt x="2861"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6" name="Google Shape;1916;p36"/>
            <p:cNvSpPr/>
            <p:nvPr/>
          </p:nvSpPr>
          <p:spPr>
            <a:xfrm>
              <a:off x="2292575" y="6292538"/>
              <a:ext cx="117525" cy="68900"/>
            </a:xfrm>
            <a:custGeom>
              <a:rect b="b" l="l" r="r" t="t"/>
              <a:pathLst>
                <a:path extrusionOk="0" h="2756" w="4701">
                  <a:moveTo>
                    <a:pt x="4594" y="1"/>
                  </a:moveTo>
                  <a:lnTo>
                    <a:pt x="0" y="2453"/>
                  </a:lnTo>
                  <a:lnTo>
                    <a:pt x="0" y="2551"/>
                  </a:lnTo>
                  <a:cubicBezTo>
                    <a:pt x="0" y="2657"/>
                    <a:pt x="98" y="2657"/>
                    <a:pt x="98" y="2755"/>
                  </a:cubicBezTo>
                  <a:lnTo>
                    <a:pt x="4700" y="303"/>
                  </a:lnTo>
                  <a:cubicBezTo>
                    <a:pt x="4700" y="303"/>
                    <a:pt x="4594" y="205"/>
                    <a:pt x="4594" y="99"/>
                  </a:cubicBezTo>
                  <a:lnTo>
                    <a:pt x="4594" y="1"/>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7" name="Google Shape;1917;p36"/>
            <p:cNvSpPr/>
            <p:nvPr/>
          </p:nvSpPr>
          <p:spPr>
            <a:xfrm>
              <a:off x="2289925" y="6289888"/>
              <a:ext cx="117500" cy="66425"/>
            </a:xfrm>
            <a:custGeom>
              <a:rect b="b" l="l" r="r" t="t"/>
              <a:pathLst>
                <a:path extrusionOk="0" h="2657" w="4700">
                  <a:moveTo>
                    <a:pt x="4602" y="0"/>
                  </a:moveTo>
                  <a:lnTo>
                    <a:pt x="0" y="2452"/>
                  </a:lnTo>
                  <a:cubicBezTo>
                    <a:pt x="0" y="2452"/>
                    <a:pt x="0" y="2559"/>
                    <a:pt x="106" y="2559"/>
                  </a:cubicBezTo>
                  <a:lnTo>
                    <a:pt x="106" y="2657"/>
                  </a:lnTo>
                  <a:lnTo>
                    <a:pt x="4700" y="311"/>
                  </a:lnTo>
                  <a:lnTo>
                    <a:pt x="4700" y="107"/>
                  </a:lnTo>
                  <a:cubicBezTo>
                    <a:pt x="4602" y="107"/>
                    <a:pt x="4602" y="0"/>
                    <a:pt x="4602" y="0"/>
                  </a:cubicBez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8" name="Google Shape;1918;p36"/>
            <p:cNvSpPr/>
            <p:nvPr/>
          </p:nvSpPr>
          <p:spPr>
            <a:xfrm>
              <a:off x="2453375" y="6179963"/>
              <a:ext cx="130400" cy="130375"/>
            </a:xfrm>
            <a:custGeom>
              <a:rect b="b" l="l" r="r" t="t"/>
              <a:pathLst>
                <a:path extrusionOk="0" h="5215" w="5216">
                  <a:moveTo>
                    <a:pt x="2638" y="0"/>
                  </a:moveTo>
                  <a:cubicBezTo>
                    <a:pt x="1305" y="0"/>
                    <a:pt x="194" y="895"/>
                    <a:pt x="1" y="2150"/>
                  </a:cubicBezTo>
                  <a:lnTo>
                    <a:pt x="1" y="2354"/>
                  </a:lnTo>
                  <a:lnTo>
                    <a:pt x="1" y="2460"/>
                  </a:lnTo>
                  <a:lnTo>
                    <a:pt x="1" y="2558"/>
                  </a:lnTo>
                  <a:lnTo>
                    <a:pt x="1" y="2665"/>
                  </a:lnTo>
                  <a:cubicBezTo>
                    <a:pt x="1" y="2967"/>
                    <a:pt x="1" y="3171"/>
                    <a:pt x="107" y="3376"/>
                  </a:cubicBezTo>
                  <a:cubicBezTo>
                    <a:pt x="107" y="3482"/>
                    <a:pt x="107" y="3482"/>
                    <a:pt x="205" y="3580"/>
                  </a:cubicBezTo>
                  <a:lnTo>
                    <a:pt x="205" y="3686"/>
                  </a:lnTo>
                  <a:cubicBezTo>
                    <a:pt x="205" y="3686"/>
                    <a:pt x="205" y="3784"/>
                    <a:pt x="311" y="3784"/>
                  </a:cubicBezTo>
                  <a:lnTo>
                    <a:pt x="311" y="3891"/>
                  </a:lnTo>
                  <a:cubicBezTo>
                    <a:pt x="311" y="3891"/>
                    <a:pt x="410" y="3989"/>
                    <a:pt x="410" y="4095"/>
                  </a:cubicBezTo>
                  <a:lnTo>
                    <a:pt x="516" y="4193"/>
                  </a:lnTo>
                  <a:cubicBezTo>
                    <a:pt x="516" y="4299"/>
                    <a:pt x="614" y="4299"/>
                    <a:pt x="614" y="4299"/>
                  </a:cubicBezTo>
                  <a:cubicBezTo>
                    <a:pt x="614" y="4299"/>
                    <a:pt x="614" y="4397"/>
                    <a:pt x="720" y="4397"/>
                  </a:cubicBezTo>
                  <a:lnTo>
                    <a:pt x="720" y="4504"/>
                  </a:lnTo>
                  <a:cubicBezTo>
                    <a:pt x="818" y="4504"/>
                    <a:pt x="818" y="4602"/>
                    <a:pt x="924" y="4602"/>
                  </a:cubicBezTo>
                  <a:cubicBezTo>
                    <a:pt x="1023" y="4708"/>
                    <a:pt x="1023" y="4708"/>
                    <a:pt x="1129" y="4708"/>
                  </a:cubicBezTo>
                  <a:lnTo>
                    <a:pt x="1129" y="4806"/>
                  </a:lnTo>
                  <a:cubicBezTo>
                    <a:pt x="1227" y="4806"/>
                    <a:pt x="1227" y="4806"/>
                    <a:pt x="1333" y="4912"/>
                  </a:cubicBezTo>
                  <a:cubicBezTo>
                    <a:pt x="1431" y="4912"/>
                    <a:pt x="1537" y="5010"/>
                    <a:pt x="1537" y="5010"/>
                  </a:cubicBezTo>
                  <a:cubicBezTo>
                    <a:pt x="1636" y="5010"/>
                    <a:pt x="1742" y="5010"/>
                    <a:pt x="1742" y="5117"/>
                  </a:cubicBezTo>
                  <a:lnTo>
                    <a:pt x="2044" y="5117"/>
                  </a:lnTo>
                  <a:cubicBezTo>
                    <a:pt x="2150" y="5215"/>
                    <a:pt x="2249" y="5215"/>
                    <a:pt x="2355" y="5215"/>
                  </a:cubicBezTo>
                  <a:cubicBezTo>
                    <a:pt x="2763" y="5215"/>
                    <a:pt x="3172" y="5117"/>
                    <a:pt x="3581" y="5010"/>
                  </a:cubicBezTo>
                  <a:cubicBezTo>
                    <a:pt x="3679" y="4912"/>
                    <a:pt x="3785" y="4912"/>
                    <a:pt x="3785" y="4912"/>
                  </a:cubicBezTo>
                  <a:cubicBezTo>
                    <a:pt x="3883" y="4806"/>
                    <a:pt x="3989" y="4806"/>
                    <a:pt x="3989" y="4708"/>
                  </a:cubicBezTo>
                  <a:cubicBezTo>
                    <a:pt x="4088" y="4708"/>
                    <a:pt x="4194" y="4708"/>
                    <a:pt x="4194" y="4602"/>
                  </a:cubicBezTo>
                  <a:cubicBezTo>
                    <a:pt x="4398" y="4504"/>
                    <a:pt x="4496" y="4397"/>
                    <a:pt x="4602" y="4299"/>
                  </a:cubicBezTo>
                  <a:cubicBezTo>
                    <a:pt x="4807" y="3989"/>
                    <a:pt x="5011" y="3580"/>
                    <a:pt x="5109" y="3171"/>
                  </a:cubicBezTo>
                  <a:lnTo>
                    <a:pt x="5109" y="2967"/>
                  </a:lnTo>
                  <a:lnTo>
                    <a:pt x="5109" y="2869"/>
                  </a:lnTo>
                  <a:cubicBezTo>
                    <a:pt x="5215" y="2763"/>
                    <a:pt x="5215" y="2763"/>
                    <a:pt x="5215" y="2665"/>
                  </a:cubicBezTo>
                  <a:lnTo>
                    <a:pt x="5215" y="2558"/>
                  </a:lnTo>
                  <a:cubicBezTo>
                    <a:pt x="5215" y="2460"/>
                    <a:pt x="5215" y="2460"/>
                    <a:pt x="5109" y="2354"/>
                  </a:cubicBezTo>
                  <a:lnTo>
                    <a:pt x="5109" y="2256"/>
                  </a:lnTo>
                  <a:lnTo>
                    <a:pt x="5109" y="2150"/>
                  </a:lnTo>
                  <a:lnTo>
                    <a:pt x="5109" y="2052"/>
                  </a:lnTo>
                  <a:cubicBezTo>
                    <a:pt x="5109" y="1945"/>
                    <a:pt x="5109" y="1945"/>
                    <a:pt x="5011" y="1847"/>
                  </a:cubicBezTo>
                  <a:lnTo>
                    <a:pt x="5011" y="1741"/>
                  </a:lnTo>
                  <a:lnTo>
                    <a:pt x="5011" y="1643"/>
                  </a:lnTo>
                  <a:cubicBezTo>
                    <a:pt x="5011" y="1537"/>
                    <a:pt x="4905" y="1537"/>
                    <a:pt x="4905" y="1537"/>
                  </a:cubicBezTo>
                  <a:lnTo>
                    <a:pt x="4905" y="1439"/>
                  </a:lnTo>
                  <a:cubicBezTo>
                    <a:pt x="4905" y="1332"/>
                    <a:pt x="4807" y="1332"/>
                    <a:pt x="4807" y="1332"/>
                  </a:cubicBezTo>
                  <a:cubicBezTo>
                    <a:pt x="4398" y="621"/>
                    <a:pt x="3679" y="106"/>
                    <a:pt x="2862" y="8"/>
                  </a:cubicBezTo>
                  <a:cubicBezTo>
                    <a:pt x="2787" y="3"/>
                    <a:pt x="2712" y="0"/>
                    <a:pt x="2638"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9" name="Google Shape;1919;p36"/>
            <p:cNvSpPr/>
            <p:nvPr/>
          </p:nvSpPr>
          <p:spPr>
            <a:xfrm>
              <a:off x="2430500" y="6177038"/>
              <a:ext cx="148175" cy="129600"/>
            </a:xfrm>
            <a:custGeom>
              <a:rect b="b" l="l" r="r" t="t"/>
              <a:pathLst>
                <a:path extrusionOk="0" h="5184" w="5927">
                  <a:moveTo>
                    <a:pt x="2957" y="1"/>
                  </a:moveTo>
                  <a:cubicBezTo>
                    <a:pt x="2538" y="1"/>
                    <a:pt x="2116" y="105"/>
                    <a:pt x="1733" y="330"/>
                  </a:cubicBezTo>
                  <a:cubicBezTo>
                    <a:pt x="409" y="943"/>
                    <a:pt x="0" y="2577"/>
                    <a:pt x="613" y="3803"/>
                  </a:cubicBezTo>
                  <a:cubicBezTo>
                    <a:pt x="1119" y="4676"/>
                    <a:pt x="2043" y="5184"/>
                    <a:pt x="3011" y="5184"/>
                  </a:cubicBezTo>
                  <a:cubicBezTo>
                    <a:pt x="3403" y="5184"/>
                    <a:pt x="3803" y="5100"/>
                    <a:pt x="4185" y="4923"/>
                  </a:cubicBezTo>
                  <a:cubicBezTo>
                    <a:pt x="5411" y="4212"/>
                    <a:pt x="5926" y="2675"/>
                    <a:pt x="5207" y="1351"/>
                  </a:cubicBezTo>
                  <a:cubicBezTo>
                    <a:pt x="4785" y="508"/>
                    <a:pt x="3880" y="1"/>
                    <a:pt x="2957" y="1"/>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0" name="Google Shape;1920;p36"/>
            <p:cNvSpPr/>
            <p:nvPr/>
          </p:nvSpPr>
          <p:spPr>
            <a:xfrm>
              <a:off x="2461150" y="6182613"/>
              <a:ext cx="117525" cy="124825"/>
            </a:xfrm>
            <a:custGeom>
              <a:rect b="b" l="l" r="r" t="t"/>
              <a:pathLst>
                <a:path extrusionOk="0" h="4993" w="4701">
                  <a:moveTo>
                    <a:pt x="2861" y="0"/>
                  </a:moveTo>
                  <a:lnTo>
                    <a:pt x="2861" y="0"/>
                  </a:lnTo>
                  <a:cubicBezTo>
                    <a:pt x="3164" y="311"/>
                    <a:pt x="3368" y="515"/>
                    <a:pt x="3572" y="818"/>
                  </a:cubicBezTo>
                  <a:cubicBezTo>
                    <a:pt x="4185" y="2150"/>
                    <a:pt x="3678" y="3678"/>
                    <a:pt x="2452" y="4398"/>
                  </a:cubicBezTo>
                  <a:cubicBezTo>
                    <a:pt x="2074" y="4587"/>
                    <a:pt x="1695" y="4666"/>
                    <a:pt x="1317" y="4666"/>
                  </a:cubicBezTo>
                  <a:cubicBezTo>
                    <a:pt x="878" y="4666"/>
                    <a:pt x="439" y="4560"/>
                    <a:pt x="0" y="4398"/>
                  </a:cubicBezTo>
                  <a:lnTo>
                    <a:pt x="0" y="4398"/>
                  </a:lnTo>
                  <a:cubicBezTo>
                    <a:pt x="498" y="4771"/>
                    <a:pt x="1108" y="4993"/>
                    <a:pt x="1740" y="4993"/>
                  </a:cubicBezTo>
                  <a:cubicBezTo>
                    <a:pt x="2145" y="4993"/>
                    <a:pt x="2560" y="4901"/>
                    <a:pt x="2959" y="4700"/>
                  </a:cubicBezTo>
                  <a:cubicBezTo>
                    <a:pt x="4185" y="3989"/>
                    <a:pt x="4700" y="2452"/>
                    <a:pt x="3981" y="1128"/>
                  </a:cubicBezTo>
                  <a:cubicBezTo>
                    <a:pt x="3777" y="720"/>
                    <a:pt x="3368" y="311"/>
                    <a:pt x="2861"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1" name="Google Shape;1921;p36"/>
            <p:cNvSpPr/>
            <p:nvPr/>
          </p:nvSpPr>
          <p:spPr>
            <a:xfrm>
              <a:off x="2445825" y="6210813"/>
              <a:ext cx="119975" cy="68875"/>
            </a:xfrm>
            <a:custGeom>
              <a:rect b="b" l="l" r="r" t="t"/>
              <a:pathLst>
                <a:path extrusionOk="0" h="2755" w="4799">
                  <a:moveTo>
                    <a:pt x="4594" y="0"/>
                  </a:moveTo>
                  <a:lnTo>
                    <a:pt x="0" y="2452"/>
                  </a:lnTo>
                  <a:cubicBezTo>
                    <a:pt x="0" y="2452"/>
                    <a:pt x="0" y="2550"/>
                    <a:pt x="99" y="2550"/>
                  </a:cubicBezTo>
                  <a:cubicBezTo>
                    <a:pt x="99" y="2657"/>
                    <a:pt x="99" y="2657"/>
                    <a:pt x="205" y="2755"/>
                  </a:cubicBezTo>
                  <a:lnTo>
                    <a:pt x="4798" y="303"/>
                  </a:lnTo>
                  <a:cubicBezTo>
                    <a:pt x="4700" y="303"/>
                    <a:pt x="4700" y="205"/>
                    <a:pt x="4700" y="98"/>
                  </a:cubicBezTo>
                  <a:cubicBezTo>
                    <a:pt x="4700" y="98"/>
                    <a:pt x="4594" y="98"/>
                    <a:pt x="4594"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2" name="Google Shape;1922;p36"/>
            <p:cNvSpPr/>
            <p:nvPr/>
          </p:nvSpPr>
          <p:spPr>
            <a:xfrm>
              <a:off x="2443175" y="6208163"/>
              <a:ext cx="120175" cy="66425"/>
            </a:xfrm>
            <a:custGeom>
              <a:rect b="b" l="l" r="r" t="t"/>
              <a:pathLst>
                <a:path extrusionOk="0" h="2657" w="4807">
                  <a:moveTo>
                    <a:pt x="4602" y="0"/>
                  </a:moveTo>
                  <a:lnTo>
                    <a:pt x="0" y="2354"/>
                  </a:lnTo>
                  <a:cubicBezTo>
                    <a:pt x="106" y="2452"/>
                    <a:pt x="106" y="2452"/>
                    <a:pt x="106" y="2558"/>
                  </a:cubicBezTo>
                  <a:lnTo>
                    <a:pt x="205" y="2656"/>
                  </a:lnTo>
                  <a:lnTo>
                    <a:pt x="4806" y="311"/>
                  </a:lnTo>
                  <a:cubicBezTo>
                    <a:pt x="4806" y="204"/>
                    <a:pt x="4806" y="204"/>
                    <a:pt x="4700" y="106"/>
                  </a:cubicBezTo>
                  <a:cubicBezTo>
                    <a:pt x="4700" y="106"/>
                    <a:pt x="4700" y="0"/>
                    <a:pt x="4602" y="0"/>
                  </a:cubicBez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23" name="Google Shape;1923;p36"/>
          <p:cNvSpPr/>
          <p:nvPr/>
        </p:nvSpPr>
        <p:spPr>
          <a:xfrm>
            <a:off x="8554680" y="962741"/>
            <a:ext cx="257321" cy="257560"/>
          </a:xfrm>
          <a:custGeom>
            <a:rect b="b" l="l" r="r" t="t"/>
            <a:pathLst>
              <a:path extrusionOk="0" h="3975" w="3971">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4" name="Google Shape;1924;p36"/>
          <p:cNvSpPr/>
          <p:nvPr/>
        </p:nvSpPr>
        <p:spPr>
          <a:xfrm>
            <a:off x="7189992" y="173020"/>
            <a:ext cx="243518" cy="243435"/>
          </a:xfrm>
          <a:custGeom>
            <a:rect b="b" l="l" r="r" t="t"/>
            <a:pathLst>
              <a:path extrusionOk="0" h="3757" w="3758">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5" name="Google Shape;1925;p36"/>
          <p:cNvSpPr/>
          <p:nvPr/>
        </p:nvSpPr>
        <p:spPr>
          <a:xfrm>
            <a:off x="8924753" y="1385788"/>
            <a:ext cx="56441" cy="60195"/>
          </a:xfrm>
          <a:custGeom>
            <a:rect b="b" l="l" r="r" t="t"/>
            <a:pathLst>
              <a:path extrusionOk="0" h="929" w="871">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6" name="Google Shape;1926;p36"/>
          <p:cNvSpPr/>
          <p:nvPr/>
        </p:nvSpPr>
        <p:spPr>
          <a:xfrm>
            <a:off x="8462988" y="687751"/>
            <a:ext cx="56506" cy="60130"/>
          </a:xfrm>
          <a:custGeom>
            <a:rect b="b" l="l" r="r" t="t"/>
            <a:pathLst>
              <a:path extrusionOk="0" h="928" w="872">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7" name="Google Shape;1927;p36"/>
          <p:cNvSpPr/>
          <p:nvPr/>
        </p:nvSpPr>
        <p:spPr>
          <a:xfrm>
            <a:off x="8364298" y="271702"/>
            <a:ext cx="56441" cy="56501"/>
          </a:xfrm>
          <a:custGeom>
            <a:rect b="b" l="l" r="r" t="t"/>
            <a:pathLst>
              <a:path extrusionOk="0" h="872" w="871">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8" name="Google Shape;1928;p36"/>
          <p:cNvSpPr/>
          <p:nvPr/>
        </p:nvSpPr>
        <p:spPr>
          <a:xfrm>
            <a:off x="6710472" y="381141"/>
            <a:ext cx="60199" cy="59871"/>
          </a:xfrm>
          <a:custGeom>
            <a:rect b="b" l="l" r="r" t="t"/>
            <a:pathLst>
              <a:path extrusionOk="0" h="924" w="929">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9" name="Google Shape;1929;p36"/>
          <p:cNvSpPr/>
          <p:nvPr/>
        </p:nvSpPr>
        <p:spPr>
          <a:xfrm>
            <a:off x="931165" y="331584"/>
            <a:ext cx="207943" cy="207927"/>
          </a:xfrm>
          <a:custGeom>
            <a:rect b="b" l="l" r="r" t="t"/>
            <a:pathLst>
              <a:path extrusionOk="0" h="3209" w="3209">
                <a:moveTo>
                  <a:pt x="1524" y="1"/>
                </a:moveTo>
                <a:lnTo>
                  <a:pt x="1250" y="980"/>
                </a:lnTo>
                <a:lnTo>
                  <a:pt x="271" y="706"/>
                </a:lnTo>
                <a:lnTo>
                  <a:pt x="1" y="1685"/>
                </a:lnTo>
                <a:lnTo>
                  <a:pt x="980" y="1960"/>
                </a:lnTo>
                <a:lnTo>
                  <a:pt x="706" y="2939"/>
                </a:lnTo>
                <a:lnTo>
                  <a:pt x="1685" y="3209"/>
                </a:lnTo>
                <a:lnTo>
                  <a:pt x="1960" y="2230"/>
                </a:lnTo>
                <a:lnTo>
                  <a:pt x="2939" y="2504"/>
                </a:lnTo>
                <a:lnTo>
                  <a:pt x="3209" y="1524"/>
                </a:lnTo>
                <a:lnTo>
                  <a:pt x="2230" y="1250"/>
                </a:lnTo>
                <a:lnTo>
                  <a:pt x="2504" y="271"/>
                </a:lnTo>
                <a:lnTo>
                  <a:pt x="15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0" name="Google Shape;1930;p36"/>
          <p:cNvSpPr/>
          <p:nvPr/>
        </p:nvSpPr>
        <p:spPr>
          <a:xfrm>
            <a:off x="560833" y="454889"/>
            <a:ext cx="60134" cy="60130"/>
          </a:xfrm>
          <a:custGeom>
            <a:rect b="b" l="l" r="r" t="t"/>
            <a:pathLst>
              <a:path extrusionOk="0" h="928" w="928">
                <a:moveTo>
                  <a:pt x="436" y="0"/>
                </a:moveTo>
                <a:cubicBezTo>
                  <a:pt x="218" y="0"/>
                  <a:pt x="1" y="218"/>
                  <a:pt x="1" y="492"/>
                </a:cubicBezTo>
                <a:cubicBezTo>
                  <a:pt x="1" y="710"/>
                  <a:pt x="218" y="927"/>
                  <a:pt x="436" y="927"/>
                </a:cubicBezTo>
                <a:cubicBezTo>
                  <a:pt x="710" y="927"/>
                  <a:pt x="928" y="710"/>
                  <a:pt x="928" y="492"/>
                </a:cubicBezTo>
                <a:cubicBezTo>
                  <a:pt x="928" y="218"/>
                  <a:pt x="710"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1" name="Google Shape;1931;p36"/>
          <p:cNvSpPr/>
          <p:nvPr/>
        </p:nvSpPr>
        <p:spPr>
          <a:xfrm>
            <a:off x="1488251" y="215148"/>
            <a:ext cx="59875" cy="56436"/>
          </a:xfrm>
          <a:custGeom>
            <a:rect b="b" l="l" r="r" t="t"/>
            <a:pathLst>
              <a:path extrusionOk="0" h="871" w="924">
                <a:moveTo>
                  <a:pt x="436" y="0"/>
                </a:moveTo>
                <a:cubicBezTo>
                  <a:pt x="219" y="0"/>
                  <a:pt x="1" y="165"/>
                  <a:pt x="1" y="435"/>
                </a:cubicBezTo>
                <a:cubicBezTo>
                  <a:pt x="1" y="710"/>
                  <a:pt x="219" y="871"/>
                  <a:pt x="436" y="871"/>
                </a:cubicBezTo>
                <a:cubicBezTo>
                  <a:pt x="706" y="871"/>
                  <a:pt x="924" y="710"/>
                  <a:pt x="924" y="435"/>
                </a:cubicBezTo>
                <a:cubicBezTo>
                  <a:pt x="924" y="165"/>
                  <a:pt x="706"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2" name="Google Shape;1932;p36"/>
          <p:cNvSpPr txBox="1"/>
          <p:nvPr>
            <p:ph hasCustomPrompt="1" type="title"/>
          </p:nvPr>
        </p:nvSpPr>
        <p:spPr>
          <a:xfrm>
            <a:off x="2309075" y="2468395"/>
            <a:ext cx="1461000" cy="568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5000"/>
            </a:lvl1pPr>
            <a:lvl2pPr lvl="1" rtl="0" algn="ctr">
              <a:spcBef>
                <a:spcPts val="0"/>
              </a:spcBef>
              <a:spcAft>
                <a:spcPts val="0"/>
              </a:spcAft>
              <a:buSzPts val="3000"/>
              <a:buFont typeface="Neucha"/>
              <a:buNone/>
              <a:defRPr b="1" sz="3000">
                <a:latin typeface="Neucha"/>
                <a:ea typeface="Neucha"/>
                <a:cs typeface="Neucha"/>
                <a:sym typeface="Neucha"/>
              </a:defRPr>
            </a:lvl2pPr>
            <a:lvl3pPr lvl="2" rtl="0" algn="ctr">
              <a:spcBef>
                <a:spcPts val="0"/>
              </a:spcBef>
              <a:spcAft>
                <a:spcPts val="0"/>
              </a:spcAft>
              <a:buSzPts val="3000"/>
              <a:buFont typeface="Neucha"/>
              <a:buNone/>
              <a:defRPr b="1" sz="3000">
                <a:latin typeface="Neucha"/>
                <a:ea typeface="Neucha"/>
                <a:cs typeface="Neucha"/>
                <a:sym typeface="Neucha"/>
              </a:defRPr>
            </a:lvl3pPr>
            <a:lvl4pPr lvl="3" rtl="0" algn="ctr">
              <a:spcBef>
                <a:spcPts val="0"/>
              </a:spcBef>
              <a:spcAft>
                <a:spcPts val="0"/>
              </a:spcAft>
              <a:buSzPts val="3000"/>
              <a:buFont typeface="Neucha"/>
              <a:buNone/>
              <a:defRPr b="1" sz="3000">
                <a:latin typeface="Neucha"/>
                <a:ea typeface="Neucha"/>
                <a:cs typeface="Neucha"/>
                <a:sym typeface="Neucha"/>
              </a:defRPr>
            </a:lvl4pPr>
            <a:lvl5pPr lvl="4" rtl="0" algn="ctr">
              <a:spcBef>
                <a:spcPts val="0"/>
              </a:spcBef>
              <a:spcAft>
                <a:spcPts val="0"/>
              </a:spcAft>
              <a:buSzPts val="3000"/>
              <a:buFont typeface="Neucha"/>
              <a:buNone/>
              <a:defRPr b="1" sz="3000">
                <a:latin typeface="Neucha"/>
                <a:ea typeface="Neucha"/>
                <a:cs typeface="Neucha"/>
                <a:sym typeface="Neucha"/>
              </a:defRPr>
            </a:lvl5pPr>
            <a:lvl6pPr lvl="5" rtl="0" algn="ctr">
              <a:spcBef>
                <a:spcPts val="0"/>
              </a:spcBef>
              <a:spcAft>
                <a:spcPts val="0"/>
              </a:spcAft>
              <a:buSzPts val="3000"/>
              <a:buFont typeface="Neucha"/>
              <a:buNone/>
              <a:defRPr b="1" sz="3000">
                <a:latin typeface="Neucha"/>
                <a:ea typeface="Neucha"/>
                <a:cs typeface="Neucha"/>
                <a:sym typeface="Neucha"/>
              </a:defRPr>
            </a:lvl6pPr>
            <a:lvl7pPr lvl="6" rtl="0" algn="ctr">
              <a:spcBef>
                <a:spcPts val="0"/>
              </a:spcBef>
              <a:spcAft>
                <a:spcPts val="0"/>
              </a:spcAft>
              <a:buSzPts val="3000"/>
              <a:buFont typeface="Neucha"/>
              <a:buNone/>
              <a:defRPr b="1" sz="3000">
                <a:latin typeface="Neucha"/>
                <a:ea typeface="Neucha"/>
                <a:cs typeface="Neucha"/>
                <a:sym typeface="Neucha"/>
              </a:defRPr>
            </a:lvl7pPr>
            <a:lvl8pPr lvl="7" rtl="0" algn="ctr">
              <a:spcBef>
                <a:spcPts val="0"/>
              </a:spcBef>
              <a:spcAft>
                <a:spcPts val="0"/>
              </a:spcAft>
              <a:buSzPts val="3000"/>
              <a:buFont typeface="Neucha"/>
              <a:buNone/>
              <a:defRPr b="1" sz="3000">
                <a:latin typeface="Neucha"/>
                <a:ea typeface="Neucha"/>
                <a:cs typeface="Neucha"/>
                <a:sym typeface="Neucha"/>
              </a:defRPr>
            </a:lvl8pPr>
            <a:lvl9pPr lvl="8" rtl="0" algn="ctr">
              <a:spcBef>
                <a:spcPts val="0"/>
              </a:spcBef>
              <a:spcAft>
                <a:spcPts val="0"/>
              </a:spcAft>
              <a:buSzPts val="3000"/>
              <a:buFont typeface="Neucha"/>
              <a:buNone/>
              <a:defRPr b="1" sz="3000">
                <a:latin typeface="Neucha"/>
                <a:ea typeface="Neucha"/>
                <a:cs typeface="Neucha"/>
                <a:sym typeface="Neucha"/>
              </a:defRPr>
            </a:lvl9pPr>
          </a:lstStyle>
          <a:p>
            <a:r>
              <a:t>xx%</a:t>
            </a:r>
          </a:p>
        </p:txBody>
      </p:sp>
      <p:sp>
        <p:nvSpPr>
          <p:cNvPr id="1933" name="Google Shape;1933;p36"/>
          <p:cNvSpPr txBox="1"/>
          <p:nvPr>
            <p:ph idx="1" type="subTitle"/>
          </p:nvPr>
        </p:nvSpPr>
        <p:spPr>
          <a:xfrm>
            <a:off x="5039655" y="2495142"/>
            <a:ext cx="3160500" cy="914400"/>
          </a:xfrm>
          <a:prstGeom prst="rect">
            <a:avLst/>
          </a:prstGeom>
          <a:ln>
            <a:noFill/>
          </a:ln>
        </p:spPr>
        <p:txBody>
          <a:bodyPr anchorCtr="0" anchor="ctr" bIns="91425" lIns="91425" spcFirstLastPara="1" rIns="91425" wrap="square" tIns="91425">
            <a:noAutofit/>
          </a:bodyPr>
          <a:lstStyle>
            <a:lvl1pPr lvl="0" rtl="0">
              <a:lnSpc>
                <a:spcPct val="100000"/>
              </a:lnSpc>
              <a:spcBef>
                <a:spcPts val="0"/>
              </a:spcBef>
              <a:spcAft>
                <a:spcPts val="0"/>
              </a:spcAft>
              <a:buSzPts val="1800"/>
              <a:buNone/>
              <a:defRPr sz="1400"/>
            </a:lvl1pPr>
            <a:lvl2pPr lvl="1" rtl="0" algn="ctr">
              <a:spcBef>
                <a:spcPts val="0"/>
              </a:spcBef>
              <a:spcAft>
                <a:spcPts val="0"/>
              </a:spcAft>
              <a:buSzPts val="1400"/>
              <a:buNone/>
              <a:defRPr/>
            </a:lvl2pPr>
            <a:lvl3pPr lvl="2" rtl="0" algn="ctr">
              <a:spcBef>
                <a:spcPts val="1600"/>
              </a:spcBef>
              <a:spcAft>
                <a:spcPts val="0"/>
              </a:spcAft>
              <a:buSzPts val="1400"/>
              <a:buNone/>
              <a:defRPr/>
            </a:lvl3pPr>
            <a:lvl4pPr lvl="3" rtl="0" algn="ctr">
              <a:spcBef>
                <a:spcPts val="1600"/>
              </a:spcBef>
              <a:spcAft>
                <a:spcPts val="0"/>
              </a:spcAft>
              <a:buSzPts val="1400"/>
              <a:buNone/>
              <a:defRPr/>
            </a:lvl4pPr>
            <a:lvl5pPr lvl="4" rtl="0" algn="ctr">
              <a:spcBef>
                <a:spcPts val="1600"/>
              </a:spcBef>
              <a:spcAft>
                <a:spcPts val="0"/>
              </a:spcAft>
              <a:buSzPts val="1400"/>
              <a:buNone/>
              <a:defRPr/>
            </a:lvl5pPr>
            <a:lvl6pPr lvl="5" rtl="0" algn="ctr">
              <a:spcBef>
                <a:spcPts val="1600"/>
              </a:spcBef>
              <a:spcAft>
                <a:spcPts val="0"/>
              </a:spcAft>
              <a:buSzPts val="1400"/>
              <a:buNone/>
              <a:defRPr/>
            </a:lvl6pPr>
            <a:lvl7pPr lvl="6" rtl="0" algn="ctr">
              <a:spcBef>
                <a:spcPts val="1600"/>
              </a:spcBef>
              <a:spcAft>
                <a:spcPts val="0"/>
              </a:spcAft>
              <a:buSzPts val="1400"/>
              <a:buNone/>
              <a:defRPr/>
            </a:lvl7pPr>
            <a:lvl8pPr lvl="7" rtl="0" algn="ctr">
              <a:spcBef>
                <a:spcPts val="1600"/>
              </a:spcBef>
              <a:spcAft>
                <a:spcPts val="0"/>
              </a:spcAft>
              <a:buSzPts val="1400"/>
              <a:buNone/>
              <a:defRPr/>
            </a:lvl8pPr>
            <a:lvl9pPr lvl="8" rtl="0" algn="ctr">
              <a:spcBef>
                <a:spcPts val="1600"/>
              </a:spcBef>
              <a:spcAft>
                <a:spcPts val="1600"/>
              </a:spcAft>
              <a:buSzPts val="1400"/>
              <a:buNone/>
              <a:defRPr/>
            </a:lvl9pPr>
          </a:lstStyle>
          <a:p/>
        </p:txBody>
      </p:sp>
      <p:sp>
        <p:nvSpPr>
          <p:cNvPr id="1934" name="Google Shape;1934;p36"/>
          <p:cNvSpPr/>
          <p:nvPr/>
        </p:nvSpPr>
        <p:spPr>
          <a:xfrm>
            <a:off x="123948" y="1850837"/>
            <a:ext cx="261014" cy="257301"/>
          </a:xfrm>
          <a:custGeom>
            <a:rect b="b" l="l" r="r" t="t"/>
            <a:pathLst>
              <a:path extrusionOk="0" h="3971" w="4028">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5" name="Google Shape;1935;p36"/>
          <p:cNvSpPr/>
          <p:nvPr/>
        </p:nvSpPr>
        <p:spPr>
          <a:xfrm>
            <a:off x="254261" y="1565156"/>
            <a:ext cx="60199" cy="60130"/>
          </a:xfrm>
          <a:custGeom>
            <a:rect b="b" l="l" r="r" t="t"/>
            <a:pathLst>
              <a:path extrusionOk="0" h="928" w="929">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6" name="Google Shape;1936;p36"/>
          <p:cNvSpPr/>
          <p:nvPr/>
        </p:nvSpPr>
        <p:spPr>
          <a:xfrm>
            <a:off x="413085" y="2499564"/>
            <a:ext cx="59875" cy="59871"/>
          </a:xfrm>
          <a:custGeom>
            <a:rect b="b" l="l" r="r" t="t"/>
            <a:pathLst>
              <a:path extrusionOk="0" h="924" w="924">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7" name="Google Shape;1937;p36"/>
          <p:cNvSpPr/>
          <p:nvPr/>
        </p:nvSpPr>
        <p:spPr>
          <a:xfrm>
            <a:off x="653078" y="1899932"/>
            <a:ext cx="60134" cy="60130"/>
          </a:xfrm>
          <a:custGeom>
            <a:rect b="b" l="l" r="r" t="t"/>
            <a:pathLst>
              <a:path extrusionOk="0" h="928" w="928">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8" name="Google Shape;1938;p36"/>
          <p:cNvSpPr txBox="1"/>
          <p:nvPr>
            <p:ph idx="2" type="title"/>
          </p:nvPr>
        </p:nvSpPr>
        <p:spPr>
          <a:xfrm>
            <a:off x="713225" y="539500"/>
            <a:ext cx="7717500" cy="4782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Clr>
                <a:schemeClr val="lt2"/>
              </a:buClr>
              <a:buSzPts val="2800"/>
              <a:buNone/>
              <a:defRPr>
                <a:solidFill>
                  <a:schemeClr val="lt2"/>
                </a:solidFill>
              </a:defRPr>
            </a:lvl2pPr>
            <a:lvl3pPr lvl="2" rtl="0">
              <a:spcBef>
                <a:spcPts val="0"/>
              </a:spcBef>
              <a:spcAft>
                <a:spcPts val="0"/>
              </a:spcAft>
              <a:buClr>
                <a:schemeClr val="lt2"/>
              </a:buClr>
              <a:buSzPts val="2800"/>
              <a:buNone/>
              <a:defRPr>
                <a:solidFill>
                  <a:schemeClr val="lt2"/>
                </a:solidFill>
              </a:defRPr>
            </a:lvl3pPr>
            <a:lvl4pPr lvl="3" rtl="0">
              <a:spcBef>
                <a:spcPts val="0"/>
              </a:spcBef>
              <a:spcAft>
                <a:spcPts val="0"/>
              </a:spcAft>
              <a:buClr>
                <a:schemeClr val="lt2"/>
              </a:buClr>
              <a:buSzPts val="2800"/>
              <a:buNone/>
              <a:defRPr>
                <a:solidFill>
                  <a:schemeClr val="lt2"/>
                </a:solidFill>
              </a:defRPr>
            </a:lvl4pPr>
            <a:lvl5pPr lvl="4" rtl="0">
              <a:spcBef>
                <a:spcPts val="0"/>
              </a:spcBef>
              <a:spcAft>
                <a:spcPts val="0"/>
              </a:spcAft>
              <a:buClr>
                <a:schemeClr val="lt2"/>
              </a:buClr>
              <a:buSzPts val="2800"/>
              <a:buNone/>
              <a:defRPr>
                <a:solidFill>
                  <a:schemeClr val="lt2"/>
                </a:solidFill>
              </a:defRPr>
            </a:lvl5pPr>
            <a:lvl6pPr lvl="5" rtl="0">
              <a:spcBef>
                <a:spcPts val="0"/>
              </a:spcBef>
              <a:spcAft>
                <a:spcPts val="0"/>
              </a:spcAft>
              <a:buClr>
                <a:schemeClr val="lt2"/>
              </a:buClr>
              <a:buSzPts val="2800"/>
              <a:buNone/>
              <a:defRPr>
                <a:solidFill>
                  <a:schemeClr val="lt2"/>
                </a:solidFill>
              </a:defRPr>
            </a:lvl6pPr>
            <a:lvl7pPr lvl="6" rtl="0">
              <a:spcBef>
                <a:spcPts val="0"/>
              </a:spcBef>
              <a:spcAft>
                <a:spcPts val="0"/>
              </a:spcAft>
              <a:buClr>
                <a:schemeClr val="lt2"/>
              </a:buClr>
              <a:buSzPts val="2800"/>
              <a:buNone/>
              <a:defRPr>
                <a:solidFill>
                  <a:schemeClr val="lt2"/>
                </a:solidFill>
              </a:defRPr>
            </a:lvl7pPr>
            <a:lvl8pPr lvl="7" rtl="0">
              <a:spcBef>
                <a:spcPts val="0"/>
              </a:spcBef>
              <a:spcAft>
                <a:spcPts val="0"/>
              </a:spcAft>
              <a:buClr>
                <a:schemeClr val="lt2"/>
              </a:buClr>
              <a:buSzPts val="2800"/>
              <a:buNone/>
              <a:defRPr>
                <a:solidFill>
                  <a:schemeClr val="lt2"/>
                </a:solidFill>
              </a:defRPr>
            </a:lvl8pPr>
            <a:lvl9pPr lvl="8" rtl="0">
              <a:spcBef>
                <a:spcPts val="0"/>
              </a:spcBef>
              <a:spcAft>
                <a:spcPts val="0"/>
              </a:spcAft>
              <a:buClr>
                <a:schemeClr val="lt2"/>
              </a:buClr>
              <a:buSzPts val="2800"/>
              <a:buNone/>
              <a:defRPr>
                <a:solidFill>
                  <a:schemeClr val="lt2"/>
                </a:solidFill>
              </a:defRPr>
            </a:lvl9pPr>
          </a:lstStyle>
          <a:p/>
        </p:txBody>
      </p:sp>
      <p:sp>
        <p:nvSpPr>
          <p:cNvPr id="1939" name="Google Shape;1939;p36"/>
          <p:cNvSpPr txBox="1"/>
          <p:nvPr/>
        </p:nvSpPr>
        <p:spPr>
          <a:xfrm>
            <a:off x="1496675" y="1857375"/>
            <a:ext cx="1152000" cy="3657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t/>
            </a:r>
            <a:endParaRPr sz="1800">
              <a:solidFill>
                <a:srgbClr val="FFFFFF"/>
              </a:solidFill>
              <a:latin typeface="Nunito ExtraBold"/>
              <a:ea typeface="Nunito ExtraBold"/>
              <a:cs typeface="Nunito ExtraBold"/>
              <a:sym typeface="Nunito ExtraBold"/>
            </a:endParaRPr>
          </a:p>
        </p:txBody>
      </p:sp>
      <p:sp>
        <p:nvSpPr>
          <p:cNvPr id="1940" name="Google Shape;1940;p36"/>
          <p:cNvSpPr txBox="1"/>
          <p:nvPr/>
        </p:nvSpPr>
        <p:spPr>
          <a:xfrm>
            <a:off x="4069200" y="1857375"/>
            <a:ext cx="1152000" cy="3657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t/>
            </a:r>
            <a:endParaRPr sz="1800">
              <a:solidFill>
                <a:srgbClr val="FFFFFF"/>
              </a:solidFill>
              <a:latin typeface="Nunito ExtraBold"/>
              <a:ea typeface="Nunito ExtraBold"/>
              <a:cs typeface="Nunito ExtraBold"/>
              <a:sym typeface="Nunito ExtraBold"/>
            </a:endParaRPr>
          </a:p>
        </p:txBody>
      </p:sp>
      <p:sp>
        <p:nvSpPr>
          <p:cNvPr id="1941" name="Google Shape;1941;p36"/>
          <p:cNvSpPr txBox="1"/>
          <p:nvPr>
            <p:ph idx="3" type="subTitle"/>
          </p:nvPr>
        </p:nvSpPr>
        <p:spPr>
          <a:xfrm>
            <a:off x="5039655" y="2096063"/>
            <a:ext cx="3160500" cy="402300"/>
          </a:xfrm>
          <a:prstGeom prst="rect">
            <a:avLst/>
          </a:prstGeom>
          <a:ln>
            <a:noFill/>
          </a:ln>
        </p:spPr>
        <p:txBody>
          <a:bodyPr anchorCtr="0" anchor="ctr" bIns="91425" lIns="91425" spcFirstLastPara="1" rIns="91425" wrap="square" tIns="91425">
            <a:noAutofit/>
          </a:bodyPr>
          <a:lstStyle>
            <a:lvl1pPr lvl="0" rtl="0">
              <a:lnSpc>
                <a:spcPct val="100000"/>
              </a:lnSpc>
              <a:spcBef>
                <a:spcPts val="0"/>
              </a:spcBef>
              <a:spcAft>
                <a:spcPts val="0"/>
              </a:spcAft>
              <a:buSzPts val="1800"/>
              <a:buNone/>
              <a:defRPr b="1"/>
            </a:lvl1pPr>
            <a:lvl2pPr lvl="1" rtl="0" algn="ctr">
              <a:spcBef>
                <a:spcPts val="0"/>
              </a:spcBef>
              <a:spcAft>
                <a:spcPts val="0"/>
              </a:spcAft>
              <a:buSzPts val="1400"/>
              <a:buNone/>
              <a:defRPr/>
            </a:lvl2pPr>
            <a:lvl3pPr lvl="2" rtl="0" algn="ctr">
              <a:spcBef>
                <a:spcPts val="1600"/>
              </a:spcBef>
              <a:spcAft>
                <a:spcPts val="0"/>
              </a:spcAft>
              <a:buSzPts val="1400"/>
              <a:buNone/>
              <a:defRPr/>
            </a:lvl3pPr>
            <a:lvl4pPr lvl="3" rtl="0" algn="ctr">
              <a:spcBef>
                <a:spcPts val="1600"/>
              </a:spcBef>
              <a:spcAft>
                <a:spcPts val="0"/>
              </a:spcAft>
              <a:buSzPts val="1400"/>
              <a:buNone/>
              <a:defRPr/>
            </a:lvl4pPr>
            <a:lvl5pPr lvl="4" rtl="0" algn="ctr">
              <a:spcBef>
                <a:spcPts val="1600"/>
              </a:spcBef>
              <a:spcAft>
                <a:spcPts val="0"/>
              </a:spcAft>
              <a:buSzPts val="1400"/>
              <a:buNone/>
              <a:defRPr/>
            </a:lvl5pPr>
            <a:lvl6pPr lvl="5" rtl="0" algn="ctr">
              <a:spcBef>
                <a:spcPts val="1600"/>
              </a:spcBef>
              <a:spcAft>
                <a:spcPts val="0"/>
              </a:spcAft>
              <a:buSzPts val="1400"/>
              <a:buNone/>
              <a:defRPr/>
            </a:lvl6pPr>
            <a:lvl7pPr lvl="6" rtl="0" algn="ctr">
              <a:spcBef>
                <a:spcPts val="1600"/>
              </a:spcBef>
              <a:spcAft>
                <a:spcPts val="0"/>
              </a:spcAft>
              <a:buSzPts val="1400"/>
              <a:buNone/>
              <a:defRPr/>
            </a:lvl7pPr>
            <a:lvl8pPr lvl="7" rtl="0" algn="ctr">
              <a:spcBef>
                <a:spcPts val="1600"/>
              </a:spcBef>
              <a:spcAft>
                <a:spcPts val="0"/>
              </a:spcAft>
              <a:buSzPts val="1400"/>
              <a:buNone/>
              <a:defRPr/>
            </a:lvl8pPr>
            <a:lvl9pPr lvl="8" rtl="0" algn="ctr">
              <a:spcBef>
                <a:spcPts val="1600"/>
              </a:spcBef>
              <a:spcAft>
                <a:spcPts val="1600"/>
              </a:spcAft>
              <a:buSzPts val="1400"/>
              <a:buNone/>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1">
  <p:cSld name="CUSTOM_1_1_1_1_1_1_1_1">
    <p:spTree>
      <p:nvGrpSpPr>
        <p:cNvPr id="1942" name="Shape 1942"/>
        <p:cNvGrpSpPr/>
        <p:nvPr/>
      </p:nvGrpSpPr>
      <p:grpSpPr>
        <a:xfrm>
          <a:off x="0" y="0"/>
          <a:ext cx="0" cy="0"/>
          <a:chOff x="0" y="0"/>
          <a:chExt cx="0" cy="0"/>
        </a:xfrm>
      </p:grpSpPr>
      <p:sp>
        <p:nvSpPr>
          <p:cNvPr id="1943" name="Google Shape;1943;p37"/>
          <p:cNvSpPr txBox="1"/>
          <p:nvPr>
            <p:ph hasCustomPrompt="1" type="title"/>
          </p:nvPr>
        </p:nvSpPr>
        <p:spPr>
          <a:xfrm>
            <a:off x="753600" y="1703988"/>
            <a:ext cx="6417600" cy="13716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1944" name="Google Shape;1944;p37"/>
          <p:cNvSpPr txBox="1"/>
          <p:nvPr>
            <p:ph idx="1" type="body"/>
          </p:nvPr>
        </p:nvSpPr>
        <p:spPr>
          <a:xfrm>
            <a:off x="752850" y="3073813"/>
            <a:ext cx="6419100" cy="365700"/>
          </a:xfrm>
          <a:prstGeom prst="rect">
            <a:avLst/>
          </a:prstGeom>
        </p:spPr>
        <p:txBody>
          <a:bodyPr anchorCtr="0" anchor="t" bIns="91425" lIns="91425" spcFirstLastPara="1" rIns="91425" wrap="square" tIns="91425">
            <a:noAutofit/>
          </a:bodyPr>
          <a:lstStyle>
            <a:lvl1pPr indent="-342900" lvl="0" marL="457200" rtl="0">
              <a:lnSpc>
                <a:spcPct val="100000"/>
              </a:lnSpc>
              <a:spcBef>
                <a:spcPts val="0"/>
              </a:spcBef>
              <a:spcAft>
                <a:spcPts val="0"/>
              </a:spcAft>
              <a:buSzPts val="1800"/>
              <a:buChar char="●"/>
              <a:defRPr sz="1600"/>
            </a:lvl1pPr>
            <a:lvl2pPr indent="-317500" lvl="1" marL="914400" rtl="0" algn="ctr">
              <a:spcBef>
                <a:spcPts val="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1945" name="Google Shape;1945;p37"/>
          <p:cNvSpPr/>
          <p:nvPr/>
        </p:nvSpPr>
        <p:spPr>
          <a:xfrm>
            <a:off x="0" y="0"/>
            <a:ext cx="3330303" cy="4665197"/>
          </a:xfrm>
          <a:custGeom>
            <a:rect b="b" l="l" r="r" t="t"/>
            <a:pathLst>
              <a:path extrusionOk="0" h="69648" w="49719">
                <a:moveTo>
                  <a:pt x="0" y="1"/>
                </a:moveTo>
                <a:lnTo>
                  <a:pt x="0" y="69648"/>
                </a:lnTo>
                <a:cubicBezTo>
                  <a:pt x="7726" y="62086"/>
                  <a:pt x="13329" y="52510"/>
                  <a:pt x="9032" y="42442"/>
                </a:cubicBezTo>
                <a:cubicBezTo>
                  <a:pt x="684" y="23087"/>
                  <a:pt x="10447" y="12185"/>
                  <a:pt x="21914" y="12185"/>
                </a:cubicBezTo>
                <a:cubicBezTo>
                  <a:pt x="22406" y="12185"/>
                  <a:pt x="22900" y="12205"/>
                  <a:pt x="23397" y="12245"/>
                </a:cubicBezTo>
                <a:cubicBezTo>
                  <a:pt x="25475" y="12417"/>
                  <a:pt x="27419" y="12499"/>
                  <a:pt x="29233" y="12499"/>
                </a:cubicBezTo>
                <a:cubicBezTo>
                  <a:pt x="43567" y="12499"/>
                  <a:pt x="49719" y="7342"/>
                  <a:pt x="4875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6" name="Google Shape;1946;p37"/>
          <p:cNvSpPr/>
          <p:nvPr/>
        </p:nvSpPr>
        <p:spPr>
          <a:xfrm rot="10800000">
            <a:off x="5813700" y="478300"/>
            <a:ext cx="3330303" cy="4665197"/>
          </a:xfrm>
          <a:custGeom>
            <a:rect b="b" l="l" r="r" t="t"/>
            <a:pathLst>
              <a:path extrusionOk="0" h="69648" w="49719">
                <a:moveTo>
                  <a:pt x="0" y="1"/>
                </a:moveTo>
                <a:lnTo>
                  <a:pt x="0" y="69648"/>
                </a:lnTo>
                <a:cubicBezTo>
                  <a:pt x="7726" y="62086"/>
                  <a:pt x="13329" y="52510"/>
                  <a:pt x="9032" y="42442"/>
                </a:cubicBezTo>
                <a:cubicBezTo>
                  <a:pt x="684" y="23087"/>
                  <a:pt x="10447" y="12185"/>
                  <a:pt x="21914" y="12185"/>
                </a:cubicBezTo>
                <a:cubicBezTo>
                  <a:pt x="22406" y="12185"/>
                  <a:pt x="22900" y="12205"/>
                  <a:pt x="23397" y="12245"/>
                </a:cubicBezTo>
                <a:cubicBezTo>
                  <a:pt x="25475" y="12417"/>
                  <a:pt x="27419" y="12499"/>
                  <a:pt x="29233" y="12499"/>
                </a:cubicBezTo>
                <a:cubicBezTo>
                  <a:pt x="43567" y="12499"/>
                  <a:pt x="49719" y="7342"/>
                  <a:pt x="4875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7" name="Google Shape;1947;p37"/>
          <p:cNvSpPr/>
          <p:nvPr/>
        </p:nvSpPr>
        <p:spPr>
          <a:xfrm>
            <a:off x="6856892" y="125732"/>
            <a:ext cx="243518" cy="243435"/>
          </a:xfrm>
          <a:custGeom>
            <a:rect b="b" l="l" r="r" t="t"/>
            <a:pathLst>
              <a:path extrusionOk="0" h="3757" w="3758">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8" name="Google Shape;1948;p37"/>
          <p:cNvSpPr/>
          <p:nvPr/>
        </p:nvSpPr>
        <p:spPr>
          <a:xfrm>
            <a:off x="8031198" y="224415"/>
            <a:ext cx="56441" cy="56501"/>
          </a:xfrm>
          <a:custGeom>
            <a:rect b="b" l="l" r="r" t="t"/>
            <a:pathLst>
              <a:path extrusionOk="0" h="872" w="871">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9" name="Google Shape;1949;p37"/>
          <p:cNvSpPr/>
          <p:nvPr/>
        </p:nvSpPr>
        <p:spPr>
          <a:xfrm>
            <a:off x="6377372" y="333854"/>
            <a:ext cx="60199" cy="59871"/>
          </a:xfrm>
          <a:custGeom>
            <a:rect b="b" l="l" r="r" t="t"/>
            <a:pathLst>
              <a:path extrusionOk="0" h="924" w="929">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0" name="Google Shape;1950;p37"/>
          <p:cNvSpPr/>
          <p:nvPr/>
        </p:nvSpPr>
        <p:spPr>
          <a:xfrm>
            <a:off x="8129888" y="640464"/>
            <a:ext cx="56506" cy="60130"/>
          </a:xfrm>
          <a:custGeom>
            <a:rect b="b" l="l" r="r" t="t"/>
            <a:pathLst>
              <a:path extrusionOk="0" h="928" w="872">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1" name="Google Shape;1951;p37"/>
          <p:cNvSpPr/>
          <p:nvPr/>
        </p:nvSpPr>
        <p:spPr>
          <a:xfrm>
            <a:off x="8221580" y="915454"/>
            <a:ext cx="257321" cy="257560"/>
          </a:xfrm>
          <a:custGeom>
            <a:rect b="b" l="l" r="r" t="t"/>
            <a:pathLst>
              <a:path extrusionOk="0" h="3975" w="3971">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2" name="Google Shape;1952;p37"/>
          <p:cNvSpPr/>
          <p:nvPr/>
        </p:nvSpPr>
        <p:spPr>
          <a:xfrm>
            <a:off x="8591653" y="1338500"/>
            <a:ext cx="56441" cy="60195"/>
          </a:xfrm>
          <a:custGeom>
            <a:rect b="b" l="l" r="r" t="t"/>
            <a:pathLst>
              <a:path extrusionOk="0" h="929" w="871">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3" name="Google Shape;1953;p37"/>
          <p:cNvSpPr/>
          <p:nvPr/>
        </p:nvSpPr>
        <p:spPr>
          <a:xfrm flipH="1">
            <a:off x="349015" y="4584054"/>
            <a:ext cx="257321" cy="257560"/>
          </a:xfrm>
          <a:custGeom>
            <a:rect b="b" l="l" r="r" t="t"/>
            <a:pathLst>
              <a:path extrusionOk="0" h="3975" w="3971">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4" name="Google Shape;1954;p37"/>
          <p:cNvSpPr/>
          <p:nvPr/>
        </p:nvSpPr>
        <p:spPr>
          <a:xfrm flipH="1">
            <a:off x="1727506" y="3794332"/>
            <a:ext cx="243518" cy="243435"/>
          </a:xfrm>
          <a:custGeom>
            <a:rect b="b" l="l" r="r" t="t"/>
            <a:pathLst>
              <a:path extrusionOk="0" h="3757" w="3758">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5" name="Google Shape;1955;p37"/>
          <p:cNvSpPr/>
          <p:nvPr/>
        </p:nvSpPr>
        <p:spPr>
          <a:xfrm flipH="1">
            <a:off x="179822" y="5007100"/>
            <a:ext cx="56441" cy="60195"/>
          </a:xfrm>
          <a:custGeom>
            <a:rect b="b" l="l" r="r" t="t"/>
            <a:pathLst>
              <a:path extrusionOk="0" h="929" w="871">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6" name="Google Shape;1956;p37"/>
          <p:cNvSpPr/>
          <p:nvPr/>
        </p:nvSpPr>
        <p:spPr>
          <a:xfrm flipH="1">
            <a:off x="641522" y="4309064"/>
            <a:ext cx="56506" cy="60130"/>
          </a:xfrm>
          <a:custGeom>
            <a:rect b="b" l="l" r="r" t="t"/>
            <a:pathLst>
              <a:path extrusionOk="0" h="928" w="872">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7" name="Google Shape;1957;p37"/>
          <p:cNvSpPr/>
          <p:nvPr/>
        </p:nvSpPr>
        <p:spPr>
          <a:xfrm flipH="1">
            <a:off x="740278" y="3893015"/>
            <a:ext cx="56441" cy="56501"/>
          </a:xfrm>
          <a:custGeom>
            <a:rect b="b" l="l" r="r" t="t"/>
            <a:pathLst>
              <a:path extrusionOk="0" h="872" w="871">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8" name="Google Shape;1958;p37"/>
          <p:cNvSpPr/>
          <p:nvPr/>
        </p:nvSpPr>
        <p:spPr>
          <a:xfrm flipH="1">
            <a:off x="2390345" y="4002454"/>
            <a:ext cx="60199" cy="59871"/>
          </a:xfrm>
          <a:custGeom>
            <a:rect b="b" l="l" r="r" t="t"/>
            <a:pathLst>
              <a:path extrusionOk="0" h="924" w="929">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9" name="Google Shape;1959;p37"/>
          <p:cNvSpPr/>
          <p:nvPr/>
        </p:nvSpPr>
        <p:spPr>
          <a:xfrm>
            <a:off x="3923192" y="261832"/>
            <a:ext cx="243518" cy="243435"/>
          </a:xfrm>
          <a:custGeom>
            <a:rect b="b" l="l" r="r" t="t"/>
            <a:pathLst>
              <a:path extrusionOk="0" h="3757" w="3758">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0" name="Google Shape;1960;p37"/>
          <p:cNvSpPr/>
          <p:nvPr/>
        </p:nvSpPr>
        <p:spPr>
          <a:xfrm>
            <a:off x="3443672" y="469954"/>
            <a:ext cx="60199" cy="59871"/>
          </a:xfrm>
          <a:custGeom>
            <a:rect b="b" l="l" r="r" t="t"/>
            <a:pathLst>
              <a:path extrusionOk="0" h="924" w="929">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1" name="Google Shape;1961;p37"/>
          <p:cNvSpPr/>
          <p:nvPr/>
        </p:nvSpPr>
        <p:spPr>
          <a:xfrm>
            <a:off x="8260428" y="1861750"/>
            <a:ext cx="56441" cy="60195"/>
          </a:xfrm>
          <a:custGeom>
            <a:rect b="b" l="l" r="r" t="t"/>
            <a:pathLst>
              <a:path extrusionOk="0" h="929" w="871">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CUSTOM_1_1_1_1_1_1_1_1_1">
    <p:spTree>
      <p:nvGrpSpPr>
        <p:cNvPr id="1962" name="Shape 1962"/>
        <p:cNvGrpSpPr/>
        <p:nvPr/>
      </p:nvGrpSpPr>
      <p:grpSpPr>
        <a:xfrm>
          <a:off x="0" y="0"/>
          <a:ext cx="0" cy="0"/>
          <a:chOff x="0" y="0"/>
          <a:chExt cx="0" cy="0"/>
        </a:xfrm>
      </p:grpSpPr>
      <p:sp>
        <p:nvSpPr>
          <p:cNvPr id="1963" name="Google Shape;1963;p38"/>
          <p:cNvSpPr/>
          <p:nvPr/>
        </p:nvSpPr>
        <p:spPr>
          <a:xfrm>
            <a:off x="6115050" y="3258175"/>
            <a:ext cx="3028907" cy="1885295"/>
          </a:xfrm>
          <a:custGeom>
            <a:rect b="b" l="l" r="r" t="t"/>
            <a:pathLst>
              <a:path extrusionOk="0" h="55340" w="88909">
                <a:moveTo>
                  <a:pt x="88908" y="0"/>
                </a:moveTo>
                <a:cubicBezTo>
                  <a:pt x="88908" y="0"/>
                  <a:pt x="58168" y="5172"/>
                  <a:pt x="55339" y="24595"/>
                </a:cubicBezTo>
                <a:cubicBezTo>
                  <a:pt x="53680" y="35682"/>
                  <a:pt x="45717" y="37631"/>
                  <a:pt x="40161" y="37631"/>
                </a:cubicBezTo>
                <a:cubicBezTo>
                  <a:pt x="38791" y="37631"/>
                  <a:pt x="37568" y="37513"/>
                  <a:pt x="36621" y="37383"/>
                </a:cubicBezTo>
                <a:cubicBezTo>
                  <a:pt x="35777" y="37271"/>
                  <a:pt x="34940" y="37215"/>
                  <a:pt x="34112" y="37215"/>
                </a:cubicBezTo>
                <a:cubicBezTo>
                  <a:pt x="28107" y="37215"/>
                  <a:pt x="22606" y="40140"/>
                  <a:pt x="18826" y="45545"/>
                </a:cubicBezTo>
                <a:cubicBezTo>
                  <a:pt x="14530" y="51692"/>
                  <a:pt x="6151" y="54142"/>
                  <a:pt x="0" y="55339"/>
                </a:cubicBezTo>
                <a:lnTo>
                  <a:pt x="88908" y="55339"/>
                </a:lnTo>
                <a:lnTo>
                  <a:pt x="88908"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4" name="Google Shape;1964;p38"/>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Clr>
                <a:schemeClr val="lt2"/>
              </a:buClr>
              <a:buSzPts val="2800"/>
              <a:buNone/>
              <a:defRPr>
                <a:solidFill>
                  <a:schemeClr val="lt2"/>
                </a:solidFill>
              </a:defRPr>
            </a:lvl2pPr>
            <a:lvl3pPr lvl="2" rtl="0">
              <a:spcBef>
                <a:spcPts val="0"/>
              </a:spcBef>
              <a:spcAft>
                <a:spcPts val="0"/>
              </a:spcAft>
              <a:buClr>
                <a:schemeClr val="lt2"/>
              </a:buClr>
              <a:buSzPts val="2800"/>
              <a:buNone/>
              <a:defRPr>
                <a:solidFill>
                  <a:schemeClr val="lt2"/>
                </a:solidFill>
              </a:defRPr>
            </a:lvl3pPr>
            <a:lvl4pPr lvl="3" rtl="0">
              <a:spcBef>
                <a:spcPts val="0"/>
              </a:spcBef>
              <a:spcAft>
                <a:spcPts val="0"/>
              </a:spcAft>
              <a:buClr>
                <a:schemeClr val="lt2"/>
              </a:buClr>
              <a:buSzPts val="2800"/>
              <a:buNone/>
              <a:defRPr>
                <a:solidFill>
                  <a:schemeClr val="lt2"/>
                </a:solidFill>
              </a:defRPr>
            </a:lvl4pPr>
            <a:lvl5pPr lvl="4" rtl="0">
              <a:spcBef>
                <a:spcPts val="0"/>
              </a:spcBef>
              <a:spcAft>
                <a:spcPts val="0"/>
              </a:spcAft>
              <a:buClr>
                <a:schemeClr val="lt2"/>
              </a:buClr>
              <a:buSzPts val="2800"/>
              <a:buNone/>
              <a:defRPr>
                <a:solidFill>
                  <a:schemeClr val="lt2"/>
                </a:solidFill>
              </a:defRPr>
            </a:lvl5pPr>
            <a:lvl6pPr lvl="5" rtl="0">
              <a:spcBef>
                <a:spcPts val="0"/>
              </a:spcBef>
              <a:spcAft>
                <a:spcPts val="0"/>
              </a:spcAft>
              <a:buClr>
                <a:schemeClr val="lt2"/>
              </a:buClr>
              <a:buSzPts val="2800"/>
              <a:buNone/>
              <a:defRPr>
                <a:solidFill>
                  <a:schemeClr val="lt2"/>
                </a:solidFill>
              </a:defRPr>
            </a:lvl6pPr>
            <a:lvl7pPr lvl="6" rtl="0">
              <a:spcBef>
                <a:spcPts val="0"/>
              </a:spcBef>
              <a:spcAft>
                <a:spcPts val="0"/>
              </a:spcAft>
              <a:buClr>
                <a:schemeClr val="lt2"/>
              </a:buClr>
              <a:buSzPts val="2800"/>
              <a:buNone/>
              <a:defRPr>
                <a:solidFill>
                  <a:schemeClr val="lt2"/>
                </a:solidFill>
              </a:defRPr>
            </a:lvl7pPr>
            <a:lvl8pPr lvl="7" rtl="0">
              <a:spcBef>
                <a:spcPts val="0"/>
              </a:spcBef>
              <a:spcAft>
                <a:spcPts val="0"/>
              </a:spcAft>
              <a:buClr>
                <a:schemeClr val="lt2"/>
              </a:buClr>
              <a:buSzPts val="2800"/>
              <a:buNone/>
              <a:defRPr>
                <a:solidFill>
                  <a:schemeClr val="lt2"/>
                </a:solidFill>
              </a:defRPr>
            </a:lvl8pPr>
            <a:lvl9pPr lvl="8" rtl="0">
              <a:spcBef>
                <a:spcPts val="0"/>
              </a:spcBef>
              <a:spcAft>
                <a:spcPts val="0"/>
              </a:spcAft>
              <a:buClr>
                <a:schemeClr val="lt2"/>
              </a:buClr>
              <a:buSzPts val="2800"/>
              <a:buNone/>
              <a:defRPr>
                <a:solidFill>
                  <a:schemeClr val="lt2"/>
                </a:solidFill>
              </a:defRPr>
            </a:lvl9pPr>
          </a:lstStyle>
          <a:p/>
        </p:txBody>
      </p:sp>
      <p:sp>
        <p:nvSpPr>
          <p:cNvPr id="1965" name="Google Shape;1965;p38"/>
          <p:cNvSpPr/>
          <p:nvPr/>
        </p:nvSpPr>
        <p:spPr>
          <a:xfrm>
            <a:off x="7931973" y="613899"/>
            <a:ext cx="261014" cy="257301"/>
          </a:xfrm>
          <a:custGeom>
            <a:rect b="b" l="l" r="r" t="t"/>
            <a:pathLst>
              <a:path extrusionOk="0" h="3971" w="4028">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6" name="Google Shape;1966;p38"/>
          <p:cNvSpPr/>
          <p:nvPr/>
        </p:nvSpPr>
        <p:spPr>
          <a:xfrm>
            <a:off x="8062286" y="328218"/>
            <a:ext cx="60199" cy="60130"/>
          </a:xfrm>
          <a:custGeom>
            <a:rect b="b" l="l" r="r" t="t"/>
            <a:pathLst>
              <a:path extrusionOk="0" h="928" w="929">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7" name="Google Shape;1967;p38"/>
          <p:cNvSpPr/>
          <p:nvPr/>
        </p:nvSpPr>
        <p:spPr>
          <a:xfrm>
            <a:off x="8221110" y="1262627"/>
            <a:ext cx="59875" cy="59871"/>
          </a:xfrm>
          <a:custGeom>
            <a:rect b="b" l="l" r="r" t="t"/>
            <a:pathLst>
              <a:path extrusionOk="0" h="924" w="924">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8" name="Google Shape;1968;p38"/>
          <p:cNvSpPr/>
          <p:nvPr/>
        </p:nvSpPr>
        <p:spPr>
          <a:xfrm>
            <a:off x="8461103" y="662994"/>
            <a:ext cx="60134" cy="60130"/>
          </a:xfrm>
          <a:custGeom>
            <a:rect b="b" l="l" r="r" t="t"/>
            <a:pathLst>
              <a:path extrusionOk="0" h="928" w="928">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9" name="Google Shape;1969;p38"/>
          <p:cNvSpPr/>
          <p:nvPr/>
        </p:nvSpPr>
        <p:spPr>
          <a:xfrm>
            <a:off x="6179440" y="4715859"/>
            <a:ext cx="207943" cy="207927"/>
          </a:xfrm>
          <a:custGeom>
            <a:rect b="b" l="l" r="r" t="t"/>
            <a:pathLst>
              <a:path extrusionOk="0" h="3209" w="3209">
                <a:moveTo>
                  <a:pt x="1524" y="1"/>
                </a:moveTo>
                <a:lnTo>
                  <a:pt x="1250" y="980"/>
                </a:lnTo>
                <a:lnTo>
                  <a:pt x="271" y="706"/>
                </a:lnTo>
                <a:lnTo>
                  <a:pt x="1" y="1685"/>
                </a:lnTo>
                <a:lnTo>
                  <a:pt x="980" y="1960"/>
                </a:lnTo>
                <a:lnTo>
                  <a:pt x="706" y="2939"/>
                </a:lnTo>
                <a:lnTo>
                  <a:pt x="1685" y="3209"/>
                </a:lnTo>
                <a:lnTo>
                  <a:pt x="1960" y="2230"/>
                </a:lnTo>
                <a:lnTo>
                  <a:pt x="2939" y="2504"/>
                </a:lnTo>
                <a:lnTo>
                  <a:pt x="3209" y="1524"/>
                </a:lnTo>
                <a:lnTo>
                  <a:pt x="2230" y="1250"/>
                </a:lnTo>
                <a:lnTo>
                  <a:pt x="2504" y="271"/>
                </a:lnTo>
                <a:lnTo>
                  <a:pt x="15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0" name="Google Shape;1970;p38"/>
          <p:cNvSpPr/>
          <p:nvPr/>
        </p:nvSpPr>
        <p:spPr>
          <a:xfrm>
            <a:off x="7485508" y="4839164"/>
            <a:ext cx="60134" cy="60130"/>
          </a:xfrm>
          <a:custGeom>
            <a:rect b="b" l="l" r="r" t="t"/>
            <a:pathLst>
              <a:path extrusionOk="0" h="928" w="928">
                <a:moveTo>
                  <a:pt x="436" y="0"/>
                </a:moveTo>
                <a:cubicBezTo>
                  <a:pt x="218" y="0"/>
                  <a:pt x="1" y="218"/>
                  <a:pt x="1" y="492"/>
                </a:cubicBezTo>
                <a:cubicBezTo>
                  <a:pt x="1" y="710"/>
                  <a:pt x="218" y="927"/>
                  <a:pt x="436" y="927"/>
                </a:cubicBezTo>
                <a:cubicBezTo>
                  <a:pt x="710" y="927"/>
                  <a:pt x="928" y="710"/>
                  <a:pt x="928" y="492"/>
                </a:cubicBezTo>
                <a:cubicBezTo>
                  <a:pt x="928" y="218"/>
                  <a:pt x="710"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1" name="Google Shape;1971;p38"/>
          <p:cNvSpPr/>
          <p:nvPr/>
        </p:nvSpPr>
        <p:spPr>
          <a:xfrm>
            <a:off x="8412926" y="4599423"/>
            <a:ext cx="59875" cy="56436"/>
          </a:xfrm>
          <a:custGeom>
            <a:rect b="b" l="l" r="r" t="t"/>
            <a:pathLst>
              <a:path extrusionOk="0" h="871" w="924">
                <a:moveTo>
                  <a:pt x="436" y="0"/>
                </a:moveTo>
                <a:cubicBezTo>
                  <a:pt x="219" y="0"/>
                  <a:pt x="1" y="165"/>
                  <a:pt x="1" y="435"/>
                </a:cubicBezTo>
                <a:cubicBezTo>
                  <a:pt x="1" y="710"/>
                  <a:pt x="219" y="871"/>
                  <a:pt x="436" y="871"/>
                </a:cubicBezTo>
                <a:cubicBezTo>
                  <a:pt x="706" y="871"/>
                  <a:pt x="924" y="710"/>
                  <a:pt x="924" y="435"/>
                </a:cubicBezTo>
                <a:cubicBezTo>
                  <a:pt x="924" y="165"/>
                  <a:pt x="706"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2" name="Google Shape;1972;p38"/>
          <p:cNvSpPr/>
          <p:nvPr/>
        </p:nvSpPr>
        <p:spPr>
          <a:xfrm rot="-5400000">
            <a:off x="7033096" y="-403711"/>
            <a:ext cx="1707214" cy="2514607"/>
          </a:xfrm>
          <a:custGeom>
            <a:rect b="b" l="l" r="r" t="t"/>
            <a:pathLst>
              <a:path extrusionOk="0" h="72368" w="49132">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3" name="Google Shape;1973;p38"/>
          <p:cNvSpPr/>
          <p:nvPr/>
        </p:nvSpPr>
        <p:spPr>
          <a:xfrm>
            <a:off x="0" y="0"/>
            <a:ext cx="1943143" cy="2722018"/>
          </a:xfrm>
          <a:custGeom>
            <a:rect b="b" l="l" r="r" t="t"/>
            <a:pathLst>
              <a:path extrusionOk="0" h="69648" w="49719">
                <a:moveTo>
                  <a:pt x="0" y="1"/>
                </a:moveTo>
                <a:lnTo>
                  <a:pt x="0" y="69648"/>
                </a:lnTo>
                <a:cubicBezTo>
                  <a:pt x="7726" y="62086"/>
                  <a:pt x="13329" y="52510"/>
                  <a:pt x="9032" y="42442"/>
                </a:cubicBezTo>
                <a:cubicBezTo>
                  <a:pt x="684" y="23087"/>
                  <a:pt x="10447" y="12185"/>
                  <a:pt x="21914" y="12185"/>
                </a:cubicBezTo>
                <a:cubicBezTo>
                  <a:pt x="22406" y="12185"/>
                  <a:pt x="22900" y="12205"/>
                  <a:pt x="23397" y="12245"/>
                </a:cubicBezTo>
                <a:cubicBezTo>
                  <a:pt x="25475" y="12417"/>
                  <a:pt x="27419" y="12499"/>
                  <a:pt x="29233" y="12499"/>
                </a:cubicBezTo>
                <a:cubicBezTo>
                  <a:pt x="43567" y="12499"/>
                  <a:pt x="49719" y="7342"/>
                  <a:pt x="4875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4" name="Google Shape;1974;p38"/>
          <p:cNvSpPr/>
          <p:nvPr/>
        </p:nvSpPr>
        <p:spPr>
          <a:xfrm flipH="1">
            <a:off x="34" y="3181350"/>
            <a:ext cx="1332091" cy="1962258"/>
          </a:xfrm>
          <a:custGeom>
            <a:rect b="b" l="l" r="r" t="t"/>
            <a:pathLst>
              <a:path extrusionOk="0" h="72368" w="49132">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5" name="Google Shape;1975;p38"/>
          <p:cNvSpPr txBox="1"/>
          <p:nvPr>
            <p:ph idx="1" type="subTitle"/>
          </p:nvPr>
        </p:nvSpPr>
        <p:spPr>
          <a:xfrm>
            <a:off x="1958400" y="1654350"/>
            <a:ext cx="1058400" cy="365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800"/>
              <a:buNone/>
              <a:defRPr>
                <a:latin typeface="Nunito ExtraBold"/>
                <a:ea typeface="Nunito ExtraBold"/>
                <a:cs typeface="Nunito ExtraBold"/>
                <a:sym typeface="Nunito Extra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976" name="Google Shape;1976;p38"/>
          <p:cNvSpPr txBox="1"/>
          <p:nvPr>
            <p:ph idx="2" type="subTitle"/>
          </p:nvPr>
        </p:nvSpPr>
        <p:spPr>
          <a:xfrm>
            <a:off x="5906875" y="1655383"/>
            <a:ext cx="1060800" cy="3636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800"/>
              <a:buNone/>
              <a:defRPr>
                <a:latin typeface="Nunito ExtraBold"/>
                <a:ea typeface="Nunito ExtraBold"/>
                <a:cs typeface="Nunito ExtraBold"/>
                <a:sym typeface="Nunito Extra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977" name="Google Shape;1977;p38"/>
          <p:cNvSpPr txBox="1"/>
          <p:nvPr>
            <p:ph idx="3" type="subTitle"/>
          </p:nvPr>
        </p:nvSpPr>
        <p:spPr>
          <a:xfrm>
            <a:off x="713250" y="2129875"/>
            <a:ext cx="3548700" cy="2543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800"/>
              <a:buChar char="●"/>
              <a:defRPr sz="1200"/>
            </a:lvl1pPr>
            <a:lvl2pPr lvl="1" rtl="0">
              <a:spcBef>
                <a:spcPts val="1600"/>
              </a:spcBef>
              <a:spcAft>
                <a:spcPts val="0"/>
              </a:spcAft>
              <a:buSzPts val="1400"/>
              <a:buChar char="○"/>
              <a:defRPr/>
            </a:lvl2pPr>
            <a:lvl3pPr lvl="2" rtl="0">
              <a:spcBef>
                <a:spcPts val="1600"/>
              </a:spcBef>
              <a:spcAft>
                <a:spcPts val="0"/>
              </a:spcAft>
              <a:buSzPts val="1400"/>
              <a:buChar char="■"/>
              <a:defRPr/>
            </a:lvl3pPr>
            <a:lvl4pPr lvl="3" rtl="0">
              <a:spcBef>
                <a:spcPts val="1600"/>
              </a:spcBef>
              <a:spcAft>
                <a:spcPts val="0"/>
              </a:spcAft>
              <a:buSzPts val="1400"/>
              <a:buChar char="●"/>
              <a:defRPr/>
            </a:lvl4pPr>
            <a:lvl5pPr lvl="4" rtl="0">
              <a:spcBef>
                <a:spcPts val="1600"/>
              </a:spcBef>
              <a:spcAft>
                <a:spcPts val="0"/>
              </a:spcAft>
              <a:buSzPts val="1400"/>
              <a:buChar char="○"/>
              <a:defRPr/>
            </a:lvl5pPr>
            <a:lvl6pPr lvl="5" rtl="0">
              <a:spcBef>
                <a:spcPts val="1600"/>
              </a:spcBef>
              <a:spcAft>
                <a:spcPts val="0"/>
              </a:spcAft>
              <a:buSzPts val="1400"/>
              <a:buChar char="■"/>
              <a:defRPr/>
            </a:lvl6pPr>
            <a:lvl7pPr lvl="6" rtl="0">
              <a:spcBef>
                <a:spcPts val="1600"/>
              </a:spcBef>
              <a:spcAft>
                <a:spcPts val="0"/>
              </a:spcAft>
              <a:buSzPts val="1400"/>
              <a:buChar char="●"/>
              <a:defRPr/>
            </a:lvl7pPr>
            <a:lvl8pPr lvl="7" rtl="0">
              <a:spcBef>
                <a:spcPts val="1600"/>
              </a:spcBef>
              <a:spcAft>
                <a:spcPts val="0"/>
              </a:spcAft>
              <a:buSzPts val="1400"/>
              <a:buChar char="○"/>
              <a:defRPr/>
            </a:lvl8pPr>
            <a:lvl9pPr lvl="8" rtl="0">
              <a:spcBef>
                <a:spcPts val="1600"/>
              </a:spcBef>
              <a:spcAft>
                <a:spcPts val="1600"/>
              </a:spcAft>
              <a:buSzPts val="1400"/>
              <a:buChar char="■"/>
              <a:defRPr/>
            </a:lvl9pPr>
          </a:lstStyle>
          <a:p/>
        </p:txBody>
      </p:sp>
      <p:sp>
        <p:nvSpPr>
          <p:cNvPr id="1978" name="Google Shape;1978;p38"/>
          <p:cNvSpPr txBox="1"/>
          <p:nvPr>
            <p:ph idx="4" type="subTitle"/>
          </p:nvPr>
        </p:nvSpPr>
        <p:spPr>
          <a:xfrm>
            <a:off x="4663375" y="2128525"/>
            <a:ext cx="3547800" cy="2545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800"/>
              <a:buChar char="●"/>
              <a:defRPr sz="1200"/>
            </a:lvl1pPr>
            <a:lvl2pPr lvl="1" rtl="0">
              <a:spcBef>
                <a:spcPts val="0"/>
              </a:spcBef>
              <a:spcAft>
                <a:spcPts val="0"/>
              </a:spcAft>
              <a:buSzPts val="1400"/>
              <a:buChar char="○"/>
              <a:defRPr/>
            </a:lvl2pPr>
            <a:lvl3pPr lvl="2" rtl="0">
              <a:spcBef>
                <a:spcPts val="1600"/>
              </a:spcBef>
              <a:spcAft>
                <a:spcPts val="0"/>
              </a:spcAft>
              <a:buSzPts val="1400"/>
              <a:buChar char="■"/>
              <a:defRPr/>
            </a:lvl3pPr>
            <a:lvl4pPr lvl="3" rtl="0">
              <a:spcBef>
                <a:spcPts val="1600"/>
              </a:spcBef>
              <a:spcAft>
                <a:spcPts val="0"/>
              </a:spcAft>
              <a:buSzPts val="1400"/>
              <a:buChar char="●"/>
              <a:defRPr/>
            </a:lvl4pPr>
            <a:lvl5pPr lvl="4" rtl="0">
              <a:spcBef>
                <a:spcPts val="1600"/>
              </a:spcBef>
              <a:spcAft>
                <a:spcPts val="0"/>
              </a:spcAft>
              <a:buSzPts val="1400"/>
              <a:buChar char="○"/>
              <a:defRPr/>
            </a:lvl5pPr>
            <a:lvl6pPr lvl="5" rtl="0">
              <a:spcBef>
                <a:spcPts val="1600"/>
              </a:spcBef>
              <a:spcAft>
                <a:spcPts val="0"/>
              </a:spcAft>
              <a:buSzPts val="1400"/>
              <a:buChar char="■"/>
              <a:defRPr/>
            </a:lvl6pPr>
            <a:lvl7pPr lvl="6" rtl="0">
              <a:spcBef>
                <a:spcPts val="1600"/>
              </a:spcBef>
              <a:spcAft>
                <a:spcPts val="0"/>
              </a:spcAft>
              <a:buSzPts val="1400"/>
              <a:buChar char="●"/>
              <a:defRPr/>
            </a:lvl7pPr>
            <a:lvl8pPr lvl="7" rtl="0">
              <a:spcBef>
                <a:spcPts val="1600"/>
              </a:spcBef>
              <a:spcAft>
                <a:spcPts val="0"/>
              </a:spcAft>
              <a:buSzPts val="1400"/>
              <a:buChar char="○"/>
              <a:defRPr/>
            </a:lvl8pPr>
            <a:lvl9pPr lvl="8" rtl="0">
              <a:spcBef>
                <a:spcPts val="1600"/>
              </a:spcBef>
              <a:spcAft>
                <a:spcPts val="1600"/>
              </a:spcAft>
              <a:buSzPts val="1400"/>
              <a:buChar char="■"/>
              <a:defRPr/>
            </a:lvl9pPr>
          </a:lstStyle>
          <a:p/>
        </p:txBody>
      </p:sp>
      <p:sp>
        <p:nvSpPr>
          <p:cNvPr id="1979" name="Google Shape;1979;p38"/>
          <p:cNvSpPr txBox="1"/>
          <p:nvPr>
            <p:ph idx="5" type="subTitle"/>
          </p:nvPr>
        </p:nvSpPr>
        <p:spPr>
          <a:xfrm>
            <a:off x="713250" y="1212725"/>
            <a:ext cx="7717500" cy="301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800"/>
              <a:buNone/>
              <a:defRPr sz="14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980" name="Google Shape;1980;p38"/>
          <p:cNvSpPr/>
          <p:nvPr/>
        </p:nvSpPr>
        <p:spPr>
          <a:xfrm flipH="1">
            <a:off x="359690" y="1084241"/>
            <a:ext cx="257321" cy="257560"/>
          </a:xfrm>
          <a:custGeom>
            <a:rect b="b" l="l" r="r" t="t"/>
            <a:pathLst>
              <a:path extrusionOk="0" h="3975" w="3971">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1" name="Google Shape;1981;p38"/>
          <p:cNvSpPr/>
          <p:nvPr/>
        </p:nvSpPr>
        <p:spPr>
          <a:xfrm flipH="1">
            <a:off x="1738181" y="294520"/>
            <a:ext cx="243518" cy="243435"/>
          </a:xfrm>
          <a:custGeom>
            <a:rect b="b" l="l" r="r" t="t"/>
            <a:pathLst>
              <a:path extrusionOk="0" h="3757" w="3758">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2" name="Google Shape;1982;p38"/>
          <p:cNvSpPr/>
          <p:nvPr/>
        </p:nvSpPr>
        <p:spPr>
          <a:xfrm flipH="1">
            <a:off x="190497" y="1507288"/>
            <a:ext cx="56441" cy="60195"/>
          </a:xfrm>
          <a:custGeom>
            <a:rect b="b" l="l" r="r" t="t"/>
            <a:pathLst>
              <a:path extrusionOk="0" h="929" w="871">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3" name="Google Shape;1983;p38"/>
          <p:cNvSpPr/>
          <p:nvPr/>
        </p:nvSpPr>
        <p:spPr>
          <a:xfrm flipH="1">
            <a:off x="652197" y="809251"/>
            <a:ext cx="56506" cy="60130"/>
          </a:xfrm>
          <a:custGeom>
            <a:rect b="b" l="l" r="r" t="t"/>
            <a:pathLst>
              <a:path extrusionOk="0" h="928" w="872">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4" name="Google Shape;1984;p38"/>
          <p:cNvSpPr/>
          <p:nvPr/>
        </p:nvSpPr>
        <p:spPr>
          <a:xfrm flipH="1">
            <a:off x="750953" y="393202"/>
            <a:ext cx="56441" cy="56501"/>
          </a:xfrm>
          <a:custGeom>
            <a:rect b="b" l="l" r="r" t="t"/>
            <a:pathLst>
              <a:path extrusionOk="0" h="872" w="871">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5" name="Google Shape;1985;p38"/>
          <p:cNvSpPr/>
          <p:nvPr/>
        </p:nvSpPr>
        <p:spPr>
          <a:xfrm flipH="1">
            <a:off x="2401020" y="502641"/>
            <a:ext cx="60199" cy="59871"/>
          </a:xfrm>
          <a:custGeom>
            <a:rect b="b" l="l" r="r" t="t"/>
            <a:pathLst>
              <a:path extrusionOk="0" h="924" w="929">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CUSTOM_1_1_1_1_1_1_1_1_1_1">
    <p:spTree>
      <p:nvGrpSpPr>
        <p:cNvPr id="1986" name="Shape 1986"/>
        <p:cNvGrpSpPr/>
        <p:nvPr/>
      </p:nvGrpSpPr>
      <p:grpSpPr>
        <a:xfrm>
          <a:off x="0" y="0"/>
          <a:ext cx="0" cy="0"/>
          <a:chOff x="0" y="0"/>
          <a:chExt cx="0" cy="0"/>
        </a:xfrm>
      </p:grpSpPr>
      <p:sp>
        <p:nvSpPr>
          <p:cNvPr id="1987" name="Google Shape;1987;p39"/>
          <p:cNvSpPr/>
          <p:nvPr/>
        </p:nvSpPr>
        <p:spPr>
          <a:xfrm>
            <a:off x="6115050" y="3258175"/>
            <a:ext cx="3028907" cy="1885295"/>
          </a:xfrm>
          <a:custGeom>
            <a:rect b="b" l="l" r="r" t="t"/>
            <a:pathLst>
              <a:path extrusionOk="0" h="55340" w="88909">
                <a:moveTo>
                  <a:pt x="88908" y="0"/>
                </a:moveTo>
                <a:cubicBezTo>
                  <a:pt x="88908" y="0"/>
                  <a:pt x="58168" y="5172"/>
                  <a:pt x="55339" y="24595"/>
                </a:cubicBezTo>
                <a:cubicBezTo>
                  <a:pt x="53680" y="35682"/>
                  <a:pt x="45717" y="37631"/>
                  <a:pt x="40161" y="37631"/>
                </a:cubicBezTo>
                <a:cubicBezTo>
                  <a:pt x="38791" y="37631"/>
                  <a:pt x="37568" y="37513"/>
                  <a:pt x="36621" y="37383"/>
                </a:cubicBezTo>
                <a:cubicBezTo>
                  <a:pt x="35777" y="37271"/>
                  <a:pt x="34940" y="37215"/>
                  <a:pt x="34112" y="37215"/>
                </a:cubicBezTo>
                <a:cubicBezTo>
                  <a:pt x="28107" y="37215"/>
                  <a:pt x="22606" y="40140"/>
                  <a:pt x="18826" y="45545"/>
                </a:cubicBezTo>
                <a:cubicBezTo>
                  <a:pt x="14530" y="51692"/>
                  <a:pt x="6151" y="54142"/>
                  <a:pt x="0" y="55339"/>
                </a:cubicBezTo>
                <a:lnTo>
                  <a:pt x="88908" y="55339"/>
                </a:lnTo>
                <a:lnTo>
                  <a:pt x="88908"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8" name="Google Shape;1988;p39"/>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Clr>
                <a:schemeClr val="lt2"/>
              </a:buClr>
              <a:buSzPts val="2800"/>
              <a:buNone/>
              <a:defRPr>
                <a:solidFill>
                  <a:schemeClr val="lt2"/>
                </a:solidFill>
              </a:defRPr>
            </a:lvl2pPr>
            <a:lvl3pPr lvl="2" rtl="0">
              <a:spcBef>
                <a:spcPts val="0"/>
              </a:spcBef>
              <a:spcAft>
                <a:spcPts val="0"/>
              </a:spcAft>
              <a:buClr>
                <a:schemeClr val="lt2"/>
              </a:buClr>
              <a:buSzPts val="2800"/>
              <a:buNone/>
              <a:defRPr>
                <a:solidFill>
                  <a:schemeClr val="lt2"/>
                </a:solidFill>
              </a:defRPr>
            </a:lvl3pPr>
            <a:lvl4pPr lvl="3" rtl="0">
              <a:spcBef>
                <a:spcPts val="0"/>
              </a:spcBef>
              <a:spcAft>
                <a:spcPts val="0"/>
              </a:spcAft>
              <a:buClr>
                <a:schemeClr val="lt2"/>
              </a:buClr>
              <a:buSzPts val="2800"/>
              <a:buNone/>
              <a:defRPr>
                <a:solidFill>
                  <a:schemeClr val="lt2"/>
                </a:solidFill>
              </a:defRPr>
            </a:lvl4pPr>
            <a:lvl5pPr lvl="4" rtl="0">
              <a:spcBef>
                <a:spcPts val="0"/>
              </a:spcBef>
              <a:spcAft>
                <a:spcPts val="0"/>
              </a:spcAft>
              <a:buClr>
                <a:schemeClr val="lt2"/>
              </a:buClr>
              <a:buSzPts val="2800"/>
              <a:buNone/>
              <a:defRPr>
                <a:solidFill>
                  <a:schemeClr val="lt2"/>
                </a:solidFill>
              </a:defRPr>
            </a:lvl5pPr>
            <a:lvl6pPr lvl="5" rtl="0">
              <a:spcBef>
                <a:spcPts val="0"/>
              </a:spcBef>
              <a:spcAft>
                <a:spcPts val="0"/>
              </a:spcAft>
              <a:buClr>
                <a:schemeClr val="lt2"/>
              </a:buClr>
              <a:buSzPts val="2800"/>
              <a:buNone/>
              <a:defRPr>
                <a:solidFill>
                  <a:schemeClr val="lt2"/>
                </a:solidFill>
              </a:defRPr>
            </a:lvl6pPr>
            <a:lvl7pPr lvl="6" rtl="0">
              <a:spcBef>
                <a:spcPts val="0"/>
              </a:spcBef>
              <a:spcAft>
                <a:spcPts val="0"/>
              </a:spcAft>
              <a:buClr>
                <a:schemeClr val="lt2"/>
              </a:buClr>
              <a:buSzPts val="2800"/>
              <a:buNone/>
              <a:defRPr>
                <a:solidFill>
                  <a:schemeClr val="lt2"/>
                </a:solidFill>
              </a:defRPr>
            </a:lvl7pPr>
            <a:lvl8pPr lvl="7" rtl="0">
              <a:spcBef>
                <a:spcPts val="0"/>
              </a:spcBef>
              <a:spcAft>
                <a:spcPts val="0"/>
              </a:spcAft>
              <a:buClr>
                <a:schemeClr val="lt2"/>
              </a:buClr>
              <a:buSzPts val="2800"/>
              <a:buNone/>
              <a:defRPr>
                <a:solidFill>
                  <a:schemeClr val="lt2"/>
                </a:solidFill>
              </a:defRPr>
            </a:lvl8pPr>
            <a:lvl9pPr lvl="8" rtl="0">
              <a:spcBef>
                <a:spcPts val="0"/>
              </a:spcBef>
              <a:spcAft>
                <a:spcPts val="0"/>
              </a:spcAft>
              <a:buClr>
                <a:schemeClr val="lt2"/>
              </a:buClr>
              <a:buSzPts val="2800"/>
              <a:buNone/>
              <a:defRPr>
                <a:solidFill>
                  <a:schemeClr val="lt2"/>
                </a:solidFill>
              </a:defRPr>
            </a:lvl9pPr>
          </a:lstStyle>
          <a:p/>
        </p:txBody>
      </p:sp>
      <p:sp>
        <p:nvSpPr>
          <p:cNvPr id="1989" name="Google Shape;1989;p39"/>
          <p:cNvSpPr/>
          <p:nvPr/>
        </p:nvSpPr>
        <p:spPr>
          <a:xfrm>
            <a:off x="7931973" y="613899"/>
            <a:ext cx="261014" cy="257301"/>
          </a:xfrm>
          <a:custGeom>
            <a:rect b="b" l="l" r="r" t="t"/>
            <a:pathLst>
              <a:path extrusionOk="0" h="3971" w="4028">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0" name="Google Shape;1990;p39"/>
          <p:cNvSpPr/>
          <p:nvPr/>
        </p:nvSpPr>
        <p:spPr>
          <a:xfrm>
            <a:off x="8062286" y="328218"/>
            <a:ext cx="60199" cy="60130"/>
          </a:xfrm>
          <a:custGeom>
            <a:rect b="b" l="l" r="r" t="t"/>
            <a:pathLst>
              <a:path extrusionOk="0" h="928" w="929">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1" name="Google Shape;1991;p39"/>
          <p:cNvSpPr/>
          <p:nvPr/>
        </p:nvSpPr>
        <p:spPr>
          <a:xfrm>
            <a:off x="8221110" y="1262627"/>
            <a:ext cx="59875" cy="59871"/>
          </a:xfrm>
          <a:custGeom>
            <a:rect b="b" l="l" r="r" t="t"/>
            <a:pathLst>
              <a:path extrusionOk="0" h="924" w="924">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2" name="Google Shape;1992;p39"/>
          <p:cNvSpPr/>
          <p:nvPr/>
        </p:nvSpPr>
        <p:spPr>
          <a:xfrm>
            <a:off x="8461103" y="662994"/>
            <a:ext cx="60134" cy="60130"/>
          </a:xfrm>
          <a:custGeom>
            <a:rect b="b" l="l" r="r" t="t"/>
            <a:pathLst>
              <a:path extrusionOk="0" h="928" w="928">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3" name="Google Shape;1993;p39"/>
          <p:cNvSpPr/>
          <p:nvPr/>
        </p:nvSpPr>
        <p:spPr>
          <a:xfrm>
            <a:off x="7636765" y="4172934"/>
            <a:ext cx="207943" cy="207927"/>
          </a:xfrm>
          <a:custGeom>
            <a:rect b="b" l="l" r="r" t="t"/>
            <a:pathLst>
              <a:path extrusionOk="0" h="3209" w="3209">
                <a:moveTo>
                  <a:pt x="1524" y="1"/>
                </a:moveTo>
                <a:lnTo>
                  <a:pt x="1250" y="980"/>
                </a:lnTo>
                <a:lnTo>
                  <a:pt x="271" y="706"/>
                </a:lnTo>
                <a:lnTo>
                  <a:pt x="1" y="1685"/>
                </a:lnTo>
                <a:lnTo>
                  <a:pt x="980" y="1960"/>
                </a:lnTo>
                <a:lnTo>
                  <a:pt x="706" y="2939"/>
                </a:lnTo>
                <a:lnTo>
                  <a:pt x="1685" y="3209"/>
                </a:lnTo>
                <a:lnTo>
                  <a:pt x="1960" y="2230"/>
                </a:lnTo>
                <a:lnTo>
                  <a:pt x="2939" y="2504"/>
                </a:lnTo>
                <a:lnTo>
                  <a:pt x="3209" y="1524"/>
                </a:lnTo>
                <a:lnTo>
                  <a:pt x="2230" y="1250"/>
                </a:lnTo>
                <a:lnTo>
                  <a:pt x="2504" y="271"/>
                </a:lnTo>
                <a:lnTo>
                  <a:pt x="15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4" name="Google Shape;1994;p39"/>
          <p:cNvSpPr/>
          <p:nvPr/>
        </p:nvSpPr>
        <p:spPr>
          <a:xfrm>
            <a:off x="7485508" y="4839164"/>
            <a:ext cx="60134" cy="60130"/>
          </a:xfrm>
          <a:custGeom>
            <a:rect b="b" l="l" r="r" t="t"/>
            <a:pathLst>
              <a:path extrusionOk="0" h="928" w="928">
                <a:moveTo>
                  <a:pt x="436" y="0"/>
                </a:moveTo>
                <a:cubicBezTo>
                  <a:pt x="218" y="0"/>
                  <a:pt x="1" y="218"/>
                  <a:pt x="1" y="492"/>
                </a:cubicBezTo>
                <a:cubicBezTo>
                  <a:pt x="1" y="710"/>
                  <a:pt x="218" y="927"/>
                  <a:pt x="436" y="927"/>
                </a:cubicBezTo>
                <a:cubicBezTo>
                  <a:pt x="710" y="927"/>
                  <a:pt x="928" y="710"/>
                  <a:pt x="928" y="492"/>
                </a:cubicBezTo>
                <a:cubicBezTo>
                  <a:pt x="928" y="218"/>
                  <a:pt x="710"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5" name="Google Shape;1995;p39"/>
          <p:cNvSpPr/>
          <p:nvPr/>
        </p:nvSpPr>
        <p:spPr>
          <a:xfrm>
            <a:off x="8412926" y="4599423"/>
            <a:ext cx="59875" cy="56436"/>
          </a:xfrm>
          <a:custGeom>
            <a:rect b="b" l="l" r="r" t="t"/>
            <a:pathLst>
              <a:path extrusionOk="0" h="871" w="924">
                <a:moveTo>
                  <a:pt x="436" y="0"/>
                </a:moveTo>
                <a:cubicBezTo>
                  <a:pt x="219" y="0"/>
                  <a:pt x="1" y="165"/>
                  <a:pt x="1" y="435"/>
                </a:cubicBezTo>
                <a:cubicBezTo>
                  <a:pt x="1" y="710"/>
                  <a:pt x="219" y="871"/>
                  <a:pt x="436" y="871"/>
                </a:cubicBezTo>
                <a:cubicBezTo>
                  <a:pt x="706" y="871"/>
                  <a:pt x="924" y="710"/>
                  <a:pt x="924" y="435"/>
                </a:cubicBezTo>
                <a:cubicBezTo>
                  <a:pt x="924" y="165"/>
                  <a:pt x="706"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6" name="Google Shape;1996;p39"/>
          <p:cNvSpPr/>
          <p:nvPr/>
        </p:nvSpPr>
        <p:spPr>
          <a:xfrm rot="-5400000">
            <a:off x="7033096" y="-403711"/>
            <a:ext cx="1707214" cy="2514607"/>
          </a:xfrm>
          <a:custGeom>
            <a:rect b="b" l="l" r="r" t="t"/>
            <a:pathLst>
              <a:path extrusionOk="0" h="72368" w="49132">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7" name="Google Shape;1997;p39"/>
          <p:cNvSpPr/>
          <p:nvPr/>
        </p:nvSpPr>
        <p:spPr>
          <a:xfrm>
            <a:off x="0" y="0"/>
            <a:ext cx="1943143" cy="2722018"/>
          </a:xfrm>
          <a:custGeom>
            <a:rect b="b" l="l" r="r" t="t"/>
            <a:pathLst>
              <a:path extrusionOk="0" h="69648" w="49719">
                <a:moveTo>
                  <a:pt x="0" y="1"/>
                </a:moveTo>
                <a:lnTo>
                  <a:pt x="0" y="69648"/>
                </a:lnTo>
                <a:cubicBezTo>
                  <a:pt x="7726" y="62086"/>
                  <a:pt x="13329" y="52510"/>
                  <a:pt x="9032" y="42442"/>
                </a:cubicBezTo>
                <a:cubicBezTo>
                  <a:pt x="684" y="23087"/>
                  <a:pt x="10447" y="12185"/>
                  <a:pt x="21914" y="12185"/>
                </a:cubicBezTo>
                <a:cubicBezTo>
                  <a:pt x="22406" y="12185"/>
                  <a:pt x="22900" y="12205"/>
                  <a:pt x="23397" y="12245"/>
                </a:cubicBezTo>
                <a:cubicBezTo>
                  <a:pt x="25475" y="12417"/>
                  <a:pt x="27419" y="12499"/>
                  <a:pt x="29233" y="12499"/>
                </a:cubicBezTo>
                <a:cubicBezTo>
                  <a:pt x="43567" y="12499"/>
                  <a:pt x="49719" y="7342"/>
                  <a:pt x="4875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8" name="Google Shape;1998;p39"/>
          <p:cNvSpPr/>
          <p:nvPr/>
        </p:nvSpPr>
        <p:spPr>
          <a:xfrm flipH="1">
            <a:off x="34" y="3181350"/>
            <a:ext cx="1332091" cy="1962258"/>
          </a:xfrm>
          <a:custGeom>
            <a:rect b="b" l="l" r="r" t="t"/>
            <a:pathLst>
              <a:path extrusionOk="0" h="72368" w="49132">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9" name="Google Shape;1999;p39"/>
          <p:cNvSpPr/>
          <p:nvPr/>
        </p:nvSpPr>
        <p:spPr>
          <a:xfrm flipH="1">
            <a:off x="359690" y="1084241"/>
            <a:ext cx="257321" cy="257560"/>
          </a:xfrm>
          <a:custGeom>
            <a:rect b="b" l="l" r="r" t="t"/>
            <a:pathLst>
              <a:path extrusionOk="0" h="3975" w="3971">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0" name="Google Shape;2000;p39"/>
          <p:cNvSpPr/>
          <p:nvPr/>
        </p:nvSpPr>
        <p:spPr>
          <a:xfrm flipH="1">
            <a:off x="1738181" y="294520"/>
            <a:ext cx="243518" cy="243435"/>
          </a:xfrm>
          <a:custGeom>
            <a:rect b="b" l="l" r="r" t="t"/>
            <a:pathLst>
              <a:path extrusionOk="0" h="3757" w="3758">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1" name="Google Shape;2001;p39"/>
          <p:cNvSpPr/>
          <p:nvPr/>
        </p:nvSpPr>
        <p:spPr>
          <a:xfrm flipH="1">
            <a:off x="190497" y="1507288"/>
            <a:ext cx="56441" cy="60195"/>
          </a:xfrm>
          <a:custGeom>
            <a:rect b="b" l="l" r="r" t="t"/>
            <a:pathLst>
              <a:path extrusionOk="0" h="929" w="871">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2" name="Google Shape;2002;p39"/>
          <p:cNvSpPr/>
          <p:nvPr/>
        </p:nvSpPr>
        <p:spPr>
          <a:xfrm flipH="1">
            <a:off x="652197" y="809251"/>
            <a:ext cx="56506" cy="60130"/>
          </a:xfrm>
          <a:custGeom>
            <a:rect b="b" l="l" r="r" t="t"/>
            <a:pathLst>
              <a:path extrusionOk="0" h="928" w="872">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3" name="Google Shape;2003;p39"/>
          <p:cNvSpPr/>
          <p:nvPr/>
        </p:nvSpPr>
        <p:spPr>
          <a:xfrm flipH="1">
            <a:off x="750953" y="393202"/>
            <a:ext cx="56441" cy="56501"/>
          </a:xfrm>
          <a:custGeom>
            <a:rect b="b" l="l" r="r" t="t"/>
            <a:pathLst>
              <a:path extrusionOk="0" h="872" w="871">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4" name="Google Shape;2004;p39"/>
          <p:cNvSpPr/>
          <p:nvPr/>
        </p:nvSpPr>
        <p:spPr>
          <a:xfrm flipH="1">
            <a:off x="2401020" y="502641"/>
            <a:ext cx="60199" cy="59871"/>
          </a:xfrm>
          <a:custGeom>
            <a:rect b="b" l="l" r="r" t="t"/>
            <a:pathLst>
              <a:path extrusionOk="0" h="924" w="929">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5" name="Google Shape;2005;p39"/>
          <p:cNvSpPr txBox="1"/>
          <p:nvPr>
            <p:ph idx="1" type="subTitle"/>
          </p:nvPr>
        </p:nvSpPr>
        <p:spPr>
          <a:xfrm>
            <a:off x="1671600" y="2628900"/>
            <a:ext cx="1952700" cy="356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800"/>
              <a:buNone/>
              <a:defRPr>
                <a:latin typeface="Nunito ExtraBold"/>
                <a:ea typeface="Nunito ExtraBold"/>
                <a:cs typeface="Nunito ExtraBold"/>
                <a:sym typeface="Nunito Extra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2006" name="Google Shape;2006;p39"/>
          <p:cNvSpPr txBox="1"/>
          <p:nvPr>
            <p:ph idx="2" type="subTitle"/>
          </p:nvPr>
        </p:nvSpPr>
        <p:spPr>
          <a:xfrm>
            <a:off x="1158750" y="2952750"/>
            <a:ext cx="2978400" cy="616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2007" name="Google Shape;2007;p39"/>
          <p:cNvSpPr txBox="1"/>
          <p:nvPr>
            <p:ph idx="3" type="subTitle"/>
          </p:nvPr>
        </p:nvSpPr>
        <p:spPr>
          <a:xfrm>
            <a:off x="5532275" y="2628900"/>
            <a:ext cx="1952700" cy="3525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800"/>
              <a:buNone/>
              <a:defRPr>
                <a:latin typeface="Nunito ExtraBold"/>
                <a:ea typeface="Nunito ExtraBold"/>
                <a:cs typeface="Nunito ExtraBold"/>
                <a:sym typeface="Nunito Extra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2008" name="Google Shape;2008;p39"/>
          <p:cNvSpPr txBox="1"/>
          <p:nvPr>
            <p:ph idx="4" type="subTitle"/>
          </p:nvPr>
        </p:nvSpPr>
        <p:spPr>
          <a:xfrm>
            <a:off x="5018225" y="2952750"/>
            <a:ext cx="2980800" cy="61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3">
  <p:cSld name="CUSTOM_1_1_1_1_1_1_1_1_1_1_1">
    <p:spTree>
      <p:nvGrpSpPr>
        <p:cNvPr id="2009" name="Shape 2009"/>
        <p:cNvGrpSpPr/>
        <p:nvPr/>
      </p:nvGrpSpPr>
      <p:grpSpPr>
        <a:xfrm>
          <a:off x="0" y="0"/>
          <a:ext cx="0" cy="0"/>
          <a:chOff x="0" y="0"/>
          <a:chExt cx="0" cy="0"/>
        </a:xfrm>
      </p:grpSpPr>
      <p:sp>
        <p:nvSpPr>
          <p:cNvPr id="2010" name="Google Shape;2010;p40"/>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Clr>
                <a:schemeClr val="lt2"/>
              </a:buClr>
              <a:buSzPts val="2800"/>
              <a:buNone/>
              <a:defRPr>
                <a:solidFill>
                  <a:schemeClr val="lt2"/>
                </a:solidFill>
              </a:defRPr>
            </a:lvl2pPr>
            <a:lvl3pPr lvl="2" rtl="0">
              <a:spcBef>
                <a:spcPts val="0"/>
              </a:spcBef>
              <a:spcAft>
                <a:spcPts val="0"/>
              </a:spcAft>
              <a:buClr>
                <a:schemeClr val="lt2"/>
              </a:buClr>
              <a:buSzPts val="2800"/>
              <a:buNone/>
              <a:defRPr>
                <a:solidFill>
                  <a:schemeClr val="lt2"/>
                </a:solidFill>
              </a:defRPr>
            </a:lvl3pPr>
            <a:lvl4pPr lvl="3" rtl="0">
              <a:spcBef>
                <a:spcPts val="0"/>
              </a:spcBef>
              <a:spcAft>
                <a:spcPts val="0"/>
              </a:spcAft>
              <a:buClr>
                <a:schemeClr val="lt2"/>
              </a:buClr>
              <a:buSzPts val="2800"/>
              <a:buNone/>
              <a:defRPr>
                <a:solidFill>
                  <a:schemeClr val="lt2"/>
                </a:solidFill>
              </a:defRPr>
            </a:lvl4pPr>
            <a:lvl5pPr lvl="4" rtl="0">
              <a:spcBef>
                <a:spcPts val="0"/>
              </a:spcBef>
              <a:spcAft>
                <a:spcPts val="0"/>
              </a:spcAft>
              <a:buClr>
                <a:schemeClr val="lt2"/>
              </a:buClr>
              <a:buSzPts val="2800"/>
              <a:buNone/>
              <a:defRPr>
                <a:solidFill>
                  <a:schemeClr val="lt2"/>
                </a:solidFill>
              </a:defRPr>
            </a:lvl5pPr>
            <a:lvl6pPr lvl="5" rtl="0">
              <a:spcBef>
                <a:spcPts val="0"/>
              </a:spcBef>
              <a:spcAft>
                <a:spcPts val="0"/>
              </a:spcAft>
              <a:buClr>
                <a:schemeClr val="lt2"/>
              </a:buClr>
              <a:buSzPts val="2800"/>
              <a:buNone/>
              <a:defRPr>
                <a:solidFill>
                  <a:schemeClr val="lt2"/>
                </a:solidFill>
              </a:defRPr>
            </a:lvl6pPr>
            <a:lvl7pPr lvl="6" rtl="0">
              <a:spcBef>
                <a:spcPts val="0"/>
              </a:spcBef>
              <a:spcAft>
                <a:spcPts val="0"/>
              </a:spcAft>
              <a:buClr>
                <a:schemeClr val="lt2"/>
              </a:buClr>
              <a:buSzPts val="2800"/>
              <a:buNone/>
              <a:defRPr>
                <a:solidFill>
                  <a:schemeClr val="lt2"/>
                </a:solidFill>
              </a:defRPr>
            </a:lvl7pPr>
            <a:lvl8pPr lvl="7" rtl="0">
              <a:spcBef>
                <a:spcPts val="0"/>
              </a:spcBef>
              <a:spcAft>
                <a:spcPts val="0"/>
              </a:spcAft>
              <a:buClr>
                <a:schemeClr val="lt2"/>
              </a:buClr>
              <a:buSzPts val="2800"/>
              <a:buNone/>
              <a:defRPr>
                <a:solidFill>
                  <a:schemeClr val="lt2"/>
                </a:solidFill>
              </a:defRPr>
            </a:lvl8pPr>
            <a:lvl9pPr lvl="8" rtl="0">
              <a:spcBef>
                <a:spcPts val="0"/>
              </a:spcBef>
              <a:spcAft>
                <a:spcPts val="0"/>
              </a:spcAft>
              <a:buClr>
                <a:schemeClr val="lt2"/>
              </a:buClr>
              <a:buSzPts val="2800"/>
              <a:buNone/>
              <a:defRPr>
                <a:solidFill>
                  <a:schemeClr val="lt2"/>
                </a:solidFill>
              </a:defRPr>
            </a:lvl9pPr>
          </a:lstStyle>
          <a:p/>
        </p:txBody>
      </p:sp>
      <p:grpSp>
        <p:nvGrpSpPr>
          <p:cNvPr id="2011" name="Google Shape;2011;p40"/>
          <p:cNvGrpSpPr/>
          <p:nvPr/>
        </p:nvGrpSpPr>
        <p:grpSpPr>
          <a:xfrm>
            <a:off x="7485508" y="4599423"/>
            <a:ext cx="987293" cy="324364"/>
            <a:chOff x="5694208" y="9209048"/>
            <a:chExt cx="987293" cy="324364"/>
          </a:xfrm>
        </p:grpSpPr>
        <p:sp>
          <p:nvSpPr>
            <p:cNvPr id="2012" name="Google Shape;2012;p40"/>
            <p:cNvSpPr/>
            <p:nvPr/>
          </p:nvSpPr>
          <p:spPr>
            <a:xfrm>
              <a:off x="6064540" y="9325484"/>
              <a:ext cx="207943" cy="207927"/>
            </a:xfrm>
            <a:custGeom>
              <a:rect b="b" l="l" r="r" t="t"/>
              <a:pathLst>
                <a:path extrusionOk="0" h="3209" w="3209">
                  <a:moveTo>
                    <a:pt x="1524" y="1"/>
                  </a:moveTo>
                  <a:lnTo>
                    <a:pt x="1250" y="980"/>
                  </a:lnTo>
                  <a:lnTo>
                    <a:pt x="271" y="706"/>
                  </a:lnTo>
                  <a:lnTo>
                    <a:pt x="1" y="1685"/>
                  </a:lnTo>
                  <a:lnTo>
                    <a:pt x="980" y="1960"/>
                  </a:lnTo>
                  <a:lnTo>
                    <a:pt x="706" y="2939"/>
                  </a:lnTo>
                  <a:lnTo>
                    <a:pt x="1685" y="3209"/>
                  </a:lnTo>
                  <a:lnTo>
                    <a:pt x="1960" y="2230"/>
                  </a:lnTo>
                  <a:lnTo>
                    <a:pt x="2939" y="2504"/>
                  </a:lnTo>
                  <a:lnTo>
                    <a:pt x="3209" y="1524"/>
                  </a:lnTo>
                  <a:lnTo>
                    <a:pt x="2230" y="1250"/>
                  </a:lnTo>
                  <a:lnTo>
                    <a:pt x="2504" y="271"/>
                  </a:lnTo>
                  <a:lnTo>
                    <a:pt x="15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3" name="Google Shape;2013;p40"/>
            <p:cNvSpPr/>
            <p:nvPr/>
          </p:nvSpPr>
          <p:spPr>
            <a:xfrm>
              <a:off x="5694208" y="9448789"/>
              <a:ext cx="60134" cy="60130"/>
            </a:xfrm>
            <a:custGeom>
              <a:rect b="b" l="l" r="r" t="t"/>
              <a:pathLst>
                <a:path extrusionOk="0" h="928" w="928">
                  <a:moveTo>
                    <a:pt x="436" y="0"/>
                  </a:moveTo>
                  <a:cubicBezTo>
                    <a:pt x="218" y="0"/>
                    <a:pt x="1" y="218"/>
                    <a:pt x="1" y="492"/>
                  </a:cubicBezTo>
                  <a:cubicBezTo>
                    <a:pt x="1" y="710"/>
                    <a:pt x="218" y="927"/>
                    <a:pt x="436" y="927"/>
                  </a:cubicBezTo>
                  <a:cubicBezTo>
                    <a:pt x="710" y="927"/>
                    <a:pt x="928" y="710"/>
                    <a:pt x="928" y="492"/>
                  </a:cubicBezTo>
                  <a:cubicBezTo>
                    <a:pt x="928" y="218"/>
                    <a:pt x="710"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4" name="Google Shape;2014;p40"/>
            <p:cNvSpPr/>
            <p:nvPr/>
          </p:nvSpPr>
          <p:spPr>
            <a:xfrm>
              <a:off x="6621626" y="9209048"/>
              <a:ext cx="59875" cy="56436"/>
            </a:xfrm>
            <a:custGeom>
              <a:rect b="b" l="l" r="r" t="t"/>
              <a:pathLst>
                <a:path extrusionOk="0" h="871" w="924">
                  <a:moveTo>
                    <a:pt x="436" y="0"/>
                  </a:moveTo>
                  <a:cubicBezTo>
                    <a:pt x="219" y="0"/>
                    <a:pt x="1" y="165"/>
                    <a:pt x="1" y="435"/>
                  </a:cubicBezTo>
                  <a:cubicBezTo>
                    <a:pt x="1" y="710"/>
                    <a:pt x="219" y="871"/>
                    <a:pt x="436" y="871"/>
                  </a:cubicBezTo>
                  <a:cubicBezTo>
                    <a:pt x="706" y="871"/>
                    <a:pt x="924" y="710"/>
                    <a:pt x="924" y="435"/>
                  </a:cubicBezTo>
                  <a:cubicBezTo>
                    <a:pt x="924" y="165"/>
                    <a:pt x="706"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15" name="Google Shape;2015;p40"/>
          <p:cNvSpPr/>
          <p:nvPr/>
        </p:nvSpPr>
        <p:spPr>
          <a:xfrm rot="-5400000">
            <a:off x="7033096" y="-403711"/>
            <a:ext cx="1707214" cy="2514607"/>
          </a:xfrm>
          <a:custGeom>
            <a:rect b="b" l="l" r="r" t="t"/>
            <a:pathLst>
              <a:path extrusionOk="0" h="72368" w="49132">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6" name="Google Shape;2016;p40"/>
          <p:cNvSpPr/>
          <p:nvPr/>
        </p:nvSpPr>
        <p:spPr>
          <a:xfrm flipH="1">
            <a:off x="34" y="3181350"/>
            <a:ext cx="1332091" cy="1962258"/>
          </a:xfrm>
          <a:custGeom>
            <a:rect b="b" l="l" r="r" t="t"/>
            <a:pathLst>
              <a:path extrusionOk="0" h="72368" w="49132">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17" name="Google Shape;2017;p40"/>
          <p:cNvGrpSpPr/>
          <p:nvPr/>
        </p:nvGrpSpPr>
        <p:grpSpPr>
          <a:xfrm flipH="1">
            <a:off x="190497" y="294520"/>
            <a:ext cx="2270722" cy="1272963"/>
            <a:chOff x="5158247" y="5768045"/>
            <a:chExt cx="2270722" cy="1272963"/>
          </a:xfrm>
        </p:grpSpPr>
        <p:sp>
          <p:nvSpPr>
            <p:cNvPr id="2018" name="Google Shape;2018;p40"/>
            <p:cNvSpPr/>
            <p:nvPr/>
          </p:nvSpPr>
          <p:spPr>
            <a:xfrm>
              <a:off x="7002455" y="6557766"/>
              <a:ext cx="257321" cy="257560"/>
            </a:xfrm>
            <a:custGeom>
              <a:rect b="b" l="l" r="r" t="t"/>
              <a:pathLst>
                <a:path extrusionOk="0" h="3975" w="3971">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9" name="Google Shape;2019;p40"/>
            <p:cNvSpPr/>
            <p:nvPr/>
          </p:nvSpPr>
          <p:spPr>
            <a:xfrm>
              <a:off x="5637767" y="5768045"/>
              <a:ext cx="243518" cy="243435"/>
            </a:xfrm>
            <a:custGeom>
              <a:rect b="b" l="l" r="r" t="t"/>
              <a:pathLst>
                <a:path extrusionOk="0" h="3757" w="3758">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0" name="Google Shape;2020;p40"/>
            <p:cNvSpPr/>
            <p:nvPr/>
          </p:nvSpPr>
          <p:spPr>
            <a:xfrm>
              <a:off x="7372528" y="6980813"/>
              <a:ext cx="56441" cy="60195"/>
            </a:xfrm>
            <a:custGeom>
              <a:rect b="b" l="l" r="r" t="t"/>
              <a:pathLst>
                <a:path extrusionOk="0" h="929" w="871">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1" name="Google Shape;2021;p40"/>
            <p:cNvSpPr/>
            <p:nvPr/>
          </p:nvSpPr>
          <p:spPr>
            <a:xfrm>
              <a:off x="6910763" y="6282776"/>
              <a:ext cx="56506" cy="60130"/>
            </a:xfrm>
            <a:custGeom>
              <a:rect b="b" l="l" r="r" t="t"/>
              <a:pathLst>
                <a:path extrusionOk="0" h="928" w="872">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2" name="Google Shape;2022;p40"/>
            <p:cNvSpPr/>
            <p:nvPr/>
          </p:nvSpPr>
          <p:spPr>
            <a:xfrm>
              <a:off x="6812073" y="5866727"/>
              <a:ext cx="56441" cy="56501"/>
            </a:xfrm>
            <a:custGeom>
              <a:rect b="b" l="l" r="r" t="t"/>
              <a:pathLst>
                <a:path extrusionOk="0" h="872" w="871">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3" name="Google Shape;2023;p40"/>
            <p:cNvSpPr/>
            <p:nvPr/>
          </p:nvSpPr>
          <p:spPr>
            <a:xfrm>
              <a:off x="5158247" y="5976166"/>
              <a:ext cx="60199" cy="59871"/>
            </a:xfrm>
            <a:custGeom>
              <a:rect b="b" l="l" r="r" t="t"/>
              <a:pathLst>
                <a:path extrusionOk="0" h="924" w="929">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24" name="Google Shape;2024;p40"/>
          <p:cNvSpPr txBox="1"/>
          <p:nvPr>
            <p:ph idx="1" type="subTitle"/>
          </p:nvPr>
        </p:nvSpPr>
        <p:spPr>
          <a:xfrm>
            <a:off x="713225" y="2590800"/>
            <a:ext cx="3858900" cy="356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800"/>
              <a:buNone/>
              <a:defRPr>
                <a:latin typeface="Nunito ExtraBold"/>
                <a:ea typeface="Nunito ExtraBold"/>
                <a:cs typeface="Nunito ExtraBold"/>
                <a:sym typeface="Nunito Extra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2025" name="Google Shape;2025;p40"/>
          <p:cNvSpPr txBox="1"/>
          <p:nvPr>
            <p:ph idx="2" type="subTitle"/>
          </p:nvPr>
        </p:nvSpPr>
        <p:spPr>
          <a:xfrm>
            <a:off x="713225" y="2915902"/>
            <a:ext cx="3840600" cy="1645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Char char="●"/>
              <a:defRPr sz="1400"/>
            </a:lvl1pPr>
            <a:lvl2pPr lvl="1" rtl="0">
              <a:spcBef>
                <a:spcPts val="0"/>
              </a:spcBef>
              <a:spcAft>
                <a:spcPts val="0"/>
              </a:spcAft>
              <a:buSzPts val="1200"/>
              <a:buChar char="○"/>
              <a:defRPr/>
            </a:lvl2pPr>
            <a:lvl3pPr lvl="2" rtl="0">
              <a:spcBef>
                <a:spcPts val="1600"/>
              </a:spcBef>
              <a:spcAft>
                <a:spcPts val="0"/>
              </a:spcAft>
              <a:buSzPts val="1200"/>
              <a:buChar char="■"/>
              <a:defRPr/>
            </a:lvl3pPr>
            <a:lvl4pPr lvl="3" rtl="0">
              <a:spcBef>
                <a:spcPts val="1600"/>
              </a:spcBef>
              <a:spcAft>
                <a:spcPts val="0"/>
              </a:spcAft>
              <a:buSzPts val="1200"/>
              <a:buChar char="●"/>
              <a:defRPr/>
            </a:lvl4pPr>
            <a:lvl5pPr lvl="4" rtl="0">
              <a:spcBef>
                <a:spcPts val="1600"/>
              </a:spcBef>
              <a:spcAft>
                <a:spcPts val="0"/>
              </a:spcAft>
              <a:buSzPts val="1200"/>
              <a:buChar char="○"/>
              <a:defRPr/>
            </a:lvl5pPr>
            <a:lvl6pPr lvl="5" rtl="0">
              <a:spcBef>
                <a:spcPts val="1600"/>
              </a:spcBef>
              <a:spcAft>
                <a:spcPts val="0"/>
              </a:spcAft>
              <a:buSzPts val="1200"/>
              <a:buChar char="■"/>
              <a:defRPr/>
            </a:lvl6pPr>
            <a:lvl7pPr lvl="6" rtl="0">
              <a:spcBef>
                <a:spcPts val="1600"/>
              </a:spcBef>
              <a:spcAft>
                <a:spcPts val="0"/>
              </a:spcAft>
              <a:buSzPts val="1200"/>
              <a:buChar char="●"/>
              <a:defRPr/>
            </a:lvl7pPr>
            <a:lvl8pPr lvl="7" rtl="0">
              <a:spcBef>
                <a:spcPts val="1600"/>
              </a:spcBef>
              <a:spcAft>
                <a:spcPts val="0"/>
              </a:spcAft>
              <a:buSzPts val="1200"/>
              <a:buChar char="○"/>
              <a:defRPr/>
            </a:lvl8pPr>
            <a:lvl9pPr lvl="8" rtl="0">
              <a:spcBef>
                <a:spcPts val="1600"/>
              </a:spcBef>
              <a:spcAft>
                <a:spcPts val="1600"/>
              </a:spcAft>
              <a:buSzPts val="1200"/>
              <a:buChar char="■"/>
              <a:defRPr/>
            </a:lvl9pPr>
          </a:lstStyle>
          <a:p/>
        </p:txBody>
      </p:sp>
      <p:sp>
        <p:nvSpPr>
          <p:cNvPr id="2026" name="Google Shape;2026;p40"/>
          <p:cNvSpPr txBox="1"/>
          <p:nvPr>
            <p:ph idx="3" type="subTitle"/>
          </p:nvPr>
        </p:nvSpPr>
        <p:spPr>
          <a:xfrm>
            <a:off x="4562825" y="2590800"/>
            <a:ext cx="3858900" cy="356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800"/>
              <a:buNone/>
              <a:defRPr>
                <a:latin typeface="Nunito ExtraBold"/>
                <a:ea typeface="Nunito ExtraBold"/>
                <a:cs typeface="Nunito ExtraBold"/>
                <a:sym typeface="Nunito Extra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2027" name="Google Shape;2027;p40"/>
          <p:cNvSpPr txBox="1"/>
          <p:nvPr>
            <p:ph idx="4" type="subTitle"/>
          </p:nvPr>
        </p:nvSpPr>
        <p:spPr>
          <a:xfrm>
            <a:off x="4572125" y="2915902"/>
            <a:ext cx="3840300" cy="1645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Char char="●"/>
              <a:defRPr sz="1400"/>
            </a:lvl1pPr>
            <a:lvl2pPr lvl="1" rtl="0">
              <a:spcBef>
                <a:spcPts val="0"/>
              </a:spcBef>
              <a:spcAft>
                <a:spcPts val="0"/>
              </a:spcAft>
              <a:buSzPts val="1200"/>
              <a:buChar char="○"/>
              <a:defRPr/>
            </a:lvl2pPr>
            <a:lvl3pPr lvl="2" rtl="0">
              <a:spcBef>
                <a:spcPts val="1600"/>
              </a:spcBef>
              <a:spcAft>
                <a:spcPts val="0"/>
              </a:spcAft>
              <a:buSzPts val="1200"/>
              <a:buChar char="■"/>
              <a:defRPr/>
            </a:lvl3pPr>
            <a:lvl4pPr lvl="3" rtl="0">
              <a:spcBef>
                <a:spcPts val="1600"/>
              </a:spcBef>
              <a:spcAft>
                <a:spcPts val="0"/>
              </a:spcAft>
              <a:buSzPts val="1200"/>
              <a:buChar char="●"/>
              <a:defRPr/>
            </a:lvl4pPr>
            <a:lvl5pPr lvl="4" rtl="0">
              <a:spcBef>
                <a:spcPts val="1600"/>
              </a:spcBef>
              <a:spcAft>
                <a:spcPts val="0"/>
              </a:spcAft>
              <a:buSzPts val="1200"/>
              <a:buChar char="○"/>
              <a:defRPr/>
            </a:lvl5pPr>
            <a:lvl6pPr lvl="5" rtl="0">
              <a:spcBef>
                <a:spcPts val="1600"/>
              </a:spcBef>
              <a:spcAft>
                <a:spcPts val="0"/>
              </a:spcAft>
              <a:buSzPts val="1200"/>
              <a:buChar char="■"/>
              <a:defRPr/>
            </a:lvl6pPr>
            <a:lvl7pPr lvl="6" rtl="0">
              <a:spcBef>
                <a:spcPts val="1600"/>
              </a:spcBef>
              <a:spcAft>
                <a:spcPts val="0"/>
              </a:spcAft>
              <a:buSzPts val="1200"/>
              <a:buChar char="●"/>
              <a:defRPr/>
            </a:lvl7pPr>
            <a:lvl8pPr lvl="7" rtl="0">
              <a:spcBef>
                <a:spcPts val="1600"/>
              </a:spcBef>
              <a:spcAft>
                <a:spcPts val="0"/>
              </a:spcAft>
              <a:buSzPts val="1200"/>
              <a:buChar char="○"/>
              <a:defRPr/>
            </a:lvl8pPr>
            <a:lvl9pPr lvl="8" rtl="0">
              <a:spcBef>
                <a:spcPts val="1600"/>
              </a:spcBef>
              <a:spcAft>
                <a:spcPts val="1600"/>
              </a:spcAft>
              <a:buSzPts val="1200"/>
              <a:buChar char="■"/>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4">
  <p:cSld name="CUSTOM_1_1_1_1_1_1_1_1_1_1_1_1">
    <p:spTree>
      <p:nvGrpSpPr>
        <p:cNvPr id="2028" name="Shape 2028"/>
        <p:cNvGrpSpPr/>
        <p:nvPr/>
      </p:nvGrpSpPr>
      <p:grpSpPr>
        <a:xfrm>
          <a:off x="0" y="0"/>
          <a:ext cx="0" cy="0"/>
          <a:chOff x="0" y="0"/>
          <a:chExt cx="0" cy="0"/>
        </a:xfrm>
      </p:grpSpPr>
      <p:sp>
        <p:nvSpPr>
          <p:cNvPr id="2029" name="Google Shape;2029;p41"/>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Clr>
                <a:schemeClr val="lt2"/>
              </a:buClr>
              <a:buSzPts val="2800"/>
              <a:buNone/>
              <a:defRPr>
                <a:solidFill>
                  <a:schemeClr val="lt2"/>
                </a:solidFill>
              </a:defRPr>
            </a:lvl2pPr>
            <a:lvl3pPr lvl="2" rtl="0">
              <a:spcBef>
                <a:spcPts val="0"/>
              </a:spcBef>
              <a:spcAft>
                <a:spcPts val="0"/>
              </a:spcAft>
              <a:buClr>
                <a:schemeClr val="lt2"/>
              </a:buClr>
              <a:buSzPts val="2800"/>
              <a:buNone/>
              <a:defRPr>
                <a:solidFill>
                  <a:schemeClr val="lt2"/>
                </a:solidFill>
              </a:defRPr>
            </a:lvl3pPr>
            <a:lvl4pPr lvl="3" rtl="0">
              <a:spcBef>
                <a:spcPts val="0"/>
              </a:spcBef>
              <a:spcAft>
                <a:spcPts val="0"/>
              </a:spcAft>
              <a:buClr>
                <a:schemeClr val="lt2"/>
              </a:buClr>
              <a:buSzPts val="2800"/>
              <a:buNone/>
              <a:defRPr>
                <a:solidFill>
                  <a:schemeClr val="lt2"/>
                </a:solidFill>
              </a:defRPr>
            </a:lvl4pPr>
            <a:lvl5pPr lvl="4" rtl="0">
              <a:spcBef>
                <a:spcPts val="0"/>
              </a:spcBef>
              <a:spcAft>
                <a:spcPts val="0"/>
              </a:spcAft>
              <a:buClr>
                <a:schemeClr val="lt2"/>
              </a:buClr>
              <a:buSzPts val="2800"/>
              <a:buNone/>
              <a:defRPr>
                <a:solidFill>
                  <a:schemeClr val="lt2"/>
                </a:solidFill>
              </a:defRPr>
            </a:lvl5pPr>
            <a:lvl6pPr lvl="5" rtl="0">
              <a:spcBef>
                <a:spcPts val="0"/>
              </a:spcBef>
              <a:spcAft>
                <a:spcPts val="0"/>
              </a:spcAft>
              <a:buClr>
                <a:schemeClr val="lt2"/>
              </a:buClr>
              <a:buSzPts val="2800"/>
              <a:buNone/>
              <a:defRPr>
                <a:solidFill>
                  <a:schemeClr val="lt2"/>
                </a:solidFill>
              </a:defRPr>
            </a:lvl6pPr>
            <a:lvl7pPr lvl="6" rtl="0">
              <a:spcBef>
                <a:spcPts val="0"/>
              </a:spcBef>
              <a:spcAft>
                <a:spcPts val="0"/>
              </a:spcAft>
              <a:buClr>
                <a:schemeClr val="lt2"/>
              </a:buClr>
              <a:buSzPts val="2800"/>
              <a:buNone/>
              <a:defRPr>
                <a:solidFill>
                  <a:schemeClr val="lt2"/>
                </a:solidFill>
              </a:defRPr>
            </a:lvl7pPr>
            <a:lvl8pPr lvl="7" rtl="0">
              <a:spcBef>
                <a:spcPts val="0"/>
              </a:spcBef>
              <a:spcAft>
                <a:spcPts val="0"/>
              </a:spcAft>
              <a:buClr>
                <a:schemeClr val="lt2"/>
              </a:buClr>
              <a:buSzPts val="2800"/>
              <a:buNone/>
              <a:defRPr>
                <a:solidFill>
                  <a:schemeClr val="lt2"/>
                </a:solidFill>
              </a:defRPr>
            </a:lvl8pPr>
            <a:lvl9pPr lvl="8" rtl="0">
              <a:spcBef>
                <a:spcPts val="0"/>
              </a:spcBef>
              <a:spcAft>
                <a:spcPts val="0"/>
              </a:spcAft>
              <a:buClr>
                <a:schemeClr val="lt2"/>
              </a:buClr>
              <a:buSzPts val="2800"/>
              <a:buNone/>
              <a:defRPr>
                <a:solidFill>
                  <a:schemeClr val="lt2"/>
                </a:solidFill>
              </a:defRPr>
            </a:lvl9pPr>
          </a:lstStyle>
          <a:p/>
        </p:txBody>
      </p:sp>
      <p:grpSp>
        <p:nvGrpSpPr>
          <p:cNvPr id="2030" name="Google Shape;2030;p41"/>
          <p:cNvGrpSpPr/>
          <p:nvPr/>
        </p:nvGrpSpPr>
        <p:grpSpPr>
          <a:xfrm>
            <a:off x="7485508" y="4599423"/>
            <a:ext cx="987293" cy="324364"/>
            <a:chOff x="5694208" y="9209048"/>
            <a:chExt cx="987293" cy="324364"/>
          </a:xfrm>
        </p:grpSpPr>
        <p:sp>
          <p:nvSpPr>
            <p:cNvPr id="2031" name="Google Shape;2031;p41"/>
            <p:cNvSpPr/>
            <p:nvPr/>
          </p:nvSpPr>
          <p:spPr>
            <a:xfrm>
              <a:off x="6064540" y="9325484"/>
              <a:ext cx="207943" cy="207927"/>
            </a:xfrm>
            <a:custGeom>
              <a:rect b="b" l="l" r="r" t="t"/>
              <a:pathLst>
                <a:path extrusionOk="0" h="3209" w="3209">
                  <a:moveTo>
                    <a:pt x="1524" y="1"/>
                  </a:moveTo>
                  <a:lnTo>
                    <a:pt x="1250" y="980"/>
                  </a:lnTo>
                  <a:lnTo>
                    <a:pt x="271" y="706"/>
                  </a:lnTo>
                  <a:lnTo>
                    <a:pt x="1" y="1685"/>
                  </a:lnTo>
                  <a:lnTo>
                    <a:pt x="980" y="1960"/>
                  </a:lnTo>
                  <a:lnTo>
                    <a:pt x="706" y="2939"/>
                  </a:lnTo>
                  <a:lnTo>
                    <a:pt x="1685" y="3209"/>
                  </a:lnTo>
                  <a:lnTo>
                    <a:pt x="1960" y="2230"/>
                  </a:lnTo>
                  <a:lnTo>
                    <a:pt x="2939" y="2504"/>
                  </a:lnTo>
                  <a:lnTo>
                    <a:pt x="3209" y="1524"/>
                  </a:lnTo>
                  <a:lnTo>
                    <a:pt x="2230" y="1250"/>
                  </a:lnTo>
                  <a:lnTo>
                    <a:pt x="2504" y="271"/>
                  </a:lnTo>
                  <a:lnTo>
                    <a:pt x="15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2" name="Google Shape;2032;p41"/>
            <p:cNvSpPr/>
            <p:nvPr/>
          </p:nvSpPr>
          <p:spPr>
            <a:xfrm>
              <a:off x="5694208" y="9448789"/>
              <a:ext cx="60134" cy="60130"/>
            </a:xfrm>
            <a:custGeom>
              <a:rect b="b" l="l" r="r" t="t"/>
              <a:pathLst>
                <a:path extrusionOk="0" h="928" w="928">
                  <a:moveTo>
                    <a:pt x="436" y="0"/>
                  </a:moveTo>
                  <a:cubicBezTo>
                    <a:pt x="218" y="0"/>
                    <a:pt x="1" y="218"/>
                    <a:pt x="1" y="492"/>
                  </a:cubicBezTo>
                  <a:cubicBezTo>
                    <a:pt x="1" y="710"/>
                    <a:pt x="218" y="927"/>
                    <a:pt x="436" y="927"/>
                  </a:cubicBezTo>
                  <a:cubicBezTo>
                    <a:pt x="710" y="927"/>
                    <a:pt x="928" y="710"/>
                    <a:pt x="928" y="492"/>
                  </a:cubicBezTo>
                  <a:cubicBezTo>
                    <a:pt x="928" y="218"/>
                    <a:pt x="710"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3" name="Google Shape;2033;p41"/>
            <p:cNvSpPr/>
            <p:nvPr/>
          </p:nvSpPr>
          <p:spPr>
            <a:xfrm>
              <a:off x="6621626" y="9209048"/>
              <a:ext cx="59875" cy="56436"/>
            </a:xfrm>
            <a:custGeom>
              <a:rect b="b" l="l" r="r" t="t"/>
              <a:pathLst>
                <a:path extrusionOk="0" h="871" w="924">
                  <a:moveTo>
                    <a:pt x="436" y="0"/>
                  </a:moveTo>
                  <a:cubicBezTo>
                    <a:pt x="219" y="0"/>
                    <a:pt x="1" y="165"/>
                    <a:pt x="1" y="435"/>
                  </a:cubicBezTo>
                  <a:cubicBezTo>
                    <a:pt x="1" y="710"/>
                    <a:pt x="219" y="871"/>
                    <a:pt x="436" y="871"/>
                  </a:cubicBezTo>
                  <a:cubicBezTo>
                    <a:pt x="706" y="871"/>
                    <a:pt x="924" y="710"/>
                    <a:pt x="924" y="435"/>
                  </a:cubicBezTo>
                  <a:cubicBezTo>
                    <a:pt x="924" y="165"/>
                    <a:pt x="706"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34" name="Google Shape;2034;p41"/>
          <p:cNvSpPr/>
          <p:nvPr/>
        </p:nvSpPr>
        <p:spPr>
          <a:xfrm rot="-5400000">
            <a:off x="7033096" y="-403711"/>
            <a:ext cx="1707214" cy="2514607"/>
          </a:xfrm>
          <a:custGeom>
            <a:rect b="b" l="l" r="r" t="t"/>
            <a:pathLst>
              <a:path extrusionOk="0" h="72368" w="49132">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5" name="Google Shape;2035;p41"/>
          <p:cNvSpPr/>
          <p:nvPr/>
        </p:nvSpPr>
        <p:spPr>
          <a:xfrm flipH="1">
            <a:off x="34" y="3181350"/>
            <a:ext cx="1332091" cy="1962258"/>
          </a:xfrm>
          <a:custGeom>
            <a:rect b="b" l="l" r="r" t="t"/>
            <a:pathLst>
              <a:path extrusionOk="0" h="72368" w="49132">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36" name="Google Shape;2036;p41"/>
          <p:cNvGrpSpPr/>
          <p:nvPr/>
        </p:nvGrpSpPr>
        <p:grpSpPr>
          <a:xfrm flipH="1">
            <a:off x="190497" y="294520"/>
            <a:ext cx="2270722" cy="1272963"/>
            <a:chOff x="5158247" y="5768045"/>
            <a:chExt cx="2270722" cy="1272963"/>
          </a:xfrm>
        </p:grpSpPr>
        <p:sp>
          <p:nvSpPr>
            <p:cNvPr id="2037" name="Google Shape;2037;p41"/>
            <p:cNvSpPr/>
            <p:nvPr/>
          </p:nvSpPr>
          <p:spPr>
            <a:xfrm>
              <a:off x="7002455" y="6557766"/>
              <a:ext cx="257321" cy="257560"/>
            </a:xfrm>
            <a:custGeom>
              <a:rect b="b" l="l" r="r" t="t"/>
              <a:pathLst>
                <a:path extrusionOk="0" h="3975" w="3971">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8" name="Google Shape;2038;p41"/>
            <p:cNvSpPr/>
            <p:nvPr/>
          </p:nvSpPr>
          <p:spPr>
            <a:xfrm>
              <a:off x="5637767" y="5768045"/>
              <a:ext cx="243518" cy="243435"/>
            </a:xfrm>
            <a:custGeom>
              <a:rect b="b" l="l" r="r" t="t"/>
              <a:pathLst>
                <a:path extrusionOk="0" h="3757" w="3758">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9" name="Google Shape;2039;p41"/>
            <p:cNvSpPr/>
            <p:nvPr/>
          </p:nvSpPr>
          <p:spPr>
            <a:xfrm>
              <a:off x="7372528" y="6980813"/>
              <a:ext cx="56441" cy="60195"/>
            </a:xfrm>
            <a:custGeom>
              <a:rect b="b" l="l" r="r" t="t"/>
              <a:pathLst>
                <a:path extrusionOk="0" h="929" w="871">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0" name="Google Shape;2040;p41"/>
            <p:cNvSpPr/>
            <p:nvPr/>
          </p:nvSpPr>
          <p:spPr>
            <a:xfrm>
              <a:off x="6910763" y="6282776"/>
              <a:ext cx="56506" cy="60130"/>
            </a:xfrm>
            <a:custGeom>
              <a:rect b="b" l="l" r="r" t="t"/>
              <a:pathLst>
                <a:path extrusionOk="0" h="928" w="872">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1" name="Google Shape;2041;p41"/>
            <p:cNvSpPr/>
            <p:nvPr/>
          </p:nvSpPr>
          <p:spPr>
            <a:xfrm>
              <a:off x="6812073" y="5866727"/>
              <a:ext cx="56441" cy="56501"/>
            </a:xfrm>
            <a:custGeom>
              <a:rect b="b" l="l" r="r" t="t"/>
              <a:pathLst>
                <a:path extrusionOk="0" h="872" w="871">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2" name="Google Shape;2042;p41"/>
            <p:cNvSpPr/>
            <p:nvPr/>
          </p:nvSpPr>
          <p:spPr>
            <a:xfrm>
              <a:off x="5158247" y="5976166"/>
              <a:ext cx="60199" cy="59871"/>
            </a:xfrm>
            <a:custGeom>
              <a:rect b="b" l="l" r="r" t="t"/>
              <a:pathLst>
                <a:path extrusionOk="0" h="924" w="929">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43" name="Google Shape;2043;p41"/>
          <p:cNvSpPr txBox="1"/>
          <p:nvPr>
            <p:ph idx="1" type="subTitle"/>
          </p:nvPr>
        </p:nvSpPr>
        <p:spPr>
          <a:xfrm>
            <a:off x="3134180" y="1491761"/>
            <a:ext cx="3840600" cy="365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800"/>
              <a:buNone/>
              <a:defRPr>
                <a:latin typeface="Nunito ExtraBold"/>
                <a:ea typeface="Nunito ExtraBold"/>
                <a:cs typeface="Nunito ExtraBold"/>
                <a:sym typeface="Nunito Extra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2044" name="Google Shape;2044;p41"/>
          <p:cNvSpPr txBox="1"/>
          <p:nvPr>
            <p:ph idx="2" type="subTitle"/>
          </p:nvPr>
        </p:nvSpPr>
        <p:spPr>
          <a:xfrm>
            <a:off x="3134180" y="1858892"/>
            <a:ext cx="3840600" cy="7314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Char char="●"/>
              <a:defRPr sz="1400"/>
            </a:lvl1pPr>
            <a:lvl2pPr lvl="1" rtl="0">
              <a:spcBef>
                <a:spcPts val="0"/>
              </a:spcBef>
              <a:spcAft>
                <a:spcPts val="0"/>
              </a:spcAft>
              <a:buSzPts val="1200"/>
              <a:buChar char="○"/>
              <a:defRPr/>
            </a:lvl2pPr>
            <a:lvl3pPr lvl="2" rtl="0">
              <a:spcBef>
                <a:spcPts val="1600"/>
              </a:spcBef>
              <a:spcAft>
                <a:spcPts val="0"/>
              </a:spcAft>
              <a:buSzPts val="1200"/>
              <a:buChar char="■"/>
              <a:defRPr/>
            </a:lvl3pPr>
            <a:lvl4pPr lvl="3" rtl="0">
              <a:spcBef>
                <a:spcPts val="1600"/>
              </a:spcBef>
              <a:spcAft>
                <a:spcPts val="0"/>
              </a:spcAft>
              <a:buSzPts val="1200"/>
              <a:buChar char="●"/>
              <a:defRPr/>
            </a:lvl4pPr>
            <a:lvl5pPr lvl="4" rtl="0">
              <a:spcBef>
                <a:spcPts val="1600"/>
              </a:spcBef>
              <a:spcAft>
                <a:spcPts val="0"/>
              </a:spcAft>
              <a:buSzPts val="1200"/>
              <a:buChar char="○"/>
              <a:defRPr/>
            </a:lvl5pPr>
            <a:lvl6pPr lvl="5" rtl="0">
              <a:spcBef>
                <a:spcPts val="1600"/>
              </a:spcBef>
              <a:spcAft>
                <a:spcPts val="0"/>
              </a:spcAft>
              <a:buSzPts val="1200"/>
              <a:buChar char="■"/>
              <a:defRPr/>
            </a:lvl6pPr>
            <a:lvl7pPr lvl="6" rtl="0">
              <a:spcBef>
                <a:spcPts val="1600"/>
              </a:spcBef>
              <a:spcAft>
                <a:spcPts val="0"/>
              </a:spcAft>
              <a:buSzPts val="1200"/>
              <a:buChar char="●"/>
              <a:defRPr/>
            </a:lvl7pPr>
            <a:lvl8pPr lvl="7" rtl="0">
              <a:spcBef>
                <a:spcPts val="1600"/>
              </a:spcBef>
              <a:spcAft>
                <a:spcPts val="0"/>
              </a:spcAft>
              <a:buSzPts val="1200"/>
              <a:buChar char="○"/>
              <a:defRPr/>
            </a:lvl8pPr>
            <a:lvl9pPr lvl="8" rtl="0">
              <a:spcBef>
                <a:spcPts val="1600"/>
              </a:spcBef>
              <a:spcAft>
                <a:spcPts val="1600"/>
              </a:spcAft>
              <a:buSzPts val="1200"/>
              <a:buChar char="■"/>
              <a:defRPr/>
            </a:lvl9pPr>
          </a:lstStyle>
          <a:p/>
        </p:txBody>
      </p:sp>
      <p:sp>
        <p:nvSpPr>
          <p:cNvPr id="2045" name="Google Shape;2045;p41"/>
          <p:cNvSpPr txBox="1"/>
          <p:nvPr>
            <p:ph idx="3" type="subTitle"/>
          </p:nvPr>
        </p:nvSpPr>
        <p:spPr>
          <a:xfrm>
            <a:off x="3134180" y="2939574"/>
            <a:ext cx="3840600" cy="365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800"/>
              <a:buNone/>
              <a:defRPr>
                <a:latin typeface="Nunito ExtraBold"/>
                <a:ea typeface="Nunito ExtraBold"/>
                <a:cs typeface="Nunito ExtraBold"/>
                <a:sym typeface="Nunito Extra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2046" name="Google Shape;2046;p41"/>
          <p:cNvSpPr txBox="1"/>
          <p:nvPr>
            <p:ph idx="4" type="subTitle"/>
          </p:nvPr>
        </p:nvSpPr>
        <p:spPr>
          <a:xfrm>
            <a:off x="3134180" y="3306704"/>
            <a:ext cx="3840300" cy="7314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Char char="●"/>
              <a:defRPr sz="1400"/>
            </a:lvl1pPr>
            <a:lvl2pPr lvl="1" rtl="0">
              <a:spcBef>
                <a:spcPts val="0"/>
              </a:spcBef>
              <a:spcAft>
                <a:spcPts val="0"/>
              </a:spcAft>
              <a:buSzPts val="1200"/>
              <a:buChar char="○"/>
              <a:defRPr/>
            </a:lvl2pPr>
            <a:lvl3pPr lvl="2" rtl="0">
              <a:spcBef>
                <a:spcPts val="1600"/>
              </a:spcBef>
              <a:spcAft>
                <a:spcPts val="0"/>
              </a:spcAft>
              <a:buSzPts val="1200"/>
              <a:buChar char="■"/>
              <a:defRPr/>
            </a:lvl3pPr>
            <a:lvl4pPr lvl="3" rtl="0">
              <a:spcBef>
                <a:spcPts val="1600"/>
              </a:spcBef>
              <a:spcAft>
                <a:spcPts val="0"/>
              </a:spcAft>
              <a:buSzPts val="1200"/>
              <a:buChar char="●"/>
              <a:defRPr/>
            </a:lvl4pPr>
            <a:lvl5pPr lvl="4" rtl="0">
              <a:spcBef>
                <a:spcPts val="1600"/>
              </a:spcBef>
              <a:spcAft>
                <a:spcPts val="0"/>
              </a:spcAft>
              <a:buSzPts val="1200"/>
              <a:buChar char="○"/>
              <a:defRPr/>
            </a:lvl5pPr>
            <a:lvl6pPr lvl="5" rtl="0">
              <a:spcBef>
                <a:spcPts val="1600"/>
              </a:spcBef>
              <a:spcAft>
                <a:spcPts val="0"/>
              </a:spcAft>
              <a:buSzPts val="1200"/>
              <a:buChar char="■"/>
              <a:defRPr/>
            </a:lvl6pPr>
            <a:lvl7pPr lvl="6" rtl="0">
              <a:spcBef>
                <a:spcPts val="1600"/>
              </a:spcBef>
              <a:spcAft>
                <a:spcPts val="0"/>
              </a:spcAft>
              <a:buSzPts val="1200"/>
              <a:buChar char="●"/>
              <a:defRPr/>
            </a:lvl7pPr>
            <a:lvl8pPr lvl="7" rtl="0">
              <a:spcBef>
                <a:spcPts val="1600"/>
              </a:spcBef>
              <a:spcAft>
                <a:spcPts val="0"/>
              </a:spcAft>
              <a:buSzPts val="1200"/>
              <a:buChar char="○"/>
              <a:defRPr/>
            </a:lvl8pPr>
            <a:lvl9pPr lvl="8" rtl="0">
              <a:spcBef>
                <a:spcPts val="1600"/>
              </a:spcBef>
              <a:spcAft>
                <a:spcPts val="1600"/>
              </a:spcAft>
              <a:buSzPts val="1200"/>
              <a:buChar char="■"/>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5">
  <p:cSld name="CUSTOM_1_1_1_1_1_1_1_1_1_1_1_1_1">
    <p:spTree>
      <p:nvGrpSpPr>
        <p:cNvPr id="2047" name="Shape 2047"/>
        <p:cNvGrpSpPr/>
        <p:nvPr/>
      </p:nvGrpSpPr>
      <p:grpSpPr>
        <a:xfrm>
          <a:off x="0" y="0"/>
          <a:ext cx="0" cy="0"/>
          <a:chOff x="0" y="0"/>
          <a:chExt cx="0" cy="0"/>
        </a:xfrm>
      </p:grpSpPr>
      <p:grpSp>
        <p:nvGrpSpPr>
          <p:cNvPr id="2048" name="Google Shape;2048;p42"/>
          <p:cNvGrpSpPr/>
          <p:nvPr/>
        </p:nvGrpSpPr>
        <p:grpSpPr>
          <a:xfrm>
            <a:off x="7485508" y="4599423"/>
            <a:ext cx="987293" cy="324364"/>
            <a:chOff x="5694208" y="9209048"/>
            <a:chExt cx="987293" cy="324364"/>
          </a:xfrm>
        </p:grpSpPr>
        <p:sp>
          <p:nvSpPr>
            <p:cNvPr id="2049" name="Google Shape;2049;p42"/>
            <p:cNvSpPr/>
            <p:nvPr/>
          </p:nvSpPr>
          <p:spPr>
            <a:xfrm>
              <a:off x="6064540" y="9325484"/>
              <a:ext cx="207943" cy="207927"/>
            </a:xfrm>
            <a:custGeom>
              <a:rect b="b" l="l" r="r" t="t"/>
              <a:pathLst>
                <a:path extrusionOk="0" h="3209" w="3209">
                  <a:moveTo>
                    <a:pt x="1524" y="1"/>
                  </a:moveTo>
                  <a:lnTo>
                    <a:pt x="1250" y="980"/>
                  </a:lnTo>
                  <a:lnTo>
                    <a:pt x="271" y="706"/>
                  </a:lnTo>
                  <a:lnTo>
                    <a:pt x="1" y="1685"/>
                  </a:lnTo>
                  <a:lnTo>
                    <a:pt x="980" y="1960"/>
                  </a:lnTo>
                  <a:lnTo>
                    <a:pt x="706" y="2939"/>
                  </a:lnTo>
                  <a:lnTo>
                    <a:pt x="1685" y="3209"/>
                  </a:lnTo>
                  <a:lnTo>
                    <a:pt x="1960" y="2230"/>
                  </a:lnTo>
                  <a:lnTo>
                    <a:pt x="2939" y="2504"/>
                  </a:lnTo>
                  <a:lnTo>
                    <a:pt x="3209" y="1524"/>
                  </a:lnTo>
                  <a:lnTo>
                    <a:pt x="2230" y="1250"/>
                  </a:lnTo>
                  <a:lnTo>
                    <a:pt x="2504" y="271"/>
                  </a:lnTo>
                  <a:lnTo>
                    <a:pt x="15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0" name="Google Shape;2050;p42"/>
            <p:cNvSpPr/>
            <p:nvPr/>
          </p:nvSpPr>
          <p:spPr>
            <a:xfrm>
              <a:off x="5694208" y="9448789"/>
              <a:ext cx="60134" cy="60130"/>
            </a:xfrm>
            <a:custGeom>
              <a:rect b="b" l="l" r="r" t="t"/>
              <a:pathLst>
                <a:path extrusionOk="0" h="928" w="928">
                  <a:moveTo>
                    <a:pt x="436" y="0"/>
                  </a:moveTo>
                  <a:cubicBezTo>
                    <a:pt x="218" y="0"/>
                    <a:pt x="1" y="218"/>
                    <a:pt x="1" y="492"/>
                  </a:cubicBezTo>
                  <a:cubicBezTo>
                    <a:pt x="1" y="710"/>
                    <a:pt x="218" y="927"/>
                    <a:pt x="436" y="927"/>
                  </a:cubicBezTo>
                  <a:cubicBezTo>
                    <a:pt x="710" y="927"/>
                    <a:pt x="928" y="710"/>
                    <a:pt x="928" y="492"/>
                  </a:cubicBezTo>
                  <a:cubicBezTo>
                    <a:pt x="928" y="218"/>
                    <a:pt x="710"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1" name="Google Shape;2051;p42"/>
            <p:cNvSpPr/>
            <p:nvPr/>
          </p:nvSpPr>
          <p:spPr>
            <a:xfrm>
              <a:off x="6621626" y="9209048"/>
              <a:ext cx="59875" cy="56436"/>
            </a:xfrm>
            <a:custGeom>
              <a:rect b="b" l="l" r="r" t="t"/>
              <a:pathLst>
                <a:path extrusionOk="0" h="871" w="924">
                  <a:moveTo>
                    <a:pt x="436" y="0"/>
                  </a:moveTo>
                  <a:cubicBezTo>
                    <a:pt x="219" y="0"/>
                    <a:pt x="1" y="165"/>
                    <a:pt x="1" y="435"/>
                  </a:cubicBezTo>
                  <a:cubicBezTo>
                    <a:pt x="1" y="710"/>
                    <a:pt x="219" y="871"/>
                    <a:pt x="436" y="871"/>
                  </a:cubicBezTo>
                  <a:cubicBezTo>
                    <a:pt x="706" y="871"/>
                    <a:pt x="924" y="710"/>
                    <a:pt x="924" y="435"/>
                  </a:cubicBezTo>
                  <a:cubicBezTo>
                    <a:pt x="924" y="165"/>
                    <a:pt x="706"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52" name="Google Shape;2052;p42"/>
          <p:cNvSpPr/>
          <p:nvPr/>
        </p:nvSpPr>
        <p:spPr>
          <a:xfrm rot="-5400000">
            <a:off x="7033096" y="-403711"/>
            <a:ext cx="1707214" cy="2514607"/>
          </a:xfrm>
          <a:custGeom>
            <a:rect b="b" l="l" r="r" t="t"/>
            <a:pathLst>
              <a:path extrusionOk="0" h="72368" w="49132">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3" name="Google Shape;2053;p42"/>
          <p:cNvSpPr/>
          <p:nvPr/>
        </p:nvSpPr>
        <p:spPr>
          <a:xfrm flipH="1">
            <a:off x="34" y="3181350"/>
            <a:ext cx="1332091" cy="1962258"/>
          </a:xfrm>
          <a:custGeom>
            <a:rect b="b" l="l" r="r" t="t"/>
            <a:pathLst>
              <a:path extrusionOk="0" h="72368" w="49132">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54" name="Google Shape;2054;p42"/>
          <p:cNvGrpSpPr/>
          <p:nvPr/>
        </p:nvGrpSpPr>
        <p:grpSpPr>
          <a:xfrm flipH="1">
            <a:off x="190497" y="294520"/>
            <a:ext cx="2270722" cy="1272963"/>
            <a:chOff x="5158247" y="5768045"/>
            <a:chExt cx="2270722" cy="1272963"/>
          </a:xfrm>
        </p:grpSpPr>
        <p:sp>
          <p:nvSpPr>
            <p:cNvPr id="2055" name="Google Shape;2055;p42"/>
            <p:cNvSpPr/>
            <p:nvPr/>
          </p:nvSpPr>
          <p:spPr>
            <a:xfrm>
              <a:off x="7002455" y="6557766"/>
              <a:ext cx="257321" cy="257560"/>
            </a:xfrm>
            <a:custGeom>
              <a:rect b="b" l="l" r="r" t="t"/>
              <a:pathLst>
                <a:path extrusionOk="0" h="3975" w="3971">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6" name="Google Shape;2056;p42"/>
            <p:cNvSpPr/>
            <p:nvPr/>
          </p:nvSpPr>
          <p:spPr>
            <a:xfrm>
              <a:off x="5637767" y="5768045"/>
              <a:ext cx="243518" cy="243435"/>
            </a:xfrm>
            <a:custGeom>
              <a:rect b="b" l="l" r="r" t="t"/>
              <a:pathLst>
                <a:path extrusionOk="0" h="3757" w="3758">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7" name="Google Shape;2057;p42"/>
            <p:cNvSpPr/>
            <p:nvPr/>
          </p:nvSpPr>
          <p:spPr>
            <a:xfrm>
              <a:off x="7372528" y="6980813"/>
              <a:ext cx="56441" cy="60195"/>
            </a:xfrm>
            <a:custGeom>
              <a:rect b="b" l="l" r="r" t="t"/>
              <a:pathLst>
                <a:path extrusionOk="0" h="929" w="871">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8" name="Google Shape;2058;p42"/>
            <p:cNvSpPr/>
            <p:nvPr/>
          </p:nvSpPr>
          <p:spPr>
            <a:xfrm>
              <a:off x="6910763" y="6282776"/>
              <a:ext cx="56506" cy="60130"/>
            </a:xfrm>
            <a:custGeom>
              <a:rect b="b" l="l" r="r" t="t"/>
              <a:pathLst>
                <a:path extrusionOk="0" h="928" w="872">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9" name="Google Shape;2059;p42"/>
            <p:cNvSpPr/>
            <p:nvPr/>
          </p:nvSpPr>
          <p:spPr>
            <a:xfrm>
              <a:off x="6812073" y="5866727"/>
              <a:ext cx="56441" cy="56501"/>
            </a:xfrm>
            <a:custGeom>
              <a:rect b="b" l="l" r="r" t="t"/>
              <a:pathLst>
                <a:path extrusionOk="0" h="872" w="871">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0" name="Google Shape;2060;p42"/>
            <p:cNvSpPr/>
            <p:nvPr/>
          </p:nvSpPr>
          <p:spPr>
            <a:xfrm>
              <a:off x="5158247" y="5976166"/>
              <a:ext cx="60199" cy="59871"/>
            </a:xfrm>
            <a:custGeom>
              <a:rect b="b" l="l" r="r" t="t"/>
              <a:pathLst>
                <a:path extrusionOk="0" h="924" w="929">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61" name="Google Shape;2061;p42"/>
          <p:cNvSpPr txBox="1"/>
          <p:nvPr>
            <p:ph idx="1" type="subTitle"/>
          </p:nvPr>
        </p:nvSpPr>
        <p:spPr>
          <a:xfrm>
            <a:off x="2226582" y="1208387"/>
            <a:ext cx="5660700" cy="365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800"/>
              <a:buNone/>
              <a:defRPr>
                <a:latin typeface="Nunito ExtraBold"/>
                <a:ea typeface="Nunito ExtraBold"/>
                <a:cs typeface="Nunito ExtraBold"/>
                <a:sym typeface="Nunito Extra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2062" name="Google Shape;2062;p42"/>
          <p:cNvSpPr txBox="1"/>
          <p:nvPr>
            <p:ph idx="2" type="subTitle"/>
          </p:nvPr>
        </p:nvSpPr>
        <p:spPr>
          <a:xfrm>
            <a:off x="2226582" y="1575518"/>
            <a:ext cx="5660700" cy="7314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Char char="●"/>
              <a:defRPr sz="1400"/>
            </a:lvl1pPr>
            <a:lvl2pPr lvl="1" rtl="0">
              <a:spcBef>
                <a:spcPts val="0"/>
              </a:spcBef>
              <a:spcAft>
                <a:spcPts val="0"/>
              </a:spcAft>
              <a:buSzPts val="1200"/>
              <a:buChar char="○"/>
              <a:defRPr/>
            </a:lvl2pPr>
            <a:lvl3pPr lvl="2" rtl="0">
              <a:spcBef>
                <a:spcPts val="1600"/>
              </a:spcBef>
              <a:spcAft>
                <a:spcPts val="0"/>
              </a:spcAft>
              <a:buSzPts val="1200"/>
              <a:buChar char="■"/>
              <a:defRPr/>
            </a:lvl3pPr>
            <a:lvl4pPr lvl="3" rtl="0">
              <a:spcBef>
                <a:spcPts val="1600"/>
              </a:spcBef>
              <a:spcAft>
                <a:spcPts val="0"/>
              </a:spcAft>
              <a:buSzPts val="1200"/>
              <a:buChar char="●"/>
              <a:defRPr/>
            </a:lvl4pPr>
            <a:lvl5pPr lvl="4" rtl="0">
              <a:spcBef>
                <a:spcPts val="1600"/>
              </a:spcBef>
              <a:spcAft>
                <a:spcPts val="0"/>
              </a:spcAft>
              <a:buSzPts val="1200"/>
              <a:buChar char="○"/>
              <a:defRPr/>
            </a:lvl5pPr>
            <a:lvl6pPr lvl="5" rtl="0">
              <a:spcBef>
                <a:spcPts val="1600"/>
              </a:spcBef>
              <a:spcAft>
                <a:spcPts val="0"/>
              </a:spcAft>
              <a:buSzPts val="1200"/>
              <a:buChar char="■"/>
              <a:defRPr/>
            </a:lvl6pPr>
            <a:lvl7pPr lvl="6" rtl="0">
              <a:spcBef>
                <a:spcPts val="1600"/>
              </a:spcBef>
              <a:spcAft>
                <a:spcPts val="0"/>
              </a:spcAft>
              <a:buSzPts val="1200"/>
              <a:buChar char="●"/>
              <a:defRPr/>
            </a:lvl7pPr>
            <a:lvl8pPr lvl="7" rtl="0">
              <a:spcBef>
                <a:spcPts val="1600"/>
              </a:spcBef>
              <a:spcAft>
                <a:spcPts val="0"/>
              </a:spcAft>
              <a:buSzPts val="1200"/>
              <a:buChar char="○"/>
              <a:defRPr/>
            </a:lvl8pPr>
            <a:lvl9pPr lvl="8" rtl="0">
              <a:spcBef>
                <a:spcPts val="1600"/>
              </a:spcBef>
              <a:spcAft>
                <a:spcPts val="1600"/>
              </a:spcAft>
              <a:buSzPts val="1200"/>
              <a:buChar char="■"/>
              <a:defRPr/>
            </a:lvl9pPr>
          </a:lstStyle>
          <a:p/>
        </p:txBody>
      </p:sp>
      <p:sp>
        <p:nvSpPr>
          <p:cNvPr id="2063" name="Google Shape;2063;p42"/>
          <p:cNvSpPr txBox="1"/>
          <p:nvPr>
            <p:ph idx="3" type="subTitle"/>
          </p:nvPr>
        </p:nvSpPr>
        <p:spPr>
          <a:xfrm flipH="1">
            <a:off x="2224774" y="2836582"/>
            <a:ext cx="5660700" cy="365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800"/>
              <a:buNone/>
              <a:defRPr>
                <a:latin typeface="Nunito ExtraBold"/>
                <a:ea typeface="Nunito ExtraBold"/>
                <a:cs typeface="Nunito ExtraBold"/>
                <a:sym typeface="Nunito Extra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2064" name="Google Shape;2064;p42"/>
          <p:cNvSpPr txBox="1"/>
          <p:nvPr>
            <p:ph idx="4" type="subTitle"/>
          </p:nvPr>
        </p:nvSpPr>
        <p:spPr>
          <a:xfrm flipH="1">
            <a:off x="2225374" y="3203713"/>
            <a:ext cx="5660100" cy="7314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Char char="●"/>
              <a:defRPr sz="1400"/>
            </a:lvl1pPr>
            <a:lvl2pPr lvl="1" rtl="0">
              <a:spcBef>
                <a:spcPts val="0"/>
              </a:spcBef>
              <a:spcAft>
                <a:spcPts val="0"/>
              </a:spcAft>
              <a:buSzPts val="1200"/>
              <a:buChar char="○"/>
              <a:defRPr/>
            </a:lvl2pPr>
            <a:lvl3pPr lvl="2" rtl="0">
              <a:spcBef>
                <a:spcPts val="1600"/>
              </a:spcBef>
              <a:spcAft>
                <a:spcPts val="0"/>
              </a:spcAft>
              <a:buSzPts val="1200"/>
              <a:buChar char="■"/>
              <a:defRPr/>
            </a:lvl3pPr>
            <a:lvl4pPr lvl="3" rtl="0">
              <a:spcBef>
                <a:spcPts val="1600"/>
              </a:spcBef>
              <a:spcAft>
                <a:spcPts val="0"/>
              </a:spcAft>
              <a:buSzPts val="1200"/>
              <a:buChar char="●"/>
              <a:defRPr/>
            </a:lvl4pPr>
            <a:lvl5pPr lvl="4" rtl="0">
              <a:spcBef>
                <a:spcPts val="1600"/>
              </a:spcBef>
              <a:spcAft>
                <a:spcPts val="0"/>
              </a:spcAft>
              <a:buSzPts val="1200"/>
              <a:buChar char="○"/>
              <a:defRPr/>
            </a:lvl5pPr>
            <a:lvl6pPr lvl="5" rtl="0">
              <a:spcBef>
                <a:spcPts val="1600"/>
              </a:spcBef>
              <a:spcAft>
                <a:spcPts val="0"/>
              </a:spcAft>
              <a:buSzPts val="1200"/>
              <a:buChar char="■"/>
              <a:defRPr/>
            </a:lvl6pPr>
            <a:lvl7pPr lvl="6" rtl="0">
              <a:spcBef>
                <a:spcPts val="1600"/>
              </a:spcBef>
              <a:spcAft>
                <a:spcPts val="0"/>
              </a:spcAft>
              <a:buSzPts val="1200"/>
              <a:buChar char="●"/>
              <a:defRPr/>
            </a:lvl7pPr>
            <a:lvl8pPr lvl="7" rtl="0">
              <a:spcBef>
                <a:spcPts val="1600"/>
              </a:spcBef>
              <a:spcAft>
                <a:spcPts val="0"/>
              </a:spcAft>
              <a:buSzPts val="1200"/>
              <a:buChar char="○"/>
              <a:defRPr/>
            </a:lvl8pPr>
            <a:lvl9pPr lvl="8" rtl="0">
              <a:spcBef>
                <a:spcPts val="1600"/>
              </a:spcBef>
              <a:spcAft>
                <a:spcPts val="1600"/>
              </a:spcAft>
              <a:buSzPts val="1200"/>
              <a:buChar char="■"/>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6">
  <p:cSld name="CUSTOM_1_1_1_1_1_1_1_1_1_1_1_1_1_1">
    <p:spTree>
      <p:nvGrpSpPr>
        <p:cNvPr id="2065" name="Shape 2065"/>
        <p:cNvGrpSpPr/>
        <p:nvPr/>
      </p:nvGrpSpPr>
      <p:grpSpPr>
        <a:xfrm>
          <a:off x="0" y="0"/>
          <a:ext cx="0" cy="0"/>
          <a:chOff x="0" y="0"/>
          <a:chExt cx="0" cy="0"/>
        </a:xfrm>
      </p:grpSpPr>
      <p:grpSp>
        <p:nvGrpSpPr>
          <p:cNvPr id="2066" name="Google Shape;2066;p43"/>
          <p:cNvGrpSpPr/>
          <p:nvPr/>
        </p:nvGrpSpPr>
        <p:grpSpPr>
          <a:xfrm>
            <a:off x="7485508" y="4599423"/>
            <a:ext cx="987293" cy="324364"/>
            <a:chOff x="5694208" y="9209048"/>
            <a:chExt cx="987293" cy="324364"/>
          </a:xfrm>
        </p:grpSpPr>
        <p:sp>
          <p:nvSpPr>
            <p:cNvPr id="2067" name="Google Shape;2067;p43"/>
            <p:cNvSpPr/>
            <p:nvPr/>
          </p:nvSpPr>
          <p:spPr>
            <a:xfrm>
              <a:off x="6064540" y="9325484"/>
              <a:ext cx="207943" cy="207927"/>
            </a:xfrm>
            <a:custGeom>
              <a:rect b="b" l="l" r="r" t="t"/>
              <a:pathLst>
                <a:path extrusionOk="0" h="3209" w="3209">
                  <a:moveTo>
                    <a:pt x="1524" y="1"/>
                  </a:moveTo>
                  <a:lnTo>
                    <a:pt x="1250" y="980"/>
                  </a:lnTo>
                  <a:lnTo>
                    <a:pt x="271" y="706"/>
                  </a:lnTo>
                  <a:lnTo>
                    <a:pt x="1" y="1685"/>
                  </a:lnTo>
                  <a:lnTo>
                    <a:pt x="980" y="1960"/>
                  </a:lnTo>
                  <a:lnTo>
                    <a:pt x="706" y="2939"/>
                  </a:lnTo>
                  <a:lnTo>
                    <a:pt x="1685" y="3209"/>
                  </a:lnTo>
                  <a:lnTo>
                    <a:pt x="1960" y="2230"/>
                  </a:lnTo>
                  <a:lnTo>
                    <a:pt x="2939" y="2504"/>
                  </a:lnTo>
                  <a:lnTo>
                    <a:pt x="3209" y="1524"/>
                  </a:lnTo>
                  <a:lnTo>
                    <a:pt x="2230" y="1250"/>
                  </a:lnTo>
                  <a:lnTo>
                    <a:pt x="2504" y="271"/>
                  </a:lnTo>
                  <a:lnTo>
                    <a:pt x="15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8" name="Google Shape;2068;p43"/>
            <p:cNvSpPr/>
            <p:nvPr/>
          </p:nvSpPr>
          <p:spPr>
            <a:xfrm>
              <a:off x="5694208" y="9448789"/>
              <a:ext cx="60134" cy="60130"/>
            </a:xfrm>
            <a:custGeom>
              <a:rect b="b" l="l" r="r" t="t"/>
              <a:pathLst>
                <a:path extrusionOk="0" h="928" w="928">
                  <a:moveTo>
                    <a:pt x="436" y="0"/>
                  </a:moveTo>
                  <a:cubicBezTo>
                    <a:pt x="218" y="0"/>
                    <a:pt x="1" y="218"/>
                    <a:pt x="1" y="492"/>
                  </a:cubicBezTo>
                  <a:cubicBezTo>
                    <a:pt x="1" y="710"/>
                    <a:pt x="218" y="927"/>
                    <a:pt x="436" y="927"/>
                  </a:cubicBezTo>
                  <a:cubicBezTo>
                    <a:pt x="710" y="927"/>
                    <a:pt x="928" y="710"/>
                    <a:pt x="928" y="492"/>
                  </a:cubicBezTo>
                  <a:cubicBezTo>
                    <a:pt x="928" y="218"/>
                    <a:pt x="710"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9" name="Google Shape;2069;p43"/>
            <p:cNvSpPr/>
            <p:nvPr/>
          </p:nvSpPr>
          <p:spPr>
            <a:xfrm>
              <a:off x="6621626" y="9209048"/>
              <a:ext cx="59875" cy="56436"/>
            </a:xfrm>
            <a:custGeom>
              <a:rect b="b" l="l" r="r" t="t"/>
              <a:pathLst>
                <a:path extrusionOk="0" h="871" w="924">
                  <a:moveTo>
                    <a:pt x="436" y="0"/>
                  </a:moveTo>
                  <a:cubicBezTo>
                    <a:pt x="219" y="0"/>
                    <a:pt x="1" y="165"/>
                    <a:pt x="1" y="435"/>
                  </a:cubicBezTo>
                  <a:cubicBezTo>
                    <a:pt x="1" y="710"/>
                    <a:pt x="219" y="871"/>
                    <a:pt x="436" y="871"/>
                  </a:cubicBezTo>
                  <a:cubicBezTo>
                    <a:pt x="706" y="871"/>
                    <a:pt x="924" y="710"/>
                    <a:pt x="924" y="435"/>
                  </a:cubicBezTo>
                  <a:cubicBezTo>
                    <a:pt x="924" y="165"/>
                    <a:pt x="706"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70" name="Google Shape;2070;p43"/>
          <p:cNvSpPr/>
          <p:nvPr/>
        </p:nvSpPr>
        <p:spPr>
          <a:xfrm rot="-5400000">
            <a:off x="7033096" y="-403711"/>
            <a:ext cx="1707214" cy="2514607"/>
          </a:xfrm>
          <a:custGeom>
            <a:rect b="b" l="l" r="r" t="t"/>
            <a:pathLst>
              <a:path extrusionOk="0" h="72368" w="49132">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1" name="Google Shape;2071;p43"/>
          <p:cNvSpPr/>
          <p:nvPr/>
        </p:nvSpPr>
        <p:spPr>
          <a:xfrm flipH="1">
            <a:off x="34" y="3181350"/>
            <a:ext cx="1332091" cy="1962258"/>
          </a:xfrm>
          <a:custGeom>
            <a:rect b="b" l="l" r="r" t="t"/>
            <a:pathLst>
              <a:path extrusionOk="0" h="72368" w="49132">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72" name="Google Shape;2072;p43"/>
          <p:cNvGrpSpPr/>
          <p:nvPr/>
        </p:nvGrpSpPr>
        <p:grpSpPr>
          <a:xfrm flipH="1">
            <a:off x="190497" y="294520"/>
            <a:ext cx="2270722" cy="1272963"/>
            <a:chOff x="5158247" y="5768045"/>
            <a:chExt cx="2270722" cy="1272963"/>
          </a:xfrm>
        </p:grpSpPr>
        <p:sp>
          <p:nvSpPr>
            <p:cNvPr id="2073" name="Google Shape;2073;p43"/>
            <p:cNvSpPr/>
            <p:nvPr/>
          </p:nvSpPr>
          <p:spPr>
            <a:xfrm>
              <a:off x="7002455" y="6557766"/>
              <a:ext cx="257321" cy="257560"/>
            </a:xfrm>
            <a:custGeom>
              <a:rect b="b" l="l" r="r" t="t"/>
              <a:pathLst>
                <a:path extrusionOk="0" h="3975" w="3971">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4" name="Google Shape;2074;p43"/>
            <p:cNvSpPr/>
            <p:nvPr/>
          </p:nvSpPr>
          <p:spPr>
            <a:xfrm>
              <a:off x="5637767" y="5768045"/>
              <a:ext cx="243518" cy="243435"/>
            </a:xfrm>
            <a:custGeom>
              <a:rect b="b" l="l" r="r" t="t"/>
              <a:pathLst>
                <a:path extrusionOk="0" h="3757" w="3758">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5" name="Google Shape;2075;p43"/>
            <p:cNvSpPr/>
            <p:nvPr/>
          </p:nvSpPr>
          <p:spPr>
            <a:xfrm>
              <a:off x="7372528" y="6980813"/>
              <a:ext cx="56441" cy="60195"/>
            </a:xfrm>
            <a:custGeom>
              <a:rect b="b" l="l" r="r" t="t"/>
              <a:pathLst>
                <a:path extrusionOk="0" h="929" w="871">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6" name="Google Shape;2076;p43"/>
            <p:cNvSpPr/>
            <p:nvPr/>
          </p:nvSpPr>
          <p:spPr>
            <a:xfrm>
              <a:off x="6910763" y="6282776"/>
              <a:ext cx="56506" cy="60130"/>
            </a:xfrm>
            <a:custGeom>
              <a:rect b="b" l="l" r="r" t="t"/>
              <a:pathLst>
                <a:path extrusionOk="0" h="928" w="872">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7" name="Google Shape;2077;p43"/>
            <p:cNvSpPr/>
            <p:nvPr/>
          </p:nvSpPr>
          <p:spPr>
            <a:xfrm>
              <a:off x="6812073" y="5866727"/>
              <a:ext cx="56441" cy="56501"/>
            </a:xfrm>
            <a:custGeom>
              <a:rect b="b" l="l" r="r" t="t"/>
              <a:pathLst>
                <a:path extrusionOk="0" h="872" w="871">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8" name="Google Shape;2078;p43"/>
            <p:cNvSpPr/>
            <p:nvPr/>
          </p:nvSpPr>
          <p:spPr>
            <a:xfrm>
              <a:off x="5158247" y="5976166"/>
              <a:ext cx="60199" cy="59871"/>
            </a:xfrm>
            <a:custGeom>
              <a:rect b="b" l="l" r="r" t="t"/>
              <a:pathLst>
                <a:path extrusionOk="0" h="924" w="929">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79" name="Google Shape;2079;p43"/>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Clr>
                <a:schemeClr val="lt2"/>
              </a:buClr>
              <a:buSzPts val="2800"/>
              <a:buNone/>
              <a:defRPr>
                <a:solidFill>
                  <a:schemeClr val="lt2"/>
                </a:solidFill>
              </a:defRPr>
            </a:lvl2pPr>
            <a:lvl3pPr lvl="2" rtl="0">
              <a:spcBef>
                <a:spcPts val="0"/>
              </a:spcBef>
              <a:spcAft>
                <a:spcPts val="0"/>
              </a:spcAft>
              <a:buClr>
                <a:schemeClr val="lt2"/>
              </a:buClr>
              <a:buSzPts val="2800"/>
              <a:buNone/>
              <a:defRPr>
                <a:solidFill>
                  <a:schemeClr val="lt2"/>
                </a:solidFill>
              </a:defRPr>
            </a:lvl3pPr>
            <a:lvl4pPr lvl="3" rtl="0">
              <a:spcBef>
                <a:spcPts val="0"/>
              </a:spcBef>
              <a:spcAft>
                <a:spcPts val="0"/>
              </a:spcAft>
              <a:buClr>
                <a:schemeClr val="lt2"/>
              </a:buClr>
              <a:buSzPts val="2800"/>
              <a:buNone/>
              <a:defRPr>
                <a:solidFill>
                  <a:schemeClr val="lt2"/>
                </a:solidFill>
              </a:defRPr>
            </a:lvl4pPr>
            <a:lvl5pPr lvl="4" rtl="0">
              <a:spcBef>
                <a:spcPts val="0"/>
              </a:spcBef>
              <a:spcAft>
                <a:spcPts val="0"/>
              </a:spcAft>
              <a:buClr>
                <a:schemeClr val="lt2"/>
              </a:buClr>
              <a:buSzPts val="2800"/>
              <a:buNone/>
              <a:defRPr>
                <a:solidFill>
                  <a:schemeClr val="lt2"/>
                </a:solidFill>
              </a:defRPr>
            </a:lvl5pPr>
            <a:lvl6pPr lvl="5" rtl="0">
              <a:spcBef>
                <a:spcPts val="0"/>
              </a:spcBef>
              <a:spcAft>
                <a:spcPts val="0"/>
              </a:spcAft>
              <a:buClr>
                <a:schemeClr val="lt2"/>
              </a:buClr>
              <a:buSzPts val="2800"/>
              <a:buNone/>
              <a:defRPr>
                <a:solidFill>
                  <a:schemeClr val="lt2"/>
                </a:solidFill>
              </a:defRPr>
            </a:lvl6pPr>
            <a:lvl7pPr lvl="6" rtl="0">
              <a:spcBef>
                <a:spcPts val="0"/>
              </a:spcBef>
              <a:spcAft>
                <a:spcPts val="0"/>
              </a:spcAft>
              <a:buClr>
                <a:schemeClr val="lt2"/>
              </a:buClr>
              <a:buSzPts val="2800"/>
              <a:buNone/>
              <a:defRPr>
                <a:solidFill>
                  <a:schemeClr val="lt2"/>
                </a:solidFill>
              </a:defRPr>
            </a:lvl7pPr>
            <a:lvl8pPr lvl="7" rtl="0">
              <a:spcBef>
                <a:spcPts val="0"/>
              </a:spcBef>
              <a:spcAft>
                <a:spcPts val="0"/>
              </a:spcAft>
              <a:buClr>
                <a:schemeClr val="lt2"/>
              </a:buClr>
              <a:buSzPts val="2800"/>
              <a:buNone/>
              <a:defRPr>
                <a:solidFill>
                  <a:schemeClr val="lt2"/>
                </a:solidFill>
              </a:defRPr>
            </a:lvl8pPr>
            <a:lvl9pPr lvl="8" rtl="0">
              <a:spcBef>
                <a:spcPts val="0"/>
              </a:spcBef>
              <a:spcAft>
                <a:spcPts val="0"/>
              </a:spcAft>
              <a:buClr>
                <a:schemeClr val="lt2"/>
              </a:buClr>
              <a:buSzPts val="2800"/>
              <a:buNone/>
              <a:defRPr>
                <a:solidFill>
                  <a:schemeClr val="lt2"/>
                </a:solidFill>
              </a:defRPr>
            </a:lvl9pPr>
          </a:lstStyle>
          <a:p/>
        </p:txBody>
      </p:sp>
      <p:sp>
        <p:nvSpPr>
          <p:cNvPr id="2080" name="Google Shape;2080;p43"/>
          <p:cNvSpPr txBox="1"/>
          <p:nvPr>
            <p:ph idx="1" type="subTitle"/>
          </p:nvPr>
        </p:nvSpPr>
        <p:spPr>
          <a:xfrm>
            <a:off x="713225" y="1526998"/>
            <a:ext cx="3840600" cy="2958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Char char="●"/>
              <a:defRPr sz="1400"/>
            </a:lvl1pPr>
            <a:lvl2pPr lvl="1" rtl="0">
              <a:spcBef>
                <a:spcPts val="0"/>
              </a:spcBef>
              <a:spcAft>
                <a:spcPts val="0"/>
              </a:spcAft>
              <a:buSzPts val="1200"/>
              <a:buChar char="○"/>
              <a:defRPr/>
            </a:lvl2pPr>
            <a:lvl3pPr lvl="2" rtl="0">
              <a:spcBef>
                <a:spcPts val="1600"/>
              </a:spcBef>
              <a:spcAft>
                <a:spcPts val="0"/>
              </a:spcAft>
              <a:buSzPts val="1200"/>
              <a:buChar char="■"/>
              <a:defRPr/>
            </a:lvl3pPr>
            <a:lvl4pPr lvl="3" rtl="0">
              <a:spcBef>
                <a:spcPts val="1600"/>
              </a:spcBef>
              <a:spcAft>
                <a:spcPts val="0"/>
              </a:spcAft>
              <a:buSzPts val="1200"/>
              <a:buChar char="●"/>
              <a:defRPr/>
            </a:lvl4pPr>
            <a:lvl5pPr lvl="4" rtl="0">
              <a:spcBef>
                <a:spcPts val="1600"/>
              </a:spcBef>
              <a:spcAft>
                <a:spcPts val="0"/>
              </a:spcAft>
              <a:buSzPts val="1200"/>
              <a:buChar char="○"/>
              <a:defRPr/>
            </a:lvl5pPr>
            <a:lvl6pPr lvl="5" rtl="0">
              <a:spcBef>
                <a:spcPts val="1600"/>
              </a:spcBef>
              <a:spcAft>
                <a:spcPts val="0"/>
              </a:spcAft>
              <a:buSzPts val="1200"/>
              <a:buChar char="■"/>
              <a:defRPr/>
            </a:lvl6pPr>
            <a:lvl7pPr lvl="6" rtl="0">
              <a:spcBef>
                <a:spcPts val="1600"/>
              </a:spcBef>
              <a:spcAft>
                <a:spcPts val="0"/>
              </a:spcAft>
              <a:buSzPts val="1200"/>
              <a:buChar char="●"/>
              <a:defRPr/>
            </a:lvl7pPr>
            <a:lvl8pPr lvl="7" rtl="0">
              <a:spcBef>
                <a:spcPts val="1600"/>
              </a:spcBef>
              <a:spcAft>
                <a:spcPts val="0"/>
              </a:spcAft>
              <a:buSzPts val="1200"/>
              <a:buChar char="○"/>
              <a:defRPr/>
            </a:lvl8pPr>
            <a:lvl9pPr lvl="8" rtl="0">
              <a:spcBef>
                <a:spcPts val="1600"/>
              </a:spcBef>
              <a:spcAft>
                <a:spcPts val="1600"/>
              </a:spcAft>
              <a:buSzPts val="1200"/>
              <a:buChar char="■"/>
              <a:defRPr/>
            </a:lvl9pPr>
          </a:lstStyle>
          <a:p/>
        </p:txBody>
      </p:sp>
      <p:sp>
        <p:nvSpPr>
          <p:cNvPr id="2081" name="Google Shape;2081;p43"/>
          <p:cNvSpPr txBox="1"/>
          <p:nvPr>
            <p:ph idx="2" type="subTitle"/>
          </p:nvPr>
        </p:nvSpPr>
        <p:spPr>
          <a:xfrm>
            <a:off x="4572125" y="1526998"/>
            <a:ext cx="3840300" cy="2958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Char char="●"/>
              <a:defRPr sz="1400"/>
            </a:lvl1pPr>
            <a:lvl2pPr lvl="1" rtl="0">
              <a:spcBef>
                <a:spcPts val="0"/>
              </a:spcBef>
              <a:spcAft>
                <a:spcPts val="0"/>
              </a:spcAft>
              <a:buSzPts val="1200"/>
              <a:buChar char="○"/>
              <a:defRPr/>
            </a:lvl2pPr>
            <a:lvl3pPr lvl="2" rtl="0">
              <a:spcBef>
                <a:spcPts val="1600"/>
              </a:spcBef>
              <a:spcAft>
                <a:spcPts val="0"/>
              </a:spcAft>
              <a:buSzPts val="1200"/>
              <a:buChar char="■"/>
              <a:defRPr/>
            </a:lvl3pPr>
            <a:lvl4pPr lvl="3" rtl="0">
              <a:spcBef>
                <a:spcPts val="1600"/>
              </a:spcBef>
              <a:spcAft>
                <a:spcPts val="0"/>
              </a:spcAft>
              <a:buSzPts val="1200"/>
              <a:buChar char="●"/>
              <a:defRPr/>
            </a:lvl4pPr>
            <a:lvl5pPr lvl="4" rtl="0">
              <a:spcBef>
                <a:spcPts val="1600"/>
              </a:spcBef>
              <a:spcAft>
                <a:spcPts val="0"/>
              </a:spcAft>
              <a:buSzPts val="1200"/>
              <a:buChar char="○"/>
              <a:defRPr/>
            </a:lvl5pPr>
            <a:lvl6pPr lvl="5" rtl="0">
              <a:spcBef>
                <a:spcPts val="1600"/>
              </a:spcBef>
              <a:spcAft>
                <a:spcPts val="0"/>
              </a:spcAft>
              <a:buSzPts val="1200"/>
              <a:buChar char="■"/>
              <a:defRPr/>
            </a:lvl6pPr>
            <a:lvl7pPr lvl="6" rtl="0">
              <a:spcBef>
                <a:spcPts val="1600"/>
              </a:spcBef>
              <a:spcAft>
                <a:spcPts val="0"/>
              </a:spcAft>
              <a:buSzPts val="1200"/>
              <a:buChar char="●"/>
              <a:defRPr/>
            </a:lvl7pPr>
            <a:lvl8pPr lvl="7" rtl="0">
              <a:spcBef>
                <a:spcPts val="1600"/>
              </a:spcBef>
              <a:spcAft>
                <a:spcPts val="0"/>
              </a:spcAft>
              <a:buSzPts val="1200"/>
              <a:buChar char="○"/>
              <a:defRPr/>
            </a:lvl8pPr>
            <a:lvl9pPr lvl="8" rtl="0">
              <a:spcBef>
                <a:spcPts val="1600"/>
              </a:spcBef>
              <a:spcAft>
                <a:spcPts val="1600"/>
              </a:spcAft>
              <a:buSzPts val="1200"/>
              <a:buChar char="■"/>
              <a:defRPr/>
            </a:lvl9pPr>
          </a:lstStyle>
          <a:p/>
        </p:txBody>
      </p:sp>
      <p:sp>
        <p:nvSpPr>
          <p:cNvPr id="2082" name="Google Shape;2082;p43"/>
          <p:cNvSpPr txBox="1"/>
          <p:nvPr>
            <p:ph idx="3" type="subTitle"/>
          </p:nvPr>
        </p:nvSpPr>
        <p:spPr>
          <a:xfrm>
            <a:off x="713225" y="1087100"/>
            <a:ext cx="7717500" cy="370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Char char="●"/>
              <a:defRPr sz="1400"/>
            </a:lvl1pPr>
            <a:lvl2pPr lvl="1" rtl="0">
              <a:spcBef>
                <a:spcPts val="0"/>
              </a:spcBef>
              <a:spcAft>
                <a:spcPts val="0"/>
              </a:spcAft>
              <a:buSzPts val="1200"/>
              <a:buChar char="○"/>
              <a:defRPr/>
            </a:lvl2pPr>
            <a:lvl3pPr lvl="2" rtl="0">
              <a:spcBef>
                <a:spcPts val="1600"/>
              </a:spcBef>
              <a:spcAft>
                <a:spcPts val="0"/>
              </a:spcAft>
              <a:buSzPts val="1200"/>
              <a:buChar char="■"/>
              <a:defRPr/>
            </a:lvl3pPr>
            <a:lvl4pPr lvl="3" rtl="0">
              <a:spcBef>
                <a:spcPts val="1600"/>
              </a:spcBef>
              <a:spcAft>
                <a:spcPts val="0"/>
              </a:spcAft>
              <a:buSzPts val="1200"/>
              <a:buChar char="●"/>
              <a:defRPr/>
            </a:lvl4pPr>
            <a:lvl5pPr lvl="4" rtl="0">
              <a:spcBef>
                <a:spcPts val="1600"/>
              </a:spcBef>
              <a:spcAft>
                <a:spcPts val="0"/>
              </a:spcAft>
              <a:buSzPts val="1200"/>
              <a:buChar char="○"/>
              <a:defRPr/>
            </a:lvl5pPr>
            <a:lvl6pPr lvl="5" rtl="0">
              <a:spcBef>
                <a:spcPts val="1600"/>
              </a:spcBef>
              <a:spcAft>
                <a:spcPts val="0"/>
              </a:spcAft>
              <a:buSzPts val="1200"/>
              <a:buChar char="■"/>
              <a:defRPr/>
            </a:lvl6pPr>
            <a:lvl7pPr lvl="6" rtl="0">
              <a:spcBef>
                <a:spcPts val="1600"/>
              </a:spcBef>
              <a:spcAft>
                <a:spcPts val="0"/>
              </a:spcAft>
              <a:buSzPts val="1200"/>
              <a:buChar char="●"/>
              <a:defRPr/>
            </a:lvl7pPr>
            <a:lvl8pPr lvl="7" rtl="0">
              <a:spcBef>
                <a:spcPts val="1600"/>
              </a:spcBef>
              <a:spcAft>
                <a:spcPts val="0"/>
              </a:spcAft>
              <a:buSzPts val="1200"/>
              <a:buChar char="○"/>
              <a:defRPr/>
            </a:lvl8pPr>
            <a:lvl9pPr lvl="8" rtl="0">
              <a:spcBef>
                <a:spcPts val="1600"/>
              </a:spcBef>
              <a:spcAft>
                <a:spcPts val="1600"/>
              </a:spcAft>
              <a:buSzPts val="1200"/>
              <a:buChar char="■"/>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2_1">
    <p:spTree>
      <p:nvGrpSpPr>
        <p:cNvPr id="2083" name="Shape 2083"/>
        <p:cNvGrpSpPr/>
        <p:nvPr/>
      </p:nvGrpSpPr>
      <p:grpSpPr>
        <a:xfrm>
          <a:off x="0" y="0"/>
          <a:ext cx="0" cy="0"/>
          <a:chOff x="0" y="0"/>
          <a:chExt cx="0" cy="0"/>
        </a:xfrm>
      </p:grpSpPr>
      <p:sp>
        <p:nvSpPr>
          <p:cNvPr id="2084" name="Google Shape;2084;p44"/>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atin typeface="Nunito"/>
                <a:ea typeface="Nunito"/>
                <a:cs typeface="Nunito"/>
                <a:sym typeface="Nunito"/>
              </a:defRPr>
            </a:lvl2pPr>
            <a:lvl3pPr lvl="2" rtl="0">
              <a:spcBef>
                <a:spcPts val="0"/>
              </a:spcBef>
              <a:spcAft>
                <a:spcPts val="0"/>
              </a:spcAft>
              <a:buSzPts val="2800"/>
              <a:buNone/>
              <a:defRPr>
                <a:latin typeface="Nunito"/>
                <a:ea typeface="Nunito"/>
                <a:cs typeface="Nunito"/>
                <a:sym typeface="Nunito"/>
              </a:defRPr>
            </a:lvl3pPr>
            <a:lvl4pPr lvl="3" rtl="0">
              <a:spcBef>
                <a:spcPts val="0"/>
              </a:spcBef>
              <a:spcAft>
                <a:spcPts val="0"/>
              </a:spcAft>
              <a:buSzPts val="2800"/>
              <a:buNone/>
              <a:defRPr>
                <a:latin typeface="Nunito"/>
                <a:ea typeface="Nunito"/>
                <a:cs typeface="Nunito"/>
                <a:sym typeface="Nunito"/>
              </a:defRPr>
            </a:lvl4pPr>
            <a:lvl5pPr lvl="4" rtl="0">
              <a:spcBef>
                <a:spcPts val="0"/>
              </a:spcBef>
              <a:spcAft>
                <a:spcPts val="0"/>
              </a:spcAft>
              <a:buSzPts val="2800"/>
              <a:buNone/>
              <a:defRPr>
                <a:latin typeface="Nunito"/>
                <a:ea typeface="Nunito"/>
                <a:cs typeface="Nunito"/>
                <a:sym typeface="Nunito"/>
              </a:defRPr>
            </a:lvl5pPr>
            <a:lvl6pPr lvl="5" rtl="0">
              <a:spcBef>
                <a:spcPts val="0"/>
              </a:spcBef>
              <a:spcAft>
                <a:spcPts val="0"/>
              </a:spcAft>
              <a:buSzPts val="2800"/>
              <a:buNone/>
              <a:defRPr>
                <a:latin typeface="Nunito"/>
                <a:ea typeface="Nunito"/>
                <a:cs typeface="Nunito"/>
                <a:sym typeface="Nunito"/>
              </a:defRPr>
            </a:lvl6pPr>
            <a:lvl7pPr lvl="6" rtl="0">
              <a:spcBef>
                <a:spcPts val="0"/>
              </a:spcBef>
              <a:spcAft>
                <a:spcPts val="0"/>
              </a:spcAft>
              <a:buSzPts val="2800"/>
              <a:buNone/>
              <a:defRPr>
                <a:latin typeface="Nunito"/>
                <a:ea typeface="Nunito"/>
                <a:cs typeface="Nunito"/>
                <a:sym typeface="Nunito"/>
              </a:defRPr>
            </a:lvl7pPr>
            <a:lvl8pPr lvl="7" rtl="0">
              <a:spcBef>
                <a:spcPts val="0"/>
              </a:spcBef>
              <a:spcAft>
                <a:spcPts val="0"/>
              </a:spcAft>
              <a:buSzPts val="2800"/>
              <a:buNone/>
              <a:defRPr>
                <a:latin typeface="Nunito"/>
                <a:ea typeface="Nunito"/>
                <a:cs typeface="Nunito"/>
                <a:sym typeface="Nunito"/>
              </a:defRPr>
            </a:lvl8pPr>
            <a:lvl9pPr lvl="8" rtl="0">
              <a:spcBef>
                <a:spcPts val="0"/>
              </a:spcBef>
              <a:spcAft>
                <a:spcPts val="0"/>
              </a:spcAft>
              <a:buSzPts val="2800"/>
              <a:buNone/>
              <a:defRPr>
                <a:latin typeface="Nunito"/>
                <a:ea typeface="Nunito"/>
                <a:cs typeface="Nunito"/>
                <a:sym typeface="Nunito"/>
              </a:defRPr>
            </a:lvl9pPr>
          </a:lstStyle>
          <a:p/>
        </p:txBody>
      </p:sp>
      <p:grpSp>
        <p:nvGrpSpPr>
          <p:cNvPr id="2085" name="Google Shape;2085;p44"/>
          <p:cNvGrpSpPr/>
          <p:nvPr/>
        </p:nvGrpSpPr>
        <p:grpSpPr>
          <a:xfrm>
            <a:off x="6873272" y="4066120"/>
            <a:ext cx="2270722" cy="1272963"/>
            <a:chOff x="5158247" y="5768045"/>
            <a:chExt cx="2270722" cy="1272963"/>
          </a:xfrm>
        </p:grpSpPr>
        <p:sp>
          <p:nvSpPr>
            <p:cNvPr id="2086" name="Google Shape;2086;p44"/>
            <p:cNvSpPr/>
            <p:nvPr/>
          </p:nvSpPr>
          <p:spPr>
            <a:xfrm>
              <a:off x="7002455" y="6557766"/>
              <a:ext cx="257321" cy="257560"/>
            </a:xfrm>
            <a:custGeom>
              <a:rect b="b" l="l" r="r" t="t"/>
              <a:pathLst>
                <a:path extrusionOk="0" h="3975" w="3971">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7" name="Google Shape;2087;p44"/>
            <p:cNvSpPr/>
            <p:nvPr/>
          </p:nvSpPr>
          <p:spPr>
            <a:xfrm>
              <a:off x="5637767" y="5768045"/>
              <a:ext cx="243518" cy="243435"/>
            </a:xfrm>
            <a:custGeom>
              <a:rect b="b" l="l" r="r" t="t"/>
              <a:pathLst>
                <a:path extrusionOk="0" h="3757" w="3758">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8" name="Google Shape;2088;p44"/>
            <p:cNvSpPr/>
            <p:nvPr/>
          </p:nvSpPr>
          <p:spPr>
            <a:xfrm>
              <a:off x="7372528" y="6980813"/>
              <a:ext cx="56441" cy="60195"/>
            </a:xfrm>
            <a:custGeom>
              <a:rect b="b" l="l" r="r" t="t"/>
              <a:pathLst>
                <a:path extrusionOk="0" h="929" w="871">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9" name="Google Shape;2089;p44"/>
            <p:cNvSpPr/>
            <p:nvPr/>
          </p:nvSpPr>
          <p:spPr>
            <a:xfrm>
              <a:off x="6910763" y="6282776"/>
              <a:ext cx="56506" cy="60130"/>
            </a:xfrm>
            <a:custGeom>
              <a:rect b="b" l="l" r="r" t="t"/>
              <a:pathLst>
                <a:path extrusionOk="0" h="928" w="872">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0" name="Google Shape;2090;p44"/>
            <p:cNvSpPr/>
            <p:nvPr/>
          </p:nvSpPr>
          <p:spPr>
            <a:xfrm>
              <a:off x="6812073" y="5866727"/>
              <a:ext cx="56441" cy="56501"/>
            </a:xfrm>
            <a:custGeom>
              <a:rect b="b" l="l" r="r" t="t"/>
              <a:pathLst>
                <a:path extrusionOk="0" h="872" w="871">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1" name="Google Shape;2091;p44"/>
            <p:cNvSpPr/>
            <p:nvPr/>
          </p:nvSpPr>
          <p:spPr>
            <a:xfrm>
              <a:off x="5158247" y="5976166"/>
              <a:ext cx="60199" cy="59871"/>
            </a:xfrm>
            <a:custGeom>
              <a:rect b="b" l="l" r="r" t="t"/>
              <a:pathLst>
                <a:path extrusionOk="0" h="924" w="929">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92" name="Google Shape;2092;p44"/>
          <p:cNvGrpSpPr/>
          <p:nvPr/>
        </p:nvGrpSpPr>
        <p:grpSpPr>
          <a:xfrm flipH="1">
            <a:off x="6873272" y="-5"/>
            <a:ext cx="2270722" cy="1272963"/>
            <a:chOff x="5158247" y="5768045"/>
            <a:chExt cx="2270722" cy="1272963"/>
          </a:xfrm>
        </p:grpSpPr>
        <p:sp>
          <p:nvSpPr>
            <p:cNvPr id="2093" name="Google Shape;2093;p44"/>
            <p:cNvSpPr/>
            <p:nvPr/>
          </p:nvSpPr>
          <p:spPr>
            <a:xfrm>
              <a:off x="5554655" y="6557766"/>
              <a:ext cx="257321" cy="257560"/>
            </a:xfrm>
            <a:custGeom>
              <a:rect b="b" l="l" r="r" t="t"/>
              <a:pathLst>
                <a:path extrusionOk="0" h="3975" w="3971">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4" name="Google Shape;2094;p44"/>
            <p:cNvSpPr/>
            <p:nvPr/>
          </p:nvSpPr>
          <p:spPr>
            <a:xfrm>
              <a:off x="5637767" y="5768045"/>
              <a:ext cx="243518" cy="243435"/>
            </a:xfrm>
            <a:custGeom>
              <a:rect b="b" l="l" r="r" t="t"/>
              <a:pathLst>
                <a:path extrusionOk="0" h="3757" w="3758">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5" name="Google Shape;2095;p44"/>
            <p:cNvSpPr/>
            <p:nvPr/>
          </p:nvSpPr>
          <p:spPr>
            <a:xfrm>
              <a:off x="7372528" y="6980813"/>
              <a:ext cx="56441" cy="60195"/>
            </a:xfrm>
            <a:custGeom>
              <a:rect b="b" l="l" r="r" t="t"/>
              <a:pathLst>
                <a:path extrusionOk="0" h="929" w="871">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6" name="Google Shape;2096;p44"/>
            <p:cNvSpPr/>
            <p:nvPr/>
          </p:nvSpPr>
          <p:spPr>
            <a:xfrm>
              <a:off x="6910763" y="6282776"/>
              <a:ext cx="56506" cy="60130"/>
            </a:xfrm>
            <a:custGeom>
              <a:rect b="b" l="l" r="r" t="t"/>
              <a:pathLst>
                <a:path extrusionOk="0" h="928" w="872">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7" name="Google Shape;2097;p44"/>
            <p:cNvSpPr/>
            <p:nvPr/>
          </p:nvSpPr>
          <p:spPr>
            <a:xfrm>
              <a:off x="6812073" y="5866727"/>
              <a:ext cx="56441" cy="56501"/>
            </a:xfrm>
            <a:custGeom>
              <a:rect b="b" l="l" r="r" t="t"/>
              <a:pathLst>
                <a:path extrusionOk="0" h="872" w="871">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8" name="Google Shape;2098;p44"/>
            <p:cNvSpPr/>
            <p:nvPr/>
          </p:nvSpPr>
          <p:spPr>
            <a:xfrm>
              <a:off x="5158247" y="5976166"/>
              <a:ext cx="60199" cy="59871"/>
            </a:xfrm>
            <a:custGeom>
              <a:rect b="b" l="l" r="r" t="t"/>
              <a:pathLst>
                <a:path extrusionOk="0" h="924" w="929">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99" name="Google Shape;2099;p44"/>
          <p:cNvSpPr/>
          <p:nvPr/>
        </p:nvSpPr>
        <p:spPr>
          <a:xfrm>
            <a:off x="6115050" y="3258175"/>
            <a:ext cx="3028907" cy="1885295"/>
          </a:xfrm>
          <a:custGeom>
            <a:rect b="b" l="l" r="r" t="t"/>
            <a:pathLst>
              <a:path extrusionOk="0" h="55340" w="88909">
                <a:moveTo>
                  <a:pt x="88908" y="0"/>
                </a:moveTo>
                <a:cubicBezTo>
                  <a:pt x="88908" y="0"/>
                  <a:pt x="58168" y="5172"/>
                  <a:pt x="55339" y="24595"/>
                </a:cubicBezTo>
                <a:cubicBezTo>
                  <a:pt x="53680" y="35682"/>
                  <a:pt x="45717" y="37631"/>
                  <a:pt x="40161" y="37631"/>
                </a:cubicBezTo>
                <a:cubicBezTo>
                  <a:pt x="38791" y="37631"/>
                  <a:pt x="37568" y="37513"/>
                  <a:pt x="36621" y="37383"/>
                </a:cubicBezTo>
                <a:cubicBezTo>
                  <a:pt x="35777" y="37271"/>
                  <a:pt x="34940" y="37215"/>
                  <a:pt x="34112" y="37215"/>
                </a:cubicBezTo>
                <a:cubicBezTo>
                  <a:pt x="28107" y="37215"/>
                  <a:pt x="22606" y="40140"/>
                  <a:pt x="18826" y="45545"/>
                </a:cubicBezTo>
                <a:cubicBezTo>
                  <a:pt x="14530" y="51692"/>
                  <a:pt x="6151" y="54142"/>
                  <a:pt x="0" y="55339"/>
                </a:cubicBezTo>
                <a:lnTo>
                  <a:pt x="88908" y="55339"/>
                </a:lnTo>
                <a:lnTo>
                  <a:pt x="88908"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0" name="Google Shape;2100;p44"/>
          <p:cNvSpPr/>
          <p:nvPr/>
        </p:nvSpPr>
        <p:spPr>
          <a:xfrm>
            <a:off x="0" y="0"/>
            <a:ext cx="1943143" cy="2722018"/>
          </a:xfrm>
          <a:custGeom>
            <a:rect b="b" l="l" r="r" t="t"/>
            <a:pathLst>
              <a:path extrusionOk="0" h="69648" w="49719">
                <a:moveTo>
                  <a:pt x="0" y="1"/>
                </a:moveTo>
                <a:lnTo>
                  <a:pt x="0" y="69648"/>
                </a:lnTo>
                <a:cubicBezTo>
                  <a:pt x="7726" y="62086"/>
                  <a:pt x="13329" y="52510"/>
                  <a:pt x="9032" y="42442"/>
                </a:cubicBezTo>
                <a:cubicBezTo>
                  <a:pt x="684" y="23087"/>
                  <a:pt x="10447" y="12185"/>
                  <a:pt x="21914" y="12185"/>
                </a:cubicBezTo>
                <a:cubicBezTo>
                  <a:pt x="22406" y="12185"/>
                  <a:pt x="22900" y="12205"/>
                  <a:pt x="23397" y="12245"/>
                </a:cubicBezTo>
                <a:cubicBezTo>
                  <a:pt x="25475" y="12417"/>
                  <a:pt x="27419" y="12499"/>
                  <a:pt x="29233" y="12499"/>
                </a:cubicBezTo>
                <a:cubicBezTo>
                  <a:pt x="43567" y="12499"/>
                  <a:pt x="49719" y="7342"/>
                  <a:pt x="4875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1" name="Google Shape;2101;p44"/>
          <p:cNvSpPr txBox="1"/>
          <p:nvPr>
            <p:ph idx="1" type="subTitle"/>
          </p:nvPr>
        </p:nvSpPr>
        <p:spPr>
          <a:xfrm>
            <a:off x="1152525" y="2030000"/>
            <a:ext cx="2943000" cy="13620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800"/>
              <a:buNone/>
              <a:defRPr sz="1500"/>
            </a:lvl1pPr>
            <a:lvl2pPr lvl="1">
              <a:spcBef>
                <a:spcPts val="0"/>
              </a:spcBef>
              <a:spcAft>
                <a:spcPts val="0"/>
              </a:spcAft>
              <a:buSzPts val="1400"/>
              <a:buNone/>
              <a:defRPr/>
            </a:lvl2pPr>
            <a:lvl3pPr lvl="2">
              <a:spcBef>
                <a:spcPts val="1600"/>
              </a:spcBef>
              <a:spcAft>
                <a:spcPts val="0"/>
              </a:spcAft>
              <a:buSzPts val="1400"/>
              <a:buNone/>
              <a:defRPr/>
            </a:lvl3pPr>
            <a:lvl4pPr lvl="3">
              <a:spcBef>
                <a:spcPts val="1600"/>
              </a:spcBef>
              <a:spcAft>
                <a:spcPts val="0"/>
              </a:spcAft>
              <a:buSzPts val="1400"/>
              <a:buNone/>
              <a:defRPr/>
            </a:lvl4pPr>
            <a:lvl5pPr lvl="4">
              <a:spcBef>
                <a:spcPts val="1600"/>
              </a:spcBef>
              <a:spcAft>
                <a:spcPts val="0"/>
              </a:spcAft>
              <a:buSzPts val="1400"/>
              <a:buNone/>
              <a:defRPr/>
            </a:lvl5pPr>
            <a:lvl6pPr lvl="5">
              <a:spcBef>
                <a:spcPts val="1600"/>
              </a:spcBef>
              <a:spcAft>
                <a:spcPts val="0"/>
              </a:spcAft>
              <a:buSzPts val="1400"/>
              <a:buNone/>
              <a:defRPr/>
            </a:lvl6pPr>
            <a:lvl7pPr lvl="6">
              <a:spcBef>
                <a:spcPts val="1600"/>
              </a:spcBef>
              <a:spcAft>
                <a:spcPts val="0"/>
              </a:spcAft>
              <a:buSzPts val="1400"/>
              <a:buNone/>
              <a:defRPr/>
            </a:lvl7pPr>
            <a:lvl8pPr lvl="7">
              <a:spcBef>
                <a:spcPts val="1600"/>
              </a:spcBef>
              <a:spcAft>
                <a:spcPts val="0"/>
              </a:spcAft>
              <a:buSzPts val="1400"/>
              <a:buNone/>
              <a:defRPr/>
            </a:lvl8pPr>
            <a:lvl9pPr lvl="8">
              <a:spcBef>
                <a:spcPts val="1600"/>
              </a:spcBef>
              <a:spcAft>
                <a:spcPts val="1600"/>
              </a:spcAft>
              <a:buSzPts val="1400"/>
              <a:buNone/>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2_1_1">
    <p:spTree>
      <p:nvGrpSpPr>
        <p:cNvPr id="2102" name="Shape 2102"/>
        <p:cNvGrpSpPr/>
        <p:nvPr/>
      </p:nvGrpSpPr>
      <p:grpSpPr>
        <a:xfrm>
          <a:off x="0" y="0"/>
          <a:ext cx="0" cy="0"/>
          <a:chOff x="0" y="0"/>
          <a:chExt cx="0" cy="0"/>
        </a:xfrm>
      </p:grpSpPr>
      <p:sp>
        <p:nvSpPr>
          <p:cNvPr id="2103" name="Google Shape;2103;p45"/>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atin typeface="Nunito"/>
                <a:ea typeface="Nunito"/>
                <a:cs typeface="Nunito"/>
                <a:sym typeface="Nunito"/>
              </a:defRPr>
            </a:lvl2pPr>
            <a:lvl3pPr lvl="2" rtl="0">
              <a:spcBef>
                <a:spcPts val="0"/>
              </a:spcBef>
              <a:spcAft>
                <a:spcPts val="0"/>
              </a:spcAft>
              <a:buSzPts val="2800"/>
              <a:buNone/>
              <a:defRPr>
                <a:latin typeface="Nunito"/>
                <a:ea typeface="Nunito"/>
                <a:cs typeface="Nunito"/>
                <a:sym typeface="Nunito"/>
              </a:defRPr>
            </a:lvl3pPr>
            <a:lvl4pPr lvl="3" rtl="0">
              <a:spcBef>
                <a:spcPts val="0"/>
              </a:spcBef>
              <a:spcAft>
                <a:spcPts val="0"/>
              </a:spcAft>
              <a:buSzPts val="2800"/>
              <a:buNone/>
              <a:defRPr>
                <a:latin typeface="Nunito"/>
                <a:ea typeface="Nunito"/>
                <a:cs typeface="Nunito"/>
                <a:sym typeface="Nunito"/>
              </a:defRPr>
            </a:lvl4pPr>
            <a:lvl5pPr lvl="4" rtl="0">
              <a:spcBef>
                <a:spcPts val="0"/>
              </a:spcBef>
              <a:spcAft>
                <a:spcPts val="0"/>
              </a:spcAft>
              <a:buSzPts val="2800"/>
              <a:buNone/>
              <a:defRPr>
                <a:latin typeface="Nunito"/>
                <a:ea typeface="Nunito"/>
                <a:cs typeface="Nunito"/>
                <a:sym typeface="Nunito"/>
              </a:defRPr>
            </a:lvl5pPr>
            <a:lvl6pPr lvl="5" rtl="0">
              <a:spcBef>
                <a:spcPts val="0"/>
              </a:spcBef>
              <a:spcAft>
                <a:spcPts val="0"/>
              </a:spcAft>
              <a:buSzPts val="2800"/>
              <a:buNone/>
              <a:defRPr>
                <a:latin typeface="Nunito"/>
                <a:ea typeface="Nunito"/>
                <a:cs typeface="Nunito"/>
                <a:sym typeface="Nunito"/>
              </a:defRPr>
            </a:lvl6pPr>
            <a:lvl7pPr lvl="6" rtl="0">
              <a:spcBef>
                <a:spcPts val="0"/>
              </a:spcBef>
              <a:spcAft>
                <a:spcPts val="0"/>
              </a:spcAft>
              <a:buSzPts val="2800"/>
              <a:buNone/>
              <a:defRPr>
                <a:latin typeface="Nunito"/>
                <a:ea typeface="Nunito"/>
                <a:cs typeface="Nunito"/>
                <a:sym typeface="Nunito"/>
              </a:defRPr>
            </a:lvl7pPr>
            <a:lvl8pPr lvl="7" rtl="0">
              <a:spcBef>
                <a:spcPts val="0"/>
              </a:spcBef>
              <a:spcAft>
                <a:spcPts val="0"/>
              </a:spcAft>
              <a:buSzPts val="2800"/>
              <a:buNone/>
              <a:defRPr>
                <a:latin typeface="Nunito"/>
                <a:ea typeface="Nunito"/>
                <a:cs typeface="Nunito"/>
                <a:sym typeface="Nunito"/>
              </a:defRPr>
            </a:lvl8pPr>
            <a:lvl9pPr lvl="8" rtl="0">
              <a:spcBef>
                <a:spcPts val="0"/>
              </a:spcBef>
              <a:spcAft>
                <a:spcPts val="0"/>
              </a:spcAft>
              <a:buSzPts val="2800"/>
              <a:buNone/>
              <a:defRPr>
                <a:latin typeface="Nunito"/>
                <a:ea typeface="Nunito"/>
                <a:cs typeface="Nunito"/>
                <a:sym typeface="Nunito"/>
              </a:defRPr>
            </a:lvl9pPr>
          </a:lstStyle>
          <a:p/>
        </p:txBody>
      </p:sp>
      <p:grpSp>
        <p:nvGrpSpPr>
          <p:cNvPr id="2104" name="Google Shape;2104;p45"/>
          <p:cNvGrpSpPr/>
          <p:nvPr/>
        </p:nvGrpSpPr>
        <p:grpSpPr>
          <a:xfrm>
            <a:off x="6873272" y="4066120"/>
            <a:ext cx="2101529" cy="1047282"/>
            <a:chOff x="5158247" y="5768045"/>
            <a:chExt cx="2101529" cy="1047282"/>
          </a:xfrm>
        </p:grpSpPr>
        <p:sp>
          <p:nvSpPr>
            <p:cNvPr id="2105" name="Google Shape;2105;p45"/>
            <p:cNvSpPr/>
            <p:nvPr/>
          </p:nvSpPr>
          <p:spPr>
            <a:xfrm>
              <a:off x="7002455" y="6557766"/>
              <a:ext cx="257321" cy="257560"/>
            </a:xfrm>
            <a:custGeom>
              <a:rect b="b" l="l" r="r" t="t"/>
              <a:pathLst>
                <a:path extrusionOk="0" h="3975" w="3971">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6" name="Google Shape;2106;p45"/>
            <p:cNvSpPr/>
            <p:nvPr/>
          </p:nvSpPr>
          <p:spPr>
            <a:xfrm>
              <a:off x="5637767" y="5768045"/>
              <a:ext cx="243518" cy="243435"/>
            </a:xfrm>
            <a:custGeom>
              <a:rect b="b" l="l" r="r" t="t"/>
              <a:pathLst>
                <a:path extrusionOk="0" h="3757" w="3758">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7" name="Google Shape;2107;p45"/>
            <p:cNvSpPr/>
            <p:nvPr/>
          </p:nvSpPr>
          <p:spPr>
            <a:xfrm>
              <a:off x="6077128" y="5990213"/>
              <a:ext cx="56441" cy="60195"/>
            </a:xfrm>
            <a:custGeom>
              <a:rect b="b" l="l" r="r" t="t"/>
              <a:pathLst>
                <a:path extrusionOk="0" h="929" w="871">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8" name="Google Shape;2108;p45"/>
            <p:cNvSpPr/>
            <p:nvPr/>
          </p:nvSpPr>
          <p:spPr>
            <a:xfrm>
              <a:off x="6910763" y="6282776"/>
              <a:ext cx="56506" cy="60130"/>
            </a:xfrm>
            <a:custGeom>
              <a:rect b="b" l="l" r="r" t="t"/>
              <a:pathLst>
                <a:path extrusionOk="0" h="928" w="872">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9" name="Google Shape;2109;p45"/>
            <p:cNvSpPr/>
            <p:nvPr/>
          </p:nvSpPr>
          <p:spPr>
            <a:xfrm>
              <a:off x="6812073" y="5866727"/>
              <a:ext cx="56441" cy="56501"/>
            </a:xfrm>
            <a:custGeom>
              <a:rect b="b" l="l" r="r" t="t"/>
              <a:pathLst>
                <a:path extrusionOk="0" h="872" w="871">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0" name="Google Shape;2110;p45"/>
            <p:cNvSpPr/>
            <p:nvPr/>
          </p:nvSpPr>
          <p:spPr>
            <a:xfrm>
              <a:off x="5158247" y="5976166"/>
              <a:ext cx="60199" cy="59871"/>
            </a:xfrm>
            <a:custGeom>
              <a:rect b="b" l="l" r="r" t="t"/>
              <a:pathLst>
                <a:path extrusionOk="0" h="924" w="929">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11" name="Google Shape;2111;p45"/>
          <p:cNvGrpSpPr/>
          <p:nvPr/>
        </p:nvGrpSpPr>
        <p:grpSpPr>
          <a:xfrm flipH="1">
            <a:off x="6873272" y="-5"/>
            <a:ext cx="2270722" cy="1272963"/>
            <a:chOff x="5158247" y="5768045"/>
            <a:chExt cx="2270722" cy="1272963"/>
          </a:xfrm>
        </p:grpSpPr>
        <p:sp>
          <p:nvSpPr>
            <p:cNvPr id="2112" name="Google Shape;2112;p45"/>
            <p:cNvSpPr/>
            <p:nvPr/>
          </p:nvSpPr>
          <p:spPr>
            <a:xfrm>
              <a:off x="5554655" y="6557766"/>
              <a:ext cx="257321" cy="257560"/>
            </a:xfrm>
            <a:custGeom>
              <a:rect b="b" l="l" r="r" t="t"/>
              <a:pathLst>
                <a:path extrusionOk="0" h="3975" w="3971">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3" name="Google Shape;2113;p45"/>
            <p:cNvSpPr/>
            <p:nvPr/>
          </p:nvSpPr>
          <p:spPr>
            <a:xfrm>
              <a:off x="5637767" y="5768045"/>
              <a:ext cx="243518" cy="243435"/>
            </a:xfrm>
            <a:custGeom>
              <a:rect b="b" l="l" r="r" t="t"/>
              <a:pathLst>
                <a:path extrusionOk="0" h="3757" w="3758">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4" name="Google Shape;2114;p45"/>
            <p:cNvSpPr/>
            <p:nvPr/>
          </p:nvSpPr>
          <p:spPr>
            <a:xfrm>
              <a:off x="7372528" y="6980813"/>
              <a:ext cx="56441" cy="60195"/>
            </a:xfrm>
            <a:custGeom>
              <a:rect b="b" l="l" r="r" t="t"/>
              <a:pathLst>
                <a:path extrusionOk="0" h="929" w="871">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5" name="Google Shape;2115;p45"/>
            <p:cNvSpPr/>
            <p:nvPr/>
          </p:nvSpPr>
          <p:spPr>
            <a:xfrm>
              <a:off x="6910763" y="6282776"/>
              <a:ext cx="56506" cy="60130"/>
            </a:xfrm>
            <a:custGeom>
              <a:rect b="b" l="l" r="r" t="t"/>
              <a:pathLst>
                <a:path extrusionOk="0" h="928" w="872">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6" name="Google Shape;2116;p45"/>
            <p:cNvSpPr/>
            <p:nvPr/>
          </p:nvSpPr>
          <p:spPr>
            <a:xfrm>
              <a:off x="6812073" y="5866727"/>
              <a:ext cx="56441" cy="56501"/>
            </a:xfrm>
            <a:custGeom>
              <a:rect b="b" l="l" r="r" t="t"/>
              <a:pathLst>
                <a:path extrusionOk="0" h="872" w="871">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7" name="Google Shape;2117;p45"/>
            <p:cNvSpPr/>
            <p:nvPr/>
          </p:nvSpPr>
          <p:spPr>
            <a:xfrm>
              <a:off x="5158247" y="5976166"/>
              <a:ext cx="60199" cy="59871"/>
            </a:xfrm>
            <a:custGeom>
              <a:rect b="b" l="l" r="r" t="t"/>
              <a:pathLst>
                <a:path extrusionOk="0" h="924" w="929">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18" name="Google Shape;2118;p45"/>
          <p:cNvSpPr/>
          <p:nvPr/>
        </p:nvSpPr>
        <p:spPr>
          <a:xfrm>
            <a:off x="6115050" y="3258175"/>
            <a:ext cx="3028907" cy="1885295"/>
          </a:xfrm>
          <a:custGeom>
            <a:rect b="b" l="l" r="r" t="t"/>
            <a:pathLst>
              <a:path extrusionOk="0" h="55340" w="88909">
                <a:moveTo>
                  <a:pt x="88908" y="0"/>
                </a:moveTo>
                <a:cubicBezTo>
                  <a:pt x="88908" y="0"/>
                  <a:pt x="58168" y="5172"/>
                  <a:pt x="55339" y="24595"/>
                </a:cubicBezTo>
                <a:cubicBezTo>
                  <a:pt x="53680" y="35682"/>
                  <a:pt x="45717" y="37631"/>
                  <a:pt x="40161" y="37631"/>
                </a:cubicBezTo>
                <a:cubicBezTo>
                  <a:pt x="38791" y="37631"/>
                  <a:pt x="37568" y="37513"/>
                  <a:pt x="36621" y="37383"/>
                </a:cubicBezTo>
                <a:cubicBezTo>
                  <a:pt x="35777" y="37271"/>
                  <a:pt x="34940" y="37215"/>
                  <a:pt x="34112" y="37215"/>
                </a:cubicBezTo>
                <a:cubicBezTo>
                  <a:pt x="28107" y="37215"/>
                  <a:pt x="22606" y="40140"/>
                  <a:pt x="18826" y="45545"/>
                </a:cubicBezTo>
                <a:cubicBezTo>
                  <a:pt x="14530" y="51692"/>
                  <a:pt x="6151" y="54142"/>
                  <a:pt x="0" y="55339"/>
                </a:cubicBezTo>
                <a:lnTo>
                  <a:pt x="88908" y="55339"/>
                </a:lnTo>
                <a:lnTo>
                  <a:pt x="88908"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9" name="Google Shape;2119;p45"/>
          <p:cNvSpPr/>
          <p:nvPr/>
        </p:nvSpPr>
        <p:spPr>
          <a:xfrm>
            <a:off x="0" y="0"/>
            <a:ext cx="1943143" cy="2722018"/>
          </a:xfrm>
          <a:custGeom>
            <a:rect b="b" l="l" r="r" t="t"/>
            <a:pathLst>
              <a:path extrusionOk="0" h="69648" w="49719">
                <a:moveTo>
                  <a:pt x="0" y="1"/>
                </a:moveTo>
                <a:lnTo>
                  <a:pt x="0" y="69648"/>
                </a:lnTo>
                <a:cubicBezTo>
                  <a:pt x="7726" y="62086"/>
                  <a:pt x="13329" y="52510"/>
                  <a:pt x="9032" y="42442"/>
                </a:cubicBezTo>
                <a:cubicBezTo>
                  <a:pt x="684" y="23087"/>
                  <a:pt x="10447" y="12185"/>
                  <a:pt x="21914" y="12185"/>
                </a:cubicBezTo>
                <a:cubicBezTo>
                  <a:pt x="22406" y="12185"/>
                  <a:pt x="22900" y="12205"/>
                  <a:pt x="23397" y="12245"/>
                </a:cubicBezTo>
                <a:cubicBezTo>
                  <a:pt x="25475" y="12417"/>
                  <a:pt x="27419" y="12499"/>
                  <a:pt x="29233" y="12499"/>
                </a:cubicBezTo>
                <a:cubicBezTo>
                  <a:pt x="43567" y="12499"/>
                  <a:pt x="49719" y="7342"/>
                  <a:pt x="4875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0" name="Google Shape;2120;p45"/>
          <p:cNvSpPr txBox="1"/>
          <p:nvPr>
            <p:ph idx="1" type="subTitle"/>
          </p:nvPr>
        </p:nvSpPr>
        <p:spPr>
          <a:xfrm>
            <a:off x="5090800" y="2654313"/>
            <a:ext cx="2943000" cy="914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800"/>
              <a:buNone/>
              <a:defRPr sz="14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grpSp>
        <p:nvGrpSpPr>
          <p:cNvPr id="2121" name="Google Shape;2121;p45"/>
          <p:cNvGrpSpPr/>
          <p:nvPr/>
        </p:nvGrpSpPr>
        <p:grpSpPr>
          <a:xfrm flipH="1" rot="-5400000">
            <a:off x="-276095" y="1014409"/>
            <a:ext cx="2471604" cy="1692916"/>
            <a:chOff x="5158247" y="5348091"/>
            <a:chExt cx="2471604" cy="1692916"/>
          </a:xfrm>
        </p:grpSpPr>
        <p:sp>
          <p:nvSpPr>
            <p:cNvPr id="2122" name="Google Shape;2122;p45"/>
            <p:cNvSpPr/>
            <p:nvPr/>
          </p:nvSpPr>
          <p:spPr>
            <a:xfrm>
              <a:off x="7372530" y="5348091"/>
              <a:ext cx="257321" cy="257560"/>
            </a:xfrm>
            <a:custGeom>
              <a:rect b="b" l="l" r="r" t="t"/>
              <a:pathLst>
                <a:path extrusionOk="0" h="3975" w="3971">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3" name="Google Shape;2123;p45"/>
            <p:cNvSpPr/>
            <p:nvPr/>
          </p:nvSpPr>
          <p:spPr>
            <a:xfrm>
              <a:off x="5637767" y="5768045"/>
              <a:ext cx="243518" cy="243435"/>
            </a:xfrm>
            <a:custGeom>
              <a:rect b="b" l="l" r="r" t="t"/>
              <a:pathLst>
                <a:path extrusionOk="0" h="3757" w="3758">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4" name="Google Shape;2124;p45"/>
            <p:cNvSpPr/>
            <p:nvPr/>
          </p:nvSpPr>
          <p:spPr>
            <a:xfrm>
              <a:off x="7372528" y="6980813"/>
              <a:ext cx="56441" cy="60195"/>
            </a:xfrm>
            <a:custGeom>
              <a:rect b="b" l="l" r="r" t="t"/>
              <a:pathLst>
                <a:path extrusionOk="0" h="929" w="871">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5" name="Google Shape;2125;p45"/>
            <p:cNvSpPr/>
            <p:nvPr/>
          </p:nvSpPr>
          <p:spPr>
            <a:xfrm>
              <a:off x="6910763" y="6282776"/>
              <a:ext cx="56506" cy="60130"/>
            </a:xfrm>
            <a:custGeom>
              <a:rect b="b" l="l" r="r" t="t"/>
              <a:pathLst>
                <a:path extrusionOk="0" h="928" w="872">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6" name="Google Shape;2126;p45"/>
            <p:cNvSpPr/>
            <p:nvPr/>
          </p:nvSpPr>
          <p:spPr>
            <a:xfrm>
              <a:off x="6812073" y="5866727"/>
              <a:ext cx="56441" cy="56501"/>
            </a:xfrm>
            <a:custGeom>
              <a:rect b="b" l="l" r="r" t="t"/>
              <a:pathLst>
                <a:path extrusionOk="0" h="872" w="871">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7" name="Google Shape;2127;p45"/>
            <p:cNvSpPr/>
            <p:nvPr/>
          </p:nvSpPr>
          <p:spPr>
            <a:xfrm>
              <a:off x="5158247" y="5976166"/>
              <a:ext cx="60199" cy="59871"/>
            </a:xfrm>
            <a:custGeom>
              <a:rect b="b" l="l" r="r" t="t"/>
              <a:pathLst>
                <a:path extrusionOk="0" h="924" w="929">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28" name="Google Shape;2128;p45"/>
          <p:cNvGrpSpPr/>
          <p:nvPr/>
        </p:nvGrpSpPr>
        <p:grpSpPr>
          <a:xfrm rot="-5400000">
            <a:off x="3658355" y="-374363"/>
            <a:ext cx="1917076" cy="8645338"/>
            <a:chOff x="6529847" y="5348091"/>
            <a:chExt cx="1917076" cy="8645338"/>
          </a:xfrm>
        </p:grpSpPr>
        <p:sp>
          <p:nvSpPr>
            <p:cNvPr id="2129" name="Google Shape;2129;p45"/>
            <p:cNvSpPr/>
            <p:nvPr/>
          </p:nvSpPr>
          <p:spPr>
            <a:xfrm>
              <a:off x="7372530" y="5348091"/>
              <a:ext cx="257321" cy="257560"/>
            </a:xfrm>
            <a:custGeom>
              <a:rect b="b" l="l" r="r" t="t"/>
              <a:pathLst>
                <a:path extrusionOk="0" h="3975" w="3971">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0" name="Google Shape;2130;p45"/>
            <p:cNvSpPr/>
            <p:nvPr/>
          </p:nvSpPr>
          <p:spPr>
            <a:xfrm>
              <a:off x="8203405" y="13749995"/>
              <a:ext cx="243518" cy="243435"/>
            </a:xfrm>
            <a:custGeom>
              <a:rect b="b" l="l" r="r" t="t"/>
              <a:pathLst>
                <a:path extrusionOk="0" h="3757" w="3758">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1" name="Google Shape;2131;p45"/>
            <p:cNvSpPr/>
            <p:nvPr/>
          </p:nvSpPr>
          <p:spPr>
            <a:xfrm>
              <a:off x="7372528" y="6980813"/>
              <a:ext cx="56441" cy="60195"/>
            </a:xfrm>
            <a:custGeom>
              <a:rect b="b" l="l" r="r" t="t"/>
              <a:pathLst>
                <a:path extrusionOk="0" h="929" w="871">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2" name="Google Shape;2132;p45"/>
            <p:cNvSpPr/>
            <p:nvPr/>
          </p:nvSpPr>
          <p:spPr>
            <a:xfrm>
              <a:off x="6910763" y="6282776"/>
              <a:ext cx="56506" cy="60130"/>
            </a:xfrm>
            <a:custGeom>
              <a:rect b="b" l="l" r="r" t="t"/>
              <a:pathLst>
                <a:path extrusionOk="0" h="928" w="872">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3" name="Google Shape;2133;p45"/>
            <p:cNvSpPr/>
            <p:nvPr/>
          </p:nvSpPr>
          <p:spPr>
            <a:xfrm>
              <a:off x="6812073" y="5866727"/>
              <a:ext cx="56441" cy="56501"/>
            </a:xfrm>
            <a:custGeom>
              <a:rect b="b" l="l" r="r" t="t"/>
              <a:pathLst>
                <a:path extrusionOk="0" h="872" w="871">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4" name="Google Shape;2134;p45"/>
            <p:cNvSpPr/>
            <p:nvPr/>
          </p:nvSpPr>
          <p:spPr>
            <a:xfrm>
              <a:off x="6529847" y="5976166"/>
              <a:ext cx="60199" cy="59871"/>
            </a:xfrm>
            <a:custGeom>
              <a:rect b="b" l="l" r="r" t="t"/>
              <a:pathLst>
                <a:path extrusionOk="0" h="924" w="929">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2_1_1_1">
    <p:spTree>
      <p:nvGrpSpPr>
        <p:cNvPr id="2135" name="Shape 2135"/>
        <p:cNvGrpSpPr/>
        <p:nvPr/>
      </p:nvGrpSpPr>
      <p:grpSpPr>
        <a:xfrm>
          <a:off x="0" y="0"/>
          <a:ext cx="0" cy="0"/>
          <a:chOff x="0" y="0"/>
          <a:chExt cx="0" cy="0"/>
        </a:xfrm>
      </p:grpSpPr>
      <p:sp>
        <p:nvSpPr>
          <p:cNvPr id="2136" name="Google Shape;2136;p46"/>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atin typeface="Nunito"/>
                <a:ea typeface="Nunito"/>
                <a:cs typeface="Nunito"/>
                <a:sym typeface="Nunito"/>
              </a:defRPr>
            </a:lvl2pPr>
            <a:lvl3pPr lvl="2" rtl="0">
              <a:spcBef>
                <a:spcPts val="0"/>
              </a:spcBef>
              <a:spcAft>
                <a:spcPts val="0"/>
              </a:spcAft>
              <a:buSzPts val="2800"/>
              <a:buNone/>
              <a:defRPr>
                <a:latin typeface="Nunito"/>
                <a:ea typeface="Nunito"/>
                <a:cs typeface="Nunito"/>
                <a:sym typeface="Nunito"/>
              </a:defRPr>
            </a:lvl3pPr>
            <a:lvl4pPr lvl="3" rtl="0">
              <a:spcBef>
                <a:spcPts val="0"/>
              </a:spcBef>
              <a:spcAft>
                <a:spcPts val="0"/>
              </a:spcAft>
              <a:buSzPts val="2800"/>
              <a:buNone/>
              <a:defRPr>
                <a:latin typeface="Nunito"/>
                <a:ea typeface="Nunito"/>
                <a:cs typeface="Nunito"/>
                <a:sym typeface="Nunito"/>
              </a:defRPr>
            </a:lvl4pPr>
            <a:lvl5pPr lvl="4" rtl="0">
              <a:spcBef>
                <a:spcPts val="0"/>
              </a:spcBef>
              <a:spcAft>
                <a:spcPts val="0"/>
              </a:spcAft>
              <a:buSzPts val="2800"/>
              <a:buNone/>
              <a:defRPr>
                <a:latin typeface="Nunito"/>
                <a:ea typeface="Nunito"/>
                <a:cs typeface="Nunito"/>
                <a:sym typeface="Nunito"/>
              </a:defRPr>
            </a:lvl5pPr>
            <a:lvl6pPr lvl="5" rtl="0">
              <a:spcBef>
                <a:spcPts val="0"/>
              </a:spcBef>
              <a:spcAft>
                <a:spcPts val="0"/>
              </a:spcAft>
              <a:buSzPts val="2800"/>
              <a:buNone/>
              <a:defRPr>
                <a:latin typeface="Nunito"/>
                <a:ea typeface="Nunito"/>
                <a:cs typeface="Nunito"/>
                <a:sym typeface="Nunito"/>
              </a:defRPr>
            </a:lvl6pPr>
            <a:lvl7pPr lvl="6" rtl="0">
              <a:spcBef>
                <a:spcPts val="0"/>
              </a:spcBef>
              <a:spcAft>
                <a:spcPts val="0"/>
              </a:spcAft>
              <a:buSzPts val="2800"/>
              <a:buNone/>
              <a:defRPr>
                <a:latin typeface="Nunito"/>
                <a:ea typeface="Nunito"/>
                <a:cs typeface="Nunito"/>
                <a:sym typeface="Nunito"/>
              </a:defRPr>
            </a:lvl7pPr>
            <a:lvl8pPr lvl="7" rtl="0">
              <a:spcBef>
                <a:spcPts val="0"/>
              </a:spcBef>
              <a:spcAft>
                <a:spcPts val="0"/>
              </a:spcAft>
              <a:buSzPts val="2800"/>
              <a:buNone/>
              <a:defRPr>
                <a:latin typeface="Nunito"/>
                <a:ea typeface="Nunito"/>
                <a:cs typeface="Nunito"/>
                <a:sym typeface="Nunito"/>
              </a:defRPr>
            </a:lvl8pPr>
            <a:lvl9pPr lvl="8" rtl="0">
              <a:spcBef>
                <a:spcPts val="0"/>
              </a:spcBef>
              <a:spcAft>
                <a:spcPts val="0"/>
              </a:spcAft>
              <a:buSzPts val="2800"/>
              <a:buNone/>
              <a:defRPr>
                <a:latin typeface="Nunito"/>
                <a:ea typeface="Nunito"/>
                <a:cs typeface="Nunito"/>
                <a:sym typeface="Nunito"/>
              </a:defRPr>
            </a:lvl9pPr>
          </a:lstStyle>
          <a:p/>
        </p:txBody>
      </p:sp>
      <p:grpSp>
        <p:nvGrpSpPr>
          <p:cNvPr id="2137" name="Google Shape;2137;p46"/>
          <p:cNvGrpSpPr/>
          <p:nvPr/>
        </p:nvGrpSpPr>
        <p:grpSpPr>
          <a:xfrm>
            <a:off x="6873272" y="4066120"/>
            <a:ext cx="2270722" cy="1272963"/>
            <a:chOff x="5158247" y="5768045"/>
            <a:chExt cx="2270722" cy="1272963"/>
          </a:xfrm>
        </p:grpSpPr>
        <p:sp>
          <p:nvSpPr>
            <p:cNvPr id="2138" name="Google Shape;2138;p46"/>
            <p:cNvSpPr/>
            <p:nvPr/>
          </p:nvSpPr>
          <p:spPr>
            <a:xfrm>
              <a:off x="7002455" y="6557766"/>
              <a:ext cx="257321" cy="257560"/>
            </a:xfrm>
            <a:custGeom>
              <a:rect b="b" l="l" r="r" t="t"/>
              <a:pathLst>
                <a:path extrusionOk="0" h="3975" w="3971">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9" name="Google Shape;2139;p46"/>
            <p:cNvSpPr/>
            <p:nvPr/>
          </p:nvSpPr>
          <p:spPr>
            <a:xfrm>
              <a:off x="5637767" y="5768045"/>
              <a:ext cx="243518" cy="243435"/>
            </a:xfrm>
            <a:custGeom>
              <a:rect b="b" l="l" r="r" t="t"/>
              <a:pathLst>
                <a:path extrusionOk="0" h="3757" w="3758">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0" name="Google Shape;2140;p46"/>
            <p:cNvSpPr/>
            <p:nvPr/>
          </p:nvSpPr>
          <p:spPr>
            <a:xfrm>
              <a:off x="7372528" y="6980813"/>
              <a:ext cx="56441" cy="60195"/>
            </a:xfrm>
            <a:custGeom>
              <a:rect b="b" l="l" r="r" t="t"/>
              <a:pathLst>
                <a:path extrusionOk="0" h="929" w="871">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1" name="Google Shape;2141;p46"/>
            <p:cNvSpPr/>
            <p:nvPr/>
          </p:nvSpPr>
          <p:spPr>
            <a:xfrm>
              <a:off x="6910763" y="6282776"/>
              <a:ext cx="56506" cy="60130"/>
            </a:xfrm>
            <a:custGeom>
              <a:rect b="b" l="l" r="r" t="t"/>
              <a:pathLst>
                <a:path extrusionOk="0" h="928" w="872">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2" name="Google Shape;2142;p46"/>
            <p:cNvSpPr/>
            <p:nvPr/>
          </p:nvSpPr>
          <p:spPr>
            <a:xfrm>
              <a:off x="6812073" y="5866727"/>
              <a:ext cx="56441" cy="56501"/>
            </a:xfrm>
            <a:custGeom>
              <a:rect b="b" l="l" r="r" t="t"/>
              <a:pathLst>
                <a:path extrusionOk="0" h="872" w="871">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3" name="Google Shape;2143;p46"/>
            <p:cNvSpPr/>
            <p:nvPr/>
          </p:nvSpPr>
          <p:spPr>
            <a:xfrm>
              <a:off x="5158247" y="5976166"/>
              <a:ext cx="60199" cy="59871"/>
            </a:xfrm>
            <a:custGeom>
              <a:rect b="b" l="l" r="r" t="t"/>
              <a:pathLst>
                <a:path extrusionOk="0" h="924" w="929">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44" name="Google Shape;2144;p46"/>
          <p:cNvGrpSpPr/>
          <p:nvPr/>
        </p:nvGrpSpPr>
        <p:grpSpPr>
          <a:xfrm flipH="1">
            <a:off x="6873272" y="-5"/>
            <a:ext cx="2270722" cy="1272963"/>
            <a:chOff x="5158247" y="5768045"/>
            <a:chExt cx="2270722" cy="1272963"/>
          </a:xfrm>
        </p:grpSpPr>
        <p:sp>
          <p:nvSpPr>
            <p:cNvPr id="2145" name="Google Shape;2145;p46"/>
            <p:cNvSpPr/>
            <p:nvPr/>
          </p:nvSpPr>
          <p:spPr>
            <a:xfrm>
              <a:off x="5554655" y="6557766"/>
              <a:ext cx="257321" cy="257560"/>
            </a:xfrm>
            <a:custGeom>
              <a:rect b="b" l="l" r="r" t="t"/>
              <a:pathLst>
                <a:path extrusionOk="0" h="3975" w="3971">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6" name="Google Shape;2146;p46"/>
            <p:cNvSpPr/>
            <p:nvPr/>
          </p:nvSpPr>
          <p:spPr>
            <a:xfrm>
              <a:off x="5637767" y="5768045"/>
              <a:ext cx="243518" cy="243435"/>
            </a:xfrm>
            <a:custGeom>
              <a:rect b="b" l="l" r="r" t="t"/>
              <a:pathLst>
                <a:path extrusionOk="0" h="3757" w="3758">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7" name="Google Shape;2147;p46"/>
            <p:cNvSpPr/>
            <p:nvPr/>
          </p:nvSpPr>
          <p:spPr>
            <a:xfrm>
              <a:off x="7372528" y="6980813"/>
              <a:ext cx="56441" cy="60195"/>
            </a:xfrm>
            <a:custGeom>
              <a:rect b="b" l="l" r="r" t="t"/>
              <a:pathLst>
                <a:path extrusionOk="0" h="929" w="871">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8" name="Google Shape;2148;p46"/>
            <p:cNvSpPr/>
            <p:nvPr/>
          </p:nvSpPr>
          <p:spPr>
            <a:xfrm>
              <a:off x="6910763" y="6282776"/>
              <a:ext cx="56506" cy="60130"/>
            </a:xfrm>
            <a:custGeom>
              <a:rect b="b" l="l" r="r" t="t"/>
              <a:pathLst>
                <a:path extrusionOk="0" h="928" w="872">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9" name="Google Shape;2149;p46"/>
            <p:cNvSpPr/>
            <p:nvPr/>
          </p:nvSpPr>
          <p:spPr>
            <a:xfrm>
              <a:off x="6812073" y="5866727"/>
              <a:ext cx="56441" cy="56501"/>
            </a:xfrm>
            <a:custGeom>
              <a:rect b="b" l="l" r="r" t="t"/>
              <a:pathLst>
                <a:path extrusionOk="0" h="872" w="871">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0" name="Google Shape;2150;p46"/>
            <p:cNvSpPr/>
            <p:nvPr/>
          </p:nvSpPr>
          <p:spPr>
            <a:xfrm>
              <a:off x="5158247" y="5976166"/>
              <a:ext cx="60199" cy="59871"/>
            </a:xfrm>
            <a:custGeom>
              <a:rect b="b" l="l" r="r" t="t"/>
              <a:pathLst>
                <a:path extrusionOk="0" h="924" w="929">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51" name="Google Shape;2151;p46"/>
          <p:cNvSpPr/>
          <p:nvPr/>
        </p:nvSpPr>
        <p:spPr>
          <a:xfrm>
            <a:off x="6115050" y="3258175"/>
            <a:ext cx="3028907" cy="1885295"/>
          </a:xfrm>
          <a:custGeom>
            <a:rect b="b" l="l" r="r" t="t"/>
            <a:pathLst>
              <a:path extrusionOk="0" h="55340" w="88909">
                <a:moveTo>
                  <a:pt x="88908" y="0"/>
                </a:moveTo>
                <a:cubicBezTo>
                  <a:pt x="88908" y="0"/>
                  <a:pt x="58168" y="5172"/>
                  <a:pt x="55339" y="24595"/>
                </a:cubicBezTo>
                <a:cubicBezTo>
                  <a:pt x="53680" y="35682"/>
                  <a:pt x="45717" y="37631"/>
                  <a:pt x="40161" y="37631"/>
                </a:cubicBezTo>
                <a:cubicBezTo>
                  <a:pt x="38791" y="37631"/>
                  <a:pt x="37568" y="37513"/>
                  <a:pt x="36621" y="37383"/>
                </a:cubicBezTo>
                <a:cubicBezTo>
                  <a:pt x="35777" y="37271"/>
                  <a:pt x="34940" y="37215"/>
                  <a:pt x="34112" y="37215"/>
                </a:cubicBezTo>
                <a:cubicBezTo>
                  <a:pt x="28107" y="37215"/>
                  <a:pt x="22606" y="40140"/>
                  <a:pt x="18826" y="45545"/>
                </a:cubicBezTo>
                <a:cubicBezTo>
                  <a:pt x="14530" y="51692"/>
                  <a:pt x="6151" y="54142"/>
                  <a:pt x="0" y="55339"/>
                </a:cubicBezTo>
                <a:lnTo>
                  <a:pt x="88908" y="55339"/>
                </a:lnTo>
                <a:lnTo>
                  <a:pt x="88908"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2" name="Google Shape;2152;p46"/>
          <p:cNvSpPr/>
          <p:nvPr/>
        </p:nvSpPr>
        <p:spPr>
          <a:xfrm>
            <a:off x="0" y="0"/>
            <a:ext cx="1943143" cy="2722018"/>
          </a:xfrm>
          <a:custGeom>
            <a:rect b="b" l="l" r="r" t="t"/>
            <a:pathLst>
              <a:path extrusionOk="0" h="69648" w="49719">
                <a:moveTo>
                  <a:pt x="0" y="1"/>
                </a:moveTo>
                <a:lnTo>
                  <a:pt x="0" y="69648"/>
                </a:lnTo>
                <a:cubicBezTo>
                  <a:pt x="7726" y="62086"/>
                  <a:pt x="13329" y="52510"/>
                  <a:pt x="9032" y="42442"/>
                </a:cubicBezTo>
                <a:cubicBezTo>
                  <a:pt x="684" y="23087"/>
                  <a:pt x="10447" y="12185"/>
                  <a:pt x="21914" y="12185"/>
                </a:cubicBezTo>
                <a:cubicBezTo>
                  <a:pt x="22406" y="12185"/>
                  <a:pt x="22900" y="12205"/>
                  <a:pt x="23397" y="12245"/>
                </a:cubicBezTo>
                <a:cubicBezTo>
                  <a:pt x="25475" y="12417"/>
                  <a:pt x="27419" y="12499"/>
                  <a:pt x="29233" y="12499"/>
                </a:cubicBezTo>
                <a:cubicBezTo>
                  <a:pt x="43567" y="12499"/>
                  <a:pt x="49719" y="7342"/>
                  <a:pt x="4875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3" name="Google Shape;2153;p46"/>
          <p:cNvSpPr txBox="1"/>
          <p:nvPr>
            <p:ph idx="1" type="subTitle"/>
          </p:nvPr>
        </p:nvSpPr>
        <p:spPr>
          <a:xfrm>
            <a:off x="703800" y="1680075"/>
            <a:ext cx="4630200" cy="21846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800"/>
              <a:buChar char="●"/>
              <a:defRPr sz="1400"/>
            </a:lvl1pPr>
            <a:lvl2pPr lvl="1" rtl="0">
              <a:spcBef>
                <a:spcPts val="0"/>
              </a:spcBef>
              <a:spcAft>
                <a:spcPts val="0"/>
              </a:spcAft>
              <a:buSzPts val="1400"/>
              <a:buChar char="○"/>
              <a:defRPr/>
            </a:lvl2pPr>
            <a:lvl3pPr lvl="2" rtl="0">
              <a:spcBef>
                <a:spcPts val="1600"/>
              </a:spcBef>
              <a:spcAft>
                <a:spcPts val="0"/>
              </a:spcAft>
              <a:buSzPts val="1400"/>
              <a:buChar char="■"/>
              <a:defRPr/>
            </a:lvl3pPr>
            <a:lvl4pPr lvl="3" rtl="0">
              <a:spcBef>
                <a:spcPts val="1600"/>
              </a:spcBef>
              <a:spcAft>
                <a:spcPts val="0"/>
              </a:spcAft>
              <a:buSzPts val="1400"/>
              <a:buChar char="●"/>
              <a:defRPr/>
            </a:lvl4pPr>
            <a:lvl5pPr lvl="4" rtl="0">
              <a:spcBef>
                <a:spcPts val="1600"/>
              </a:spcBef>
              <a:spcAft>
                <a:spcPts val="0"/>
              </a:spcAft>
              <a:buSzPts val="1400"/>
              <a:buChar char="○"/>
              <a:defRPr/>
            </a:lvl5pPr>
            <a:lvl6pPr lvl="5" rtl="0">
              <a:spcBef>
                <a:spcPts val="1600"/>
              </a:spcBef>
              <a:spcAft>
                <a:spcPts val="0"/>
              </a:spcAft>
              <a:buSzPts val="1400"/>
              <a:buChar char="■"/>
              <a:defRPr/>
            </a:lvl6pPr>
            <a:lvl7pPr lvl="6" rtl="0">
              <a:spcBef>
                <a:spcPts val="1600"/>
              </a:spcBef>
              <a:spcAft>
                <a:spcPts val="0"/>
              </a:spcAft>
              <a:buSzPts val="1400"/>
              <a:buChar char="●"/>
              <a:defRPr/>
            </a:lvl7pPr>
            <a:lvl8pPr lvl="7" rtl="0">
              <a:spcBef>
                <a:spcPts val="1600"/>
              </a:spcBef>
              <a:spcAft>
                <a:spcPts val="0"/>
              </a:spcAft>
              <a:buSzPts val="1400"/>
              <a:buChar char="○"/>
              <a:defRPr/>
            </a:lvl8pPr>
            <a:lvl9pPr lvl="8" rtl="0">
              <a:spcBef>
                <a:spcPts val="1600"/>
              </a:spcBef>
              <a:spcAft>
                <a:spcPts val="1600"/>
              </a:spcAft>
              <a:buSzPts val="1400"/>
              <a:buChar char="■"/>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2_1_1_1_1">
    <p:spTree>
      <p:nvGrpSpPr>
        <p:cNvPr id="2154" name="Shape 2154"/>
        <p:cNvGrpSpPr/>
        <p:nvPr/>
      </p:nvGrpSpPr>
      <p:grpSpPr>
        <a:xfrm>
          <a:off x="0" y="0"/>
          <a:ext cx="0" cy="0"/>
          <a:chOff x="0" y="0"/>
          <a:chExt cx="0" cy="0"/>
        </a:xfrm>
      </p:grpSpPr>
      <p:sp>
        <p:nvSpPr>
          <p:cNvPr id="2155" name="Google Shape;2155;p47"/>
          <p:cNvSpPr txBox="1"/>
          <p:nvPr>
            <p:ph type="title"/>
          </p:nvPr>
        </p:nvSpPr>
        <p:spPr>
          <a:xfrm>
            <a:off x="4980450" y="1840599"/>
            <a:ext cx="2739900" cy="4572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2800"/>
              <a:buNone/>
              <a:defRPr/>
            </a:lvl1pPr>
            <a:lvl2pPr lvl="1" rtl="0">
              <a:spcBef>
                <a:spcPts val="0"/>
              </a:spcBef>
              <a:spcAft>
                <a:spcPts val="0"/>
              </a:spcAft>
              <a:buSzPts val="2800"/>
              <a:buNone/>
              <a:defRPr>
                <a:latin typeface="Nunito"/>
                <a:ea typeface="Nunito"/>
                <a:cs typeface="Nunito"/>
                <a:sym typeface="Nunito"/>
              </a:defRPr>
            </a:lvl2pPr>
            <a:lvl3pPr lvl="2" rtl="0">
              <a:spcBef>
                <a:spcPts val="0"/>
              </a:spcBef>
              <a:spcAft>
                <a:spcPts val="0"/>
              </a:spcAft>
              <a:buSzPts val="2800"/>
              <a:buNone/>
              <a:defRPr>
                <a:latin typeface="Nunito"/>
                <a:ea typeface="Nunito"/>
                <a:cs typeface="Nunito"/>
                <a:sym typeface="Nunito"/>
              </a:defRPr>
            </a:lvl3pPr>
            <a:lvl4pPr lvl="3" rtl="0">
              <a:spcBef>
                <a:spcPts val="0"/>
              </a:spcBef>
              <a:spcAft>
                <a:spcPts val="0"/>
              </a:spcAft>
              <a:buSzPts val="2800"/>
              <a:buNone/>
              <a:defRPr>
                <a:latin typeface="Nunito"/>
                <a:ea typeface="Nunito"/>
                <a:cs typeface="Nunito"/>
                <a:sym typeface="Nunito"/>
              </a:defRPr>
            </a:lvl4pPr>
            <a:lvl5pPr lvl="4" rtl="0">
              <a:spcBef>
                <a:spcPts val="0"/>
              </a:spcBef>
              <a:spcAft>
                <a:spcPts val="0"/>
              </a:spcAft>
              <a:buSzPts val="2800"/>
              <a:buNone/>
              <a:defRPr>
                <a:latin typeface="Nunito"/>
                <a:ea typeface="Nunito"/>
                <a:cs typeface="Nunito"/>
                <a:sym typeface="Nunito"/>
              </a:defRPr>
            </a:lvl5pPr>
            <a:lvl6pPr lvl="5" rtl="0">
              <a:spcBef>
                <a:spcPts val="0"/>
              </a:spcBef>
              <a:spcAft>
                <a:spcPts val="0"/>
              </a:spcAft>
              <a:buSzPts val="2800"/>
              <a:buNone/>
              <a:defRPr>
                <a:latin typeface="Nunito"/>
                <a:ea typeface="Nunito"/>
                <a:cs typeface="Nunito"/>
                <a:sym typeface="Nunito"/>
              </a:defRPr>
            </a:lvl6pPr>
            <a:lvl7pPr lvl="6" rtl="0">
              <a:spcBef>
                <a:spcPts val="0"/>
              </a:spcBef>
              <a:spcAft>
                <a:spcPts val="0"/>
              </a:spcAft>
              <a:buSzPts val="2800"/>
              <a:buNone/>
              <a:defRPr>
                <a:latin typeface="Nunito"/>
                <a:ea typeface="Nunito"/>
                <a:cs typeface="Nunito"/>
                <a:sym typeface="Nunito"/>
              </a:defRPr>
            </a:lvl7pPr>
            <a:lvl8pPr lvl="7" rtl="0">
              <a:spcBef>
                <a:spcPts val="0"/>
              </a:spcBef>
              <a:spcAft>
                <a:spcPts val="0"/>
              </a:spcAft>
              <a:buSzPts val="2800"/>
              <a:buNone/>
              <a:defRPr>
                <a:latin typeface="Nunito"/>
                <a:ea typeface="Nunito"/>
                <a:cs typeface="Nunito"/>
                <a:sym typeface="Nunito"/>
              </a:defRPr>
            </a:lvl8pPr>
            <a:lvl9pPr lvl="8" rtl="0">
              <a:spcBef>
                <a:spcPts val="0"/>
              </a:spcBef>
              <a:spcAft>
                <a:spcPts val="0"/>
              </a:spcAft>
              <a:buSzPts val="2800"/>
              <a:buNone/>
              <a:defRPr>
                <a:latin typeface="Nunito"/>
                <a:ea typeface="Nunito"/>
                <a:cs typeface="Nunito"/>
                <a:sym typeface="Nunito"/>
              </a:defRPr>
            </a:lvl9pPr>
          </a:lstStyle>
          <a:p/>
        </p:txBody>
      </p:sp>
      <p:grpSp>
        <p:nvGrpSpPr>
          <p:cNvPr id="2156" name="Google Shape;2156;p47"/>
          <p:cNvGrpSpPr/>
          <p:nvPr/>
        </p:nvGrpSpPr>
        <p:grpSpPr>
          <a:xfrm>
            <a:off x="6873272" y="4066120"/>
            <a:ext cx="2270722" cy="1272963"/>
            <a:chOff x="5158247" y="5768045"/>
            <a:chExt cx="2270722" cy="1272963"/>
          </a:xfrm>
        </p:grpSpPr>
        <p:sp>
          <p:nvSpPr>
            <p:cNvPr id="2157" name="Google Shape;2157;p47"/>
            <p:cNvSpPr/>
            <p:nvPr/>
          </p:nvSpPr>
          <p:spPr>
            <a:xfrm>
              <a:off x="7002455" y="6557766"/>
              <a:ext cx="257321" cy="257560"/>
            </a:xfrm>
            <a:custGeom>
              <a:rect b="b" l="l" r="r" t="t"/>
              <a:pathLst>
                <a:path extrusionOk="0" h="3975" w="3971">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8" name="Google Shape;2158;p47"/>
            <p:cNvSpPr/>
            <p:nvPr/>
          </p:nvSpPr>
          <p:spPr>
            <a:xfrm>
              <a:off x="5637767" y="5768045"/>
              <a:ext cx="243518" cy="243435"/>
            </a:xfrm>
            <a:custGeom>
              <a:rect b="b" l="l" r="r" t="t"/>
              <a:pathLst>
                <a:path extrusionOk="0" h="3757" w="3758">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9" name="Google Shape;2159;p47"/>
            <p:cNvSpPr/>
            <p:nvPr/>
          </p:nvSpPr>
          <p:spPr>
            <a:xfrm>
              <a:off x="7372528" y="6980813"/>
              <a:ext cx="56441" cy="60195"/>
            </a:xfrm>
            <a:custGeom>
              <a:rect b="b" l="l" r="r" t="t"/>
              <a:pathLst>
                <a:path extrusionOk="0" h="929" w="871">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0" name="Google Shape;2160;p47"/>
            <p:cNvSpPr/>
            <p:nvPr/>
          </p:nvSpPr>
          <p:spPr>
            <a:xfrm>
              <a:off x="6910763" y="6282776"/>
              <a:ext cx="56506" cy="60130"/>
            </a:xfrm>
            <a:custGeom>
              <a:rect b="b" l="l" r="r" t="t"/>
              <a:pathLst>
                <a:path extrusionOk="0" h="928" w="872">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1" name="Google Shape;2161;p47"/>
            <p:cNvSpPr/>
            <p:nvPr/>
          </p:nvSpPr>
          <p:spPr>
            <a:xfrm>
              <a:off x="6812073" y="5866727"/>
              <a:ext cx="56441" cy="56501"/>
            </a:xfrm>
            <a:custGeom>
              <a:rect b="b" l="l" r="r" t="t"/>
              <a:pathLst>
                <a:path extrusionOk="0" h="872" w="871">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2" name="Google Shape;2162;p47"/>
            <p:cNvSpPr/>
            <p:nvPr/>
          </p:nvSpPr>
          <p:spPr>
            <a:xfrm>
              <a:off x="5158247" y="5976166"/>
              <a:ext cx="60199" cy="59871"/>
            </a:xfrm>
            <a:custGeom>
              <a:rect b="b" l="l" r="r" t="t"/>
              <a:pathLst>
                <a:path extrusionOk="0" h="924" w="929">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63" name="Google Shape;2163;p47"/>
          <p:cNvGrpSpPr/>
          <p:nvPr/>
        </p:nvGrpSpPr>
        <p:grpSpPr>
          <a:xfrm flipH="1">
            <a:off x="6873272" y="-5"/>
            <a:ext cx="2270722" cy="1272963"/>
            <a:chOff x="5158247" y="5768045"/>
            <a:chExt cx="2270722" cy="1272963"/>
          </a:xfrm>
        </p:grpSpPr>
        <p:sp>
          <p:nvSpPr>
            <p:cNvPr id="2164" name="Google Shape;2164;p47"/>
            <p:cNvSpPr/>
            <p:nvPr/>
          </p:nvSpPr>
          <p:spPr>
            <a:xfrm>
              <a:off x="5554655" y="6557766"/>
              <a:ext cx="257321" cy="257560"/>
            </a:xfrm>
            <a:custGeom>
              <a:rect b="b" l="l" r="r" t="t"/>
              <a:pathLst>
                <a:path extrusionOk="0" h="3975" w="3971">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5" name="Google Shape;2165;p47"/>
            <p:cNvSpPr/>
            <p:nvPr/>
          </p:nvSpPr>
          <p:spPr>
            <a:xfrm>
              <a:off x="5637767" y="5768045"/>
              <a:ext cx="243518" cy="243435"/>
            </a:xfrm>
            <a:custGeom>
              <a:rect b="b" l="l" r="r" t="t"/>
              <a:pathLst>
                <a:path extrusionOk="0" h="3757" w="3758">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6" name="Google Shape;2166;p47"/>
            <p:cNvSpPr/>
            <p:nvPr/>
          </p:nvSpPr>
          <p:spPr>
            <a:xfrm>
              <a:off x="7372528" y="6980813"/>
              <a:ext cx="56441" cy="60195"/>
            </a:xfrm>
            <a:custGeom>
              <a:rect b="b" l="l" r="r" t="t"/>
              <a:pathLst>
                <a:path extrusionOk="0" h="929" w="871">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7" name="Google Shape;2167;p47"/>
            <p:cNvSpPr/>
            <p:nvPr/>
          </p:nvSpPr>
          <p:spPr>
            <a:xfrm>
              <a:off x="6910763" y="6282776"/>
              <a:ext cx="56506" cy="60130"/>
            </a:xfrm>
            <a:custGeom>
              <a:rect b="b" l="l" r="r" t="t"/>
              <a:pathLst>
                <a:path extrusionOk="0" h="928" w="872">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8" name="Google Shape;2168;p47"/>
            <p:cNvSpPr/>
            <p:nvPr/>
          </p:nvSpPr>
          <p:spPr>
            <a:xfrm>
              <a:off x="6812073" y="5866727"/>
              <a:ext cx="56441" cy="56501"/>
            </a:xfrm>
            <a:custGeom>
              <a:rect b="b" l="l" r="r" t="t"/>
              <a:pathLst>
                <a:path extrusionOk="0" h="872" w="871">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9" name="Google Shape;2169;p47"/>
            <p:cNvSpPr/>
            <p:nvPr/>
          </p:nvSpPr>
          <p:spPr>
            <a:xfrm>
              <a:off x="5158247" y="5976166"/>
              <a:ext cx="60199" cy="59871"/>
            </a:xfrm>
            <a:custGeom>
              <a:rect b="b" l="l" r="r" t="t"/>
              <a:pathLst>
                <a:path extrusionOk="0" h="924" w="929">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70" name="Google Shape;2170;p47"/>
          <p:cNvSpPr/>
          <p:nvPr/>
        </p:nvSpPr>
        <p:spPr>
          <a:xfrm>
            <a:off x="6115050" y="3258175"/>
            <a:ext cx="3028907" cy="1885295"/>
          </a:xfrm>
          <a:custGeom>
            <a:rect b="b" l="l" r="r" t="t"/>
            <a:pathLst>
              <a:path extrusionOk="0" h="55340" w="88909">
                <a:moveTo>
                  <a:pt x="88908" y="0"/>
                </a:moveTo>
                <a:cubicBezTo>
                  <a:pt x="88908" y="0"/>
                  <a:pt x="58168" y="5172"/>
                  <a:pt x="55339" y="24595"/>
                </a:cubicBezTo>
                <a:cubicBezTo>
                  <a:pt x="53680" y="35682"/>
                  <a:pt x="45717" y="37631"/>
                  <a:pt x="40161" y="37631"/>
                </a:cubicBezTo>
                <a:cubicBezTo>
                  <a:pt x="38791" y="37631"/>
                  <a:pt x="37568" y="37513"/>
                  <a:pt x="36621" y="37383"/>
                </a:cubicBezTo>
                <a:cubicBezTo>
                  <a:pt x="35777" y="37271"/>
                  <a:pt x="34940" y="37215"/>
                  <a:pt x="34112" y="37215"/>
                </a:cubicBezTo>
                <a:cubicBezTo>
                  <a:pt x="28107" y="37215"/>
                  <a:pt x="22606" y="40140"/>
                  <a:pt x="18826" y="45545"/>
                </a:cubicBezTo>
                <a:cubicBezTo>
                  <a:pt x="14530" y="51692"/>
                  <a:pt x="6151" y="54142"/>
                  <a:pt x="0" y="55339"/>
                </a:cubicBezTo>
                <a:lnTo>
                  <a:pt x="88908" y="55339"/>
                </a:lnTo>
                <a:lnTo>
                  <a:pt x="88908"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1" name="Google Shape;2171;p47"/>
          <p:cNvSpPr/>
          <p:nvPr/>
        </p:nvSpPr>
        <p:spPr>
          <a:xfrm>
            <a:off x="0" y="0"/>
            <a:ext cx="1943143" cy="2722018"/>
          </a:xfrm>
          <a:custGeom>
            <a:rect b="b" l="l" r="r" t="t"/>
            <a:pathLst>
              <a:path extrusionOk="0" h="69648" w="49719">
                <a:moveTo>
                  <a:pt x="0" y="1"/>
                </a:moveTo>
                <a:lnTo>
                  <a:pt x="0" y="69648"/>
                </a:lnTo>
                <a:cubicBezTo>
                  <a:pt x="7726" y="62086"/>
                  <a:pt x="13329" y="52510"/>
                  <a:pt x="9032" y="42442"/>
                </a:cubicBezTo>
                <a:cubicBezTo>
                  <a:pt x="684" y="23087"/>
                  <a:pt x="10447" y="12185"/>
                  <a:pt x="21914" y="12185"/>
                </a:cubicBezTo>
                <a:cubicBezTo>
                  <a:pt x="22406" y="12185"/>
                  <a:pt x="22900" y="12205"/>
                  <a:pt x="23397" y="12245"/>
                </a:cubicBezTo>
                <a:cubicBezTo>
                  <a:pt x="25475" y="12417"/>
                  <a:pt x="27419" y="12499"/>
                  <a:pt x="29233" y="12499"/>
                </a:cubicBezTo>
                <a:cubicBezTo>
                  <a:pt x="43567" y="12499"/>
                  <a:pt x="49719" y="7342"/>
                  <a:pt x="4875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2" name="Google Shape;2172;p47"/>
          <p:cNvSpPr txBox="1"/>
          <p:nvPr>
            <p:ph idx="1" type="subTitle"/>
          </p:nvPr>
        </p:nvSpPr>
        <p:spPr>
          <a:xfrm>
            <a:off x="4980450" y="2297001"/>
            <a:ext cx="2743200" cy="10059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800"/>
              <a:buNone/>
              <a:defRPr sz="14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CUSTOM_2_1_1_1_1_1">
    <p:spTree>
      <p:nvGrpSpPr>
        <p:cNvPr id="2173" name="Shape 2173"/>
        <p:cNvGrpSpPr/>
        <p:nvPr/>
      </p:nvGrpSpPr>
      <p:grpSpPr>
        <a:xfrm>
          <a:off x="0" y="0"/>
          <a:ext cx="0" cy="0"/>
          <a:chOff x="0" y="0"/>
          <a:chExt cx="0" cy="0"/>
        </a:xfrm>
      </p:grpSpPr>
      <p:sp>
        <p:nvSpPr>
          <p:cNvPr id="2174" name="Google Shape;2174;p48"/>
          <p:cNvSpPr txBox="1"/>
          <p:nvPr>
            <p:ph type="title"/>
          </p:nvPr>
        </p:nvSpPr>
        <p:spPr>
          <a:xfrm>
            <a:off x="1018050" y="1840599"/>
            <a:ext cx="2739900" cy="4572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2800"/>
              <a:buNone/>
              <a:defRPr/>
            </a:lvl1pPr>
            <a:lvl2pPr lvl="1" rtl="0">
              <a:spcBef>
                <a:spcPts val="0"/>
              </a:spcBef>
              <a:spcAft>
                <a:spcPts val="0"/>
              </a:spcAft>
              <a:buSzPts val="2800"/>
              <a:buNone/>
              <a:defRPr>
                <a:latin typeface="Nunito"/>
                <a:ea typeface="Nunito"/>
                <a:cs typeface="Nunito"/>
                <a:sym typeface="Nunito"/>
              </a:defRPr>
            </a:lvl2pPr>
            <a:lvl3pPr lvl="2" rtl="0">
              <a:spcBef>
                <a:spcPts val="0"/>
              </a:spcBef>
              <a:spcAft>
                <a:spcPts val="0"/>
              </a:spcAft>
              <a:buSzPts val="2800"/>
              <a:buNone/>
              <a:defRPr>
                <a:latin typeface="Nunito"/>
                <a:ea typeface="Nunito"/>
                <a:cs typeface="Nunito"/>
                <a:sym typeface="Nunito"/>
              </a:defRPr>
            </a:lvl3pPr>
            <a:lvl4pPr lvl="3" rtl="0">
              <a:spcBef>
                <a:spcPts val="0"/>
              </a:spcBef>
              <a:spcAft>
                <a:spcPts val="0"/>
              </a:spcAft>
              <a:buSzPts val="2800"/>
              <a:buNone/>
              <a:defRPr>
                <a:latin typeface="Nunito"/>
                <a:ea typeface="Nunito"/>
                <a:cs typeface="Nunito"/>
                <a:sym typeface="Nunito"/>
              </a:defRPr>
            </a:lvl4pPr>
            <a:lvl5pPr lvl="4" rtl="0">
              <a:spcBef>
                <a:spcPts val="0"/>
              </a:spcBef>
              <a:spcAft>
                <a:spcPts val="0"/>
              </a:spcAft>
              <a:buSzPts val="2800"/>
              <a:buNone/>
              <a:defRPr>
                <a:latin typeface="Nunito"/>
                <a:ea typeface="Nunito"/>
                <a:cs typeface="Nunito"/>
                <a:sym typeface="Nunito"/>
              </a:defRPr>
            </a:lvl5pPr>
            <a:lvl6pPr lvl="5" rtl="0">
              <a:spcBef>
                <a:spcPts val="0"/>
              </a:spcBef>
              <a:spcAft>
                <a:spcPts val="0"/>
              </a:spcAft>
              <a:buSzPts val="2800"/>
              <a:buNone/>
              <a:defRPr>
                <a:latin typeface="Nunito"/>
                <a:ea typeface="Nunito"/>
                <a:cs typeface="Nunito"/>
                <a:sym typeface="Nunito"/>
              </a:defRPr>
            </a:lvl6pPr>
            <a:lvl7pPr lvl="6" rtl="0">
              <a:spcBef>
                <a:spcPts val="0"/>
              </a:spcBef>
              <a:spcAft>
                <a:spcPts val="0"/>
              </a:spcAft>
              <a:buSzPts val="2800"/>
              <a:buNone/>
              <a:defRPr>
                <a:latin typeface="Nunito"/>
                <a:ea typeface="Nunito"/>
                <a:cs typeface="Nunito"/>
                <a:sym typeface="Nunito"/>
              </a:defRPr>
            </a:lvl7pPr>
            <a:lvl8pPr lvl="7" rtl="0">
              <a:spcBef>
                <a:spcPts val="0"/>
              </a:spcBef>
              <a:spcAft>
                <a:spcPts val="0"/>
              </a:spcAft>
              <a:buSzPts val="2800"/>
              <a:buNone/>
              <a:defRPr>
                <a:latin typeface="Nunito"/>
                <a:ea typeface="Nunito"/>
                <a:cs typeface="Nunito"/>
                <a:sym typeface="Nunito"/>
              </a:defRPr>
            </a:lvl8pPr>
            <a:lvl9pPr lvl="8" rtl="0">
              <a:spcBef>
                <a:spcPts val="0"/>
              </a:spcBef>
              <a:spcAft>
                <a:spcPts val="0"/>
              </a:spcAft>
              <a:buSzPts val="2800"/>
              <a:buNone/>
              <a:defRPr>
                <a:latin typeface="Nunito"/>
                <a:ea typeface="Nunito"/>
                <a:cs typeface="Nunito"/>
                <a:sym typeface="Nunito"/>
              </a:defRPr>
            </a:lvl9pPr>
          </a:lstStyle>
          <a:p/>
        </p:txBody>
      </p:sp>
      <p:grpSp>
        <p:nvGrpSpPr>
          <p:cNvPr id="2175" name="Google Shape;2175;p48"/>
          <p:cNvGrpSpPr/>
          <p:nvPr/>
        </p:nvGrpSpPr>
        <p:grpSpPr>
          <a:xfrm>
            <a:off x="6873272" y="4066120"/>
            <a:ext cx="2270722" cy="1272963"/>
            <a:chOff x="5158247" y="5768045"/>
            <a:chExt cx="2270722" cy="1272963"/>
          </a:xfrm>
        </p:grpSpPr>
        <p:sp>
          <p:nvSpPr>
            <p:cNvPr id="2176" name="Google Shape;2176;p48"/>
            <p:cNvSpPr/>
            <p:nvPr/>
          </p:nvSpPr>
          <p:spPr>
            <a:xfrm>
              <a:off x="7002455" y="6557766"/>
              <a:ext cx="257321" cy="257560"/>
            </a:xfrm>
            <a:custGeom>
              <a:rect b="b" l="l" r="r" t="t"/>
              <a:pathLst>
                <a:path extrusionOk="0" h="3975" w="3971">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7" name="Google Shape;2177;p48"/>
            <p:cNvSpPr/>
            <p:nvPr/>
          </p:nvSpPr>
          <p:spPr>
            <a:xfrm>
              <a:off x="5637767" y="5768045"/>
              <a:ext cx="243518" cy="243435"/>
            </a:xfrm>
            <a:custGeom>
              <a:rect b="b" l="l" r="r" t="t"/>
              <a:pathLst>
                <a:path extrusionOk="0" h="3757" w="3758">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8" name="Google Shape;2178;p48"/>
            <p:cNvSpPr/>
            <p:nvPr/>
          </p:nvSpPr>
          <p:spPr>
            <a:xfrm>
              <a:off x="7372528" y="6980813"/>
              <a:ext cx="56441" cy="60195"/>
            </a:xfrm>
            <a:custGeom>
              <a:rect b="b" l="l" r="r" t="t"/>
              <a:pathLst>
                <a:path extrusionOk="0" h="929" w="871">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9" name="Google Shape;2179;p48"/>
            <p:cNvSpPr/>
            <p:nvPr/>
          </p:nvSpPr>
          <p:spPr>
            <a:xfrm>
              <a:off x="6910763" y="6282776"/>
              <a:ext cx="56506" cy="60130"/>
            </a:xfrm>
            <a:custGeom>
              <a:rect b="b" l="l" r="r" t="t"/>
              <a:pathLst>
                <a:path extrusionOk="0" h="928" w="872">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0" name="Google Shape;2180;p48"/>
            <p:cNvSpPr/>
            <p:nvPr/>
          </p:nvSpPr>
          <p:spPr>
            <a:xfrm>
              <a:off x="6812073" y="5866727"/>
              <a:ext cx="56441" cy="56501"/>
            </a:xfrm>
            <a:custGeom>
              <a:rect b="b" l="l" r="r" t="t"/>
              <a:pathLst>
                <a:path extrusionOk="0" h="872" w="871">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1" name="Google Shape;2181;p48"/>
            <p:cNvSpPr/>
            <p:nvPr/>
          </p:nvSpPr>
          <p:spPr>
            <a:xfrm>
              <a:off x="5158247" y="5976166"/>
              <a:ext cx="60199" cy="59871"/>
            </a:xfrm>
            <a:custGeom>
              <a:rect b="b" l="l" r="r" t="t"/>
              <a:pathLst>
                <a:path extrusionOk="0" h="924" w="929">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82" name="Google Shape;2182;p48"/>
          <p:cNvGrpSpPr/>
          <p:nvPr/>
        </p:nvGrpSpPr>
        <p:grpSpPr>
          <a:xfrm flipH="1">
            <a:off x="6873272" y="-5"/>
            <a:ext cx="2270722" cy="1272963"/>
            <a:chOff x="5158247" y="5768045"/>
            <a:chExt cx="2270722" cy="1272963"/>
          </a:xfrm>
        </p:grpSpPr>
        <p:sp>
          <p:nvSpPr>
            <p:cNvPr id="2183" name="Google Shape;2183;p48"/>
            <p:cNvSpPr/>
            <p:nvPr/>
          </p:nvSpPr>
          <p:spPr>
            <a:xfrm>
              <a:off x="5554655" y="6557766"/>
              <a:ext cx="257321" cy="257560"/>
            </a:xfrm>
            <a:custGeom>
              <a:rect b="b" l="l" r="r" t="t"/>
              <a:pathLst>
                <a:path extrusionOk="0" h="3975" w="3971">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4" name="Google Shape;2184;p48"/>
            <p:cNvSpPr/>
            <p:nvPr/>
          </p:nvSpPr>
          <p:spPr>
            <a:xfrm>
              <a:off x="5637767" y="5768045"/>
              <a:ext cx="243518" cy="243435"/>
            </a:xfrm>
            <a:custGeom>
              <a:rect b="b" l="l" r="r" t="t"/>
              <a:pathLst>
                <a:path extrusionOk="0" h="3757" w="3758">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5" name="Google Shape;2185;p48"/>
            <p:cNvSpPr/>
            <p:nvPr/>
          </p:nvSpPr>
          <p:spPr>
            <a:xfrm>
              <a:off x="7372528" y="6980813"/>
              <a:ext cx="56441" cy="60195"/>
            </a:xfrm>
            <a:custGeom>
              <a:rect b="b" l="l" r="r" t="t"/>
              <a:pathLst>
                <a:path extrusionOk="0" h="929" w="871">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6" name="Google Shape;2186;p48"/>
            <p:cNvSpPr/>
            <p:nvPr/>
          </p:nvSpPr>
          <p:spPr>
            <a:xfrm>
              <a:off x="6910763" y="6282776"/>
              <a:ext cx="56506" cy="60130"/>
            </a:xfrm>
            <a:custGeom>
              <a:rect b="b" l="l" r="r" t="t"/>
              <a:pathLst>
                <a:path extrusionOk="0" h="928" w="872">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7" name="Google Shape;2187;p48"/>
            <p:cNvSpPr/>
            <p:nvPr/>
          </p:nvSpPr>
          <p:spPr>
            <a:xfrm>
              <a:off x="6812073" y="5866727"/>
              <a:ext cx="56441" cy="56501"/>
            </a:xfrm>
            <a:custGeom>
              <a:rect b="b" l="l" r="r" t="t"/>
              <a:pathLst>
                <a:path extrusionOk="0" h="872" w="871">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8" name="Google Shape;2188;p48"/>
            <p:cNvSpPr/>
            <p:nvPr/>
          </p:nvSpPr>
          <p:spPr>
            <a:xfrm>
              <a:off x="5158247" y="5976166"/>
              <a:ext cx="60199" cy="59871"/>
            </a:xfrm>
            <a:custGeom>
              <a:rect b="b" l="l" r="r" t="t"/>
              <a:pathLst>
                <a:path extrusionOk="0" h="924" w="929">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89" name="Google Shape;2189;p48"/>
          <p:cNvSpPr/>
          <p:nvPr/>
        </p:nvSpPr>
        <p:spPr>
          <a:xfrm>
            <a:off x="6115050" y="3258175"/>
            <a:ext cx="3028907" cy="1885295"/>
          </a:xfrm>
          <a:custGeom>
            <a:rect b="b" l="l" r="r" t="t"/>
            <a:pathLst>
              <a:path extrusionOk="0" h="55340" w="88909">
                <a:moveTo>
                  <a:pt x="88908" y="0"/>
                </a:moveTo>
                <a:cubicBezTo>
                  <a:pt x="88908" y="0"/>
                  <a:pt x="58168" y="5172"/>
                  <a:pt x="55339" y="24595"/>
                </a:cubicBezTo>
                <a:cubicBezTo>
                  <a:pt x="53680" y="35682"/>
                  <a:pt x="45717" y="37631"/>
                  <a:pt x="40161" y="37631"/>
                </a:cubicBezTo>
                <a:cubicBezTo>
                  <a:pt x="38791" y="37631"/>
                  <a:pt x="37568" y="37513"/>
                  <a:pt x="36621" y="37383"/>
                </a:cubicBezTo>
                <a:cubicBezTo>
                  <a:pt x="35777" y="37271"/>
                  <a:pt x="34940" y="37215"/>
                  <a:pt x="34112" y="37215"/>
                </a:cubicBezTo>
                <a:cubicBezTo>
                  <a:pt x="28107" y="37215"/>
                  <a:pt x="22606" y="40140"/>
                  <a:pt x="18826" y="45545"/>
                </a:cubicBezTo>
                <a:cubicBezTo>
                  <a:pt x="14530" y="51692"/>
                  <a:pt x="6151" y="54142"/>
                  <a:pt x="0" y="55339"/>
                </a:cubicBezTo>
                <a:lnTo>
                  <a:pt x="88908" y="55339"/>
                </a:lnTo>
                <a:lnTo>
                  <a:pt x="88908"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0" name="Google Shape;2190;p48"/>
          <p:cNvSpPr/>
          <p:nvPr/>
        </p:nvSpPr>
        <p:spPr>
          <a:xfrm>
            <a:off x="0" y="0"/>
            <a:ext cx="1943143" cy="2722018"/>
          </a:xfrm>
          <a:custGeom>
            <a:rect b="b" l="l" r="r" t="t"/>
            <a:pathLst>
              <a:path extrusionOk="0" h="69648" w="49719">
                <a:moveTo>
                  <a:pt x="0" y="1"/>
                </a:moveTo>
                <a:lnTo>
                  <a:pt x="0" y="69648"/>
                </a:lnTo>
                <a:cubicBezTo>
                  <a:pt x="7726" y="62086"/>
                  <a:pt x="13329" y="52510"/>
                  <a:pt x="9032" y="42442"/>
                </a:cubicBezTo>
                <a:cubicBezTo>
                  <a:pt x="684" y="23087"/>
                  <a:pt x="10447" y="12185"/>
                  <a:pt x="21914" y="12185"/>
                </a:cubicBezTo>
                <a:cubicBezTo>
                  <a:pt x="22406" y="12185"/>
                  <a:pt x="22900" y="12205"/>
                  <a:pt x="23397" y="12245"/>
                </a:cubicBezTo>
                <a:cubicBezTo>
                  <a:pt x="25475" y="12417"/>
                  <a:pt x="27419" y="12499"/>
                  <a:pt x="29233" y="12499"/>
                </a:cubicBezTo>
                <a:cubicBezTo>
                  <a:pt x="43567" y="12499"/>
                  <a:pt x="49719" y="7342"/>
                  <a:pt x="4875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1" name="Google Shape;2191;p48"/>
          <p:cNvSpPr txBox="1"/>
          <p:nvPr>
            <p:ph idx="1" type="subTitle"/>
          </p:nvPr>
        </p:nvSpPr>
        <p:spPr>
          <a:xfrm>
            <a:off x="1018050" y="2297001"/>
            <a:ext cx="2743200" cy="10059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1800"/>
              <a:buNone/>
              <a:defRPr sz="14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4">
    <p:spTree>
      <p:nvGrpSpPr>
        <p:cNvPr id="2192" name="Shape 2192"/>
        <p:cNvGrpSpPr/>
        <p:nvPr/>
      </p:nvGrpSpPr>
      <p:grpSpPr>
        <a:xfrm>
          <a:off x="0" y="0"/>
          <a:ext cx="0" cy="0"/>
          <a:chOff x="0" y="0"/>
          <a:chExt cx="0" cy="0"/>
        </a:xfrm>
      </p:grpSpPr>
      <p:sp>
        <p:nvSpPr>
          <p:cNvPr id="2193" name="Google Shape;2193;p49"/>
          <p:cNvSpPr txBox="1"/>
          <p:nvPr>
            <p:ph type="title"/>
          </p:nvPr>
        </p:nvSpPr>
        <p:spPr>
          <a:xfrm>
            <a:off x="949213" y="3507675"/>
            <a:ext cx="4114800" cy="2547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1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2194" name="Google Shape;2194;p49"/>
          <p:cNvSpPr txBox="1"/>
          <p:nvPr>
            <p:ph idx="1" type="subTitle"/>
          </p:nvPr>
        </p:nvSpPr>
        <p:spPr>
          <a:xfrm>
            <a:off x="951313" y="1131650"/>
            <a:ext cx="4110600" cy="2249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28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2195" name="Google Shape;2195;p49"/>
          <p:cNvSpPr/>
          <p:nvPr/>
        </p:nvSpPr>
        <p:spPr>
          <a:xfrm>
            <a:off x="6512060" y="3505300"/>
            <a:ext cx="2631929" cy="1638202"/>
          </a:xfrm>
          <a:custGeom>
            <a:rect b="b" l="l" r="r" t="t"/>
            <a:pathLst>
              <a:path extrusionOk="0" h="55340" w="88909">
                <a:moveTo>
                  <a:pt x="88908" y="0"/>
                </a:moveTo>
                <a:cubicBezTo>
                  <a:pt x="88908" y="0"/>
                  <a:pt x="58168" y="5172"/>
                  <a:pt x="55339" y="24595"/>
                </a:cubicBezTo>
                <a:cubicBezTo>
                  <a:pt x="53680" y="35682"/>
                  <a:pt x="45717" y="37631"/>
                  <a:pt x="40161" y="37631"/>
                </a:cubicBezTo>
                <a:cubicBezTo>
                  <a:pt x="38791" y="37631"/>
                  <a:pt x="37568" y="37513"/>
                  <a:pt x="36621" y="37383"/>
                </a:cubicBezTo>
                <a:cubicBezTo>
                  <a:pt x="35777" y="37271"/>
                  <a:pt x="34940" y="37215"/>
                  <a:pt x="34112" y="37215"/>
                </a:cubicBezTo>
                <a:cubicBezTo>
                  <a:pt x="28107" y="37215"/>
                  <a:pt x="22606" y="40140"/>
                  <a:pt x="18826" y="45545"/>
                </a:cubicBezTo>
                <a:cubicBezTo>
                  <a:pt x="14530" y="51692"/>
                  <a:pt x="6151" y="54142"/>
                  <a:pt x="0" y="55339"/>
                </a:cubicBezTo>
                <a:lnTo>
                  <a:pt x="88908" y="55339"/>
                </a:lnTo>
                <a:lnTo>
                  <a:pt x="88908"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6" name="Google Shape;2196;p49"/>
          <p:cNvSpPr/>
          <p:nvPr/>
        </p:nvSpPr>
        <p:spPr>
          <a:xfrm>
            <a:off x="0" y="0"/>
            <a:ext cx="1822326" cy="2552773"/>
          </a:xfrm>
          <a:custGeom>
            <a:rect b="b" l="l" r="r" t="t"/>
            <a:pathLst>
              <a:path extrusionOk="0" h="69648" w="49719">
                <a:moveTo>
                  <a:pt x="0" y="1"/>
                </a:moveTo>
                <a:lnTo>
                  <a:pt x="0" y="69648"/>
                </a:lnTo>
                <a:cubicBezTo>
                  <a:pt x="7726" y="62086"/>
                  <a:pt x="13329" y="52510"/>
                  <a:pt x="9032" y="42442"/>
                </a:cubicBezTo>
                <a:cubicBezTo>
                  <a:pt x="684" y="23087"/>
                  <a:pt x="10447" y="12185"/>
                  <a:pt x="21914" y="12185"/>
                </a:cubicBezTo>
                <a:cubicBezTo>
                  <a:pt x="22406" y="12185"/>
                  <a:pt x="22900" y="12205"/>
                  <a:pt x="23397" y="12245"/>
                </a:cubicBezTo>
                <a:cubicBezTo>
                  <a:pt x="25475" y="12417"/>
                  <a:pt x="27419" y="12499"/>
                  <a:pt x="29233" y="12499"/>
                </a:cubicBezTo>
                <a:cubicBezTo>
                  <a:pt x="43567" y="12499"/>
                  <a:pt x="49719" y="7342"/>
                  <a:pt x="4875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1">
  <p:cSld name="CUSTOM_4_1">
    <p:spTree>
      <p:nvGrpSpPr>
        <p:cNvPr id="2197" name="Shape 2197"/>
        <p:cNvGrpSpPr/>
        <p:nvPr/>
      </p:nvGrpSpPr>
      <p:grpSpPr>
        <a:xfrm>
          <a:off x="0" y="0"/>
          <a:ext cx="0" cy="0"/>
          <a:chOff x="0" y="0"/>
          <a:chExt cx="0" cy="0"/>
        </a:xfrm>
      </p:grpSpPr>
      <p:sp>
        <p:nvSpPr>
          <p:cNvPr id="2198" name="Google Shape;2198;p50"/>
          <p:cNvSpPr txBox="1"/>
          <p:nvPr>
            <p:ph type="title"/>
          </p:nvPr>
        </p:nvSpPr>
        <p:spPr>
          <a:xfrm>
            <a:off x="713250" y="3198926"/>
            <a:ext cx="7717500" cy="3657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20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2199" name="Google Shape;2199;p50"/>
          <p:cNvSpPr txBox="1"/>
          <p:nvPr>
            <p:ph idx="1" type="subTitle"/>
          </p:nvPr>
        </p:nvSpPr>
        <p:spPr>
          <a:xfrm>
            <a:off x="713100" y="1578874"/>
            <a:ext cx="7717800" cy="1621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800"/>
              <a:buNone/>
              <a:defRPr sz="35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2200" name="Google Shape;2200;p50"/>
          <p:cNvSpPr/>
          <p:nvPr/>
        </p:nvSpPr>
        <p:spPr>
          <a:xfrm rot="10800000">
            <a:off x="0" y="0"/>
            <a:ext cx="2623950" cy="1957425"/>
          </a:xfrm>
          <a:custGeom>
            <a:rect b="b" l="l" r="r" t="t"/>
            <a:pathLst>
              <a:path extrusionOk="0" h="78297" w="104958">
                <a:moveTo>
                  <a:pt x="104958" y="1"/>
                </a:moveTo>
                <a:cubicBezTo>
                  <a:pt x="104958" y="1"/>
                  <a:pt x="64314" y="12023"/>
                  <a:pt x="60558" y="37706"/>
                </a:cubicBezTo>
                <a:cubicBezTo>
                  <a:pt x="58414" y="52416"/>
                  <a:pt x="47851" y="54938"/>
                  <a:pt x="40487" y="54938"/>
                </a:cubicBezTo>
                <a:cubicBezTo>
                  <a:pt x="38699" y="54938"/>
                  <a:pt x="37100" y="54789"/>
                  <a:pt x="35855" y="54630"/>
                </a:cubicBezTo>
                <a:cubicBezTo>
                  <a:pt x="34728" y="54476"/>
                  <a:pt x="33609" y="54400"/>
                  <a:pt x="32504" y="54400"/>
                </a:cubicBezTo>
                <a:cubicBezTo>
                  <a:pt x="24597" y="54400"/>
                  <a:pt x="17364" y="58288"/>
                  <a:pt x="12349" y="65403"/>
                </a:cubicBezTo>
                <a:cubicBezTo>
                  <a:pt x="6638" y="73509"/>
                  <a:pt x="4623" y="75250"/>
                  <a:pt x="0" y="78297"/>
                </a:cubicBezTo>
                <a:lnTo>
                  <a:pt x="104958" y="78297"/>
                </a:lnTo>
                <a:lnTo>
                  <a:pt x="104958"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01" name="Google Shape;2201;p50"/>
          <p:cNvGrpSpPr/>
          <p:nvPr/>
        </p:nvGrpSpPr>
        <p:grpSpPr>
          <a:xfrm flipH="1">
            <a:off x="294513" y="168438"/>
            <a:ext cx="837425" cy="742113"/>
            <a:chOff x="6215925" y="6858088"/>
            <a:chExt cx="837425" cy="742113"/>
          </a:xfrm>
        </p:grpSpPr>
        <p:sp>
          <p:nvSpPr>
            <p:cNvPr id="2202" name="Google Shape;2202;p50"/>
            <p:cNvSpPr/>
            <p:nvPr/>
          </p:nvSpPr>
          <p:spPr>
            <a:xfrm>
              <a:off x="6215925" y="7421400"/>
              <a:ext cx="201900" cy="178800"/>
            </a:xfrm>
            <a:custGeom>
              <a:rect b="b" l="l" r="r" t="t"/>
              <a:pathLst>
                <a:path extrusionOk="0" h="7152" w="8076">
                  <a:moveTo>
                    <a:pt x="7561" y="0"/>
                  </a:moveTo>
                  <a:lnTo>
                    <a:pt x="0" y="6637"/>
                  </a:lnTo>
                  <a:lnTo>
                    <a:pt x="515" y="7152"/>
                  </a:lnTo>
                  <a:lnTo>
                    <a:pt x="8076" y="507"/>
                  </a:lnTo>
                  <a:lnTo>
                    <a:pt x="7561" y="0"/>
                  </a:lnTo>
                  <a:close/>
                </a:path>
              </a:pathLst>
            </a:custGeom>
            <a:solidFill>
              <a:srgbClr val="F1F0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3" name="Google Shape;2203;p50"/>
            <p:cNvSpPr/>
            <p:nvPr/>
          </p:nvSpPr>
          <p:spPr>
            <a:xfrm>
              <a:off x="6401775" y="7430925"/>
              <a:ext cx="25575" cy="22900"/>
            </a:xfrm>
            <a:custGeom>
              <a:rect b="b" l="l" r="r" t="t"/>
              <a:pathLst>
                <a:path extrusionOk="0" h="916" w="1023">
                  <a:moveTo>
                    <a:pt x="508" y="0"/>
                  </a:moveTo>
                  <a:lnTo>
                    <a:pt x="1" y="507"/>
                  </a:lnTo>
                  <a:lnTo>
                    <a:pt x="508" y="915"/>
                  </a:lnTo>
                  <a:lnTo>
                    <a:pt x="1023" y="507"/>
                  </a:lnTo>
                  <a:lnTo>
                    <a:pt x="508" y="0"/>
                  </a:lnTo>
                  <a:close/>
                </a:path>
              </a:pathLst>
            </a:custGeom>
            <a:solidFill>
              <a:srgbClr val="C1C0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04" name="Google Shape;2204;p50"/>
            <p:cNvGrpSpPr/>
            <p:nvPr/>
          </p:nvGrpSpPr>
          <p:grpSpPr>
            <a:xfrm>
              <a:off x="6361025" y="6858088"/>
              <a:ext cx="692325" cy="623250"/>
              <a:chOff x="6361025" y="6858088"/>
              <a:chExt cx="692325" cy="623250"/>
            </a:xfrm>
          </p:grpSpPr>
          <p:sp>
            <p:nvSpPr>
              <p:cNvPr id="2205" name="Google Shape;2205;p50"/>
              <p:cNvSpPr/>
              <p:nvPr/>
            </p:nvSpPr>
            <p:spPr>
              <a:xfrm>
                <a:off x="6361025" y="7011338"/>
                <a:ext cx="510875" cy="470000"/>
              </a:xfrm>
              <a:custGeom>
                <a:rect b="b" l="l" r="r" t="t"/>
                <a:pathLst>
                  <a:path extrusionOk="0" h="18800" w="20435">
                    <a:moveTo>
                      <a:pt x="15228" y="0"/>
                    </a:moveTo>
                    <a:lnTo>
                      <a:pt x="1946" y="11647"/>
                    </a:lnTo>
                    <a:lnTo>
                      <a:pt x="1129" y="15530"/>
                    </a:lnTo>
                    <a:lnTo>
                      <a:pt x="107" y="16445"/>
                    </a:lnTo>
                    <a:cubicBezTo>
                      <a:pt x="107" y="16445"/>
                      <a:pt x="1" y="17164"/>
                      <a:pt x="720" y="17982"/>
                    </a:cubicBezTo>
                    <a:cubicBezTo>
                      <a:pt x="1431" y="18799"/>
                      <a:pt x="2150" y="18799"/>
                      <a:pt x="2150" y="18799"/>
                    </a:cubicBezTo>
                    <a:lnTo>
                      <a:pt x="3172" y="17875"/>
                    </a:lnTo>
                    <a:lnTo>
                      <a:pt x="7152" y="17573"/>
                    </a:lnTo>
                    <a:lnTo>
                      <a:pt x="20434" y="5926"/>
                    </a:lnTo>
                    <a:lnTo>
                      <a:pt x="15228"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6" name="Google Shape;2206;p50"/>
              <p:cNvSpPr/>
              <p:nvPr/>
            </p:nvSpPr>
            <p:spPr>
              <a:xfrm>
                <a:off x="6795250" y="6896288"/>
                <a:ext cx="217225" cy="207025"/>
              </a:xfrm>
              <a:custGeom>
                <a:rect b="b" l="l" r="r" t="t"/>
                <a:pathLst>
                  <a:path extrusionOk="0" h="8281" w="8689">
                    <a:moveTo>
                      <a:pt x="6539" y="1"/>
                    </a:moveTo>
                    <a:lnTo>
                      <a:pt x="0" y="5828"/>
                    </a:lnTo>
                    <a:lnTo>
                      <a:pt x="2150" y="8280"/>
                    </a:lnTo>
                    <a:lnTo>
                      <a:pt x="8688" y="2453"/>
                    </a:lnTo>
                    <a:lnTo>
                      <a:pt x="6539" y="1"/>
                    </a:lnTo>
                    <a:close/>
                  </a:path>
                </a:pathLst>
              </a:custGeom>
              <a:solidFill>
                <a:srgbClr val="F1F0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7" name="Google Shape;2207;p50"/>
              <p:cNvSpPr/>
              <p:nvPr/>
            </p:nvSpPr>
            <p:spPr>
              <a:xfrm>
                <a:off x="6795250" y="7018888"/>
                <a:ext cx="79300" cy="84425"/>
              </a:xfrm>
              <a:custGeom>
                <a:rect b="b" l="l" r="r" t="t"/>
                <a:pathLst>
                  <a:path extrusionOk="0" h="3377" w="3172">
                    <a:moveTo>
                      <a:pt x="1022" y="1"/>
                    </a:moveTo>
                    <a:lnTo>
                      <a:pt x="0" y="924"/>
                    </a:lnTo>
                    <a:lnTo>
                      <a:pt x="2150" y="3376"/>
                    </a:lnTo>
                    <a:lnTo>
                      <a:pt x="3171" y="2453"/>
                    </a:lnTo>
                    <a:lnTo>
                      <a:pt x="1022" y="1"/>
                    </a:lnTo>
                    <a:close/>
                  </a:path>
                </a:pathLst>
              </a:custGeom>
              <a:solidFill>
                <a:srgbClr val="C2C2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8" name="Google Shape;2208;p50"/>
              <p:cNvSpPr/>
              <p:nvPr/>
            </p:nvSpPr>
            <p:spPr>
              <a:xfrm>
                <a:off x="6946050" y="6858088"/>
                <a:ext cx="107300" cy="114850"/>
              </a:xfrm>
              <a:custGeom>
                <a:rect b="b" l="l" r="r" t="t"/>
                <a:pathLst>
                  <a:path extrusionOk="0" h="4594" w="4292">
                    <a:moveTo>
                      <a:pt x="1120" y="0"/>
                    </a:moveTo>
                    <a:lnTo>
                      <a:pt x="0" y="1022"/>
                    </a:lnTo>
                    <a:lnTo>
                      <a:pt x="3163" y="4594"/>
                    </a:lnTo>
                    <a:lnTo>
                      <a:pt x="4291" y="3678"/>
                    </a:lnTo>
                    <a:lnTo>
                      <a:pt x="1120" y="0"/>
                    </a:lnTo>
                    <a:close/>
                  </a:path>
                </a:pathLst>
              </a:custGeom>
              <a:solidFill>
                <a:srgbClr val="FF78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9" name="Google Shape;2209;p50"/>
              <p:cNvSpPr/>
              <p:nvPr/>
            </p:nvSpPr>
            <p:spPr>
              <a:xfrm>
                <a:off x="6721275" y="6990888"/>
                <a:ext cx="176150" cy="189050"/>
              </a:xfrm>
              <a:custGeom>
                <a:rect b="b" l="l" r="r" t="t"/>
                <a:pathLst>
                  <a:path extrusionOk="0" h="7562" w="7046">
                    <a:moveTo>
                      <a:pt x="1733" y="1"/>
                    </a:moveTo>
                    <a:lnTo>
                      <a:pt x="0" y="1529"/>
                    </a:lnTo>
                    <a:lnTo>
                      <a:pt x="5313" y="7561"/>
                    </a:lnTo>
                    <a:lnTo>
                      <a:pt x="7046" y="6025"/>
                    </a:lnTo>
                    <a:lnTo>
                      <a:pt x="1733" y="1"/>
                    </a:lnTo>
                    <a:close/>
                  </a:path>
                </a:pathLst>
              </a:custGeom>
              <a:solidFill>
                <a:srgbClr val="FF78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0" name="Google Shape;2210;p50"/>
              <p:cNvSpPr/>
              <p:nvPr/>
            </p:nvSpPr>
            <p:spPr>
              <a:xfrm>
                <a:off x="6739050" y="7149263"/>
                <a:ext cx="69100" cy="74000"/>
              </a:xfrm>
              <a:custGeom>
                <a:rect b="b" l="l" r="r" t="t"/>
                <a:pathLst>
                  <a:path extrusionOk="0" h="2960" w="2764">
                    <a:moveTo>
                      <a:pt x="409" y="0"/>
                    </a:moveTo>
                    <a:lnTo>
                      <a:pt x="0" y="303"/>
                    </a:lnTo>
                    <a:lnTo>
                      <a:pt x="2354" y="2959"/>
                    </a:lnTo>
                    <a:lnTo>
                      <a:pt x="2763" y="2657"/>
                    </a:lnTo>
                    <a:lnTo>
                      <a:pt x="409" y="0"/>
                    </a:lnTo>
                    <a:close/>
                  </a:path>
                </a:pathLst>
              </a:custGeom>
              <a:solidFill>
                <a:srgbClr val="C2C2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1" name="Google Shape;2211;p50"/>
              <p:cNvSpPr/>
              <p:nvPr/>
            </p:nvSpPr>
            <p:spPr>
              <a:xfrm>
                <a:off x="6690625" y="7192588"/>
                <a:ext cx="66425" cy="74200"/>
              </a:xfrm>
              <a:custGeom>
                <a:rect b="b" l="l" r="r" t="t"/>
                <a:pathLst>
                  <a:path extrusionOk="0" h="2968" w="2657">
                    <a:moveTo>
                      <a:pt x="409" y="0"/>
                    </a:moveTo>
                    <a:lnTo>
                      <a:pt x="0" y="311"/>
                    </a:lnTo>
                    <a:lnTo>
                      <a:pt x="2346" y="2967"/>
                    </a:lnTo>
                    <a:lnTo>
                      <a:pt x="2657" y="2656"/>
                    </a:lnTo>
                    <a:lnTo>
                      <a:pt x="409" y="0"/>
                    </a:lnTo>
                    <a:close/>
                  </a:path>
                </a:pathLst>
              </a:custGeom>
              <a:solidFill>
                <a:srgbClr val="C2C2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2" name="Google Shape;2212;p50"/>
              <p:cNvSpPr/>
              <p:nvPr/>
            </p:nvSpPr>
            <p:spPr>
              <a:xfrm>
                <a:off x="6642000" y="7236113"/>
                <a:ext cx="66425" cy="73975"/>
              </a:xfrm>
              <a:custGeom>
                <a:rect b="b" l="l" r="r" t="t"/>
                <a:pathLst>
                  <a:path extrusionOk="0" h="2959" w="2657">
                    <a:moveTo>
                      <a:pt x="409" y="0"/>
                    </a:moveTo>
                    <a:lnTo>
                      <a:pt x="0" y="302"/>
                    </a:lnTo>
                    <a:lnTo>
                      <a:pt x="2248" y="2959"/>
                    </a:lnTo>
                    <a:lnTo>
                      <a:pt x="2656" y="2656"/>
                    </a:lnTo>
                    <a:lnTo>
                      <a:pt x="409" y="0"/>
                    </a:lnTo>
                    <a:close/>
                  </a:path>
                </a:pathLst>
              </a:custGeom>
              <a:solidFill>
                <a:srgbClr val="C2C2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3" name="Google Shape;2213;p50"/>
              <p:cNvSpPr/>
              <p:nvPr/>
            </p:nvSpPr>
            <p:spPr>
              <a:xfrm>
                <a:off x="6384125" y="7207913"/>
                <a:ext cx="268100" cy="252975"/>
              </a:xfrm>
              <a:custGeom>
                <a:rect b="b" l="l" r="r" t="t"/>
                <a:pathLst>
                  <a:path extrusionOk="0" h="10119" w="10724">
                    <a:moveTo>
                      <a:pt x="6539" y="0"/>
                    </a:moveTo>
                    <a:lnTo>
                      <a:pt x="2142" y="3882"/>
                    </a:lnTo>
                    <a:lnTo>
                      <a:pt x="1226" y="7765"/>
                    </a:lnTo>
                    <a:lnTo>
                      <a:pt x="0" y="8688"/>
                    </a:lnTo>
                    <a:cubicBezTo>
                      <a:pt x="0" y="8688"/>
                      <a:pt x="0" y="9195"/>
                      <a:pt x="409" y="9604"/>
                    </a:cubicBezTo>
                    <a:cubicBezTo>
                      <a:pt x="818" y="10119"/>
                      <a:pt x="1226" y="10119"/>
                      <a:pt x="1226" y="10119"/>
                    </a:cubicBezTo>
                    <a:lnTo>
                      <a:pt x="2346" y="8991"/>
                    </a:lnTo>
                    <a:lnTo>
                      <a:pt x="6228" y="8688"/>
                    </a:lnTo>
                    <a:lnTo>
                      <a:pt x="10724" y="4700"/>
                    </a:lnTo>
                    <a:lnTo>
                      <a:pt x="6539" y="0"/>
                    </a:ln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4" name="Google Shape;2214;p50"/>
              <p:cNvSpPr/>
              <p:nvPr/>
            </p:nvSpPr>
            <p:spPr>
              <a:xfrm>
                <a:off x="6384125" y="7312738"/>
                <a:ext cx="268100" cy="148150"/>
              </a:xfrm>
              <a:custGeom>
                <a:rect b="b" l="l" r="r" t="t"/>
                <a:pathLst>
                  <a:path extrusionOk="0" h="5926" w="10724">
                    <a:moveTo>
                      <a:pt x="10217" y="0"/>
                    </a:moveTo>
                    <a:lnTo>
                      <a:pt x="6228" y="3572"/>
                    </a:lnTo>
                    <a:lnTo>
                      <a:pt x="2346" y="3882"/>
                    </a:lnTo>
                    <a:lnTo>
                      <a:pt x="1226" y="5002"/>
                    </a:lnTo>
                    <a:cubicBezTo>
                      <a:pt x="1226" y="5002"/>
                      <a:pt x="818" y="5002"/>
                      <a:pt x="409" y="4495"/>
                    </a:cubicBezTo>
                    <a:cubicBezTo>
                      <a:pt x="303" y="4495"/>
                      <a:pt x="303" y="4389"/>
                      <a:pt x="205" y="4389"/>
                    </a:cubicBezTo>
                    <a:lnTo>
                      <a:pt x="0" y="4495"/>
                    </a:lnTo>
                    <a:cubicBezTo>
                      <a:pt x="0" y="4495"/>
                      <a:pt x="0" y="5002"/>
                      <a:pt x="409" y="5411"/>
                    </a:cubicBezTo>
                    <a:cubicBezTo>
                      <a:pt x="818" y="5926"/>
                      <a:pt x="1226" y="5926"/>
                      <a:pt x="1226" y="5926"/>
                    </a:cubicBezTo>
                    <a:lnTo>
                      <a:pt x="2346" y="4798"/>
                    </a:lnTo>
                    <a:lnTo>
                      <a:pt x="6228" y="4495"/>
                    </a:lnTo>
                    <a:lnTo>
                      <a:pt x="10724" y="507"/>
                    </a:lnTo>
                    <a:lnTo>
                      <a:pt x="10217" y="0"/>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215" name="Google Shape;2215;p50"/>
          <p:cNvSpPr/>
          <p:nvPr/>
        </p:nvSpPr>
        <p:spPr>
          <a:xfrm flipH="1">
            <a:off x="1460188" y="643424"/>
            <a:ext cx="261014" cy="257301"/>
          </a:xfrm>
          <a:custGeom>
            <a:rect b="b" l="l" r="r" t="t"/>
            <a:pathLst>
              <a:path extrusionOk="0" h="3971" w="4028">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6" name="Google Shape;2216;p50"/>
          <p:cNvSpPr/>
          <p:nvPr/>
        </p:nvSpPr>
        <p:spPr>
          <a:xfrm flipH="1">
            <a:off x="1530690" y="357743"/>
            <a:ext cx="60199" cy="60130"/>
          </a:xfrm>
          <a:custGeom>
            <a:rect b="b" l="l" r="r" t="t"/>
            <a:pathLst>
              <a:path extrusionOk="0" h="928" w="929">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7" name="Google Shape;2217;p50"/>
          <p:cNvSpPr/>
          <p:nvPr/>
        </p:nvSpPr>
        <p:spPr>
          <a:xfrm flipH="1">
            <a:off x="1372189" y="1292152"/>
            <a:ext cx="59875" cy="59871"/>
          </a:xfrm>
          <a:custGeom>
            <a:rect b="b" l="l" r="r" t="t"/>
            <a:pathLst>
              <a:path extrusionOk="0" h="924" w="924">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8" name="Google Shape;2218;p50"/>
          <p:cNvSpPr/>
          <p:nvPr/>
        </p:nvSpPr>
        <p:spPr>
          <a:xfrm flipH="1">
            <a:off x="1131937" y="692519"/>
            <a:ext cx="60134" cy="60130"/>
          </a:xfrm>
          <a:custGeom>
            <a:rect b="b" l="l" r="r" t="t"/>
            <a:pathLst>
              <a:path extrusionOk="0" h="928" w="928">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9" name="Google Shape;2219;p50"/>
          <p:cNvSpPr/>
          <p:nvPr/>
        </p:nvSpPr>
        <p:spPr>
          <a:xfrm>
            <a:off x="8540889" y="875441"/>
            <a:ext cx="257321" cy="257560"/>
          </a:xfrm>
          <a:custGeom>
            <a:rect b="b" l="l" r="r" t="t"/>
            <a:pathLst>
              <a:path extrusionOk="0" h="3975" w="3971">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0" name="Google Shape;2220;p50"/>
          <p:cNvSpPr/>
          <p:nvPr/>
        </p:nvSpPr>
        <p:spPr>
          <a:xfrm>
            <a:off x="7176201" y="85720"/>
            <a:ext cx="243518" cy="243435"/>
          </a:xfrm>
          <a:custGeom>
            <a:rect b="b" l="l" r="r" t="t"/>
            <a:pathLst>
              <a:path extrusionOk="0" h="3757" w="3758">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1" name="Google Shape;2221;p50"/>
          <p:cNvSpPr/>
          <p:nvPr/>
        </p:nvSpPr>
        <p:spPr>
          <a:xfrm>
            <a:off x="8910962" y="1298488"/>
            <a:ext cx="56441" cy="60195"/>
          </a:xfrm>
          <a:custGeom>
            <a:rect b="b" l="l" r="r" t="t"/>
            <a:pathLst>
              <a:path extrusionOk="0" h="929" w="871">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2" name="Google Shape;2222;p50"/>
          <p:cNvSpPr/>
          <p:nvPr/>
        </p:nvSpPr>
        <p:spPr>
          <a:xfrm>
            <a:off x="8449197" y="600451"/>
            <a:ext cx="56506" cy="60130"/>
          </a:xfrm>
          <a:custGeom>
            <a:rect b="b" l="l" r="r" t="t"/>
            <a:pathLst>
              <a:path extrusionOk="0" h="928" w="872">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3" name="Google Shape;2223;p50"/>
          <p:cNvSpPr/>
          <p:nvPr/>
        </p:nvSpPr>
        <p:spPr>
          <a:xfrm>
            <a:off x="8350507" y="184402"/>
            <a:ext cx="56441" cy="56501"/>
          </a:xfrm>
          <a:custGeom>
            <a:rect b="b" l="l" r="r" t="t"/>
            <a:pathLst>
              <a:path extrusionOk="0" h="872" w="871">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4" name="Google Shape;2224;p50"/>
          <p:cNvSpPr/>
          <p:nvPr/>
        </p:nvSpPr>
        <p:spPr>
          <a:xfrm>
            <a:off x="6696681" y="293841"/>
            <a:ext cx="60199" cy="59871"/>
          </a:xfrm>
          <a:custGeom>
            <a:rect b="b" l="l" r="r" t="t"/>
            <a:pathLst>
              <a:path extrusionOk="0" h="924" w="929">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5" name="Google Shape;2225;p50"/>
          <p:cNvSpPr/>
          <p:nvPr/>
        </p:nvSpPr>
        <p:spPr>
          <a:xfrm flipH="1">
            <a:off x="236474" y="4645166"/>
            <a:ext cx="257321" cy="257560"/>
          </a:xfrm>
          <a:custGeom>
            <a:rect b="b" l="l" r="r" t="t"/>
            <a:pathLst>
              <a:path extrusionOk="0" h="3975" w="3971">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6" name="Google Shape;2226;p50"/>
          <p:cNvSpPr/>
          <p:nvPr/>
        </p:nvSpPr>
        <p:spPr>
          <a:xfrm flipH="1">
            <a:off x="1614964" y="3855445"/>
            <a:ext cx="243518" cy="243435"/>
          </a:xfrm>
          <a:custGeom>
            <a:rect b="b" l="l" r="r" t="t"/>
            <a:pathLst>
              <a:path extrusionOk="0" h="3757" w="3758">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7" name="Google Shape;2227;p50"/>
          <p:cNvSpPr/>
          <p:nvPr/>
        </p:nvSpPr>
        <p:spPr>
          <a:xfrm flipH="1">
            <a:off x="67281" y="5068213"/>
            <a:ext cx="56441" cy="60195"/>
          </a:xfrm>
          <a:custGeom>
            <a:rect b="b" l="l" r="r" t="t"/>
            <a:pathLst>
              <a:path extrusionOk="0" h="929" w="871">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8" name="Google Shape;2228;p50"/>
          <p:cNvSpPr/>
          <p:nvPr/>
        </p:nvSpPr>
        <p:spPr>
          <a:xfrm flipH="1">
            <a:off x="528981" y="4370176"/>
            <a:ext cx="56506" cy="60130"/>
          </a:xfrm>
          <a:custGeom>
            <a:rect b="b" l="l" r="r" t="t"/>
            <a:pathLst>
              <a:path extrusionOk="0" h="928" w="872">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9" name="Google Shape;2229;p50"/>
          <p:cNvSpPr/>
          <p:nvPr/>
        </p:nvSpPr>
        <p:spPr>
          <a:xfrm flipH="1">
            <a:off x="627736" y="3954127"/>
            <a:ext cx="56441" cy="56501"/>
          </a:xfrm>
          <a:custGeom>
            <a:rect b="b" l="l" r="r" t="t"/>
            <a:pathLst>
              <a:path extrusionOk="0" h="872" w="871">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0" name="Google Shape;2230;p50"/>
          <p:cNvSpPr/>
          <p:nvPr/>
        </p:nvSpPr>
        <p:spPr>
          <a:xfrm flipH="1">
            <a:off x="2277803" y="4063566"/>
            <a:ext cx="60199" cy="59871"/>
          </a:xfrm>
          <a:custGeom>
            <a:rect b="b" l="l" r="r" t="t"/>
            <a:pathLst>
              <a:path extrusionOk="0" h="924" w="929">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1" name="Google Shape;2231;p50"/>
          <p:cNvSpPr/>
          <p:nvPr/>
        </p:nvSpPr>
        <p:spPr>
          <a:xfrm>
            <a:off x="6520050" y="3186075"/>
            <a:ext cx="2623950" cy="1957425"/>
          </a:xfrm>
          <a:custGeom>
            <a:rect b="b" l="l" r="r" t="t"/>
            <a:pathLst>
              <a:path extrusionOk="0" h="78297" w="104958">
                <a:moveTo>
                  <a:pt x="104958" y="1"/>
                </a:moveTo>
                <a:cubicBezTo>
                  <a:pt x="104958" y="1"/>
                  <a:pt x="64314" y="12023"/>
                  <a:pt x="60558" y="37706"/>
                </a:cubicBezTo>
                <a:cubicBezTo>
                  <a:pt x="58414" y="52416"/>
                  <a:pt x="47851" y="54938"/>
                  <a:pt x="40487" y="54938"/>
                </a:cubicBezTo>
                <a:cubicBezTo>
                  <a:pt x="38699" y="54938"/>
                  <a:pt x="37100" y="54789"/>
                  <a:pt x="35855" y="54630"/>
                </a:cubicBezTo>
                <a:cubicBezTo>
                  <a:pt x="34728" y="54476"/>
                  <a:pt x="33609" y="54400"/>
                  <a:pt x="32504" y="54400"/>
                </a:cubicBezTo>
                <a:cubicBezTo>
                  <a:pt x="24597" y="54400"/>
                  <a:pt x="17364" y="58288"/>
                  <a:pt x="12349" y="65403"/>
                </a:cubicBezTo>
                <a:cubicBezTo>
                  <a:pt x="6638" y="73509"/>
                  <a:pt x="4623" y="75250"/>
                  <a:pt x="0" y="78297"/>
                </a:cubicBezTo>
                <a:lnTo>
                  <a:pt x="104958" y="78297"/>
                </a:lnTo>
                <a:lnTo>
                  <a:pt x="104958"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2" name="Google Shape;2232;p50"/>
          <p:cNvSpPr/>
          <p:nvPr/>
        </p:nvSpPr>
        <p:spPr>
          <a:xfrm>
            <a:off x="7792737" y="3471749"/>
            <a:ext cx="261014" cy="257301"/>
          </a:xfrm>
          <a:custGeom>
            <a:rect b="b" l="l" r="r" t="t"/>
            <a:pathLst>
              <a:path extrusionOk="0" h="3971" w="4028">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3" name="Google Shape;2233;p50"/>
          <p:cNvSpPr/>
          <p:nvPr/>
        </p:nvSpPr>
        <p:spPr>
          <a:xfrm>
            <a:off x="7923050" y="3186068"/>
            <a:ext cx="60199" cy="60130"/>
          </a:xfrm>
          <a:custGeom>
            <a:rect b="b" l="l" r="r" t="t"/>
            <a:pathLst>
              <a:path extrusionOk="0" h="928" w="929">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4" name="Google Shape;2234;p50"/>
          <p:cNvSpPr/>
          <p:nvPr/>
        </p:nvSpPr>
        <p:spPr>
          <a:xfrm>
            <a:off x="8081875" y="4120477"/>
            <a:ext cx="59875" cy="59871"/>
          </a:xfrm>
          <a:custGeom>
            <a:rect b="b" l="l" r="r" t="t"/>
            <a:pathLst>
              <a:path extrusionOk="0" h="924" w="924">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5" name="Google Shape;2235;p50"/>
          <p:cNvSpPr/>
          <p:nvPr/>
        </p:nvSpPr>
        <p:spPr>
          <a:xfrm>
            <a:off x="8321868" y="3520844"/>
            <a:ext cx="60134" cy="60130"/>
          </a:xfrm>
          <a:custGeom>
            <a:rect b="b" l="l" r="r" t="t"/>
            <a:pathLst>
              <a:path extrusionOk="0" h="928" w="928">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36" name="Google Shape;2236;p50"/>
          <p:cNvGrpSpPr/>
          <p:nvPr/>
        </p:nvGrpSpPr>
        <p:grpSpPr>
          <a:xfrm flipH="1">
            <a:off x="7339075" y="4119838"/>
            <a:ext cx="985925" cy="744150"/>
            <a:chOff x="1666700" y="5967688"/>
            <a:chExt cx="985925" cy="744150"/>
          </a:xfrm>
        </p:grpSpPr>
        <p:sp>
          <p:nvSpPr>
            <p:cNvPr id="2237" name="Google Shape;2237;p50"/>
            <p:cNvSpPr/>
            <p:nvPr/>
          </p:nvSpPr>
          <p:spPr>
            <a:xfrm>
              <a:off x="1666700" y="5967688"/>
              <a:ext cx="985925" cy="744150"/>
            </a:xfrm>
            <a:custGeom>
              <a:rect b="b" l="l" r="r" t="t"/>
              <a:pathLst>
                <a:path extrusionOk="0" h="29766" w="39437">
                  <a:moveTo>
                    <a:pt x="31419" y="0"/>
                  </a:moveTo>
                  <a:cubicBezTo>
                    <a:pt x="30988" y="0"/>
                    <a:pt x="30551" y="105"/>
                    <a:pt x="30144" y="326"/>
                  </a:cubicBezTo>
                  <a:lnTo>
                    <a:pt x="1839" y="15340"/>
                  </a:lnTo>
                  <a:cubicBezTo>
                    <a:pt x="515" y="16060"/>
                    <a:pt x="0" y="17694"/>
                    <a:pt x="720" y="19018"/>
                  </a:cubicBezTo>
                  <a:lnTo>
                    <a:pt x="5624" y="28320"/>
                  </a:lnTo>
                  <a:cubicBezTo>
                    <a:pt x="6116" y="29236"/>
                    <a:pt x="7051" y="29765"/>
                    <a:pt x="8022" y="29765"/>
                  </a:cubicBezTo>
                  <a:cubicBezTo>
                    <a:pt x="8453" y="29765"/>
                    <a:pt x="8892" y="29661"/>
                    <a:pt x="9302" y="29440"/>
                  </a:cubicBezTo>
                  <a:lnTo>
                    <a:pt x="37598" y="14523"/>
                  </a:lnTo>
                  <a:cubicBezTo>
                    <a:pt x="38930" y="13812"/>
                    <a:pt x="39437" y="12177"/>
                    <a:pt x="38726" y="10845"/>
                  </a:cubicBezTo>
                  <a:lnTo>
                    <a:pt x="33822" y="1446"/>
                  </a:lnTo>
                  <a:cubicBezTo>
                    <a:pt x="33324" y="529"/>
                    <a:pt x="32387" y="0"/>
                    <a:pt x="31419" y="0"/>
                  </a:cubicBezTo>
                  <a:close/>
                </a:path>
              </a:pathLst>
            </a:custGeom>
            <a:solidFill>
              <a:srgbClr val="F1F0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8" name="Google Shape;2238;p50"/>
            <p:cNvSpPr/>
            <p:nvPr/>
          </p:nvSpPr>
          <p:spPr>
            <a:xfrm>
              <a:off x="1758650" y="6363863"/>
              <a:ext cx="130375" cy="130375"/>
            </a:xfrm>
            <a:custGeom>
              <a:rect b="b" l="l" r="r" t="t"/>
              <a:pathLst>
                <a:path extrusionOk="0" h="5215" w="5215">
                  <a:moveTo>
                    <a:pt x="2555" y="0"/>
                  </a:moveTo>
                  <a:cubicBezTo>
                    <a:pt x="1305" y="0"/>
                    <a:pt x="194" y="901"/>
                    <a:pt x="0" y="2256"/>
                  </a:cubicBezTo>
                  <a:lnTo>
                    <a:pt x="0" y="2354"/>
                  </a:lnTo>
                  <a:lnTo>
                    <a:pt x="0" y="2460"/>
                  </a:lnTo>
                  <a:lnTo>
                    <a:pt x="0" y="2558"/>
                  </a:lnTo>
                  <a:lnTo>
                    <a:pt x="0" y="2665"/>
                  </a:lnTo>
                  <a:lnTo>
                    <a:pt x="0" y="2763"/>
                  </a:lnTo>
                  <a:cubicBezTo>
                    <a:pt x="0" y="2967"/>
                    <a:pt x="0" y="3171"/>
                    <a:pt x="107" y="3376"/>
                  </a:cubicBezTo>
                  <a:cubicBezTo>
                    <a:pt x="107" y="3482"/>
                    <a:pt x="107" y="3580"/>
                    <a:pt x="205" y="3580"/>
                  </a:cubicBezTo>
                  <a:lnTo>
                    <a:pt x="205" y="3686"/>
                  </a:lnTo>
                  <a:cubicBezTo>
                    <a:pt x="205" y="3686"/>
                    <a:pt x="205" y="3784"/>
                    <a:pt x="311" y="3784"/>
                  </a:cubicBezTo>
                  <a:lnTo>
                    <a:pt x="311" y="3891"/>
                  </a:lnTo>
                  <a:cubicBezTo>
                    <a:pt x="311" y="3989"/>
                    <a:pt x="409" y="3989"/>
                    <a:pt x="409" y="4095"/>
                  </a:cubicBezTo>
                  <a:cubicBezTo>
                    <a:pt x="409" y="4193"/>
                    <a:pt x="515" y="4193"/>
                    <a:pt x="515" y="4299"/>
                  </a:cubicBezTo>
                  <a:lnTo>
                    <a:pt x="613" y="4299"/>
                  </a:lnTo>
                  <a:cubicBezTo>
                    <a:pt x="613" y="4397"/>
                    <a:pt x="613" y="4397"/>
                    <a:pt x="720" y="4397"/>
                  </a:cubicBezTo>
                  <a:lnTo>
                    <a:pt x="720" y="4504"/>
                  </a:lnTo>
                  <a:cubicBezTo>
                    <a:pt x="818" y="4504"/>
                    <a:pt x="818" y="4602"/>
                    <a:pt x="924" y="4602"/>
                  </a:cubicBezTo>
                  <a:lnTo>
                    <a:pt x="1128" y="4806"/>
                  </a:lnTo>
                  <a:cubicBezTo>
                    <a:pt x="1226" y="4806"/>
                    <a:pt x="1226" y="4912"/>
                    <a:pt x="1333" y="4912"/>
                  </a:cubicBezTo>
                  <a:cubicBezTo>
                    <a:pt x="1431" y="4912"/>
                    <a:pt x="1537" y="5010"/>
                    <a:pt x="1537" y="5010"/>
                  </a:cubicBezTo>
                  <a:cubicBezTo>
                    <a:pt x="1635" y="5010"/>
                    <a:pt x="1741" y="5117"/>
                    <a:pt x="1741" y="5117"/>
                  </a:cubicBezTo>
                  <a:lnTo>
                    <a:pt x="2044" y="5117"/>
                  </a:lnTo>
                  <a:lnTo>
                    <a:pt x="2044" y="5215"/>
                  </a:lnTo>
                  <a:lnTo>
                    <a:pt x="2354" y="5215"/>
                  </a:lnTo>
                  <a:cubicBezTo>
                    <a:pt x="2763" y="5215"/>
                    <a:pt x="3172" y="5215"/>
                    <a:pt x="3580" y="5010"/>
                  </a:cubicBezTo>
                  <a:cubicBezTo>
                    <a:pt x="3678" y="5010"/>
                    <a:pt x="3785" y="4912"/>
                    <a:pt x="3785" y="4912"/>
                  </a:cubicBezTo>
                  <a:cubicBezTo>
                    <a:pt x="3883" y="4912"/>
                    <a:pt x="3989" y="4806"/>
                    <a:pt x="3989" y="4806"/>
                  </a:cubicBezTo>
                  <a:cubicBezTo>
                    <a:pt x="4087" y="4708"/>
                    <a:pt x="4193" y="4708"/>
                    <a:pt x="4193" y="4602"/>
                  </a:cubicBezTo>
                  <a:cubicBezTo>
                    <a:pt x="4398" y="4504"/>
                    <a:pt x="4496" y="4397"/>
                    <a:pt x="4602" y="4299"/>
                  </a:cubicBezTo>
                  <a:cubicBezTo>
                    <a:pt x="4806" y="3989"/>
                    <a:pt x="5011" y="3580"/>
                    <a:pt x="5109" y="3171"/>
                  </a:cubicBezTo>
                  <a:lnTo>
                    <a:pt x="5109" y="3073"/>
                  </a:lnTo>
                  <a:lnTo>
                    <a:pt x="5109" y="2967"/>
                  </a:lnTo>
                  <a:lnTo>
                    <a:pt x="5109" y="2869"/>
                  </a:lnTo>
                  <a:cubicBezTo>
                    <a:pt x="5215" y="2763"/>
                    <a:pt x="5215" y="2763"/>
                    <a:pt x="5215" y="2665"/>
                  </a:cubicBezTo>
                  <a:lnTo>
                    <a:pt x="5215" y="2558"/>
                  </a:lnTo>
                  <a:cubicBezTo>
                    <a:pt x="5215" y="2460"/>
                    <a:pt x="5215" y="2460"/>
                    <a:pt x="5109" y="2354"/>
                  </a:cubicBezTo>
                  <a:lnTo>
                    <a:pt x="5109" y="2256"/>
                  </a:lnTo>
                  <a:lnTo>
                    <a:pt x="5109" y="2150"/>
                  </a:lnTo>
                  <a:lnTo>
                    <a:pt x="5109" y="2052"/>
                  </a:lnTo>
                  <a:cubicBezTo>
                    <a:pt x="5109" y="1945"/>
                    <a:pt x="5109" y="1945"/>
                    <a:pt x="5011" y="1847"/>
                  </a:cubicBezTo>
                  <a:lnTo>
                    <a:pt x="5011" y="1741"/>
                  </a:lnTo>
                  <a:lnTo>
                    <a:pt x="5011" y="1643"/>
                  </a:lnTo>
                  <a:lnTo>
                    <a:pt x="4904" y="1537"/>
                  </a:lnTo>
                  <a:lnTo>
                    <a:pt x="4904" y="1439"/>
                  </a:lnTo>
                  <a:lnTo>
                    <a:pt x="4806" y="1332"/>
                  </a:lnTo>
                  <a:cubicBezTo>
                    <a:pt x="4398" y="621"/>
                    <a:pt x="3678" y="106"/>
                    <a:pt x="2763" y="8"/>
                  </a:cubicBezTo>
                  <a:cubicBezTo>
                    <a:pt x="2693" y="3"/>
                    <a:pt x="2624" y="0"/>
                    <a:pt x="2555"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9" name="Google Shape;2239;p50"/>
            <p:cNvSpPr/>
            <p:nvPr/>
          </p:nvSpPr>
          <p:spPr>
            <a:xfrm>
              <a:off x="1735750" y="6361013"/>
              <a:ext cx="148175" cy="131150"/>
            </a:xfrm>
            <a:custGeom>
              <a:rect b="b" l="l" r="r" t="t"/>
              <a:pathLst>
                <a:path extrusionOk="0" h="5246" w="5927">
                  <a:moveTo>
                    <a:pt x="2940" y="1"/>
                  </a:moveTo>
                  <a:cubicBezTo>
                    <a:pt x="2527" y="1"/>
                    <a:pt x="2111" y="105"/>
                    <a:pt x="1734" y="327"/>
                  </a:cubicBezTo>
                  <a:cubicBezTo>
                    <a:pt x="410" y="940"/>
                    <a:pt x="1" y="2574"/>
                    <a:pt x="614" y="3800"/>
                  </a:cubicBezTo>
                  <a:cubicBezTo>
                    <a:pt x="1106" y="4717"/>
                    <a:pt x="1994" y="5246"/>
                    <a:pt x="2901" y="5246"/>
                  </a:cubicBezTo>
                  <a:cubicBezTo>
                    <a:pt x="3304" y="5246"/>
                    <a:pt x="3710" y="5141"/>
                    <a:pt x="4088" y="4920"/>
                  </a:cubicBezTo>
                  <a:cubicBezTo>
                    <a:pt x="5412" y="4307"/>
                    <a:pt x="5927" y="2672"/>
                    <a:pt x="5207" y="1446"/>
                  </a:cubicBezTo>
                  <a:cubicBezTo>
                    <a:pt x="4783" y="530"/>
                    <a:pt x="3869" y="1"/>
                    <a:pt x="2940" y="1"/>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0" name="Google Shape;2240;p50"/>
            <p:cNvSpPr/>
            <p:nvPr/>
          </p:nvSpPr>
          <p:spPr>
            <a:xfrm>
              <a:off x="1766400" y="6369163"/>
              <a:ext cx="117525" cy="122175"/>
            </a:xfrm>
            <a:custGeom>
              <a:rect b="b" l="l" r="r" t="t"/>
              <a:pathLst>
                <a:path extrusionOk="0" h="4887" w="4701">
                  <a:moveTo>
                    <a:pt x="2862" y="1"/>
                  </a:moveTo>
                  <a:lnTo>
                    <a:pt x="2862" y="1"/>
                  </a:lnTo>
                  <a:cubicBezTo>
                    <a:pt x="3164" y="205"/>
                    <a:pt x="3368" y="409"/>
                    <a:pt x="3573" y="818"/>
                  </a:cubicBezTo>
                  <a:cubicBezTo>
                    <a:pt x="4186" y="2044"/>
                    <a:pt x="3679" y="3572"/>
                    <a:pt x="2453" y="4292"/>
                  </a:cubicBezTo>
                  <a:cubicBezTo>
                    <a:pt x="2044" y="4496"/>
                    <a:pt x="1636" y="4598"/>
                    <a:pt x="1227" y="4598"/>
                  </a:cubicBezTo>
                  <a:cubicBezTo>
                    <a:pt x="818" y="4598"/>
                    <a:pt x="410" y="4496"/>
                    <a:pt x="1" y="4292"/>
                  </a:cubicBezTo>
                  <a:lnTo>
                    <a:pt x="1" y="4292"/>
                  </a:lnTo>
                  <a:cubicBezTo>
                    <a:pt x="499" y="4665"/>
                    <a:pt x="1109" y="4887"/>
                    <a:pt x="1718" y="4887"/>
                  </a:cubicBezTo>
                  <a:cubicBezTo>
                    <a:pt x="2109" y="4887"/>
                    <a:pt x="2501" y="4795"/>
                    <a:pt x="2862" y="4594"/>
                  </a:cubicBezTo>
                  <a:cubicBezTo>
                    <a:pt x="4186" y="3981"/>
                    <a:pt x="4701" y="2346"/>
                    <a:pt x="3981" y="1120"/>
                  </a:cubicBezTo>
                  <a:cubicBezTo>
                    <a:pt x="3777" y="614"/>
                    <a:pt x="3368" y="205"/>
                    <a:pt x="2862" y="1"/>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1" name="Google Shape;2241;p50"/>
            <p:cNvSpPr/>
            <p:nvPr/>
          </p:nvSpPr>
          <p:spPr>
            <a:xfrm>
              <a:off x="1751075" y="6397163"/>
              <a:ext cx="119975" cy="66425"/>
            </a:xfrm>
            <a:custGeom>
              <a:rect b="b" l="l" r="r" t="t"/>
              <a:pathLst>
                <a:path extrusionOk="0" h="2657" w="4799">
                  <a:moveTo>
                    <a:pt x="4594" y="0"/>
                  </a:moveTo>
                  <a:lnTo>
                    <a:pt x="1" y="2354"/>
                  </a:lnTo>
                  <a:cubicBezTo>
                    <a:pt x="1" y="2354"/>
                    <a:pt x="1" y="2452"/>
                    <a:pt x="99" y="2452"/>
                  </a:cubicBezTo>
                  <a:cubicBezTo>
                    <a:pt x="99" y="2559"/>
                    <a:pt x="99" y="2559"/>
                    <a:pt x="205" y="2657"/>
                  </a:cubicBezTo>
                  <a:lnTo>
                    <a:pt x="4799" y="311"/>
                  </a:lnTo>
                  <a:cubicBezTo>
                    <a:pt x="4701" y="205"/>
                    <a:pt x="4701" y="107"/>
                    <a:pt x="4701" y="107"/>
                  </a:cubicBezTo>
                  <a:cubicBezTo>
                    <a:pt x="4701" y="0"/>
                    <a:pt x="4594" y="0"/>
                    <a:pt x="4594"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2" name="Google Shape;2242;p50"/>
            <p:cNvSpPr/>
            <p:nvPr/>
          </p:nvSpPr>
          <p:spPr>
            <a:xfrm>
              <a:off x="1748425" y="6392063"/>
              <a:ext cx="120175" cy="69075"/>
            </a:xfrm>
            <a:custGeom>
              <a:rect b="b" l="l" r="r" t="t"/>
              <a:pathLst>
                <a:path extrusionOk="0" h="2763" w="4807">
                  <a:moveTo>
                    <a:pt x="4602" y="0"/>
                  </a:moveTo>
                  <a:lnTo>
                    <a:pt x="1" y="2452"/>
                  </a:lnTo>
                  <a:cubicBezTo>
                    <a:pt x="107" y="2452"/>
                    <a:pt x="107" y="2558"/>
                    <a:pt x="107" y="2558"/>
                  </a:cubicBezTo>
                  <a:cubicBezTo>
                    <a:pt x="107" y="2656"/>
                    <a:pt x="205" y="2656"/>
                    <a:pt x="205" y="2763"/>
                  </a:cubicBezTo>
                  <a:lnTo>
                    <a:pt x="4807" y="311"/>
                  </a:lnTo>
                  <a:cubicBezTo>
                    <a:pt x="4807" y="311"/>
                    <a:pt x="4807" y="204"/>
                    <a:pt x="4700" y="204"/>
                  </a:cubicBezTo>
                  <a:cubicBezTo>
                    <a:pt x="4700" y="106"/>
                    <a:pt x="4700" y="106"/>
                    <a:pt x="4602" y="0"/>
                  </a:cubicBez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3" name="Google Shape;2243;p50"/>
            <p:cNvSpPr/>
            <p:nvPr/>
          </p:nvSpPr>
          <p:spPr>
            <a:xfrm>
              <a:off x="1911900" y="6282113"/>
              <a:ext cx="130375" cy="130400"/>
            </a:xfrm>
            <a:custGeom>
              <a:rect b="b" l="l" r="r" t="t"/>
              <a:pathLst>
                <a:path extrusionOk="0" h="5216" w="5215">
                  <a:moveTo>
                    <a:pt x="2654" y="1"/>
                  </a:moveTo>
                  <a:cubicBezTo>
                    <a:pt x="1412" y="1"/>
                    <a:pt x="300" y="901"/>
                    <a:pt x="107" y="2257"/>
                  </a:cubicBezTo>
                  <a:lnTo>
                    <a:pt x="107" y="2150"/>
                  </a:lnTo>
                  <a:cubicBezTo>
                    <a:pt x="0" y="2257"/>
                    <a:pt x="0" y="2355"/>
                    <a:pt x="0" y="2355"/>
                  </a:cubicBezTo>
                  <a:lnTo>
                    <a:pt x="0" y="2461"/>
                  </a:lnTo>
                  <a:lnTo>
                    <a:pt x="0" y="2559"/>
                  </a:lnTo>
                  <a:lnTo>
                    <a:pt x="0" y="2665"/>
                  </a:lnTo>
                  <a:cubicBezTo>
                    <a:pt x="0" y="2968"/>
                    <a:pt x="107" y="3172"/>
                    <a:pt x="107" y="3376"/>
                  </a:cubicBezTo>
                  <a:cubicBezTo>
                    <a:pt x="205" y="3483"/>
                    <a:pt x="205" y="3581"/>
                    <a:pt x="205" y="3581"/>
                  </a:cubicBezTo>
                  <a:lnTo>
                    <a:pt x="205" y="3687"/>
                  </a:lnTo>
                  <a:cubicBezTo>
                    <a:pt x="311" y="3687"/>
                    <a:pt x="311" y="3785"/>
                    <a:pt x="311" y="3785"/>
                  </a:cubicBezTo>
                  <a:lnTo>
                    <a:pt x="311" y="3891"/>
                  </a:lnTo>
                  <a:lnTo>
                    <a:pt x="515" y="4096"/>
                  </a:lnTo>
                  <a:cubicBezTo>
                    <a:pt x="515" y="4194"/>
                    <a:pt x="515" y="4194"/>
                    <a:pt x="613" y="4300"/>
                  </a:cubicBezTo>
                  <a:lnTo>
                    <a:pt x="720" y="4398"/>
                  </a:lnTo>
                  <a:cubicBezTo>
                    <a:pt x="818" y="4398"/>
                    <a:pt x="818" y="4504"/>
                    <a:pt x="818" y="4504"/>
                  </a:cubicBezTo>
                  <a:cubicBezTo>
                    <a:pt x="818" y="4504"/>
                    <a:pt x="924" y="4602"/>
                    <a:pt x="1022" y="4602"/>
                  </a:cubicBezTo>
                  <a:cubicBezTo>
                    <a:pt x="1022" y="4709"/>
                    <a:pt x="1128" y="4709"/>
                    <a:pt x="1128" y="4807"/>
                  </a:cubicBezTo>
                  <a:lnTo>
                    <a:pt x="1226" y="4807"/>
                  </a:lnTo>
                  <a:lnTo>
                    <a:pt x="1333" y="4913"/>
                  </a:lnTo>
                  <a:lnTo>
                    <a:pt x="1431" y="4913"/>
                  </a:lnTo>
                  <a:cubicBezTo>
                    <a:pt x="1431" y="4913"/>
                    <a:pt x="1537" y="5011"/>
                    <a:pt x="1635" y="5011"/>
                  </a:cubicBezTo>
                  <a:cubicBezTo>
                    <a:pt x="1741" y="5011"/>
                    <a:pt x="1741" y="5117"/>
                    <a:pt x="1839" y="5117"/>
                  </a:cubicBezTo>
                  <a:lnTo>
                    <a:pt x="2044" y="5117"/>
                  </a:lnTo>
                  <a:cubicBezTo>
                    <a:pt x="2150" y="5117"/>
                    <a:pt x="2150" y="5215"/>
                    <a:pt x="2150" y="5215"/>
                  </a:cubicBezTo>
                  <a:lnTo>
                    <a:pt x="2354" y="5215"/>
                  </a:lnTo>
                  <a:cubicBezTo>
                    <a:pt x="2861" y="5215"/>
                    <a:pt x="3270" y="5215"/>
                    <a:pt x="3678" y="5011"/>
                  </a:cubicBezTo>
                  <a:cubicBezTo>
                    <a:pt x="3678" y="5011"/>
                    <a:pt x="3785" y="4913"/>
                    <a:pt x="3883" y="4913"/>
                  </a:cubicBezTo>
                  <a:cubicBezTo>
                    <a:pt x="3989" y="4913"/>
                    <a:pt x="3989" y="4807"/>
                    <a:pt x="4087" y="4807"/>
                  </a:cubicBezTo>
                  <a:lnTo>
                    <a:pt x="4291" y="4602"/>
                  </a:lnTo>
                  <a:lnTo>
                    <a:pt x="4602" y="4300"/>
                  </a:lnTo>
                  <a:cubicBezTo>
                    <a:pt x="4904" y="3989"/>
                    <a:pt x="5109" y="3581"/>
                    <a:pt x="5215" y="3172"/>
                  </a:cubicBezTo>
                  <a:lnTo>
                    <a:pt x="5215" y="3074"/>
                  </a:lnTo>
                  <a:lnTo>
                    <a:pt x="5215" y="2968"/>
                  </a:lnTo>
                  <a:lnTo>
                    <a:pt x="5215" y="2870"/>
                  </a:lnTo>
                  <a:lnTo>
                    <a:pt x="5215" y="2665"/>
                  </a:lnTo>
                  <a:lnTo>
                    <a:pt x="5215" y="2559"/>
                  </a:lnTo>
                  <a:lnTo>
                    <a:pt x="5215" y="2355"/>
                  </a:lnTo>
                  <a:lnTo>
                    <a:pt x="5215" y="2257"/>
                  </a:lnTo>
                  <a:lnTo>
                    <a:pt x="5215" y="2150"/>
                  </a:lnTo>
                  <a:lnTo>
                    <a:pt x="5215" y="2052"/>
                  </a:lnTo>
                  <a:cubicBezTo>
                    <a:pt x="5109" y="1946"/>
                    <a:pt x="5109" y="1946"/>
                    <a:pt x="5109" y="1848"/>
                  </a:cubicBezTo>
                  <a:lnTo>
                    <a:pt x="5109" y="1742"/>
                  </a:lnTo>
                  <a:lnTo>
                    <a:pt x="5011" y="1644"/>
                  </a:lnTo>
                  <a:lnTo>
                    <a:pt x="5011" y="1537"/>
                  </a:lnTo>
                  <a:cubicBezTo>
                    <a:pt x="5011" y="1537"/>
                    <a:pt x="5011" y="1439"/>
                    <a:pt x="4904" y="1439"/>
                  </a:cubicBezTo>
                  <a:lnTo>
                    <a:pt x="4904" y="1333"/>
                  </a:lnTo>
                  <a:cubicBezTo>
                    <a:pt x="4496" y="622"/>
                    <a:pt x="3785" y="107"/>
                    <a:pt x="2861" y="9"/>
                  </a:cubicBezTo>
                  <a:cubicBezTo>
                    <a:pt x="2792" y="3"/>
                    <a:pt x="2723" y="1"/>
                    <a:pt x="2654" y="1"/>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4" name="Google Shape;2244;p50"/>
            <p:cNvSpPr/>
            <p:nvPr/>
          </p:nvSpPr>
          <p:spPr>
            <a:xfrm>
              <a:off x="1889000" y="6279288"/>
              <a:ext cx="148175" cy="129975"/>
            </a:xfrm>
            <a:custGeom>
              <a:rect b="b" l="l" r="r" t="t"/>
              <a:pathLst>
                <a:path extrusionOk="0" h="5199" w="5927">
                  <a:moveTo>
                    <a:pt x="3025" y="1"/>
                  </a:moveTo>
                  <a:cubicBezTo>
                    <a:pt x="2623" y="1"/>
                    <a:pt x="2217" y="105"/>
                    <a:pt x="1840" y="326"/>
                  </a:cubicBezTo>
                  <a:cubicBezTo>
                    <a:pt x="508" y="939"/>
                    <a:pt x="1" y="2574"/>
                    <a:pt x="712" y="3800"/>
                  </a:cubicBezTo>
                  <a:cubicBezTo>
                    <a:pt x="1138" y="4721"/>
                    <a:pt x="2058" y="5199"/>
                    <a:pt x="2991" y="5199"/>
                  </a:cubicBezTo>
                  <a:cubicBezTo>
                    <a:pt x="3400" y="5199"/>
                    <a:pt x="3812" y="5107"/>
                    <a:pt x="4186" y="4920"/>
                  </a:cubicBezTo>
                  <a:cubicBezTo>
                    <a:pt x="5518" y="4209"/>
                    <a:pt x="5927" y="2672"/>
                    <a:pt x="5314" y="1446"/>
                  </a:cubicBezTo>
                  <a:cubicBezTo>
                    <a:pt x="4816" y="529"/>
                    <a:pt x="3930" y="1"/>
                    <a:pt x="3025" y="1"/>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5" name="Google Shape;2245;p50"/>
            <p:cNvSpPr/>
            <p:nvPr/>
          </p:nvSpPr>
          <p:spPr>
            <a:xfrm>
              <a:off x="1922125" y="6287438"/>
              <a:ext cx="115050" cy="122175"/>
            </a:xfrm>
            <a:custGeom>
              <a:rect b="b" l="l" r="r" t="t"/>
              <a:pathLst>
                <a:path extrusionOk="0" h="4887" w="4602">
                  <a:moveTo>
                    <a:pt x="2861" y="0"/>
                  </a:moveTo>
                  <a:lnTo>
                    <a:pt x="2861" y="0"/>
                  </a:lnTo>
                  <a:cubicBezTo>
                    <a:pt x="3065" y="205"/>
                    <a:pt x="3376" y="409"/>
                    <a:pt x="3474" y="711"/>
                  </a:cubicBezTo>
                  <a:cubicBezTo>
                    <a:pt x="4193" y="2044"/>
                    <a:pt x="3678" y="3572"/>
                    <a:pt x="2354" y="4291"/>
                  </a:cubicBezTo>
                  <a:cubicBezTo>
                    <a:pt x="1994" y="4496"/>
                    <a:pt x="1586" y="4598"/>
                    <a:pt x="1177" y="4598"/>
                  </a:cubicBezTo>
                  <a:cubicBezTo>
                    <a:pt x="768" y="4598"/>
                    <a:pt x="360" y="4496"/>
                    <a:pt x="0" y="4291"/>
                  </a:cubicBezTo>
                  <a:lnTo>
                    <a:pt x="0" y="4291"/>
                  </a:lnTo>
                  <a:cubicBezTo>
                    <a:pt x="498" y="4665"/>
                    <a:pt x="1111" y="4886"/>
                    <a:pt x="1721" y="4886"/>
                  </a:cubicBezTo>
                  <a:cubicBezTo>
                    <a:pt x="2112" y="4886"/>
                    <a:pt x="2503" y="4795"/>
                    <a:pt x="2861" y="4594"/>
                  </a:cubicBezTo>
                  <a:cubicBezTo>
                    <a:pt x="4193" y="3883"/>
                    <a:pt x="4602" y="2346"/>
                    <a:pt x="3989" y="1120"/>
                  </a:cubicBezTo>
                  <a:cubicBezTo>
                    <a:pt x="3678" y="613"/>
                    <a:pt x="3269" y="205"/>
                    <a:pt x="2861"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6" name="Google Shape;2246;p50"/>
            <p:cNvSpPr/>
            <p:nvPr/>
          </p:nvSpPr>
          <p:spPr>
            <a:xfrm>
              <a:off x="1906800" y="6315438"/>
              <a:ext cx="117500" cy="66425"/>
            </a:xfrm>
            <a:custGeom>
              <a:rect b="b" l="l" r="r" t="t"/>
              <a:pathLst>
                <a:path extrusionOk="0" h="2657" w="4700">
                  <a:moveTo>
                    <a:pt x="4602" y="0"/>
                  </a:moveTo>
                  <a:lnTo>
                    <a:pt x="0" y="2354"/>
                  </a:lnTo>
                  <a:lnTo>
                    <a:pt x="0" y="2452"/>
                  </a:lnTo>
                  <a:cubicBezTo>
                    <a:pt x="106" y="2558"/>
                    <a:pt x="106" y="2558"/>
                    <a:pt x="106" y="2656"/>
                  </a:cubicBezTo>
                  <a:lnTo>
                    <a:pt x="4700" y="311"/>
                  </a:lnTo>
                  <a:cubicBezTo>
                    <a:pt x="4700" y="204"/>
                    <a:pt x="4700" y="106"/>
                    <a:pt x="4602"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7" name="Google Shape;2247;p50"/>
            <p:cNvSpPr/>
            <p:nvPr/>
          </p:nvSpPr>
          <p:spPr>
            <a:xfrm>
              <a:off x="1904325" y="6310313"/>
              <a:ext cx="119975" cy="69100"/>
            </a:xfrm>
            <a:custGeom>
              <a:rect b="b" l="l" r="r" t="t"/>
              <a:pathLst>
                <a:path extrusionOk="0" h="2764" w="4799">
                  <a:moveTo>
                    <a:pt x="4594" y="1"/>
                  </a:moveTo>
                  <a:lnTo>
                    <a:pt x="1" y="2453"/>
                  </a:lnTo>
                  <a:cubicBezTo>
                    <a:pt x="1" y="2453"/>
                    <a:pt x="1" y="2559"/>
                    <a:pt x="99" y="2559"/>
                  </a:cubicBezTo>
                  <a:cubicBezTo>
                    <a:pt x="99" y="2657"/>
                    <a:pt x="99" y="2657"/>
                    <a:pt x="205" y="2763"/>
                  </a:cubicBezTo>
                  <a:lnTo>
                    <a:pt x="4799" y="311"/>
                  </a:lnTo>
                  <a:cubicBezTo>
                    <a:pt x="4701" y="311"/>
                    <a:pt x="4701" y="205"/>
                    <a:pt x="4701" y="205"/>
                  </a:cubicBezTo>
                  <a:cubicBezTo>
                    <a:pt x="4701" y="107"/>
                    <a:pt x="4594" y="107"/>
                    <a:pt x="4594" y="1"/>
                  </a:cubicBez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8" name="Google Shape;2248;p50"/>
            <p:cNvSpPr/>
            <p:nvPr/>
          </p:nvSpPr>
          <p:spPr>
            <a:xfrm>
              <a:off x="2067800" y="6200388"/>
              <a:ext cx="130200" cy="130400"/>
            </a:xfrm>
            <a:custGeom>
              <a:rect b="b" l="l" r="r" t="t"/>
              <a:pathLst>
                <a:path extrusionOk="0" h="5216" w="5208">
                  <a:moveTo>
                    <a:pt x="2638" y="0"/>
                  </a:moveTo>
                  <a:cubicBezTo>
                    <a:pt x="1305" y="0"/>
                    <a:pt x="194" y="895"/>
                    <a:pt x="1" y="2150"/>
                  </a:cubicBezTo>
                  <a:lnTo>
                    <a:pt x="1" y="2354"/>
                  </a:lnTo>
                  <a:lnTo>
                    <a:pt x="1" y="2461"/>
                  </a:lnTo>
                  <a:lnTo>
                    <a:pt x="1" y="2559"/>
                  </a:lnTo>
                  <a:lnTo>
                    <a:pt x="1" y="2665"/>
                  </a:lnTo>
                  <a:cubicBezTo>
                    <a:pt x="1" y="2967"/>
                    <a:pt x="1" y="3172"/>
                    <a:pt x="99" y="3376"/>
                  </a:cubicBezTo>
                  <a:cubicBezTo>
                    <a:pt x="99" y="3482"/>
                    <a:pt x="205" y="3580"/>
                    <a:pt x="205" y="3580"/>
                  </a:cubicBezTo>
                  <a:lnTo>
                    <a:pt x="205" y="3687"/>
                  </a:lnTo>
                  <a:lnTo>
                    <a:pt x="303" y="3785"/>
                  </a:lnTo>
                  <a:lnTo>
                    <a:pt x="303" y="3891"/>
                  </a:lnTo>
                  <a:cubicBezTo>
                    <a:pt x="303" y="3989"/>
                    <a:pt x="409" y="3989"/>
                    <a:pt x="409" y="4095"/>
                  </a:cubicBezTo>
                  <a:lnTo>
                    <a:pt x="614" y="4300"/>
                  </a:lnTo>
                  <a:lnTo>
                    <a:pt x="712" y="4398"/>
                  </a:lnTo>
                  <a:cubicBezTo>
                    <a:pt x="712" y="4398"/>
                    <a:pt x="712" y="4504"/>
                    <a:pt x="818" y="4504"/>
                  </a:cubicBezTo>
                  <a:lnTo>
                    <a:pt x="916" y="4602"/>
                  </a:lnTo>
                  <a:lnTo>
                    <a:pt x="1120" y="4806"/>
                  </a:lnTo>
                  <a:cubicBezTo>
                    <a:pt x="1227" y="4806"/>
                    <a:pt x="1227" y="4806"/>
                    <a:pt x="1325" y="4913"/>
                  </a:cubicBezTo>
                  <a:cubicBezTo>
                    <a:pt x="1431" y="4913"/>
                    <a:pt x="1529" y="5011"/>
                    <a:pt x="1529" y="5011"/>
                  </a:cubicBezTo>
                  <a:lnTo>
                    <a:pt x="1635" y="5011"/>
                  </a:lnTo>
                  <a:cubicBezTo>
                    <a:pt x="1635" y="5011"/>
                    <a:pt x="1733" y="5117"/>
                    <a:pt x="1840" y="5117"/>
                  </a:cubicBezTo>
                  <a:lnTo>
                    <a:pt x="2044" y="5117"/>
                  </a:lnTo>
                  <a:cubicBezTo>
                    <a:pt x="2044" y="5117"/>
                    <a:pt x="2044" y="5215"/>
                    <a:pt x="2142" y="5215"/>
                  </a:cubicBezTo>
                  <a:lnTo>
                    <a:pt x="2346" y="5215"/>
                  </a:lnTo>
                  <a:cubicBezTo>
                    <a:pt x="2755" y="5215"/>
                    <a:pt x="3270" y="5215"/>
                    <a:pt x="3572" y="5011"/>
                  </a:cubicBezTo>
                  <a:cubicBezTo>
                    <a:pt x="3679" y="5011"/>
                    <a:pt x="3777" y="4913"/>
                    <a:pt x="3883" y="4913"/>
                  </a:cubicBezTo>
                  <a:cubicBezTo>
                    <a:pt x="3883" y="4913"/>
                    <a:pt x="3981" y="4806"/>
                    <a:pt x="4087" y="4806"/>
                  </a:cubicBezTo>
                  <a:cubicBezTo>
                    <a:pt x="4087" y="4708"/>
                    <a:pt x="4185" y="4708"/>
                    <a:pt x="4292" y="4602"/>
                  </a:cubicBezTo>
                  <a:lnTo>
                    <a:pt x="4594" y="4300"/>
                  </a:lnTo>
                  <a:cubicBezTo>
                    <a:pt x="4798" y="3989"/>
                    <a:pt x="5003" y="3580"/>
                    <a:pt x="5109" y="3172"/>
                  </a:cubicBezTo>
                  <a:lnTo>
                    <a:pt x="5109" y="3074"/>
                  </a:lnTo>
                  <a:cubicBezTo>
                    <a:pt x="5109" y="2967"/>
                    <a:pt x="5207" y="2967"/>
                    <a:pt x="5207" y="2967"/>
                  </a:cubicBezTo>
                  <a:lnTo>
                    <a:pt x="5207" y="2869"/>
                  </a:lnTo>
                  <a:lnTo>
                    <a:pt x="5207" y="2665"/>
                  </a:lnTo>
                  <a:lnTo>
                    <a:pt x="5207" y="2559"/>
                  </a:lnTo>
                  <a:lnTo>
                    <a:pt x="5207" y="2354"/>
                  </a:lnTo>
                  <a:lnTo>
                    <a:pt x="5207" y="2256"/>
                  </a:lnTo>
                  <a:lnTo>
                    <a:pt x="5109" y="2150"/>
                  </a:lnTo>
                  <a:lnTo>
                    <a:pt x="5109" y="2052"/>
                  </a:lnTo>
                  <a:lnTo>
                    <a:pt x="5109" y="1848"/>
                  </a:lnTo>
                  <a:lnTo>
                    <a:pt x="5003" y="1741"/>
                  </a:lnTo>
                  <a:lnTo>
                    <a:pt x="5003" y="1643"/>
                  </a:lnTo>
                  <a:lnTo>
                    <a:pt x="5003" y="1537"/>
                  </a:lnTo>
                  <a:cubicBezTo>
                    <a:pt x="4905" y="1537"/>
                    <a:pt x="4905" y="1439"/>
                    <a:pt x="4905" y="1439"/>
                  </a:cubicBezTo>
                  <a:cubicBezTo>
                    <a:pt x="4905" y="1439"/>
                    <a:pt x="4905" y="1333"/>
                    <a:pt x="4798" y="1333"/>
                  </a:cubicBezTo>
                  <a:cubicBezTo>
                    <a:pt x="4390" y="622"/>
                    <a:pt x="3679" y="107"/>
                    <a:pt x="2861" y="9"/>
                  </a:cubicBezTo>
                  <a:cubicBezTo>
                    <a:pt x="2786" y="3"/>
                    <a:pt x="2712" y="0"/>
                    <a:pt x="2638"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9" name="Google Shape;2249;p50"/>
            <p:cNvSpPr/>
            <p:nvPr/>
          </p:nvSpPr>
          <p:spPr>
            <a:xfrm>
              <a:off x="2044725" y="6197563"/>
              <a:ext cx="148150" cy="129975"/>
            </a:xfrm>
            <a:custGeom>
              <a:rect b="b" l="l" r="r" t="t"/>
              <a:pathLst>
                <a:path extrusionOk="0" h="5199" w="5926">
                  <a:moveTo>
                    <a:pt x="2993" y="0"/>
                  </a:moveTo>
                  <a:cubicBezTo>
                    <a:pt x="2576" y="0"/>
                    <a:pt x="2148" y="105"/>
                    <a:pt x="1741" y="326"/>
                  </a:cubicBezTo>
                  <a:cubicBezTo>
                    <a:pt x="515" y="939"/>
                    <a:pt x="0" y="2574"/>
                    <a:pt x="613" y="3800"/>
                  </a:cubicBezTo>
                  <a:cubicBezTo>
                    <a:pt x="1113" y="4720"/>
                    <a:pt x="2004" y="5198"/>
                    <a:pt x="2948" y="5198"/>
                  </a:cubicBezTo>
                  <a:cubicBezTo>
                    <a:pt x="3363" y="5198"/>
                    <a:pt x="3787" y="5106"/>
                    <a:pt x="4193" y="4919"/>
                  </a:cubicBezTo>
                  <a:cubicBezTo>
                    <a:pt x="5419" y="4208"/>
                    <a:pt x="5926" y="2672"/>
                    <a:pt x="5313" y="1446"/>
                  </a:cubicBezTo>
                  <a:cubicBezTo>
                    <a:pt x="4821" y="529"/>
                    <a:pt x="3933" y="0"/>
                    <a:pt x="2993" y="0"/>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0" name="Google Shape;2250;p50"/>
            <p:cNvSpPr/>
            <p:nvPr/>
          </p:nvSpPr>
          <p:spPr>
            <a:xfrm>
              <a:off x="2078025" y="6205713"/>
              <a:ext cx="114850" cy="122175"/>
            </a:xfrm>
            <a:custGeom>
              <a:rect b="b" l="l" r="r" t="t"/>
              <a:pathLst>
                <a:path extrusionOk="0" h="4887" w="4594">
                  <a:moveTo>
                    <a:pt x="2755" y="0"/>
                  </a:moveTo>
                  <a:lnTo>
                    <a:pt x="2755" y="0"/>
                  </a:lnTo>
                  <a:cubicBezTo>
                    <a:pt x="3065" y="204"/>
                    <a:pt x="3270" y="409"/>
                    <a:pt x="3474" y="711"/>
                  </a:cubicBezTo>
                  <a:cubicBezTo>
                    <a:pt x="4087" y="2043"/>
                    <a:pt x="3572" y="3572"/>
                    <a:pt x="2346" y="4291"/>
                  </a:cubicBezTo>
                  <a:cubicBezTo>
                    <a:pt x="1937" y="4495"/>
                    <a:pt x="1529" y="4598"/>
                    <a:pt x="1133" y="4598"/>
                  </a:cubicBezTo>
                  <a:cubicBezTo>
                    <a:pt x="738" y="4598"/>
                    <a:pt x="356" y="4495"/>
                    <a:pt x="0" y="4291"/>
                  </a:cubicBezTo>
                  <a:lnTo>
                    <a:pt x="0" y="4291"/>
                  </a:lnTo>
                  <a:cubicBezTo>
                    <a:pt x="433" y="4664"/>
                    <a:pt x="1021" y="4886"/>
                    <a:pt x="1645" y="4886"/>
                  </a:cubicBezTo>
                  <a:cubicBezTo>
                    <a:pt x="2046" y="4886"/>
                    <a:pt x="2462" y="4795"/>
                    <a:pt x="2861" y="4593"/>
                  </a:cubicBezTo>
                  <a:cubicBezTo>
                    <a:pt x="4087" y="3882"/>
                    <a:pt x="4594" y="2346"/>
                    <a:pt x="3981" y="1120"/>
                  </a:cubicBezTo>
                  <a:cubicBezTo>
                    <a:pt x="3678" y="613"/>
                    <a:pt x="3270" y="204"/>
                    <a:pt x="2755"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1" name="Google Shape;2251;p50"/>
            <p:cNvSpPr/>
            <p:nvPr/>
          </p:nvSpPr>
          <p:spPr>
            <a:xfrm>
              <a:off x="2060050" y="6233688"/>
              <a:ext cx="120175" cy="66450"/>
            </a:xfrm>
            <a:custGeom>
              <a:rect b="b" l="l" r="r" t="t"/>
              <a:pathLst>
                <a:path extrusionOk="0" h="2658" w="4807">
                  <a:moveTo>
                    <a:pt x="4602" y="1"/>
                  </a:moveTo>
                  <a:lnTo>
                    <a:pt x="0" y="2355"/>
                  </a:lnTo>
                  <a:cubicBezTo>
                    <a:pt x="106" y="2355"/>
                    <a:pt x="106" y="2453"/>
                    <a:pt x="106" y="2453"/>
                  </a:cubicBezTo>
                  <a:cubicBezTo>
                    <a:pt x="106" y="2559"/>
                    <a:pt x="204" y="2559"/>
                    <a:pt x="204" y="2657"/>
                  </a:cubicBezTo>
                  <a:lnTo>
                    <a:pt x="4806" y="311"/>
                  </a:lnTo>
                  <a:cubicBezTo>
                    <a:pt x="4806" y="205"/>
                    <a:pt x="4700" y="107"/>
                    <a:pt x="4700" y="1"/>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2" name="Google Shape;2252;p50"/>
            <p:cNvSpPr/>
            <p:nvPr/>
          </p:nvSpPr>
          <p:spPr>
            <a:xfrm>
              <a:off x="2060050" y="6228588"/>
              <a:ext cx="117500" cy="69100"/>
            </a:xfrm>
            <a:custGeom>
              <a:rect b="b" l="l" r="r" t="t"/>
              <a:pathLst>
                <a:path extrusionOk="0" h="2764" w="4700">
                  <a:moveTo>
                    <a:pt x="4602" y="0"/>
                  </a:moveTo>
                  <a:lnTo>
                    <a:pt x="0" y="2452"/>
                  </a:lnTo>
                  <a:lnTo>
                    <a:pt x="0" y="2559"/>
                  </a:lnTo>
                  <a:cubicBezTo>
                    <a:pt x="106" y="2657"/>
                    <a:pt x="106" y="2657"/>
                    <a:pt x="106" y="2763"/>
                  </a:cubicBezTo>
                  <a:lnTo>
                    <a:pt x="4700" y="311"/>
                  </a:lnTo>
                  <a:lnTo>
                    <a:pt x="4700" y="205"/>
                  </a:lnTo>
                  <a:cubicBezTo>
                    <a:pt x="4602" y="107"/>
                    <a:pt x="4602" y="107"/>
                    <a:pt x="4602" y="0"/>
                  </a:cubicBez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3" name="Google Shape;2253;p50"/>
            <p:cNvSpPr/>
            <p:nvPr/>
          </p:nvSpPr>
          <p:spPr>
            <a:xfrm>
              <a:off x="2221050" y="6118663"/>
              <a:ext cx="130200" cy="130375"/>
            </a:xfrm>
            <a:custGeom>
              <a:rect b="b" l="l" r="r" t="t"/>
              <a:pathLst>
                <a:path extrusionOk="0" h="5215" w="5208">
                  <a:moveTo>
                    <a:pt x="2653" y="0"/>
                  </a:moveTo>
                  <a:cubicBezTo>
                    <a:pt x="1403" y="0"/>
                    <a:pt x="292" y="895"/>
                    <a:pt x="99" y="2150"/>
                  </a:cubicBezTo>
                  <a:lnTo>
                    <a:pt x="99" y="2354"/>
                  </a:lnTo>
                  <a:lnTo>
                    <a:pt x="99" y="2460"/>
                  </a:lnTo>
                  <a:lnTo>
                    <a:pt x="1" y="2460"/>
                  </a:lnTo>
                  <a:lnTo>
                    <a:pt x="1" y="2558"/>
                  </a:lnTo>
                  <a:lnTo>
                    <a:pt x="1" y="2665"/>
                  </a:lnTo>
                  <a:cubicBezTo>
                    <a:pt x="99" y="2967"/>
                    <a:pt x="99" y="3171"/>
                    <a:pt x="205" y="3376"/>
                  </a:cubicBezTo>
                  <a:lnTo>
                    <a:pt x="205" y="3580"/>
                  </a:lnTo>
                  <a:lnTo>
                    <a:pt x="303" y="3686"/>
                  </a:lnTo>
                  <a:lnTo>
                    <a:pt x="303" y="3784"/>
                  </a:lnTo>
                  <a:lnTo>
                    <a:pt x="409" y="3891"/>
                  </a:lnTo>
                  <a:cubicBezTo>
                    <a:pt x="409" y="3989"/>
                    <a:pt x="409" y="3989"/>
                    <a:pt x="507" y="4095"/>
                  </a:cubicBezTo>
                  <a:lnTo>
                    <a:pt x="614" y="4193"/>
                  </a:lnTo>
                  <a:cubicBezTo>
                    <a:pt x="614" y="4299"/>
                    <a:pt x="614" y="4299"/>
                    <a:pt x="712" y="4299"/>
                  </a:cubicBezTo>
                  <a:cubicBezTo>
                    <a:pt x="712" y="4299"/>
                    <a:pt x="712" y="4397"/>
                    <a:pt x="818" y="4397"/>
                  </a:cubicBezTo>
                  <a:lnTo>
                    <a:pt x="818" y="4504"/>
                  </a:lnTo>
                  <a:cubicBezTo>
                    <a:pt x="916" y="4504"/>
                    <a:pt x="916" y="4602"/>
                    <a:pt x="1022" y="4602"/>
                  </a:cubicBezTo>
                  <a:cubicBezTo>
                    <a:pt x="1022" y="4708"/>
                    <a:pt x="1120" y="4708"/>
                    <a:pt x="1227" y="4708"/>
                  </a:cubicBezTo>
                  <a:lnTo>
                    <a:pt x="1227" y="4806"/>
                  </a:lnTo>
                  <a:cubicBezTo>
                    <a:pt x="1325" y="4806"/>
                    <a:pt x="1325" y="4806"/>
                    <a:pt x="1325" y="4912"/>
                  </a:cubicBezTo>
                  <a:lnTo>
                    <a:pt x="1431" y="4912"/>
                  </a:lnTo>
                  <a:cubicBezTo>
                    <a:pt x="1529" y="4912"/>
                    <a:pt x="1529" y="5010"/>
                    <a:pt x="1635" y="5010"/>
                  </a:cubicBezTo>
                  <a:cubicBezTo>
                    <a:pt x="1733" y="5010"/>
                    <a:pt x="1840" y="5117"/>
                    <a:pt x="1840" y="5117"/>
                  </a:cubicBezTo>
                  <a:lnTo>
                    <a:pt x="2142" y="5117"/>
                  </a:lnTo>
                  <a:lnTo>
                    <a:pt x="2142" y="5215"/>
                  </a:lnTo>
                  <a:lnTo>
                    <a:pt x="2453" y="5215"/>
                  </a:lnTo>
                  <a:cubicBezTo>
                    <a:pt x="2861" y="5215"/>
                    <a:pt x="3270" y="5215"/>
                    <a:pt x="3679" y="5010"/>
                  </a:cubicBezTo>
                  <a:cubicBezTo>
                    <a:pt x="3777" y="5010"/>
                    <a:pt x="3777" y="4912"/>
                    <a:pt x="3883" y="4912"/>
                  </a:cubicBezTo>
                  <a:cubicBezTo>
                    <a:pt x="3981" y="4806"/>
                    <a:pt x="4087" y="4806"/>
                    <a:pt x="4087" y="4806"/>
                  </a:cubicBezTo>
                  <a:cubicBezTo>
                    <a:pt x="4186" y="4708"/>
                    <a:pt x="4292" y="4708"/>
                    <a:pt x="4292" y="4602"/>
                  </a:cubicBezTo>
                  <a:cubicBezTo>
                    <a:pt x="4390" y="4504"/>
                    <a:pt x="4594" y="4397"/>
                    <a:pt x="4700" y="4299"/>
                  </a:cubicBezTo>
                  <a:cubicBezTo>
                    <a:pt x="4905" y="3989"/>
                    <a:pt x="5109" y="3580"/>
                    <a:pt x="5207" y="3171"/>
                  </a:cubicBezTo>
                  <a:lnTo>
                    <a:pt x="5207" y="3073"/>
                  </a:lnTo>
                  <a:lnTo>
                    <a:pt x="5207" y="2967"/>
                  </a:lnTo>
                  <a:lnTo>
                    <a:pt x="5207" y="2869"/>
                  </a:lnTo>
                  <a:lnTo>
                    <a:pt x="5207" y="2665"/>
                  </a:lnTo>
                  <a:lnTo>
                    <a:pt x="5207" y="2558"/>
                  </a:lnTo>
                  <a:lnTo>
                    <a:pt x="5207" y="2354"/>
                  </a:lnTo>
                  <a:lnTo>
                    <a:pt x="5207" y="2256"/>
                  </a:lnTo>
                  <a:lnTo>
                    <a:pt x="5207" y="2150"/>
                  </a:lnTo>
                  <a:lnTo>
                    <a:pt x="5207" y="2052"/>
                  </a:lnTo>
                  <a:cubicBezTo>
                    <a:pt x="5207" y="1945"/>
                    <a:pt x="5109" y="1945"/>
                    <a:pt x="5109" y="1847"/>
                  </a:cubicBezTo>
                  <a:lnTo>
                    <a:pt x="5109" y="1741"/>
                  </a:lnTo>
                  <a:lnTo>
                    <a:pt x="5109" y="1643"/>
                  </a:lnTo>
                  <a:cubicBezTo>
                    <a:pt x="5003" y="1643"/>
                    <a:pt x="5003" y="1537"/>
                    <a:pt x="5003" y="1537"/>
                  </a:cubicBezTo>
                  <a:lnTo>
                    <a:pt x="5003" y="1439"/>
                  </a:lnTo>
                  <a:cubicBezTo>
                    <a:pt x="4905" y="1439"/>
                    <a:pt x="4905" y="1332"/>
                    <a:pt x="4905" y="1332"/>
                  </a:cubicBezTo>
                  <a:cubicBezTo>
                    <a:pt x="4496" y="621"/>
                    <a:pt x="3777" y="106"/>
                    <a:pt x="2861" y="8"/>
                  </a:cubicBezTo>
                  <a:cubicBezTo>
                    <a:pt x="2792" y="3"/>
                    <a:pt x="2722" y="0"/>
                    <a:pt x="2653"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4" name="Google Shape;2254;p50"/>
            <p:cNvSpPr/>
            <p:nvPr/>
          </p:nvSpPr>
          <p:spPr>
            <a:xfrm>
              <a:off x="2197975" y="6115813"/>
              <a:ext cx="150825" cy="129975"/>
            </a:xfrm>
            <a:custGeom>
              <a:rect b="b" l="l" r="r" t="t"/>
              <a:pathLst>
                <a:path extrusionOk="0" h="5199" w="6033">
                  <a:moveTo>
                    <a:pt x="3045" y="1"/>
                  </a:moveTo>
                  <a:cubicBezTo>
                    <a:pt x="2632" y="1"/>
                    <a:pt x="2216" y="105"/>
                    <a:pt x="1839" y="327"/>
                  </a:cubicBezTo>
                  <a:cubicBezTo>
                    <a:pt x="515" y="940"/>
                    <a:pt x="0" y="2574"/>
                    <a:pt x="719" y="3800"/>
                  </a:cubicBezTo>
                  <a:cubicBezTo>
                    <a:pt x="1146" y="4721"/>
                    <a:pt x="2065" y="5199"/>
                    <a:pt x="2998" y="5199"/>
                  </a:cubicBezTo>
                  <a:cubicBezTo>
                    <a:pt x="3408" y="5199"/>
                    <a:pt x="3819" y="5107"/>
                    <a:pt x="4193" y="4920"/>
                  </a:cubicBezTo>
                  <a:cubicBezTo>
                    <a:pt x="5517" y="4209"/>
                    <a:pt x="6032" y="2672"/>
                    <a:pt x="5313" y="1446"/>
                  </a:cubicBezTo>
                  <a:cubicBezTo>
                    <a:pt x="4888" y="530"/>
                    <a:pt x="3974" y="1"/>
                    <a:pt x="3045" y="1"/>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5" name="Google Shape;2255;p50"/>
            <p:cNvSpPr/>
            <p:nvPr/>
          </p:nvSpPr>
          <p:spPr>
            <a:xfrm>
              <a:off x="2231275" y="6123963"/>
              <a:ext cx="117525" cy="122175"/>
            </a:xfrm>
            <a:custGeom>
              <a:rect b="b" l="l" r="r" t="t"/>
              <a:pathLst>
                <a:path extrusionOk="0" h="4887" w="4701">
                  <a:moveTo>
                    <a:pt x="2861" y="1"/>
                  </a:moveTo>
                  <a:lnTo>
                    <a:pt x="2861" y="1"/>
                  </a:lnTo>
                  <a:cubicBezTo>
                    <a:pt x="3163" y="205"/>
                    <a:pt x="3368" y="409"/>
                    <a:pt x="3474" y="712"/>
                  </a:cubicBezTo>
                  <a:cubicBezTo>
                    <a:pt x="4185" y="2044"/>
                    <a:pt x="3678" y="3572"/>
                    <a:pt x="2452" y="4292"/>
                  </a:cubicBezTo>
                  <a:cubicBezTo>
                    <a:pt x="2044" y="4496"/>
                    <a:pt x="1609" y="4598"/>
                    <a:pt x="1187" y="4598"/>
                  </a:cubicBezTo>
                  <a:cubicBezTo>
                    <a:pt x="765" y="4598"/>
                    <a:pt x="356" y="4496"/>
                    <a:pt x="0" y="4292"/>
                  </a:cubicBezTo>
                  <a:lnTo>
                    <a:pt x="0" y="4292"/>
                  </a:lnTo>
                  <a:cubicBezTo>
                    <a:pt x="498" y="4665"/>
                    <a:pt x="1108" y="4887"/>
                    <a:pt x="1718" y="4887"/>
                  </a:cubicBezTo>
                  <a:cubicBezTo>
                    <a:pt x="2109" y="4887"/>
                    <a:pt x="2500" y="4795"/>
                    <a:pt x="2861" y="4594"/>
                  </a:cubicBezTo>
                  <a:cubicBezTo>
                    <a:pt x="4185" y="3883"/>
                    <a:pt x="4700" y="2346"/>
                    <a:pt x="3981" y="1120"/>
                  </a:cubicBezTo>
                  <a:cubicBezTo>
                    <a:pt x="3777" y="614"/>
                    <a:pt x="3368" y="205"/>
                    <a:pt x="2861" y="1"/>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6" name="Google Shape;2256;p50"/>
            <p:cNvSpPr/>
            <p:nvPr/>
          </p:nvSpPr>
          <p:spPr>
            <a:xfrm>
              <a:off x="2215950" y="6151963"/>
              <a:ext cx="117525" cy="66425"/>
            </a:xfrm>
            <a:custGeom>
              <a:rect b="b" l="l" r="r" t="t"/>
              <a:pathLst>
                <a:path extrusionOk="0" h="2657" w="4701">
                  <a:moveTo>
                    <a:pt x="4594" y="0"/>
                  </a:moveTo>
                  <a:lnTo>
                    <a:pt x="0" y="2354"/>
                  </a:lnTo>
                  <a:lnTo>
                    <a:pt x="0" y="2452"/>
                  </a:lnTo>
                  <a:lnTo>
                    <a:pt x="205" y="2657"/>
                  </a:lnTo>
                  <a:lnTo>
                    <a:pt x="4700" y="311"/>
                  </a:lnTo>
                  <a:lnTo>
                    <a:pt x="4700" y="0"/>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7" name="Google Shape;2257;p50"/>
            <p:cNvSpPr/>
            <p:nvPr/>
          </p:nvSpPr>
          <p:spPr>
            <a:xfrm>
              <a:off x="2213300" y="6146863"/>
              <a:ext cx="120175" cy="69075"/>
            </a:xfrm>
            <a:custGeom>
              <a:rect b="b" l="l" r="r" t="t"/>
              <a:pathLst>
                <a:path extrusionOk="0" h="2763" w="4807">
                  <a:moveTo>
                    <a:pt x="4602" y="0"/>
                  </a:moveTo>
                  <a:lnTo>
                    <a:pt x="0" y="2452"/>
                  </a:lnTo>
                  <a:lnTo>
                    <a:pt x="106" y="2558"/>
                  </a:lnTo>
                  <a:cubicBezTo>
                    <a:pt x="106" y="2656"/>
                    <a:pt x="106" y="2656"/>
                    <a:pt x="204" y="2763"/>
                  </a:cubicBezTo>
                  <a:lnTo>
                    <a:pt x="4806" y="311"/>
                  </a:lnTo>
                  <a:lnTo>
                    <a:pt x="4700" y="204"/>
                  </a:lnTo>
                  <a:cubicBezTo>
                    <a:pt x="4700" y="106"/>
                    <a:pt x="4700" y="106"/>
                    <a:pt x="4602" y="0"/>
                  </a:cubicBez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8" name="Google Shape;2258;p50"/>
            <p:cNvSpPr/>
            <p:nvPr/>
          </p:nvSpPr>
          <p:spPr>
            <a:xfrm>
              <a:off x="2376750" y="6036913"/>
              <a:ext cx="130400" cy="130400"/>
            </a:xfrm>
            <a:custGeom>
              <a:rect b="b" l="l" r="r" t="t"/>
              <a:pathLst>
                <a:path extrusionOk="0" h="5216" w="5216">
                  <a:moveTo>
                    <a:pt x="2654" y="1"/>
                  </a:moveTo>
                  <a:cubicBezTo>
                    <a:pt x="1411" y="1"/>
                    <a:pt x="295" y="896"/>
                    <a:pt x="1" y="2150"/>
                  </a:cubicBezTo>
                  <a:lnTo>
                    <a:pt x="1" y="2355"/>
                  </a:lnTo>
                  <a:lnTo>
                    <a:pt x="1" y="2461"/>
                  </a:lnTo>
                  <a:lnTo>
                    <a:pt x="1" y="2559"/>
                  </a:lnTo>
                  <a:lnTo>
                    <a:pt x="1" y="2665"/>
                  </a:lnTo>
                  <a:cubicBezTo>
                    <a:pt x="1" y="2968"/>
                    <a:pt x="107" y="3172"/>
                    <a:pt x="107" y="3376"/>
                  </a:cubicBezTo>
                  <a:cubicBezTo>
                    <a:pt x="205" y="3483"/>
                    <a:pt x="205" y="3581"/>
                    <a:pt x="205" y="3581"/>
                  </a:cubicBezTo>
                  <a:lnTo>
                    <a:pt x="205" y="3687"/>
                  </a:lnTo>
                  <a:cubicBezTo>
                    <a:pt x="311" y="3687"/>
                    <a:pt x="311" y="3785"/>
                    <a:pt x="311" y="3785"/>
                  </a:cubicBezTo>
                  <a:lnTo>
                    <a:pt x="311" y="3891"/>
                  </a:lnTo>
                  <a:cubicBezTo>
                    <a:pt x="410" y="3891"/>
                    <a:pt x="410" y="3989"/>
                    <a:pt x="410" y="4096"/>
                  </a:cubicBezTo>
                  <a:lnTo>
                    <a:pt x="516" y="4096"/>
                  </a:lnTo>
                  <a:cubicBezTo>
                    <a:pt x="516" y="4096"/>
                    <a:pt x="516" y="4194"/>
                    <a:pt x="614" y="4194"/>
                  </a:cubicBezTo>
                  <a:lnTo>
                    <a:pt x="614" y="4300"/>
                  </a:lnTo>
                  <a:cubicBezTo>
                    <a:pt x="720" y="4300"/>
                    <a:pt x="720" y="4398"/>
                    <a:pt x="720" y="4398"/>
                  </a:cubicBezTo>
                  <a:lnTo>
                    <a:pt x="818" y="4504"/>
                  </a:lnTo>
                  <a:lnTo>
                    <a:pt x="924" y="4602"/>
                  </a:lnTo>
                  <a:cubicBezTo>
                    <a:pt x="1023" y="4709"/>
                    <a:pt x="1129" y="4709"/>
                    <a:pt x="1129" y="4709"/>
                  </a:cubicBezTo>
                  <a:cubicBezTo>
                    <a:pt x="1129" y="4807"/>
                    <a:pt x="1227" y="4807"/>
                    <a:pt x="1227" y="4807"/>
                  </a:cubicBezTo>
                  <a:cubicBezTo>
                    <a:pt x="1227" y="4807"/>
                    <a:pt x="1333" y="4807"/>
                    <a:pt x="1333" y="4913"/>
                  </a:cubicBezTo>
                  <a:lnTo>
                    <a:pt x="1431" y="4913"/>
                  </a:lnTo>
                  <a:cubicBezTo>
                    <a:pt x="1431" y="4913"/>
                    <a:pt x="1537" y="5011"/>
                    <a:pt x="1636" y="5011"/>
                  </a:cubicBezTo>
                  <a:cubicBezTo>
                    <a:pt x="1636" y="5011"/>
                    <a:pt x="1742" y="5117"/>
                    <a:pt x="1840" y="5117"/>
                  </a:cubicBezTo>
                  <a:lnTo>
                    <a:pt x="2150" y="5117"/>
                  </a:lnTo>
                  <a:cubicBezTo>
                    <a:pt x="2249" y="5215"/>
                    <a:pt x="2249" y="5215"/>
                    <a:pt x="2355" y="5215"/>
                  </a:cubicBezTo>
                  <a:cubicBezTo>
                    <a:pt x="2862" y="5215"/>
                    <a:pt x="3270" y="5215"/>
                    <a:pt x="3679" y="5011"/>
                  </a:cubicBezTo>
                  <a:cubicBezTo>
                    <a:pt x="3679" y="5011"/>
                    <a:pt x="3785" y="4913"/>
                    <a:pt x="3883" y="4913"/>
                  </a:cubicBezTo>
                  <a:cubicBezTo>
                    <a:pt x="3883" y="4807"/>
                    <a:pt x="3989" y="4807"/>
                    <a:pt x="4088" y="4807"/>
                  </a:cubicBezTo>
                  <a:lnTo>
                    <a:pt x="4292" y="4602"/>
                  </a:lnTo>
                  <a:lnTo>
                    <a:pt x="4602" y="4300"/>
                  </a:lnTo>
                  <a:cubicBezTo>
                    <a:pt x="4905" y="3989"/>
                    <a:pt x="5011" y="3581"/>
                    <a:pt x="5109" y="3172"/>
                  </a:cubicBezTo>
                  <a:lnTo>
                    <a:pt x="5215" y="3074"/>
                  </a:lnTo>
                  <a:lnTo>
                    <a:pt x="5215" y="2968"/>
                  </a:lnTo>
                  <a:lnTo>
                    <a:pt x="5215" y="2870"/>
                  </a:lnTo>
                  <a:lnTo>
                    <a:pt x="5215" y="2665"/>
                  </a:lnTo>
                  <a:lnTo>
                    <a:pt x="5215" y="2559"/>
                  </a:lnTo>
                  <a:lnTo>
                    <a:pt x="5215" y="2355"/>
                  </a:lnTo>
                  <a:lnTo>
                    <a:pt x="5215" y="2257"/>
                  </a:lnTo>
                  <a:lnTo>
                    <a:pt x="5215" y="2150"/>
                  </a:lnTo>
                  <a:lnTo>
                    <a:pt x="5109" y="2052"/>
                  </a:lnTo>
                  <a:lnTo>
                    <a:pt x="5109" y="1848"/>
                  </a:lnTo>
                  <a:lnTo>
                    <a:pt x="5109" y="1742"/>
                  </a:lnTo>
                  <a:cubicBezTo>
                    <a:pt x="5011" y="1742"/>
                    <a:pt x="5011" y="1644"/>
                    <a:pt x="5011" y="1644"/>
                  </a:cubicBezTo>
                  <a:lnTo>
                    <a:pt x="5011" y="1537"/>
                  </a:lnTo>
                  <a:lnTo>
                    <a:pt x="4905" y="1439"/>
                  </a:lnTo>
                  <a:lnTo>
                    <a:pt x="4905" y="1333"/>
                  </a:lnTo>
                  <a:cubicBezTo>
                    <a:pt x="4496" y="622"/>
                    <a:pt x="3679" y="107"/>
                    <a:pt x="2862" y="9"/>
                  </a:cubicBezTo>
                  <a:cubicBezTo>
                    <a:pt x="2792" y="3"/>
                    <a:pt x="2723" y="1"/>
                    <a:pt x="2654" y="1"/>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9" name="Google Shape;2259;p50"/>
            <p:cNvSpPr/>
            <p:nvPr/>
          </p:nvSpPr>
          <p:spPr>
            <a:xfrm>
              <a:off x="2353875" y="6034013"/>
              <a:ext cx="148175" cy="130050"/>
            </a:xfrm>
            <a:custGeom>
              <a:rect b="b" l="l" r="r" t="t"/>
              <a:pathLst>
                <a:path extrusionOk="0" h="5202" w="5927">
                  <a:moveTo>
                    <a:pt x="3007" y="1"/>
                  </a:moveTo>
                  <a:cubicBezTo>
                    <a:pt x="2584" y="1"/>
                    <a:pt x="2149" y="105"/>
                    <a:pt x="1733" y="329"/>
                  </a:cubicBezTo>
                  <a:cubicBezTo>
                    <a:pt x="507" y="942"/>
                    <a:pt x="0" y="2577"/>
                    <a:pt x="712" y="3803"/>
                  </a:cubicBezTo>
                  <a:cubicBezTo>
                    <a:pt x="1138" y="4723"/>
                    <a:pt x="2010" y="5202"/>
                    <a:pt x="2947" y="5202"/>
                  </a:cubicBezTo>
                  <a:cubicBezTo>
                    <a:pt x="3358" y="5202"/>
                    <a:pt x="3782" y="5110"/>
                    <a:pt x="4185" y="4923"/>
                  </a:cubicBezTo>
                  <a:cubicBezTo>
                    <a:pt x="5411" y="4212"/>
                    <a:pt x="5926" y="2675"/>
                    <a:pt x="5313" y="1351"/>
                  </a:cubicBezTo>
                  <a:cubicBezTo>
                    <a:pt x="4818" y="508"/>
                    <a:pt x="3940" y="1"/>
                    <a:pt x="3007" y="1"/>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0" name="Google Shape;2260;p50"/>
            <p:cNvSpPr/>
            <p:nvPr/>
          </p:nvSpPr>
          <p:spPr>
            <a:xfrm>
              <a:off x="2386975" y="6042238"/>
              <a:ext cx="115075" cy="122175"/>
            </a:xfrm>
            <a:custGeom>
              <a:rect b="b" l="l" r="r" t="t"/>
              <a:pathLst>
                <a:path extrusionOk="0" h="4887" w="4603">
                  <a:moveTo>
                    <a:pt x="2861" y="0"/>
                  </a:moveTo>
                  <a:cubicBezTo>
                    <a:pt x="3066" y="205"/>
                    <a:pt x="3270" y="409"/>
                    <a:pt x="3474" y="711"/>
                  </a:cubicBezTo>
                  <a:cubicBezTo>
                    <a:pt x="4193" y="2044"/>
                    <a:pt x="3679" y="3572"/>
                    <a:pt x="2354" y="4291"/>
                  </a:cubicBezTo>
                  <a:cubicBezTo>
                    <a:pt x="2021" y="4481"/>
                    <a:pt x="1646" y="4559"/>
                    <a:pt x="1268" y="4559"/>
                  </a:cubicBezTo>
                  <a:cubicBezTo>
                    <a:pt x="829" y="4559"/>
                    <a:pt x="387" y="4454"/>
                    <a:pt x="1" y="4291"/>
                  </a:cubicBezTo>
                  <a:lnTo>
                    <a:pt x="1" y="4291"/>
                  </a:lnTo>
                  <a:cubicBezTo>
                    <a:pt x="498" y="4665"/>
                    <a:pt x="1111" y="4886"/>
                    <a:pt x="1721" y="4886"/>
                  </a:cubicBezTo>
                  <a:cubicBezTo>
                    <a:pt x="2113" y="4886"/>
                    <a:pt x="2503" y="4795"/>
                    <a:pt x="2861" y="4594"/>
                  </a:cubicBezTo>
                  <a:cubicBezTo>
                    <a:pt x="4087" y="3883"/>
                    <a:pt x="4602" y="2346"/>
                    <a:pt x="3989" y="1022"/>
                  </a:cubicBezTo>
                  <a:cubicBezTo>
                    <a:pt x="3679" y="613"/>
                    <a:pt x="3270" y="205"/>
                    <a:pt x="2861"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1" name="Google Shape;2261;p50"/>
            <p:cNvSpPr/>
            <p:nvPr/>
          </p:nvSpPr>
          <p:spPr>
            <a:xfrm>
              <a:off x="2371650" y="6070238"/>
              <a:ext cx="117525" cy="66425"/>
            </a:xfrm>
            <a:custGeom>
              <a:rect b="b" l="l" r="r" t="t"/>
              <a:pathLst>
                <a:path extrusionOk="0" h="2657" w="4701">
                  <a:moveTo>
                    <a:pt x="4602" y="0"/>
                  </a:moveTo>
                  <a:lnTo>
                    <a:pt x="1" y="2354"/>
                  </a:lnTo>
                  <a:lnTo>
                    <a:pt x="1" y="2452"/>
                  </a:lnTo>
                  <a:cubicBezTo>
                    <a:pt x="1" y="2558"/>
                    <a:pt x="107" y="2558"/>
                    <a:pt x="107" y="2656"/>
                  </a:cubicBezTo>
                  <a:lnTo>
                    <a:pt x="4700" y="311"/>
                  </a:lnTo>
                  <a:cubicBezTo>
                    <a:pt x="4700" y="204"/>
                    <a:pt x="4700" y="106"/>
                    <a:pt x="4602"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2" name="Google Shape;2262;p50"/>
            <p:cNvSpPr/>
            <p:nvPr/>
          </p:nvSpPr>
          <p:spPr>
            <a:xfrm>
              <a:off x="2369200" y="6065113"/>
              <a:ext cx="117525" cy="69100"/>
            </a:xfrm>
            <a:custGeom>
              <a:rect b="b" l="l" r="r" t="t"/>
              <a:pathLst>
                <a:path extrusionOk="0" h="2764" w="4701">
                  <a:moveTo>
                    <a:pt x="4594" y="1"/>
                  </a:moveTo>
                  <a:lnTo>
                    <a:pt x="0" y="2453"/>
                  </a:lnTo>
                  <a:cubicBezTo>
                    <a:pt x="0" y="2453"/>
                    <a:pt x="0" y="2559"/>
                    <a:pt x="99" y="2559"/>
                  </a:cubicBezTo>
                  <a:lnTo>
                    <a:pt x="99" y="2763"/>
                  </a:lnTo>
                  <a:lnTo>
                    <a:pt x="4700" y="311"/>
                  </a:lnTo>
                  <a:lnTo>
                    <a:pt x="4700" y="107"/>
                  </a:lnTo>
                  <a:cubicBezTo>
                    <a:pt x="4700" y="107"/>
                    <a:pt x="4594" y="107"/>
                    <a:pt x="4594" y="1"/>
                  </a:cubicBez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3" name="Google Shape;2263;p50"/>
            <p:cNvSpPr/>
            <p:nvPr/>
          </p:nvSpPr>
          <p:spPr>
            <a:xfrm>
              <a:off x="1832825" y="6506888"/>
              <a:ext cx="130175" cy="130400"/>
            </a:xfrm>
            <a:custGeom>
              <a:rect b="b" l="l" r="r" t="t"/>
              <a:pathLst>
                <a:path extrusionOk="0" h="5216" w="5207">
                  <a:moveTo>
                    <a:pt x="2652" y="0"/>
                  </a:moveTo>
                  <a:cubicBezTo>
                    <a:pt x="1403" y="0"/>
                    <a:pt x="292" y="896"/>
                    <a:pt x="98" y="2150"/>
                  </a:cubicBezTo>
                  <a:lnTo>
                    <a:pt x="0" y="2150"/>
                  </a:lnTo>
                  <a:lnTo>
                    <a:pt x="0" y="2355"/>
                  </a:lnTo>
                  <a:lnTo>
                    <a:pt x="0" y="2461"/>
                  </a:lnTo>
                  <a:lnTo>
                    <a:pt x="0" y="2559"/>
                  </a:lnTo>
                  <a:lnTo>
                    <a:pt x="0" y="2665"/>
                  </a:lnTo>
                  <a:cubicBezTo>
                    <a:pt x="0" y="2968"/>
                    <a:pt x="98" y="3172"/>
                    <a:pt x="98" y="3376"/>
                  </a:cubicBezTo>
                  <a:cubicBezTo>
                    <a:pt x="205" y="3482"/>
                    <a:pt x="205" y="3581"/>
                    <a:pt x="205" y="3581"/>
                  </a:cubicBezTo>
                  <a:lnTo>
                    <a:pt x="205" y="3687"/>
                  </a:lnTo>
                  <a:cubicBezTo>
                    <a:pt x="303" y="3687"/>
                    <a:pt x="303" y="3785"/>
                    <a:pt x="303" y="3785"/>
                  </a:cubicBezTo>
                  <a:lnTo>
                    <a:pt x="303" y="3891"/>
                  </a:lnTo>
                  <a:lnTo>
                    <a:pt x="507" y="4095"/>
                  </a:lnTo>
                  <a:cubicBezTo>
                    <a:pt x="507" y="4095"/>
                    <a:pt x="507" y="4194"/>
                    <a:pt x="613" y="4300"/>
                  </a:cubicBezTo>
                  <a:cubicBezTo>
                    <a:pt x="711" y="4300"/>
                    <a:pt x="711" y="4398"/>
                    <a:pt x="711" y="4398"/>
                  </a:cubicBezTo>
                  <a:cubicBezTo>
                    <a:pt x="818" y="4398"/>
                    <a:pt x="818" y="4504"/>
                    <a:pt x="818" y="4504"/>
                  </a:cubicBezTo>
                  <a:lnTo>
                    <a:pt x="916" y="4602"/>
                  </a:lnTo>
                  <a:lnTo>
                    <a:pt x="1022" y="4602"/>
                  </a:lnTo>
                  <a:cubicBezTo>
                    <a:pt x="1022" y="4708"/>
                    <a:pt x="1120" y="4708"/>
                    <a:pt x="1120" y="4807"/>
                  </a:cubicBezTo>
                  <a:lnTo>
                    <a:pt x="1226" y="4807"/>
                  </a:lnTo>
                  <a:cubicBezTo>
                    <a:pt x="1226" y="4807"/>
                    <a:pt x="1324" y="4807"/>
                    <a:pt x="1324" y="4913"/>
                  </a:cubicBezTo>
                  <a:lnTo>
                    <a:pt x="1431" y="4913"/>
                  </a:lnTo>
                  <a:cubicBezTo>
                    <a:pt x="1431" y="4913"/>
                    <a:pt x="1529" y="5011"/>
                    <a:pt x="1635" y="5011"/>
                  </a:cubicBezTo>
                  <a:cubicBezTo>
                    <a:pt x="1733" y="5011"/>
                    <a:pt x="1733" y="5117"/>
                    <a:pt x="1839" y="5117"/>
                  </a:cubicBezTo>
                  <a:lnTo>
                    <a:pt x="2044" y="5117"/>
                  </a:lnTo>
                  <a:cubicBezTo>
                    <a:pt x="2044" y="5117"/>
                    <a:pt x="2142" y="5117"/>
                    <a:pt x="2142" y="5215"/>
                  </a:cubicBezTo>
                  <a:lnTo>
                    <a:pt x="2346" y="5215"/>
                  </a:lnTo>
                  <a:cubicBezTo>
                    <a:pt x="2861" y="5215"/>
                    <a:pt x="3270" y="5215"/>
                    <a:pt x="3678" y="5011"/>
                  </a:cubicBezTo>
                  <a:cubicBezTo>
                    <a:pt x="3678" y="5011"/>
                    <a:pt x="3776" y="4913"/>
                    <a:pt x="3883" y="4913"/>
                  </a:cubicBezTo>
                  <a:cubicBezTo>
                    <a:pt x="3981" y="4807"/>
                    <a:pt x="3981" y="4807"/>
                    <a:pt x="4087" y="4807"/>
                  </a:cubicBezTo>
                  <a:lnTo>
                    <a:pt x="4291" y="4602"/>
                  </a:lnTo>
                  <a:lnTo>
                    <a:pt x="4594" y="4300"/>
                  </a:lnTo>
                  <a:cubicBezTo>
                    <a:pt x="4904" y="3989"/>
                    <a:pt x="5109" y="3581"/>
                    <a:pt x="5109" y="3172"/>
                  </a:cubicBezTo>
                  <a:lnTo>
                    <a:pt x="5207" y="3172"/>
                  </a:lnTo>
                  <a:lnTo>
                    <a:pt x="5207" y="3074"/>
                  </a:lnTo>
                  <a:lnTo>
                    <a:pt x="5207" y="2968"/>
                  </a:lnTo>
                  <a:lnTo>
                    <a:pt x="5207" y="2869"/>
                  </a:lnTo>
                  <a:lnTo>
                    <a:pt x="5207" y="2665"/>
                  </a:lnTo>
                  <a:lnTo>
                    <a:pt x="5207" y="2559"/>
                  </a:lnTo>
                  <a:lnTo>
                    <a:pt x="5207" y="2355"/>
                  </a:lnTo>
                  <a:lnTo>
                    <a:pt x="5207" y="2256"/>
                  </a:lnTo>
                  <a:lnTo>
                    <a:pt x="5207" y="2150"/>
                  </a:lnTo>
                  <a:lnTo>
                    <a:pt x="5207" y="2052"/>
                  </a:lnTo>
                  <a:cubicBezTo>
                    <a:pt x="5109" y="1946"/>
                    <a:pt x="5109" y="1946"/>
                    <a:pt x="5109" y="1848"/>
                  </a:cubicBezTo>
                  <a:lnTo>
                    <a:pt x="5109" y="1742"/>
                  </a:lnTo>
                  <a:lnTo>
                    <a:pt x="5002" y="1643"/>
                  </a:lnTo>
                  <a:lnTo>
                    <a:pt x="5002" y="1537"/>
                  </a:lnTo>
                  <a:lnTo>
                    <a:pt x="4904" y="1439"/>
                  </a:lnTo>
                  <a:lnTo>
                    <a:pt x="4904" y="1333"/>
                  </a:lnTo>
                  <a:cubicBezTo>
                    <a:pt x="4496" y="622"/>
                    <a:pt x="3776" y="107"/>
                    <a:pt x="2861" y="9"/>
                  </a:cubicBezTo>
                  <a:cubicBezTo>
                    <a:pt x="2791" y="3"/>
                    <a:pt x="2722" y="0"/>
                    <a:pt x="2652"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4" name="Google Shape;2264;p50"/>
            <p:cNvSpPr/>
            <p:nvPr/>
          </p:nvSpPr>
          <p:spPr>
            <a:xfrm>
              <a:off x="1809725" y="6504063"/>
              <a:ext cx="148175" cy="129975"/>
            </a:xfrm>
            <a:custGeom>
              <a:rect b="b" l="l" r="r" t="t"/>
              <a:pathLst>
                <a:path extrusionOk="0" h="5199" w="5927">
                  <a:moveTo>
                    <a:pt x="2994" y="0"/>
                  </a:moveTo>
                  <a:cubicBezTo>
                    <a:pt x="2577" y="0"/>
                    <a:pt x="2149" y="105"/>
                    <a:pt x="1742" y="326"/>
                  </a:cubicBezTo>
                  <a:cubicBezTo>
                    <a:pt x="516" y="939"/>
                    <a:pt x="1" y="2574"/>
                    <a:pt x="720" y="3800"/>
                  </a:cubicBezTo>
                  <a:cubicBezTo>
                    <a:pt x="1146" y="4720"/>
                    <a:pt x="2066" y="5198"/>
                    <a:pt x="2999" y="5198"/>
                  </a:cubicBezTo>
                  <a:cubicBezTo>
                    <a:pt x="3408" y="5198"/>
                    <a:pt x="3820" y="5106"/>
                    <a:pt x="4194" y="4920"/>
                  </a:cubicBezTo>
                  <a:cubicBezTo>
                    <a:pt x="5518" y="4208"/>
                    <a:pt x="5926" y="2672"/>
                    <a:pt x="5313" y="1446"/>
                  </a:cubicBezTo>
                  <a:cubicBezTo>
                    <a:pt x="4821" y="529"/>
                    <a:pt x="3933" y="0"/>
                    <a:pt x="2994" y="0"/>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5" name="Google Shape;2265;p50"/>
            <p:cNvSpPr/>
            <p:nvPr/>
          </p:nvSpPr>
          <p:spPr>
            <a:xfrm>
              <a:off x="1843025" y="6512213"/>
              <a:ext cx="114875" cy="122175"/>
            </a:xfrm>
            <a:custGeom>
              <a:rect b="b" l="l" r="r" t="t"/>
              <a:pathLst>
                <a:path extrusionOk="0" h="4887" w="4595">
                  <a:moveTo>
                    <a:pt x="2862" y="0"/>
                  </a:moveTo>
                  <a:lnTo>
                    <a:pt x="2862" y="0"/>
                  </a:lnTo>
                  <a:cubicBezTo>
                    <a:pt x="3066" y="204"/>
                    <a:pt x="3270" y="409"/>
                    <a:pt x="3475" y="711"/>
                  </a:cubicBezTo>
                  <a:cubicBezTo>
                    <a:pt x="4186" y="2043"/>
                    <a:pt x="3679" y="3572"/>
                    <a:pt x="2347" y="4291"/>
                  </a:cubicBezTo>
                  <a:cubicBezTo>
                    <a:pt x="1991" y="4495"/>
                    <a:pt x="1582" y="4598"/>
                    <a:pt x="1174" y="4598"/>
                  </a:cubicBezTo>
                  <a:cubicBezTo>
                    <a:pt x="765" y="4598"/>
                    <a:pt x="356" y="4495"/>
                    <a:pt x="1" y="4291"/>
                  </a:cubicBezTo>
                  <a:lnTo>
                    <a:pt x="1" y="4291"/>
                  </a:lnTo>
                  <a:cubicBezTo>
                    <a:pt x="499" y="4664"/>
                    <a:pt x="1109" y="4886"/>
                    <a:pt x="1718" y="4886"/>
                  </a:cubicBezTo>
                  <a:cubicBezTo>
                    <a:pt x="2109" y="4886"/>
                    <a:pt x="2501" y="4795"/>
                    <a:pt x="2862" y="4594"/>
                  </a:cubicBezTo>
                  <a:cubicBezTo>
                    <a:pt x="4186" y="3882"/>
                    <a:pt x="4594" y="2346"/>
                    <a:pt x="3981" y="1120"/>
                  </a:cubicBezTo>
                  <a:cubicBezTo>
                    <a:pt x="3679" y="613"/>
                    <a:pt x="3270" y="204"/>
                    <a:pt x="2862"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6" name="Google Shape;2266;p50"/>
            <p:cNvSpPr/>
            <p:nvPr/>
          </p:nvSpPr>
          <p:spPr>
            <a:xfrm>
              <a:off x="1827700" y="6540188"/>
              <a:ext cx="117525" cy="66450"/>
            </a:xfrm>
            <a:custGeom>
              <a:rect b="b" l="l" r="r" t="t"/>
              <a:pathLst>
                <a:path extrusionOk="0" h="2658" w="4701">
                  <a:moveTo>
                    <a:pt x="4594" y="1"/>
                  </a:moveTo>
                  <a:lnTo>
                    <a:pt x="1" y="2355"/>
                  </a:lnTo>
                  <a:lnTo>
                    <a:pt x="1" y="2453"/>
                  </a:lnTo>
                  <a:cubicBezTo>
                    <a:pt x="99" y="2559"/>
                    <a:pt x="99" y="2559"/>
                    <a:pt x="99" y="2657"/>
                  </a:cubicBezTo>
                  <a:lnTo>
                    <a:pt x="4701" y="311"/>
                  </a:lnTo>
                  <a:cubicBezTo>
                    <a:pt x="4701" y="205"/>
                    <a:pt x="4701" y="107"/>
                    <a:pt x="4594" y="1"/>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7" name="Google Shape;2267;p50"/>
            <p:cNvSpPr/>
            <p:nvPr/>
          </p:nvSpPr>
          <p:spPr>
            <a:xfrm>
              <a:off x="1825050" y="6535088"/>
              <a:ext cx="120175" cy="69100"/>
            </a:xfrm>
            <a:custGeom>
              <a:rect b="b" l="l" r="r" t="t"/>
              <a:pathLst>
                <a:path extrusionOk="0" h="2764" w="4807">
                  <a:moveTo>
                    <a:pt x="4602" y="1"/>
                  </a:moveTo>
                  <a:lnTo>
                    <a:pt x="1" y="2453"/>
                  </a:lnTo>
                  <a:cubicBezTo>
                    <a:pt x="1" y="2453"/>
                    <a:pt x="1" y="2559"/>
                    <a:pt x="107" y="2559"/>
                  </a:cubicBezTo>
                  <a:lnTo>
                    <a:pt x="107" y="2763"/>
                  </a:lnTo>
                  <a:lnTo>
                    <a:pt x="4807" y="311"/>
                  </a:lnTo>
                  <a:cubicBezTo>
                    <a:pt x="4700" y="311"/>
                    <a:pt x="4700" y="205"/>
                    <a:pt x="4700" y="205"/>
                  </a:cubicBezTo>
                  <a:cubicBezTo>
                    <a:pt x="4700" y="107"/>
                    <a:pt x="4602" y="107"/>
                    <a:pt x="4602" y="1"/>
                  </a:cubicBez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8" name="Google Shape;2268;p50"/>
            <p:cNvSpPr/>
            <p:nvPr/>
          </p:nvSpPr>
          <p:spPr>
            <a:xfrm>
              <a:off x="1988525" y="6425163"/>
              <a:ext cx="130400" cy="130375"/>
            </a:xfrm>
            <a:custGeom>
              <a:rect b="b" l="l" r="r" t="t"/>
              <a:pathLst>
                <a:path extrusionOk="0" h="5215" w="5216">
                  <a:moveTo>
                    <a:pt x="2638" y="0"/>
                  </a:moveTo>
                  <a:cubicBezTo>
                    <a:pt x="1305" y="0"/>
                    <a:pt x="194" y="895"/>
                    <a:pt x="0" y="2150"/>
                  </a:cubicBezTo>
                  <a:lnTo>
                    <a:pt x="0" y="2354"/>
                  </a:lnTo>
                  <a:lnTo>
                    <a:pt x="0" y="2460"/>
                  </a:lnTo>
                  <a:lnTo>
                    <a:pt x="0" y="2558"/>
                  </a:lnTo>
                  <a:lnTo>
                    <a:pt x="0" y="2665"/>
                  </a:lnTo>
                  <a:cubicBezTo>
                    <a:pt x="0" y="2967"/>
                    <a:pt x="0" y="3171"/>
                    <a:pt x="107" y="3376"/>
                  </a:cubicBezTo>
                  <a:cubicBezTo>
                    <a:pt x="107" y="3482"/>
                    <a:pt x="107" y="3580"/>
                    <a:pt x="205" y="3580"/>
                  </a:cubicBezTo>
                  <a:lnTo>
                    <a:pt x="205" y="3686"/>
                  </a:lnTo>
                  <a:cubicBezTo>
                    <a:pt x="205" y="3686"/>
                    <a:pt x="205" y="3785"/>
                    <a:pt x="311" y="3785"/>
                  </a:cubicBezTo>
                  <a:lnTo>
                    <a:pt x="311" y="3891"/>
                  </a:lnTo>
                  <a:cubicBezTo>
                    <a:pt x="311" y="3989"/>
                    <a:pt x="409" y="3989"/>
                    <a:pt x="409" y="4095"/>
                  </a:cubicBezTo>
                  <a:cubicBezTo>
                    <a:pt x="515" y="4095"/>
                    <a:pt x="515" y="4193"/>
                    <a:pt x="515" y="4193"/>
                  </a:cubicBezTo>
                  <a:lnTo>
                    <a:pt x="613" y="4299"/>
                  </a:lnTo>
                  <a:lnTo>
                    <a:pt x="720" y="4398"/>
                  </a:lnTo>
                  <a:lnTo>
                    <a:pt x="720" y="4504"/>
                  </a:lnTo>
                  <a:cubicBezTo>
                    <a:pt x="818" y="4504"/>
                    <a:pt x="818" y="4602"/>
                    <a:pt x="924" y="4602"/>
                  </a:cubicBezTo>
                  <a:cubicBezTo>
                    <a:pt x="1022" y="4708"/>
                    <a:pt x="1022" y="4708"/>
                    <a:pt x="1128" y="4708"/>
                  </a:cubicBezTo>
                  <a:lnTo>
                    <a:pt x="1128" y="4806"/>
                  </a:lnTo>
                  <a:cubicBezTo>
                    <a:pt x="1226" y="4806"/>
                    <a:pt x="1226" y="4806"/>
                    <a:pt x="1333" y="4912"/>
                  </a:cubicBezTo>
                  <a:cubicBezTo>
                    <a:pt x="1431" y="4912"/>
                    <a:pt x="1537" y="5011"/>
                    <a:pt x="1537" y="5011"/>
                  </a:cubicBezTo>
                  <a:cubicBezTo>
                    <a:pt x="1635" y="5011"/>
                    <a:pt x="1741" y="5117"/>
                    <a:pt x="1839" y="5117"/>
                  </a:cubicBezTo>
                  <a:lnTo>
                    <a:pt x="2150" y="5117"/>
                  </a:lnTo>
                  <a:cubicBezTo>
                    <a:pt x="2150" y="5215"/>
                    <a:pt x="2248" y="5215"/>
                    <a:pt x="2354" y="5215"/>
                  </a:cubicBezTo>
                  <a:cubicBezTo>
                    <a:pt x="2763" y="5215"/>
                    <a:pt x="3172" y="5215"/>
                    <a:pt x="3580" y="5011"/>
                  </a:cubicBezTo>
                  <a:cubicBezTo>
                    <a:pt x="3678" y="5011"/>
                    <a:pt x="3785" y="4912"/>
                    <a:pt x="3785" y="4912"/>
                  </a:cubicBezTo>
                  <a:cubicBezTo>
                    <a:pt x="3883" y="4806"/>
                    <a:pt x="3989" y="4806"/>
                    <a:pt x="4087" y="4806"/>
                  </a:cubicBezTo>
                  <a:cubicBezTo>
                    <a:pt x="4087" y="4708"/>
                    <a:pt x="4193" y="4708"/>
                    <a:pt x="4193" y="4602"/>
                  </a:cubicBezTo>
                  <a:cubicBezTo>
                    <a:pt x="4398" y="4504"/>
                    <a:pt x="4496" y="4398"/>
                    <a:pt x="4602" y="4299"/>
                  </a:cubicBezTo>
                  <a:cubicBezTo>
                    <a:pt x="4806" y="3989"/>
                    <a:pt x="5011" y="3580"/>
                    <a:pt x="5109" y="3171"/>
                  </a:cubicBezTo>
                  <a:lnTo>
                    <a:pt x="5109" y="3073"/>
                  </a:lnTo>
                  <a:lnTo>
                    <a:pt x="5109" y="2967"/>
                  </a:lnTo>
                  <a:lnTo>
                    <a:pt x="5215" y="2967"/>
                  </a:lnTo>
                  <a:lnTo>
                    <a:pt x="5215" y="2869"/>
                  </a:lnTo>
                  <a:lnTo>
                    <a:pt x="5215" y="2665"/>
                  </a:lnTo>
                  <a:lnTo>
                    <a:pt x="5215" y="2558"/>
                  </a:lnTo>
                  <a:lnTo>
                    <a:pt x="5215" y="2354"/>
                  </a:lnTo>
                  <a:lnTo>
                    <a:pt x="5215" y="2256"/>
                  </a:lnTo>
                  <a:cubicBezTo>
                    <a:pt x="5109" y="2256"/>
                    <a:pt x="5109" y="2150"/>
                    <a:pt x="5109" y="2150"/>
                  </a:cubicBezTo>
                  <a:lnTo>
                    <a:pt x="5109" y="2052"/>
                  </a:lnTo>
                  <a:lnTo>
                    <a:pt x="5109" y="1847"/>
                  </a:lnTo>
                  <a:lnTo>
                    <a:pt x="5011" y="1741"/>
                  </a:lnTo>
                  <a:lnTo>
                    <a:pt x="5011" y="1643"/>
                  </a:lnTo>
                  <a:cubicBezTo>
                    <a:pt x="5011" y="1643"/>
                    <a:pt x="5011" y="1537"/>
                    <a:pt x="4904" y="1537"/>
                  </a:cubicBezTo>
                  <a:lnTo>
                    <a:pt x="4904" y="1439"/>
                  </a:lnTo>
                  <a:cubicBezTo>
                    <a:pt x="4904" y="1439"/>
                    <a:pt x="4904" y="1332"/>
                    <a:pt x="4806" y="1332"/>
                  </a:cubicBezTo>
                  <a:cubicBezTo>
                    <a:pt x="4398" y="621"/>
                    <a:pt x="3678" y="106"/>
                    <a:pt x="2861" y="8"/>
                  </a:cubicBezTo>
                  <a:cubicBezTo>
                    <a:pt x="2786" y="3"/>
                    <a:pt x="2712" y="0"/>
                    <a:pt x="2638"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9" name="Google Shape;2269;p50"/>
            <p:cNvSpPr/>
            <p:nvPr/>
          </p:nvSpPr>
          <p:spPr>
            <a:xfrm>
              <a:off x="1965625" y="6422313"/>
              <a:ext cx="148175" cy="129975"/>
            </a:xfrm>
            <a:custGeom>
              <a:rect b="b" l="l" r="r" t="t"/>
              <a:pathLst>
                <a:path extrusionOk="0" h="5199" w="5927">
                  <a:moveTo>
                    <a:pt x="2987" y="1"/>
                  </a:moveTo>
                  <a:cubicBezTo>
                    <a:pt x="2572" y="1"/>
                    <a:pt x="2144" y="105"/>
                    <a:pt x="1734" y="327"/>
                  </a:cubicBezTo>
                  <a:cubicBezTo>
                    <a:pt x="508" y="940"/>
                    <a:pt x="1" y="2574"/>
                    <a:pt x="614" y="3800"/>
                  </a:cubicBezTo>
                  <a:cubicBezTo>
                    <a:pt x="1108" y="4721"/>
                    <a:pt x="2002" y="5199"/>
                    <a:pt x="2945" y="5199"/>
                  </a:cubicBezTo>
                  <a:cubicBezTo>
                    <a:pt x="3359" y="5199"/>
                    <a:pt x="3782" y="5107"/>
                    <a:pt x="4186" y="4920"/>
                  </a:cubicBezTo>
                  <a:cubicBezTo>
                    <a:pt x="5412" y="4209"/>
                    <a:pt x="5927" y="2672"/>
                    <a:pt x="5207" y="1446"/>
                  </a:cubicBezTo>
                  <a:cubicBezTo>
                    <a:pt x="4783" y="530"/>
                    <a:pt x="3920" y="1"/>
                    <a:pt x="2987" y="1"/>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0" name="Google Shape;2270;p50"/>
            <p:cNvSpPr/>
            <p:nvPr/>
          </p:nvSpPr>
          <p:spPr>
            <a:xfrm>
              <a:off x="1998750" y="6430463"/>
              <a:ext cx="115050" cy="122175"/>
            </a:xfrm>
            <a:custGeom>
              <a:rect b="b" l="l" r="r" t="t"/>
              <a:pathLst>
                <a:path extrusionOk="0" h="4887" w="4602">
                  <a:moveTo>
                    <a:pt x="2763" y="1"/>
                  </a:moveTo>
                  <a:lnTo>
                    <a:pt x="2763" y="1"/>
                  </a:lnTo>
                  <a:cubicBezTo>
                    <a:pt x="3065" y="205"/>
                    <a:pt x="3269" y="409"/>
                    <a:pt x="3474" y="712"/>
                  </a:cubicBezTo>
                  <a:cubicBezTo>
                    <a:pt x="4087" y="2044"/>
                    <a:pt x="3580" y="3573"/>
                    <a:pt x="2354" y="4292"/>
                  </a:cubicBezTo>
                  <a:cubicBezTo>
                    <a:pt x="1945" y="4496"/>
                    <a:pt x="1537" y="4598"/>
                    <a:pt x="1140" y="4598"/>
                  </a:cubicBezTo>
                  <a:cubicBezTo>
                    <a:pt x="744" y="4598"/>
                    <a:pt x="360" y="4496"/>
                    <a:pt x="0" y="4292"/>
                  </a:cubicBezTo>
                  <a:lnTo>
                    <a:pt x="0" y="4292"/>
                  </a:lnTo>
                  <a:cubicBezTo>
                    <a:pt x="438" y="4665"/>
                    <a:pt x="1025" y="4887"/>
                    <a:pt x="1647" y="4887"/>
                  </a:cubicBezTo>
                  <a:cubicBezTo>
                    <a:pt x="2047" y="4887"/>
                    <a:pt x="2461" y="4795"/>
                    <a:pt x="2861" y="4594"/>
                  </a:cubicBezTo>
                  <a:cubicBezTo>
                    <a:pt x="4087" y="3883"/>
                    <a:pt x="4602" y="2346"/>
                    <a:pt x="3882" y="1120"/>
                  </a:cubicBezTo>
                  <a:cubicBezTo>
                    <a:pt x="3678" y="614"/>
                    <a:pt x="3269" y="205"/>
                    <a:pt x="2763" y="1"/>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1" name="Google Shape;2271;p50"/>
            <p:cNvSpPr/>
            <p:nvPr/>
          </p:nvSpPr>
          <p:spPr>
            <a:xfrm>
              <a:off x="1980950" y="6458463"/>
              <a:ext cx="119975" cy="66425"/>
            </a:xfrm>
            <a:custGeom>
              <a:rect b="b" l="l" r="r" t="t"/>
              <a:pathLst>
                <a:path extrusionOk="0" h="2657" w="4799">
                  <a:moveTo>
                    <a:pt x="4594" y="0"/>
                  </a:moveTo>
                  <a:lnTo>
                    <a:pt x="1" y="2354"/>
                  </a:lnTo>
                  <a:lnTo>
                    <a:pt x="99" y="2453"/>
                  </a:lnTo>
                  <a:cubicBezTo>
                    <a:pt x="99" y="2559"/>
                    <a:pt x="205" y="2559"/>
                    <a:pt x="205" y="2657"/>
                  </a:cubicBezTo>
                  <a:lnTo>
                    <a:pt x="4799" y="311"/>
                  </a:lnTo>
                  <a:cubicBezTo>
                    <a:pt x="4799" y="205"/>
                    <a:pt x="4701" y="107"/>
                    <a:pt x="4701"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2" name="Google Shape;2272;p50"/>
            <p:cNvSpPr/>
            <p:nvPr/>
          </p:nvSpPr>
          <p:spPr>
            <a:xfrm>
              <a:off x="1980950" y="6453363"/>
              <a:ext cx="117525" cy="69075"/>
            </a:xfrm>
            <a:custGeom>
              <a:rect b="b" l="l" r="r" t="t"/>
              <a:pathLst>
                <a:path extrusionOk="0" h="2763" w="4701">
                  <a:moveTo>
                    <a:pt x="4594" y="0"/>
                  </a:moveTo>
                  <a:lnTo>
                    <a:pt x="1" y="2452"/>
                  </a:lnTo>
                  <a:lnTo>
                    <a:pt x="1" y="2558"/>
                  </a:lnTo>
                  <a:cubicBezTo>
                    <a:pt x="99" y="2657"/>
                    <a:pt x="99" y="2657"/>
                    <a:pt x="99" y="2763"/>
                  </a:cubicBezTo>
                  <a:lnTo>
                    <a:pt x="4701" y="311"/>
                  </a:lnTo>
                  <a:cubicBezTo>
                    <a:pt x="4701" y="311"/>
                    <a:pt x="4701" y="204"/>
                    <a:pt x="4594" y="204"/>
                  </a:cubicBezTo>
                  <a:lnTo>
                    <a:pt x="4594" y="0"/>
                  </a:ln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3" name="Google Shape;2273;p50"/>
            <p:cNvSpPr/>
            <p:nvPr/>
          </p:nvSpPr>
          <p:spPr>
            <a:xfrm>
              <a:off x="2141775" y="6343413"/>
              <a:ext cx="130400" cy="130400"/>
            </a:xfrm>
            <a:custGeom>
              <a:rect b="b" l="l" r="r" t="t"/>
              <a:pathLst>
                <a:path extrusionOk="0" h="5216" w="5216">
                  <a:moveTo>
                    <a:pt x="2654" y="1"/>
                  </a:moveTo>
                  <a:cubicBezTo>
                    <a:pt x="1411" y="1"/>
                    <a:pt x="300" y="896"/>
                    <a:pt x="107" y="2150"/>
                  </a:cubicBezTo>
                  <a:lnTo>
                    <a:pt x="107" y="2355"/>
                  </a:lnTo>
                  <a:cubicBezTo>
                    <a:pt x="0" y="2355"/>
                    <a:pt x="0" y="2461"/>
                    <a:pt x="0" y="2461"/>
                  </a:cubicBezTo>
                  <a:lnTo>
                    <a:pt x="0" y="2559"/>
                  </a:lnTo>
                  <a:lnTo>
                    <a:pt x="0" y="2665"/>
                  </a:lnTo>
                  <a:cubicBezTo>
                    <a:pt x="107" y="2968"/>
                    <a:pt x="107" y="3172"/>
                    <a:pt x="205" y="3376"/>
                  </a:cubicBezTo>
                  <a:lnTo>
                    <a:pt x="205" y="3581"/>
                  </a:lnTo>
                  <a:lnTo>
                    <a:pt x="311" y="3687"/>
                  </a:lnTo>
                  <a:lnTo>
                    <a:pt x="311" y="3785"/>
                  </a:lnTo>
                  <a:lnTo>
                    <a:pt x="409" y="3891"/>
                  </a:lnTo>
                  <a:cubicBezTo>
                    <a:pt x="409" y="3891"/>
                    <a:pt x="409" y="3989"/>
                    <a:pt x="515" y="4096"/>
                  </a:cubicBezTo>
                  <a:lnTo>
                    <a:pt x="613" y="4194"/>
                  </a:lnTo>
                  <a:cubicBezTo>
                    <a:pt x="613" y="4300"/>
                    <a:pt x="613" y="4300"/>
                    <a:pt x="720" y="4300"/>
                  </a:cubicBezTo>
                  <a:cubicBezTo>
                    <a:pt x="720" y="4300"/>
                    <a:pt x="720" y="4398"/>
                    <a:pt x="818" y="4398"/>
                  </a:cubicBezTo>
                  <a:lnTo>
                    <a:pt x="818" y="4504"/>
                  </a:lnTo>
                  <a:cubicBezTo>
                    <a:pt x="924" y="4504"/>
                    <a:pt x="924" y="4602"/>
                    <a:pt x="1022" y="4602"/>
                  </a:cubicBezTo>
                  <a:cubicBezTo>
                    <a:pt x="1022" y="4709"/>
                    <a:pt x="1128" y="4709"/>
                    <a:pt x="1128" y="4709"/>
                  </a:cubicBezTo>
                  <a:lnTo>
                    <a:pt x="1226" y="4807"/>
                  </a:lnTo>
                  <a:cubicBezTo>
                    <a:pt x="1226" y="4807"/>
                    <a:pt x="1333" y="4807"/>
                    <a:pt x="1333" y="4913"/>
                  </a:cubicBezTo>
                  <a:lnTo>
                    <a:pt x="1431" y="4913"/>
                  </a:lnTo>
                  <a:cubicBezTo>
                    <a:pt x="1537" y="4913"/>
                    <a:pt x="1537" y="5011"/>
                    <a:pt x="1635" y="5011"/>
                  </a:cubicBezTo>
                  <a:cubicBezTo>
                    <a:pt x="1741" y="5011"/>
                    <a:pt x="1741" y="5011"/>
                    <a:pt x="1839" y="5117"/>
                  </a:cubicBezTo>
                  <a:lnTo>
                    <a:pt x="2150" y="5117"/>
                  </a:lnTo>
                  <a:cubicBezTo>
                    <a:pt x="2248" y="5215"/>
                    <a:pt x="2354" y="5215"/>
                    <a:pt x="2354" y="5215"/>
                  </a:cubicBezTo>
                  <a:cubicBezTo>
                    <a:pt x="2861" y="5215"/>
                    <a:pt x="3270" y="5117"/>
                    <a:pt x="3678" y="5011"/>
                  </a:cubicBezTo>
                  <a:cubicBezTo>
                    <a:pt x="3785" y="5011"/>
                    <a:pt x="3785" y="4913"/>
                    <a:pt x="3883" y="4913"/>
                  </a:cubicBezTo>
                  <a:cubicBezTo>
                    <a:pt x="3989" y="4807"/>
                    <a:pt x="3989" y="4807"/>
                    <a:pt x="4087" y="4807"/>
                  </a:cubicBezTo>
                  <a:lnTo>
                    <a:pt x="4291" y="4602"/>
                  </a:lnTo>
                  <a:cubicBezTo>
                    <a:pt x="4398" y="4504"/>
                    <a:pt x="4602" y="4398"/>
                    <a:pt x="4700" y="4300"/>
                  </a:cubicBezTo>
                  <a:cubicBezTo>
                    <a:pt x="4904" y="3989"/>
                    <a:pt x="5109" y="3581"/>
                    <a:pt x="5215" y="3172"/>
                  </a:cubicBezTo>
                  <a:lnTo>
                    <a:pt x="5215" y="3074"/>
                  </a:lnTo>
                  <a:lnTo>
                    <a:pt x="5215" y="2968"/>
                  </a:lnTo>
                  <a:lnTo>
                    <a:pt x="5215" y="2870"/>
                  </a:lnTo>
                  <a:lnTo>
                    <a:pt x="5215" y="2665"/>
                  </a:lnTo>
                  <a:lnTo>
                    <a:pt x="5215" y="2559"/>
                  </a:lnTo>
                  <a:lnTo>
                    <a:pt x="5215" y="2355"/>
                  </a:lnTo>
                  <a:lnTo>
                    <a:pt x="5215" y="2257"/>
                  </a:lnTo>
                  <a:lnTo>
                    <a:pt x="5215" y="2150"/>
                  </a:lnTo>
                  <a:lnTo>
                    <a:pt x="5215" y="2052"/>
                  </a:lnTo>
                  <a:cubicBezTo>
                    <a:pt x="5215" y="1946"/>
                    <a:pt x="5109" y="1946"/>
                    <a:pt x="5109" y="1848"/>
                  </a:cubicBezTo>
                  <a:lnTo>
                    <a:pt x="5109" y="1742"/>
                  </a:lnTo>
                  <a:cubicBezTo>
                    <a:pt x="5109" y="1742"/>
                    <a:pt x="5109" y="1644"/>
                    <a:pt x="5011" y="1644"/>
                  </a:cubicBezTo>
                  <a:lnTo>
                    <a:pt x="5011" y="1537"/>
                  </a:lnTo>
                  <a:lnTo>
                    <a:pt x="5011" y="1439"/>
                  </a:lnTo>
                  <a:cubicBezTo>
                    <a:pt x="4904" y="1439"/>
                    <a:pt x="4904" y="1333"/>
                    <a:pt x="4904" y="1333"/>
                  </a:cubicBezTo>
                  <a:cubicBezTo>
                    <a:pt x="4496" y="622"/>
                    <a:pt x="3785" y="107"/>
                    <a:pt x="2861" y="9"/>
                  </a:cubicBezTo>
                  <a:cubicBezTo>
                    <a:pt x="2792" y="3"/>
                    <a:pt x="2723" y="1"/>
                    <a:pt x="2654" y="1"/>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4" name="Google Shape;2274;p50"/>
            <p:cNvSpPr/>
            <p:nvPr/>
          </p:nvSpPr>
          <p:spPr>
            <a:xfrm>
              <a:off x="2118900" y="6340513"/>
              <a:ext cx="150600" cy="130050"/>
            </a:xfrm>
            <a:custGeom>
              <a:rect b="b" l="l" r="r" t="t"/>
              <a:pathLst>
                <a:path extrusionOk="0" h="5202" w="6024">
                  <a:moveTo>
                    <a:pt x="3063" y="1"/>
                  </a:moveTo>
                  <a:cubicBezTo>
                    <a:pt x="2644" y="1"/>
                    <a:pt x="2222" y="105"/>
                    <a:pt x="1839" y="329"/>
                  </a:cubicBezTo>
                  <a:cubicBezTo>
                    <a:pt x="507" y="942"/>
                    <a:pt x="0" y="2577"/>
                    <a:pt x="711" y="3803"/>
                  </a:cubicBezTo>
                  <a:cubicBezTo>
                    <a:pt x="1137" y="4724"/>
                    <a:pt x="2057" y="5202"/>
                    <a:pt x="2990" y="5202"/>
                  </a:cubicBezTo>
                  <a:cubicBezTo>
                    <a:pt x="3399" y="5202"/>
                    <a:pt x="3811" y="5110"/>
                    <a:pt x="4185" y="4923"/>
                  </a:cubicBezTo>
                  <a:cubicBezTo>
                    <a:pt x="5517" y="4212"/>
                    <a:pt x="6024" y="2675"/>
                    <a:pt x="5313" y="1351"/>
                  </a:cubicBezTo>
                  <a:cubicBezTo>
                    <a:pt x="4891" y="508"/>
                    <a:pt x="3986" y="1"/>
                    <a:pt x="3063" y="1"/>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5" name="Google Shape;2275;p50"/>
            <p:cNvSpPr/>
            <p:nvPr/>
          </p:nvSpPr>
          <p:spPr>
            <a:xfrm>
              <a:off x="2152000" y="6348738"/>
              <a:ext cx="117500" cy="122175"/>
            </a:xfrm>
            <a:custGeom>
              <a:rect b="b" l="l" r="r" t="t"/>
              <a:pathLst>
                <a:path extrusionOk="0" h="4887" w="4700">
                  <a:moveTo>
                    <a:pt x="2861" y="0"/>
                  </a:moveTo>
                  <a:lnTo>
                    <a:pt x="2861" y="0"/>
                  </a:lnTo>
                  <a:cubicBezTo>
                    <a:pt x="3171" y="205"/>
                    <a:pt x="3376" y="409"/>
                    <a:pt x="3474" y="711"/>
                  </a:cubicBezTo>
                  <a:cubicBezTo>
                    <a:pt x="4193" y="2044"/>
                    <a:pt x="3678" y="3572"/>
                    <a:pt x="2452" y="4291"/>
                  </a:cubicBezTo>
                  <a:cubicBezTo>
                    <a:pt x="2074" y="4481"/>
                    <a:pt x="1674" y="4560"/>
                    <a:pt x="1282" y="4560"/>
                  </a:cubicBezTo>
                  <a:cubicBezTo>
                    <a:pt x="829" y="4560"/>
                    <a:pt x="386" y="4454"/>
                    <a:pt x="0" y="4291"/>
                  </a:cubicBezTo>
                  <a:lnTo>
                    <a:pt x="0" y="4291"/>
                  </a:lnTo>
                  <a:cubicBezTo>
                    <a:pt x="498" y="4665"/>
                    <a:pt x="1111" y="4887"/>
                    <a:pt x="1721" y="4887"/>
                  </a:cubicBezTo>
                  <a:cubicBezTo>
                    <a:pt x="2113" y="4887"/>
                    <a:pt x="2503" y="4795"/>
                    <a:pt x="2861" y="4594"/>
                  </a:cubicBezTo>
                  <a:cubicBezTo>
                    <a:pt x="4193" y="3883"/>
                    <a:pt x="4700" y="2346"/>
                    <a:pt x="3989" y="1022"/>
                  </a:cubicBezTo>
                  <a:cubicBezTo>
                    <a:pt x="3784" y="613"/>
                    <a:pt x="3376" y="205"/>
                    <a:pt x="2861"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6" name="Google Shape;2276;p50"/>
            <p:cNvSpPr/>
            <p:nvPr/>
          </p:nvSpPr>
          <p:spPr>
            <a:xfrm>
              <a:off x="2136675" y="6376738"/>
              <a:ext cx="117500" cy="66425"/>
            </a:xfrm>
            <a:custGeom>
              <a:rect b="b" l="l" r="r" t="t"/>
              <a:pathLst>
                <a:path extrusionOk="0" h="2657" w="4700">
                  <a:moveTo>
                    <a:pt x="4602" y="0"/>
                  </a:moveTo>
                  <a:lnTo>
                    <a:pt x="0" y="2354"/>
                  </a:lnTo>
                  <a:lnTo>
                    <a:pt x="0" y="2452"/>
                  </a:lnTo>
                  <a:lnTo>
                    <a:pt x="204" y="2656"/>
                  </a:lnTo>
                  <a:lnTo>
                    <a:pt x="4700" y="311"/>
                  </a:lnTo>
                  <a:lnTo>
                    <a:pt x="4700" y="0"/>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7" name="Google Shape;2277;p50"/>
            <p:cNvSpPr/>
            <p:nvPr/>
          </p:nvSpPr>
          <p:spPr>
            <a:xfrm>
              <a:off x="2134225" y="6371613"/>
              <a:ext cx="119950" cy="66450"/>
            </a:xfrm>
            <a:custGeom>
              <a:rect b="b" l="l" r="r" t="t"/>
              <a:pathLst>
                <a:path extrusionOk="0" h="2658" w="4798">
                  <a:moveTo>
                    <a:pt x="4593" y="1"/>
                  </a:moveTo>
                  <a:lnTo>
                    <a:pt x="0" y="2453"/>
                  </a:lnTo>
                  <a:lnTo>
                    <a:pt x="98" y="2559"/>
                  </a:lnTo>
                  <a:cubicBezTo>
                    <a:pt x="98" y="2657"/>
                    <a:pt x="98" y="2657"/>
                    <a:pt x="204" y="2657"/>
                  </a:cubicBezTo>
                  <a:lnTo>
                    <a:pt x="4798" y="311"/>
                  </a:lnTo>
                  <a:cubicBezTo>
                    <a:pt x="4798" y="205"/>
                    <a:pt x="4700" y="205"/>
                    <a:pt x="4700" y="107"/>
                  </a:cubicBezTo>
                  <a:lnTo>
                    <a:pt x="4593" y="1"/>
                  </a:ln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8" name="Google Shape;2278;p50"/>
            <p:cNvSpPr/>
            <p:nvPr/>
          </p:nvSpPr>
          <p:spPr>
            <a:xfrm>
              <a:off x="2297675" y="6261688"/>
              <a:ext cx="130200" cy="130400"/>
            </a:xfrm>
            <a:custGeom>
              <a:rect b="b" l="l" r="r" t="t"/>
              <a:pathLst>
                <a:path extrusionOk="0" h="5216" w="5208">
                  <a:moveTo>
                    <a:pt x="2638" y="0"/>
                  </a:moveTo>
                  <a:cubicBezTo>
                    <a:pt x="1305" y="0"/>
                    <a:pt x="194" y="895"/>
                    <a:pt x="1" y="2150"/>
                  </a:cubicBezTo>
                  <a:lnTo>
                    <a:pt x="1" y="2354"/>
                  </a:lnTo>
                  <a:lnTo>
                    <a:pt x="1" y="2461"/>
                  </a:lnTo>
                  <a:lnTo>
                    <a:pt x="1" y="2559"/>
                  </a:lnTo>
                  <a:lnTo>
                    <a:pt x="1" y="2665"/>
                  </a:lnTo>
                  <a:cubicBezTo>
                    <a:pt x="1" y="2967"/>
                    <a:pt x="1" y="3172"/>
                    <a:pt x="99" y="3376"/>
                  </a:cubicBezTo>
                  <a:cubicBezTo>
                    <a:pt x="99" y="3482"/>
                    <a:pt x="205" y="3580"/>
                    <a:pt x="205" y="3580"/>
                  </a:cubicBezTo>
                  <a:lnTo>
                    <a:pt x="205" y="3687"/>
                  </a:lnTo>
                  <a:lnTo>
                    <a:pt x="303" y="3785"/>
                  </a:lnTo>
                  <a:lnTo>
                    <a:pt x="303" y="3891"/>
                  </a:lnTo>
                  <a:cubicBezTo>
                    <a:pt x="409" y="3891"/>
                    <a:pt x="409" y="3989"/>
                    <a:pt x="409" y="4095"/>
                  </a:cubicBezTo>
                  <a:lnTo>
                    <a:pt x="507" y="4095"/>
                  </a:lnTo>
                  <a:cubicBezTo>
                    <a:pt x="507" y="4095"/>
                    <a:pt x="507" y="4193"/>
                    <a:pt x="614" y="4193"/>
                  </a:cubicBezTo>
                  <a:lnTo>
                    <a:pt x="614" y="4300"/>
                  </a:lnTo>
                  <a:lnTo>
                    <a:pt x="712" y="4398"/>
                  </a:lnTo>
                  <a:cubicBezTo>
                    <a:pt x="712" y="4398"/>
                    <a:pt x="818" y="4398"/>
                    <a:pt x="818" y="4504"/>
                  </a:cubicBezTo>
                  <a:lnTo>
                    <a:pt x="916" y="4602"/>
                  </a:lnTo>
                  <a:cubicBezTo>
                    <a:pt x="1022" y="4708"/>
                    <a:pt x="1022" y="4708"/>
                    <a:pt x="1121" y="4708"/>
                  </a:cubicBezTo>
                  <a:cubicBezTo>
                    <a:pt x="1121" y="4806"/>
                    <a:pt x="1121" y="4806"/>
                    <a:pt x="1227" y="4806"/>
                  </a:cubicBezTo>
                  <a:cubicBezTo>
                    <a:pt x="1227" y="4806"/>
                    <a:pt x="1325" y="4806"/>
                    <a:pt x="1325" y="4913"/>
                  </a:cubicBezTo>
                  <a:lnTo>
                    <a:pt x="1431" y="4913"/>
                  </a:lnTo>
                  <a:cubicBezTo>
                    <a:pt x="1431" y="4913"/>
                    <a:pt x="1529" y="5011"/>
                    <a:pt x="1635" y="5011"/>
                  </a:cubicBezTo>
                  <a:cubicBezTo>
                    <a:pt x="1635" y="5011"/>
                    <a:pt x="1734" y="5011"/>
                    <a:pt x="1840" y="5117"/>
                  </a:cubicBezTo>
                  <a:lnTo>
                    <a:pt x="2142" y="5117"/>
                  </a:lnTo>
                  <a:cubicBezTo>
                    <a:pt x="2248" y="5215"/>
                    <a:pt x="2248" y="5215"/>
                    <a:pt x="2347" y="5215"/>
                  </a:cubicBezTo>
                  <a:cubicBezTo>
                    <a:pt x="2755" y="5215"/>
                    <a:pt x="3270" y="5117"/>
                    <a:pt x="3573" y="5011"/>
                  </a:cubicBezTo>
                  <a:cubicBezTo>
                    <a:pt x="3679" y="5011"/>
                    <a:pt x="3777" y="4913"/>
                    <a:pt x="3883" y="4913"/>
                  </a:cubicBezTo>
                  <a:cubicBezTo>
                    <a:pt x="3883" y="4806"/>
                    <a:pt x="3981" y="4806"/>
                    <a:pt x="4087" y="4806"/>
                  </a:cubicBezTo>
                  <a:cubicBezTo>
                    <a:pt x="4087" y="4708"/>
                    <a:pt x="4186" y="4708"/>
                    <a:pt x="4292" y="4602"/>
                  </a:cubicBezTo>
                  <a:lnTo>
                    <a:pt x="4594" y="4300"/>
                  </a:lnTo>
                  <a:cubicBezTo>
                    <a:pt x="4905" y="3989"/>
                    <a:pt x="5003" y="3580"/>
                    <a:pt x="5109" y="3172"/>
                  </a:cubicBezTo>
                  <a:cubicBezTo>
                    <a:pt x="5109" y="3074"/>
                    <a:pt x="5207" y="3074"/>
                    <a:pt x="5207" y="2967"/>
                  </a:cubicBezTo>
                  <a:lnTo>
                    <a:pt x="5207" y="2869"/>
                  </a:lnTo>
                  <a:lnTo>
                    <a:pt x="5207" y="2665"/>
                  </a:lnTo>
                  <a:lnTo>
                    <a:pt x="5207" y="2559"/>
                  </a:lnTo>
                  <a:lnTo>
                    <a:pt x="5207" y="2354"/>
                  </a:lnTo>
                  <a:lnTo>
                    <a:pt x="5207" y="2256"/>
                  </a:lnTo>
                  <a:lnTo>
                    <a:pt x="5207" y="2150"/>
                  </a:lnTo>
                  <a:lnTo>
                    <a:pt x="5109" y="2052"/>
                  </a:lnTo>
                  <a:lnTo>
                    <a:pt x="5109" y="1848"/>
                  </a:lnTo>
                  <a:lnTo>
                    <a:pt x="5109" y="1741"/>
                  </a:lnTo>
                  <a:cubicBezTo>
                    <a:pt x="5003" y="1741"/>
                    <a:pt x="5003" y="1643"/>
                    <a:pt x="5003" y="1643"/>
                  </a:cubicBezTo>
                  <a:lnTo>
                    <a:pt x="5003" y="1537"/>
                  </a:lnTo>
                  <a:lnTo>
                    <a:pt x="4905" y="1439"/>
                  </a:lnTo>
                  <a:lnTo>
                    <a:pt x="4905" y="1333"/>
                  </a:lnTo>
                  <a:cubicBezTo>
                    <a:pt x="4496" y="622"/>
                    <a:pt x="3679" y="107"/>
                    <a:pt x="2861" y="9"/>
                  </a:cubicBezTo>
                  <a:cubicBezTo>
                    <a:pt x="2786" y="3"/>
                    <a:pt x="2712" y="0"/>
                    <a:pt x="2638"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9" name="Google Shape;2279;p50"/>
            <p:cNvSpPr/>
            <p:nvPr/>
          </p:nvSpPr>
          <p:spPr>
            <a:xfrm>
              <a:off x="2274600" y="6258788"/>
              <a:ext cx="148150" cy="129600"/>
            </a:xfrm>
            <a:custGeom>
              <a:rect b="b" l="l" r="r" t="t"/>
              <a:pathLst>
                <a:path extrusionOk="0" h="5184" w="5926">
                  <a:moveTo>
                    <a:pt x="3011" y="0"/>
                  </a:moveTo>
                  <a:cubicBezTo>
                    <a:pt x="2588" y="0"/>
                    <a:pt x="2154" y="105"/>
                    <a:pt x="1741" y="329"/>
                  </a:cubicBezTo>
                  <a:cubicBezTo>
                    <a:pt x="515" y="942"/>
                    <a:pt x="0" y="2577"/>
                    <a:pt x="719" y="3803"/>
                  </a:cubicBezTo>
                  <a:cubicBezTo>
                    <a:pt x="1155" y="4675"/>
                    <a:pt x="2055" y="5183"/>
                    <a:pt x="3017" y="5183"/>
                  </a:cubicBezTo>
                  <a:cubicBezTo>
                    <a:pt x="3408" y="5183"/>
                    <a:pt x="3809" y="5099"/>
                    <a:pt x="4193" y="4922"/>
                  </a:cubicBezTo>
                  <a:cubicBezTo>
                    <a:pt x="5419" y="4211"/>
                    <a:pt x="5926" y="2675"/>
                    <a:pt x="5313" y="1351"/>
                  </a:cubicBezTo>
                  <a:cubicBezTo>
                    <a:pt x="4824" y="507"/>
                    <a:pt x="3944" y="0"/>
                    <a:pt x="3011" y="0"/>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0" name="Google Shape;2280;p50"/>
            <p:cNvSpPr/>
            <p:nvPr/>
          </p:nvSpPr>
          <p:spPr>
            <a:xfrm>
              <a:off x="2307900" y="6267013"/>
              <a:ext cx="114850" cy="122175"/>
            </a:xfrm>
            <a:custGeom>
              <a:rect b="b" l="l" r="r" t="t"/>
              <a:pathLst>
                <a:path extrusionOk="0" h="4887" w="4594">
                  <a:moveTo>
                    <a:pt x="2861" y="0"/>
                  </a:moveTo>
                  <a:lnTo>
                    <a:pt x="2861" y="0"/>
                  </a:lnTo>
                  <a:cubicBezTo>
                    <a:pt x="3065" y="204"/>
                    <a:pt x="3270" y="409"/>
                    <a:pt x="3474" y="711"/>
                  </a:cubicBezTo>
                  <a:cubicBezTo>
                    <a:pt x="4087" y="2043"/>
                    <a:pt x="3678" y="3572"/>
                    <a:pt x="2346" y="4291"/>
                  </a:cubicBezTo>
                  <a:cubicBezTo>
                    <a:pt x="2017" y="4480"/>
                    <a:pt x="1642" y="4559"/>
                    <a:pt x="1263" y="4559"/>
                  </a:cubicBezTo>
                  <a:cubicBezTo>
                    <a:pt x="825" y="4559"/>
                    <a:pt x="382" y="4453"/>
                    <a:pt x="0" y="4291"/>
                  </a:cubicBezTo>
                  <a:lnTo>
                    <a:pt x="0" y="4291"/>
                  </a:lnTo>
                  <a:cubicBezTo>
                    <a:pt x="433" y="4664"/>
                    <a:pt x="1058" y="4886"/>
                    <a:pt x="1688" y="4886"/>
                  </a:cubicBezTo>
                  <a:cubicBezTo>
                    <a:pt x="2093" y="4886"/>
                    <a:pt x="2500" y="4795"/>
                    <a:pt x="2861" y="4593"/>
                  </a:cubicBezTo>
                  <a:cubicBezTo>
                    <a:pt x="4087" y="3882"/>
                    <a:pt x="4594" y="2346"/>
                    <a:pt x="3981" y="1022"/>
                  </a:cubicBezTo>
                  <a:cubicBezTo>
                    <a:pt x="3678" y="613"/>
                    <a:pt x="3270" y="204"/>
                    <a:pt x="2861"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1" name="Google Shape;2281;p50"/>
            <p:cNvSpPr/>
            <p:nvPr/>
          </p:nvSpPr>
          <p:spPr>
            <a:xfrm>
              <a:off x="2292575" y="6292538"/>
              <a:ext cx="117525" cy="68900"/>
            </a:xfrm>
            <a:custGeom>
              <a:rect b="b" l="l" r="r" t="t"/>
              <a:pathLst>
                <a:path extrusionOk="0" h="2756" w="4701">
                  <a:moveTo>
                    <a:pt x="4594" y="1"/>
                  </a:moveTo>
                  <a:lnTo>
                    <a:pt x="0" y="2453"/>
                  </a:lnTo>
                  <a:lnTo>
                    <a:pt x="0" y="2551"/>
                  </a:lnTo>
                  <a:cubicBezTo>
                    <a:pt x="0" y="2657"/>
                    <a:pt x="98" y="2657"/>
                    <a:pt x="98" y="2755"/>
                  </a:cubicBezTo>
                  <a:lnTo>
                    <a:pt x="4700" y="303"/>
                  </a:lnTo>
                  <a:cubicBezTo>
                    <a:pt x="4700" y="303"/>
                    <a:pt x="4594" y="205"/>
                    <a:pt x="4594" y="99"/>
                  </a:cubicBezTo>
                  <a:lnTo>
                    <a:pt x="4594" y="1"/>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2" name="Google Shape;2282;p50"/>
            <p:cNvSpPr/>
            <p:nvPr/>
          </p:nvSpPr>
          <p:spPr>
            <a:xfrm>
              <a:off x="2289925" y="6289888"/>
              <a:ext cx="117500" cy="66425"/>
            </a:xfrm>
            <a:custGeom>
              <a:rect b="b" l="l" r="r" t="t"/>
              <a:pathLst>
                <a:path extrusionOk="0" h="2657" w="4700">
                  <a:moveTo>
                    <a:pt x="4602" y="0"/>
                  </a:moveTo>
                  <a:lnTo>
                    <a:pt x="0" y="2452"/>
                  </a:lnTo>
                  <a:cubicBezTo>
                    <a:pt x="0" y="2452"/>
                    <a:pt x="0" y="2559"/>
                    <a:pt x="106" y="2559"/>
                  </a:cubicBezTo>
                  <a:lnTo>
                    <a:pt x="106" y="2657"/>
                  </a:lnTo>
                  <a:lnTo>
                    <a:pt x="4700" y="311"/>
                  </a:lnTo>
                  <a:lnTo>
                    <a:pt x="4700" y="107"/>
                  </a:lnTo>
                  <a:cubicBezTo>
                    <a:pt x="4602" y="107"/>
                    <a:pt x="4602" y="0"/>
                    <a:pt x="4602" y="0"/>
                  </a:cubicBez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3" name="Google Shape;2283;p50"/>
            <p:cNvSpPr/>
            <p:nvPr/>
          </p:nvSpPr>
          <p:spPr>
            <a:xfrm>
              <a:off x="2453375" y="6179963"/>
              <a:ext cx="130400" cy="130375"/>
            </a:xfrm>
            <a:custGeom>
              <a:rect b="b" l="l" r="r" t="t"/>
              <a:pathLst>
                <a:path extrusionOk="0" h="5215" w="5216">
                  <a:moveTo>
                    <a:pt x="2638" y="0"/>
                  </a:moveTo>
                  <a:cubicBezTo>
                    <a:pt x="1305" y="0"/>
                    <a:pt x="194" y="895"/>
                    <a:pt x="1" y="2150"/>
                  </a:cubicBezTo>
                  <a:lnTo>
                    <a:pt x="1" y="2354"/>
                  </a:lnTo>
                  <a:lnTo>
                    <a:pt x="1" y="2460"/>
                  </a:lnTo>
                  <a:lnTo>
                    <a:pt x="1" y="2558"/>
                  </a:lnTo>
                  <a:lnTo>
                    <a:pt x="1" y="2665"/>
                  </a:lnTo>
                  <a:cubicBezTo>
                    <a:pt x="1" y="2967"/>
                    <a:pt x="1" y="3171"/>
                    <a:pt x="107" y="3376"/>
                  </a:cubicBezTo>
                  <a:cubicBezTo>
                    <a:pt x="107" y="3482"/>
                    <a:pt x="107" y="3482"/>
                    <a:pt x="205" y="3580"/>
                  </a:cubicBezTo>
                  <a:lnTo>
                    <a:pt x="205" y="3686"/>
                  </a:lnTo>
                  <a:cubicBezTo>
                    <a:pt x="205" y="3686"/>
                    <a:pt x="205" y="3784"/>
                    <a:pt x="311" y="3784"/>
                  </a:cubicBezTo>
                  <a:lnTo>
                    <a:pt x="311" y="3891"/>
                  </a:lnTo>
                  <a:cubicBezTo>
                    <a:pt x="311" y="3891"/>
                    <a:pt x="410" y="3989"/>
                    <a:pt x="410" y="4095"/>
                  </a:cubicBezTo>
                  <a:lnTo>
                    <a:pt x="516" y="4193"/>
                  </a:lnTo>
                  <a:cubicBezTo>
                    <a:pt x="516" y="4299"/>
                    <a:pt x="614" y="4299"/>
                    <a:pt x="614" y="4299"/>
                  </a:cubicBezTo>
                  <a:cubicBezTo>
                    <a:pt x="614" y="4299"/>
                    <a:pt x="614" y="4397"/>
                    <a:pt x="720" y="4397"/>
                  </a:cubicBezTo>
                  <a:lnTo>
                    <a:pt x="720" y="4504"/>
                  </a:lnTo>
                  <a:cubicBezTo>
                    <a:pt x="818" y="4504"/>
                    <a:pt x="818" y="4602"/>
                    <a:pt x="924" y="4602"/>
                  </a:cubicBezTo>
                  <a:cubicBezTo>
                    <a:pt x="1023" y="4708"/>
                    <a:pt x="1023" y="4708"/>
                    <a:pt x="1129" y="4708"/>
                  </a:cubicBezTo>
                  <a:lnTo>
                    <a:pt x="1129" y="4806"/>
                  </a:lnTo>
                  <a:cubicBezTo>
                    <a:pt x="1227" y="4806"/>
                    <a:pt x="1227" y="4806"/>
                    <a:pt x="1333" y="4912"/>
                  </a:cubicBezTo>
                  <a:cubicBezTo>
                    <a:pt x="1431" y="4912"/>
                    <a:pt x="1537" y="5010"/>
                    <a:pt x="1537" y="5010"/>
                  </a:cubicBezTo>
                  <a:cubicBezTo>
                    <a:pt x="1636" y="5010"/>
                    <a:pt x="1742" y="5010"/>
                    <a:pt x="1742" y="5117"/>
                  </a:cubicBezTo>
                  <a:lnTo>
                    <a:pt x="2044" y="5117"/>
                  </a:lnTo>
                  <a:cubicBezTo>
                    <a:pt x="2150" y="5215"/>
                    <a:pt x="2249" y="5215"/>
                    <a:pt x="2355" y="5215"/>
                  </a:cubicBezTo>
                  <a:cubicBezTo>
                    <a:pt x="2763" y="5215"/>
                    <a:pt x="3172" y="5117"/>
                    <a:pt x="3581" y="5010"/>
                  </a:cubicBezTo>
                  <a:cubicBezTo>
                    <a:pt x="3679" y="4912"/>
                    <a:pt x="3785" y="4912"/>
                    <a:pt x="3785" y="4912"/>
                  </a:cubicBezTo>
                  <a:cubicBezTo>
                    <a:pt x="3883" y="4806"/>
                    <a:pt x="3989" y="4806"/>
                    <a:pt x="3989" y="4708"/>
                  </a:cubicBezTo>
                  <a:cubicBezTo>
                    <a:pt x="4088" y="4708"/>
                    <a:pt x="4194" y="4708"/>
                    <a:pt x="4194" y="4602"/>
                  </a:cubicBezTo>
                  <a:cubicBezTo>
                    <a:pt x="4398" y="4504"/>
                    <a:pt x="4496" y="4397"/>
                    <a:pt x="4602" y="4299"/>
                  </a:cubicBezTo>
                  <a:cubicBezTo>
                    <a:pt x="4807" y="3989"/>
                    <a:pt x="5011" y="3580"/>
                    <a:pt x="5109" y="3171"/>
                  </a:cubicBezTo>
                  <a:lnTo>
                    <a:pt x="5109" y="2967"/>
                  </a:lnTo>
                  <a:lnTo>
                    <a:pt x="5109" y="2869"/>
                  </a:lnTo>
                  <a:cubicBezTo>
                    <a:pt x="5215" y="2763"/>
                    <a:pt x="5215" y="2763"/>
                    <a:pt x="5215" y="2665"/>
                  </a:cubicBezTo>
                  <a:lnTo>
                    <a:pt x="5215" y="2558"/>
                  </a:lnTo>
                  <a:cubicBezTo>
                    <a:pt x="5215" y="2460"/>
                    <a:pt x="5215" y="2460"/>
                    <a:pt x="5109" y="2354"/>
                  </a:cubicBezTo>
                  <a:lnTo>
                    <a:pt x="5109" y="2256"/>
                  </a:lnTo>
                  <a:lnTo>
                    <a:pt x="5109" y="2150"/>
                  </a:lnTo>
                  <a:lnTo>
                    <a:pt x="5109" y="2052"/>
                  </a:lnTo>
                  <a:cubicBezTo>
                    <a:pt x="5109" y="1945"/>
                    <a:pt x="5109" y="1945"/>
                    <a:pt x="5011" y="1847"/>
                  </a:cubicBezTo>
                  <a:lnTo>
                    <a:pt x="5011" y="1741"/>
                  </a:lnTo>
                  <a:lnTo>
                    <a:pt x="5011" y="1643"/>
                  </a:lnTo>
                  <a:cubicBezTo>
                    <a:pt x="5011" y="1537"/>
                    <a:pt x="4905" y="1537"/>
                    <a:pt x="4905" y="1537"/>
                  </a:cubicBezTo>
                  <a:lnTo>
                    <a:pt x="4905" y="1439"/>
                  </a:lnTo>
                  <a:cubicBezTo>
                    <a:pt x="4905" y="1332"/>
                    <a:pt x="4807" y="1332"/>
                    <a:pt x="4807" y="1332"/>
                  </a:cubicBezTo>
                  <a:cubicBezTo>
                    <a:pt x="4398" y="621"/>
                    <a:pt x="3679" y="106"/>
                    <a:pt x="2862" y="8"/>
                  </a:cubicBezTo>
                  <a:cubicBezTo>
                    <a:pt x="2787" y="3"/>
                    <a:pt x="2712" y="0"/>
                    <a:pt x="2638"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4" name="Google Shape;2284;p50"/>
            <p:cNvSpPr/>
            <p:nvPr/>
          </p:nvSpPr>
          <p:spPr>
            <a:xfrm>
              <a:off x="2430500" y="6177038"/>
              <a:ext cx="148175" cy="129600"/>
            </a:xfrm>
            <a:custGeom>
              <a:rect b="b" l="l" r="r" t="t"/>
              <a:pathLst>
                <a:path extrusionOk="0" h="5184" w="5927">
                  <a:moveTo>
                    <a:pt x="2957" y="1"/>
                  </a:moveTo>
                  <a:cubicBezTo>
                    <a:pt x="2538" y="1"/>
                    <a:pt x="2116" y="105"/>
                    <a:pt x="1733" y="330"/>
                  </a:cubicBezTo>
                  <a:cubicBezTo>
                    <a:pt x="409" y="943"/>
                    <a:pt x="0" y="2577"/>
                    <a:pt x="613" y="3803"/>
                  </a:cubicBezTo>
                  <a:cubicBezTo>
                    <a:pt x="1119" y="4676"/>
                    <a:pt x="2043" y="5184"/>
                    <a:pt x="3011" y="5184"/>
                  </a:cubicBezTo>
                  <a:cubicBezTo>
                    <a:pt x="3403" y="5184"/>
                    <a:pt x="3803" y="5100"/>
                    <a:pt x="4185" y="4923"/>
                  </a:cubicBezTo>
                  <a:cubicBezTo>
                    <a:pt x="5411" y="4212"/>
                    <a:pt x="5926" y="2675"/>
                    <a:pt x="5207" y="1351"/>
                  </a:cubicBezTo>
                  <a:cubicBezTo>
                    <a:pt x="4785" y="508"/>
                    <a:pt x="3880" y="1"/>
                    <a:pt x="2957" y="1"/>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5" name="Google Shape;2285;p50"/>
            <p:cNvSpPr/>
            <p:nvPr/>
          </p:nvSpPr>
          <p:spPr>
            <a:xfrm>
              <a:off x="2461150" y="6182613"/>
              <a:ext cx="117525" cy="124825"/>
            </a:xfrm>
            <a:custGeom>
              <a:rect b="b" l="l" r="r" t="t"/>
              <a:pathLst>
                <a:path extrusionOk="0" h="4993" w="4701">
                  <a:moveTo>
                    <a:pt x="2861" y="0"/>
                  </a:moveTo>
                  <a:lnTo>
                    <a:pt x="2861" y="0"/>
                  </a:lnTo>
                  <a:cubicBezTo>
                    <a:pt x="3164" y="311"/>
                    <a:pt x="3368" y="515"/>
                    <a:pt x="3572" y="818"/>
                  </a:cubicBezTo>
                  <a:cubicBezTo>
                    <a:pt x="4185" y="2150"/>
                    <a:pt x="3678" y="3678"/>
                    <a:pt x="2452" y="4398"/>
                  </a:cubicBezTo>
                  <a:cubicBezTo>
                    <a:pt x="2074" y="4587"/>
                    <a:pt x="1695" y="4666"/>
                    <a:pt x="1317" y="4666"/>
                  </a:cubicBezTo>
                  <a:cubicBezTo>
                    <a:pt x="878" y="4666"/>
                    <a:pt x="439" y="4560"/>
                    <a:pt x="0" y="4398"/>
                  </a:cubicBezTo>
                  <a:lnTo>
                    <a:pt x="0" y="4398"/>
                  </a:lnTo>
                  <a:cubicBezTo>
                    <a:pt x="498" y="4771"/>
                    <a:pt x="1108" y="4993"/>
                    <a:pt x="1740" y="4993"/>
                  </a:cubicBezTo>
                  <a:cubicBezTo>
                    <a:pt x="2145" y="4993"/>
                    <a:pt x="2560" y="4901"/>
                    <a:pt x="2959" y="4700"/>
                  </a:cubicBezTo>
                  <a:cubicBezTo>
                    <a:pt x="4185" y="3989"/>
                    <a:pt x="4700" y="2452"/>
                    <a:pt x="3981" y="1128"/>
                  </a:cubicBezTo>
                  <a:cubicBezTo>
                    <a:pt x="3777" y="720"/>
                    <a:pt x="3368" y="311"/>
                    <a:pt x="2861"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6" name="Google Shape;2286;p50"/>
            <p:cNvSpPr/>
            <p:nvPr/>
          </p:nvSpPr>
          <p:spPr>
            <a:xfrm>
              <a:off x="2445825" y="6210813"/>
              <a:ext cx="119975" cy="68875"/>
            </a:xfrm>
            <a:custGeom>
              <a:rect b="b" l="l" r="r" t="t"/>
              <a:pathLst>
                <a:path extrusionOk="0" h="2755" w="4799">
                  <a:moveTo>
                    <a:pt x="4594" y="0"/>
                  </a:moveTo>
                  <a:lnTo>
                    <a:pt x="0" y="2452"/>
                  </a:lnTo>
                  <a:cubicBezTo>
                    <a:pt x="0" y="2452"/>
                    <a:pt x="0" y="2550"/>
                    <a:pt x="99" y="2550"/>
                  </a:cubicBezTo>
                  <a:cubicBezTo>
                    <a:pt x="99" y="2657"/>
                    <a:pt x="99" y="2657"/>
                    <a:pt x="205" y="2755"/>
                  </a:cubicBezTo>
                  <a:lnTo>
                    <a:pt x="4798" y="303"/>
                  </a:lnTo>
                  <a:cubicBezTo>
                    <a:pt x="4700" y="303"/>
                    <a:pt x="4700" y="205"/>
                    <a:pt x="4700" y="98"/>
                  </a:cubicBezTo>
                  <a:cubicBezTo>
                    <a:pt x="4700" y="98"/>
                    <a:pt x="4594" y="98"/>
                    <a:pt x="4594"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7" name="Google Shape;2287;p50"/>
            <p:cNvSpPr/>
            <p:nvPr/>
          </p:nvSpPr>
          <p:spPr>
            <a:xfrm>
              <a:off x="2443175" y="6208163"/>
              <a:ext cx="120175" cy="66425"/>
            </a:xfrm>
            <a:custGeom>
              <a:rect b="b" l="l" r="r" t="t"/>
              <a:pathLst>
                <a:path extrusionOk="0" h="2657" w="4807">
                  <a:moveTo>
                    <a:pt x="4602" y="0"/>
                  </a:moveTo>
                  <a:lnTo>
                    <a:pt x="0" y="2354"/>
                  </a:lnTo>
                  <a:cubicBezTo>
                    <a:pt x="106" y="2452"/>
                    <a:pt x="106" y="2452"/>
                    <a:pt x="106" y="2558"/>
                  </a:cubicBezTo>
                  <a:lnTo>
                    <a:pt x="205" y="2656"/>
                  </a:lnTo>
                  <a:lnTo>
                    <a:pt x="4806" y="311"/>
                  </a:lnTo>
                  <a:cubicBezTo>
                    <a:pt x="4806" y="204"/>
                    <a:pt x="4806" y="204"/>
                    <a:pt x="4700" y="106"/>
                  </a:cubicBezTo>
                  <a:cubicBezTo>
                    <a:pt x="4700" y="106"/>
                    <a:pt x="4700" y="0"/>
                    <a:pt x="4602" y="0"/>
                  </a:cubicBez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1_1_1_1_1_1_1_1_2">
    <p:spTree>
      <p:nvGrpSpPr>
        <p:cNvPr id="2288" name="Shape 2288"/>
        <p:cNvGrpSpPr/>
        <p:nvPr/>
      </p:nvGrpSpPr>
      <p:grpSpPr>
        <a:xfrm>
          <a:off x="0" y="0"/>
          <a:ext cx="0" cy="0"/>
          <a:chOff x="0" y="0"/>
          <a:chExt cx="0" cy="0"/>
        </a:xfrm>
      </p:grpSpPr>
      <p:sp>
        <p:nvSpPr>
          <p:cNvPr id="2289" name="Google Shape;2289;p51"/>
          <p:cNvSpPr txBox="1"/>
          <p:nvPr>
            <p:ph type="title"/>
          </p:nvPr>
        </p:nvSpPr>
        <p:spPr>
          <a:xfrm>
            <a:off x="2488075" y="920500"/>
            <a:ext cx="4167900" cy="478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None/>
              <a:defRPr sz="5500"/>
            </a:lvl1pPr>
            <a:lvl2pPr lvl="1" rtl="0">
              <a:spcBef>
                <a:spcPts val="0"/>
              </a:spcBef>
              <a:spcAft>
                <a:spcPts val="0"/>
              </a:spcAft>
              <a:buClr>
                <a:schemeClr val="lt2"/>
              </a:buClr>
              <a:buSzPts val="2800"/>
              <a:buNone/>
              <a:defRPr>
                <a:solidFill>
                  <a:schemeClr val="lt2"/>
                </a:solidFill>
              </a:defRPr>
            </a:lvl2pPr>
            <a:lvl3pPr lvl="2" rtl="0">
              <a:spcBef>
                <a:spcPts val="0"/>
              </a:spcBef>
              <a:spcAft>
                <a:spcPts val="0"/>
              </a:spcAft>
              <a:buClr>
                <a:schemeClr val="lt2"/>
              </a:buClr>
              <a:buSzPts val="2800"/>
              <a:buNone/>
              <a:defRPr>
                <a:solidFill>
                  <a:schemeClr val="lt2"/>
                </a:solidFill>
              </a:defRPr>
            </a:lvl3pPr>
            <a:lvl4pPr lvl="3" rtl="0">
              <a:spcBef>
                <a:spcPts val="0"/>
              </a:spcBef>
              <a:spcAft>
                <a:spcPts val="0"/>
              </a:spcAft>
              <a:buClr>
                <a:schemeClr val="lt2"/>
              </a:buClr>
              <a:buSzPts val="2800"/>
              <a:buNone/>
              <a:defRPr>
                <a:solidFill>
                  <a:schemeClr val="lt2"/>
                </a:solidFill>
              </a:defRPr>
            </a:lvl4pPr>
            <a:lvl5pPr lvl="4" rtl="0">
              <a:spcBef>
                <a:spcPts val="0"/>
              </a:spcBef>
              <a:spcAft>
                <a:spcPts val="0"/>
              </a:spcAft>
              <a:buClr>
                <a:schemeClr val="lt2"/>
              </a:buClr>
              <a:buSzPts val="2800"/>
              <a:buNone/>
              <a:defRPr>
                <a:solidFill>
                  <a:schemeClr val="lt2"/>
                </a:solidFill>
              </a:defRPr>
            </a:lvl5pPr>
            <a:lvl6pPr lvl="5" rtl="0">
              <a:spcBef>
                <a:spcPts val="0"/>
              </a:spcBef>
              <a:spcAft>
                <a:spcPts val="0"/>
              </a:spcAft>
              <a:buClr>
                <a:schemeClr val="lt2"/>
              </a:buClr>
              <a:buSzPts val="2800"/>
              <a:buNone/>
              <a:defRPr>
                <a:solidFill>
                  <a:schemeClr val="lt2"/>
                </a:solidFill>
              </a:defRPr>
            </a:lvl6pPr>
            <a:lvl7pPr lvl="6" rtl="0">
              <a:spcBef>
                <a:spcPts val="0"/>
              </a:spcBef>
              <a:spcAft>
                <a:spcPts val="0"/>
              </a:spcAft>
              <a:buClr>
                <a:schemeClr val="lt2"/>
              </a:buClr>
              <a:buSzPts val="2800"/>
              <a:buNone/>
              <a:defRPr>
                <a:solidFill>
                  <a:schemeClr val="lt2"/>
                </a:solidFill>
              </a:defRPr>
            </a:lvl7pPr>
            <a:lvl8pPr lvl="7" rtl="0">
              <a:spcBef>
                <a:spcPts val="0"/>
              </a:spcBef>
              <a:spcAft>
                <a:spcPts val="0"/>
              </a:spcAft>
              <a:buClr>
                <a:schemeClr val="lt2"/>
              </a:buClr>
              <a:buSzPts val="2800"/>
              <a:buNone/>
              <a:defRPr>
                <a:solidFill>
                  <a:schemeClr val="lt2"/>
                </a:solidFill>
              </a:defRPr>
            </a:lvl8pPr>
            <a:lvl9pPr lvl="8" rtl="0">
              <a:spcBef>
                <a:spcPts val="0"/>
              </a:spcBef>
              <a:spcAft>
                <a:spcPts val="0"/>
              </a:spcAft>
              <a:buClr>
                <a:schemeClr val="lt2"/>
              </a:buClr>
              <a:buSzPts val="2800"/>
              <a:buNone/>
              <a:defRPr>
                <a:solidFill>
                  <a:schemeClr val="lt2"/>
                </a:solidFill>
              </a:defRPr>
            </a:lvl9pPr>
          </a:lstStyle>
          <a:p/>
        </p:txBody>
      </p:sp>
      <p:grpSp>
        <p:nvGrpSpPr>
          <p:cNvPr id="2290" name="Google Shape;2290;p51"/>
          <p:cNvGrpSpPr/>
          <p:nvPr/>
        </p:nvGrpSpPr>
        <p:grpSpPr>
          <a:xfrm flipH="1">
            <a:off x="190497" y="65920"/>
            <a:ext cx="2270722" cy="1349163"/>
            <a:chOff x="5158247" y="5691845"/>
            <a:chExt cx="2270722" cy="1349163"/>
          </a:xfrm>
        </p:grpSpPr>
        <p:sp>
          <p:nvSpPr>
            <p:cNvPr id="2291" name="Google Shape;2291;p51"/>
            <p:cNvSpPr/>
            <p:nvPr/>
          </p:nvSpPr>
          <p:spPr>
            <a:xfrm>
              <a:off x="7002455" y="6557766"/>
              <a:ext cx="257321" cy="257560"/>
            </a:xfrm>
            <a:custGeom>
              <a:rect b="b" l="l" r="r" t="t"/>
              <a:pathLst>
                <a:path extrusionOk="0" h="3975" w="3971">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2" name="Google Shape;2292;p51"/>
            <p:cNvSpPr/>
            <p:nvPr/>
          </p:nvSpPr>
          <p:spPr>
            <a:xfrm>
              <a:off x="5332967" y="5691845"/>
              <a:ext cx="243518" cy="243435"/>
            </a:xfrm>
            <a:custGeom>
              <a:rect b="b" l="l" r="r" t="t"/>
              <a:pathLst>
                <a:path extrusionOk="0" h="3757" w="3758">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3" name="Google Shape;2293;p51"/>
            <p:cNvSpPr/>
            <p:nvPr/>
          </p:nvSpPr>
          <p:spPr>
            <a:xfrm>
              <a:off x="7372528" y="6980813"/>
              <a:ext cx="56441" cy="60195"/>
            </a:xfrm>
            <a:custGeom>
              <a:rect b="b" l="l" r="r" t="t"/>
              <a:pathLst>
                <a:path extrusionOk="0" h="929" w="871">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4" name="Google Shape;2294;p51"/>
            <p:cNvSpPr/>
            <p:nvPr/>
          </p:nvSpPr>
          <p:spPr>
            <a:xfrm>
              <a:off x="6910763" y="6282776"/>
              <a:ext cx="56506" cy="60130"/>
            </a:xfrm>
            <a:custGeom>
              <a:rect b="b" l="l" r="r" t="t"/>
              <a:pathLst>
                <a:path extrusionOk="0" h="928" w="872">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5" name="Google Shape;2295;p51"/>
            <p:cNvSpPr/>
            <p:nvPr/>
          </p:nvSpPr>
          <p:spPr>
            <a:xfrm>
              <a:off x="6812073" y="5866727"/>
              <a:ext cx="56441" cy="56501"/>
            </a:xfrm>
            <a:custGeom>
              <a:rect b="b" l="l" r="r" t="t"/>
              <a:pathLst>
                <a:path extrusionOk="0" h="872" w="871">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6" name="Google Shape;2296;p51"/>
            <p:cNvSpPr/>
            <p:nvPr/>
          </p:nvSpPr>
          <p:spPr>
            <a:xfrm>
              <a:off x="5158247" y="5976166"/>
              <a:ext cx="60199" cy="59871"/>
            </a:xfrm>
            <a:custGeom>
              <a:rect b="b" l="l" r="r" t="t"/>
              <a:pathLst>
                <a:path extrusionOk="0" h="924" w="929">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97" name="Google Shape;2297;p51"/>
          <p:cNvGrpSpPr/>
          <p:nvPr/>
        </p:nvGrpSpPr>
        <p:grpSpPr>
          <a:xfrm>
            <a:off x="8554648" y="1707199"/>
            <a:ext cx="589312" cy="962674"/>
            <a:chOff x="3236798" y="7844724"/>
            <a:chExt cx="589312" cy="962674"/>
          </a:xfrm>
        </p:grpSpPr>
        <p:sp>
          <p:nvSpPr>
            <p:cNvPr id="2298" name="Google Shape;2298;p51"/>
            <p:cNvSpPr/>
            <p:nvPr/>
          </p:nvSpPr>
          <p:spPr>
            <a:xfrm>
              <a:off x="3236798" y="7844724"/>
              <a:ext cx="261014" cy="257301"/>
            </a:xfrm>
            <a:custGeom>
              <a:rect b="b" l="l" r="r" t="t"/>
              <a:pathLst>
                <a:path extrusionOk="0" h="3971" w="4028">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9" name="Google Shape;2299;p51"/>
            <p:cNvSpPr/>
            <p:nvPr/>
          </p:nvSpPr>
          <p:spPr>
            <a:xfrm>
              <a:off x="3765911" y="8747268"/>
              <a:ext cx="60199" cy="60130"/>
            </a:xfrm>
            <a:custGeom>
              <a:rect b="b" l="l" r="r" t="t"/>
              <a:pathLst>
                <a:path extrusionOk="0" h="928" w="929">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0" name="Google Shape;2300;p51"/>
            <p:cNvSpPr/>
            <p:nvPr/>
          </p:nvSpPr>
          <p:spPr>
            <a:xfrm>
              <a:off x="3525935" y="8493452"/>
              <a:ext cx="59875" cy="59871"/>
            </a:xfrm>
            <a:custGeom>
              <a:rect b="b" l="l" r="r" t="t"/>
              <a:pathLst>
                <a:path extrusionOk="0" h="924" w="924">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1" name="Google Shape;2301;p51"/>
            <p:cNvSpPr/>
            <p:nvPr/>
          </p:nvSpPr>
          <p:spPr>
            <a:xfrm>
              <a:off x="3765928" y="7893819"/>
              <a:ext cx="60134" cy="60130"/>
            </a:xfrm>
            <a:custGeom>
              <a:rect b="b" l="l" r="r" t="t"/>
              <a:pathLst>
                <a:path extrusionOk="0" h="928" w="928">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02" name="Google Shape;2302;p51"/>
          <p:cNvGrpSpPr/>
          <p:nvPr/>
        </p:nvGrpSpPr>
        <p:grpSpPr>
          <a:xfrm>
            <a:off x="5123308" y="4675623"/>
            <a:ext cx="987293" cy="324364"/>
            <a:chOff x="5694208" y="9209048"/>
            <a:chExt cx="987293" cy="324364"/>
          </a:xfrm>
        </p:grpSpPr>
        <p:sp>
          <p:nvSpPr>
            <p:cNvPr id="2303" name="Google Shape;2303;p51"/>
            <p:cNvSpPr/>
            <p:nvPr/>
          </p:nvSpPr>
          <p:spPr>
            <a:xfrm>
              <a:off x="6064540" y="9325484"/>
              <a:ext cx="207943" cy="207927"/>
            </a:xfrm>
            <a:custGeom>
              <a:rect b="b" l="l" r="r" t="t"/>
              <a:pathLst>
                <a:path extrusionOk="0" h="3209" w="3209">
                  <a:moveTo>
                    <a:pt x="1524" y="1"/>
                  </a:moveTo>
                  <a:lnTo>
                    <a:pt x="1250" y="980"/>
                  </a:lnTo>
                  <a:lnTo>
                    <a:pt x="271" y="706"/>
                  </a:lnTo>
                  <a:lnTo>
                    <a:pt x="1" y="1685"/>
                  </a:lnTo>
                  <a:lnTo>
                    <a:pt x="980" y="1960"/>
                  </a:lnTo>
                  <a:lnTo>
                    <a:pt x="706" y="2939"/>
                  </a:lnTo>
                  <a:lnTo>
                    <a:pt x="1685" y="3209"/>
                  </a:lnTo>
                  <a:lnTo>
                    <a:pt x="1960" y="2230"/>
                  </a:lnTo>
                  <a:lnTo>
                    <a:pt x="2939" y="2504"/>
                  </a:lnTo>
                  <a:lnTo>
                    <a:pt x="3209" y="1524"/>
                  </a:lnTo>
                  <a:lnTo>
                    <a:pt x="2230" y="1250"/>
                  </a:lnTo>
                  <a:lnTo>
                    <a:pt x="2504" y="271"/>
                  </a:lnTo>
                  <a:lnTo>
                    <a:pt x="15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4" name="Google Shape;2304;p51"/>
            <p:cNvSpPr/>
            <p:nvPr/>
          </p:nvSpPr>
          <p:spPr>
            <a:xfrm>
              <a:off x="5694208" y="9448789"/>
              <a:ext cx="60134" cy="60130"/>
            </a:xfrm>
            <a:custGeom>
              <a:rect b="b" l="l" r="r" t="t"/>
              <a:pathLst>
                <a:path extrusionOk="0" h="928" w="928">
                  <a:moveTo>
                    <a:pt x="436" y="0"/>
                  </a:moveTo>
                  <a:cubicBezTo>
                    <a:pt x="218" y="0"/>
                    <a:pt x="1" y="218"/>
                    <a:pt x="1" y="492"/>
                  </a:cubicBezTo>
                  <a:cubicBezTo>
                    <a:pt x="1" y="710"/>
                    <a:pt x="218" y="927"/>
                    <a:pt x="436" y="927"/>
                  </a:cubicBezTo>
                  <a:cubicBezTo>
                    <a:pt x="710" y="927"/>
                    <a:pt x="928" y="710"/>
                    <a:pt x="928" y="492"/>
                  </a:cubicBezTo>
                  <a:cubicBezTo>
                    <a:pt x="928" y="218"/>
                    <a:pt x="710"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5" name="Google Shape;2305;p51"/>
            <p:cNvSpPr/>
            <p:nvPr/>
          </p:nvSpPr>
          <p:spPr>
            <a:xfrm>
              <a:off x="6621626" y="9209048"/>
              <a:ext cx="59875" cy="56436"/>
            </a:xfrm>
            <a:custGeom>
              <a:rect b="b" l="l" r="r" t="t"/>
              <a:pathLst>
                <a:path extrusionOk="0" h="871" w="924">
                  <a:moveTo>
                    <a:pt x="436" y="0"/>
                  </a:moveTo>
                  <a:cubicBezTo>
                    <a:pt x="219" y="0"/>
                    <a:pt x="1" y="165"/>
                    <a:pt x="1" y="435"/>
                  </a:cubicBezTo>
                  <a:cubicBezTo>
                    <a:pt x="1" y="710"/>
                    <a:pt x="219" y="871"/>
                    <a:pt x="436" y="871"/>
                  </a:cubicBezTo>
                  <a:cubicBezTo>
                    <a:pt x="706" y="871"/>
                    <a:pt x="924" y="710"/>
                    <a:pt x="924" y="435"/>
                  </a:cubicBezTo>
                  <a:cubicBezTo>
                    <a:pt x="924" y="165"/>
                    <a:pt x="706"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06" name="Google Shape;2306;p51"/>
          <p:cNvSpPr/>
          <p:nvPr/>
        </p:nvSpPr>
        <p:spPr>
          <a:xfrm rot="-5400000">
            <a:off x="7033096" y="-403711"/>
            <a:ext cx="1707214" cy="2514607"/>
          </a:xfrm>
          <a:custGeom>
            <a:rect b="b" l="l" r="r" t="t"/>
            <a:pathLst>
              <a:path extrusionOk="0" h="72368" w="49132">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7" name="Google Shape;2307;p51"/>
          <p:cNvSpPr/>
          <p:nvPr/>
        </p:nvSpPr>
        <p:spPr>
          <a:xfrm>
            <a:off x="0" y="0"/>
            <a:ext cx="1943143" cy="2722018"/>
          </a:xfrm>
          <a:custGeom>
            <a:rect b="b" l="l" r="r" t="t"/>
            <a:pathLst>
              <a:path extrusionOk="0" h="69648" w="49719">
                <a:moveTo>
                  <a:pt x="0" y="1"/>
                </a:moveTo>
                <a:lnTo>
                  <a:pt x="0" y="69648"/>
                </a:lnTo>
                <a:cubicBezTo>
                  <a:pt x="7726" y="62086"/>
                  <a:pt x="13329" y="52510"/>
                  <a:pt x="9032" y="42442"/>
                </a:cubicBezTo>
                <a:cubicBezTo>
                  <a:pt x="684" y="23087"/>
                  <a:pt x="10447" y="12185"/>
                  <a:pt x="21914" y="12185"/>
                </a:cubicBezTo>
                <a:cubicBezTo>
                  <a:pt x="22406" y="12185"/>
                  <a:pt x="22900" y="12205"/>
                  <a:pt x="23397" y="12245"/>
                </a:cubicBezTo>
                <a:cubicBezTo>
                  <a:pt x="25475" y="12417"/>
                  <a:pt x="27419" y="12499"/>
                  <a:pt x="29233" y="12499"/>
                </a:cubicBezTo>
                <a:cubicBezTo>
                  <a:pt x="43567" y="12499"/>
                  <a:pt x="49719" y="7342"/>
                  <a:pt x="4875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8" name="Google Shape;2308;p51"/>
          <p:cNvSpPr/>
          <p:nvPr/>
        </p:nvSpPr>
        <p:spPr>
          <a:xfrm flipH="1">
            <a:off x="34" y="3181350"/>
            <a:ext cx="1332091" cy="1962258"/>
          </a:xfrm>
          <a:custGeom>
            <a:rect b="b" l="l" r="r" t="t"/>
            <a:pathLst>
              <a:path extrusionOk="0" h="72368" w="49132">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9" name="Google Shape;2309;p51"/>
          <p:cNvSpPr txBox="1"/>
          <p:nvPr>
            <p:ph idx="1" type="subTitle"/>
          </p:nvPr>
        </p:nvSpPr>
        <p:spPr>
          <a:xfrm>
            <a:off x="2488075" y="1500375"/>
            <a:ext cx="4167900" cy="872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800"/>
              <a:buNone/>
              <a:defRPr sz="13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2310" name="Google Shape;2310;p51"/>
          <p:cNvSpPr txBox="1"/>
          <p:nvPr/>
        </p:nvSpPr>
        <p:spPr>
          <a:xfrm>
            <a:off x="2209625" y="3289175"/>
            <a:ext cx="4724700" cy="646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lt2"/>
                </a:solidFill>
                <a:latin typeface="Nunito"/>
                <a:ea typeface="Nunito"/>
                <a:cs typeface="Nunito"/>
                <a:sym typeface="Nunito"/>
              </a:rPr>
              <a:t>CREDITS: </a:t>
            </a:r>
            <a:r>
              <a:rPr lang="en" sz="1200">
                <a:solidFill>
                  <a:schemeClr val="lt2"/>
                </a:solidFill>
                <a:latin typeface="Nunito"/>
                <a:ea typeface="Nunito"/>
                <a:cs typeface="Nunito"/>
                <a:sym typeface="Nunito"/>
              </a:rPr>
              <a:t>This presentation template was created by </a:t>
            </a:r>
            <a:r>
              <a:rPr b="1" lang="en" sz="1200">
                <a:solidFill>
                  <a:schemeClr val="lt2"/>
                </a:solidFill>
                <a:uFill>
                  <a:noFill/>
                </a:uFill>
                <a:latin typeface="Nunito"/>
                <a:ea typeface="Nunito"/>
                <a:cs typeface="Nunito"/>
                <a:sym typeface="Nunito"/>
                <a:hlinkClick r:id="rId2">
                  <a:extLst>
                    <a:ext uri="{A12FA001-AC4F-418D-AE19-62706E023703}">
                      <ahyp:hlinkClr val="tx"/>
                    </a:ext>
                  </a:extLst>
                </a:hlinkClick>
              </a:rPr>
              <a:t>Slidesgo</a:t>
            </a:r>
            <a:r>
              <a:rPr lang="en" sz="1200">
                <a:solidFill>
                  <a:schemeClr val="lt2"/>
                </a:solidFill>
                <a:latin typeface="Nunito"/>
                <a:ea typeface="Nunito"/>
                <a:cs typeface="Nunito"/>
                <a:sym typeface="Nunito"/>
              </a:rPr>
              <a:t>, including icons by</a:t>
            </a:r>
            <a:r>
              <a:rPr b="1" lang="en" sz="1200">
                <a:solidFill>
                  <a:schemeClr val="lt2"/>
                </a:solidFill>
                <a:latin typeface="Nunito"/>
                <a:ea typeface="Nunito"/>
                <a:cs typeface="Nunito"/>
                <a:sym typeface="Nunito"/>
              </a:rPr>
              <a:t> </a:t>
            </a:r>
            <a:r>
              <a:rPr b="1" lang="en" sz="1200">
                <a:solidFill>
                  <a:schemeClr val="lt2"/>
                </a:solidFill>
                <a:uFill>
                  <a:noFill/>
                </a:uFill>
                <a:latin typeface="Nunito"/>
                <a:ea typeface="Nunito"/>
                <a:cs typeface="Nunito"/>
                <a:sym typeface="Nunito"/>
                <a:hlinkClick r:id="rId3">
                  <a:extLst>
                    <a:ext uri="{A12FA001-AC4F-418D-AE19-62706E023703}">
                      <ahyp:hlinkClr val="tx"/>
                    </a:ext>
                  </a:extLst>
                </a:hlinkClick>
              </a:rPr>
              <a:t>Flaticon</a:t>
            </a:r>
            <a:r>
              <a:rPr lang="en" sz="1200">
                <a:solidFill>
                  <a:schemeClr val="lt2"/>
                </a:solidFill>
                <a:latin typeface="Nunito"/>
                <a:ea typeface="Nunito"/>
                <a:cs typeface="Nunito"/>
                <a:sym typeface="Nunito"/>
              </a:rPr>
              <a:t>, and infographics &amp; images by </a:t>
            </a:r>
            <a:r>
              <a:rPr b="1" lang="en" sz="1200">
                <a:solidFill>
                  <a:schemeClr val="lt2"/>
                </a:solidFill>
                <a:uFill>
                  <a:noFill/>
                </a:uFill>
                <a:latin typeface="Nunito"/>
                <a:ea typeface="Nunito"/>
                <a:cs typeface="Nunito"/>
                <a:sym typeface="Nunito"/>
                <a:hlinkClick r:id="rId4">
                  <a:extLst>
                    <a:ext uri="{A12FA001-AC4F-418D-AE19-62706E023703}">
                      <ahyp:hlinkClr val="tx"/>
                    </a:ext>
                  </a:extLst>
                </a:hlinkClick>
              </a:rPr>
              <a:t>Freepik</a:t>
            </a:r>
            <a:endParaRPr b="1" sz="1200">
              <a:solidFill>
                <a:schemeClr val="lt2"/>
              </a:solidFill>
              <a:latin typeface="Nunito"/>
              <a:ea typeface="Nunito"/>
              <a:cs typeface="Nunito"/>
              <a:sym typeface="Nunito"/>
            </a:endParaRPr>
          </a:p>
        </p:txBody>
      </p:sp>
      <p:grpSp>
        <p:nvGrpSpPr>
          <p:cNvPr id="2311" name="Google Shape;2311;p51"/>
          <p:cNvGrpSpPr/>
          <p:nvPr/>
        </p:nvGrpSpPr>
        <p:grpSpPr>
          <a:xfrm>
            <a:off x="7127363" y="2515738"/>
            <a:ext cx="1795725" cy="2292400"/>
            <a:chOff x="3962225" y="1536275"/>
            <a:chExt cx="1795725" cy="2292400"/>
          </a:xfrm>
        </p:grpSpPr>
        <p:sp>
          <p:nvSpPr>
            <p:cNvPr id="2312" name="Google Shape;2312;p51"/>
            <p:cNvSpPr/>
            <p:nvPr/>
          </p:nvSpPr>
          <p:spPr>
            <a:xfrm>
              <a:off x="3962225" y="1655850"/>
              <a:ext cx="985925" cy="744150"/>
            </a:xfrm>
            <a:custGeom>
              <a:rect b="b" l="l" r="r" t="t"/>
              <a:pathLst>
                <a:path extrusionOk="0" h="29766" w="39437">
                  <a:moveTo>
                    <a:pt x="31419" y="0"/>
                  </a:moveTo>
                  <a:cubicBezTo>
                    <a:pt x="30988" y="0"/>
                    <a:pt x="30551" y="105"/>
                    <a:pt x="30144" y="326"/>
                  </a:cubicBezTo>
                  <a:lnTo>
                    <a:pt x="1839" y="15340"/>
                  </a:lnTo>
                  <a:cubicBezTo>
                    <a:pt x="515" y="16060"/>
                    <a:pt x="0" y="17694"/>
                    <a:pt x="720" y="19018"/>
                  </a:cubicBezTo>
                  <a:lnTo>
                    <a:pt x="5624" y="28320"/>
                  </a:lnTo>
                  <a:cubicBezTo>
                    <a:pt x="6116" y="29236"/>
                    <a:pt x="7051" y="29765"/>
                    <a:pt x="8022" y="29765"/>
                  </a:cubicBezTo>
                  <a:cubicBezTo>
                    <a:pt x="8453" y="29765"/>
                    <a:pt x="8892" y="29661"/>
                    <a:pt x="9302" y="29440"/>
                  </a:cubicBezTo>
                  <a:lnTo>
                    <a:pt x="37598" y="14523"/>
                  </a:lnTo>
                  <a:cubicBezTo>
                    <a:pt x="38930" y="13812"/>
                    <a:pt x="39437" y="12177"/>
                    <a:pt x="38726" y="10845"/>
                  </a:cubicBezTo>
                  <a:lnTo>
                    <a:pt x="33822" y="1446"/>
                  </a:lnTo>
                  <a:cubicBezTo>
                    <a:pt x="33324" y="529"/>
                    <a:pt x="32387" y="0"/>
                    <a:pt x="31419" y="0"/>
                  </a:cubicBezTo>
                  <a:close/>
                </a:path>
              </a:pathLst>
            </a:custGeom>
            <a:solidFill>
              <a:srgbClr val="F1F0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3" name="Google Shape;2313;p51"/>
            <p:cNvSpPr/>
            <p:nvPr/>
          </p:nvSpPr>
          <p:spPr>
            <a:xfrm>
              <a:off x="4054175" y="2052025"/>
              <a:ext cx="130375" cy="130375"/>
            </a:xfrm>
            <a:custGeom>
              <a:rect b="b" l="l" r="r" t="t"/>
              <a:pathLst>
                <a:path extrusionOk="0" h="5215" w="5215">
                  <a:moveTo>
                    <a:pt x="2555" y="0"/>
                  </a:moveTo>
                  <a:cubicBezTo>
                    <a:pt x="1305" y="0"/>
                    <a:pt x="194" y="901"/>
                    <a:pt x="0" y="2256"/>
                  </a:cubicBezTo>
                  <a:lnTo>
                    <a:pt x="0" y="2354"/>
                  </a:lnTo>
                  <a:lnTo>
                    <a:pt x="0" y="2460"/>
                  </a:lnTo>
                  <a:lnTo>
                    <a:pt x="0" y="2558"/>
                  </a:lnTo>
                  <a:lnTo>
                    <a:pt x="0" y="2665"/>
                  </a:lnTo>
                  <a:lnTo>
                    <a:pt x="0" y="2763"/>
                  </a:lnTo>
                  <a:cubicBezTo>
                    <a:pt x="0" y="2967"/>
                    <a:pt x="0" y="3171"/>
                    <a:pt x="107" y="3376"/>
                  </a:cubicBezTo>
                  <a:cubicBezTo>
                    <a:pt x="107" y="3482"/>
                    <a:pt x="107" y="3580"/>
                    <a:pt x="205" y="3580"/>
                  </a:cubicBezTo>
                  <a:lnTo>
                    <a:pt x="205" y="3686"/>
                  </a:lnTo>
                  <a:cubicBezTo>
                    <a:pt x="205" y="3686"/>
                    <a:pt x="205" y="3784"/>
                    <a:pt x="311" y="3784"/>
                  </a:cubicBezTo>
                  <a:lnTo>
                    <a:pt x="311" y="3891"/>
                  </a:lnTo>
                  <a:cubicBezTo>
                    <a:pt x="311" y="3989"/>
                    <a:pt x="409" y="3989"/>
                    <a:pt x="409" y="4095"/>
                  </a:cubicBezTo>
                  <a:cubicBezTo>
                    <a:pt x="409" y="4193"/>
                    <a:pt x="515" y="4193"/>
                    <a:pt x="515" y="4299"/>
                  </a:cubicBezTo>
                  <a:lnTo>
                    <a:pt x="613" y="4299"/>
                  </a:lnTo>
                  <a:cubicBezTo>
                    <a:pt x="613" y="4397"/>
                    <a:pt x="613" y="4397"/>
                    <a:pt x="720" y="4397"/>
                  </a:cubicBezTo>
                  <a:lnTo>
                    <a:pt x="720" y="4504"/>
                  </a:lnTo>
                  <a:cubicBezTo>
                    <a:pt x="818" y="4504"/>
                    <a:pt x="818" y="4602"/>
                    <a:pt x="924" y="4602"/>
                  </a:cubicBezTo>
                  <a:lnTo>
                    <a:pt x="1128" y="4806"/>
                  </a:lnTo>
                  <a:cubicBezTo>
                    <a:pt x="1226" y="4806"/>
                    <a:pt x="1226" y="4912"/>
                    <a:pt x="1333" y="4912"/>
                  </a:cubicBezTo>
                  <a:cubicBezTo>
                    <a:pt x="1431" y="4912"/>
                    <a:pt x="1537" y="5010"/>
                    <a:pt x="1537" y="5010"/>
                  </a:cubicBezTo>
                  <a:cubicBezTo>
                    <a:pt x="1635" y="5010"/>
                    <a:pt x="1741" y="5117"/>
                    <a:pt x="1741" y="5117"/>
                  </a:cubicBezTo>
                  <a:lnTo>
                    <a:pt x="2044" y="5117"/>
                  </a:lnTo>
                  <a:lnTo>
                    <a:pt x="2044" y="5215"/>
                  </a:lnTo>
                  <a:lnTo>
                    <a:pt x="2354" y="5215"/>
                  </a:lnTo>
                  <a:cubicBezTo>
                    <a:pt x="2763" y="5215"/>
                    <a:pt x="3172" y="5215"/>
                    <a:pt x="3580" y="5010"/>
                  </a:cubicBezTo>
                  <a:cubicBezTo>
                    <a:pt x="3678" y="5010"/>
                    <a:pt x="3785" y="4912"/>
                    <a:pt x="3785" y="4912"/>
                  </a:cubicBezTo>
                  <a:cubicBezTo>
                    <a:pt x="3883" y="4912"/>
                    <a:pt x="3989" y="4806"/>
                    <a:pt x="3989" y="4806"/>
                  </a:cubicBezTo>
                  <a:cubicBezTo>
                    <a:pt x="4087" y="4708"/>
                    <a:pt x="4193" y="4708"/>
                    <a:pt x="4193" y="4602"/>
                  </a:cubicBezTo>
                  <a:cubicBezTo>
                    <a:pt x="4398" y="4504"/>
                    <a:pt x="4496" y="4397"/>
                    <a:pt x="4602" y="4299"/>
                  </a:cubicBezTo>
                  <a:cubicBezTo>
                    <a:pt x="4806" y="3989"/>
                    <a:pt x="5011" y="3580"/>
                    <a:pt x="5109" y="3171"/>
                  </a:cubicBezTo>
                  <a:lnTo>
                    <a:pt x="5109" y="3073"/>
                  </a:lnTo>
                  <a:lnTo>
                    <a:pt x="5109" y="2967"/>
                  </a:lnTo>
                  <a:lnTo>
                    <a:pt x="5109" y="2869"/>
                  </a:lnTo>
                  <a:cubicBezTo>
                    <a:pt x="5215" y="2763"/>
                    <a:pt x="5215" y="2763"/>
                    <a:pt x="5215" y="2665"/>
                  </a:cubicBezTo>
                  <a:lnTo>
                    <a:pt x="5215" y="2558"/>
                  </a:lnTo>
                  <a:cubicBezTo>
                    <a:pt x="5215" y="2460"/>
                    <a:pt x="5215" y="2460"/>
                    <a:pt x="5109" y="2354"/>
                  </a:cubicBezTo>
                  <a:lnTo>
                    <a:pt x="5109" y="2256"/>
                  </a:lnTo>
                  <a:lnTo>
                    <a:pt x="5109" y="2150"/>
                  </a:lnTo>
                  <a:lnTo>
                    <a:pt x="5109" y="2052"/>
                  </a:lnTo>
                  <a:cubicBezTo>
                    <a:pt x="5109" y="1945"/>
                    <a:pt x="5109" y="1945"/>
                    <a:pt x="5011" y="1847"/>
                  </a:cubicBezTo>
                  <a:lnTo>
                    <a:pt x="5011" y="1741"/>
                  </a:lnTo>
                  <a:lnTo>
                    <a:pt x="5011" y="1643"/>
                  </a:lnTo>
                  <a:lnTo>
                    <a:pt x="4904" y="1537"/>
                  </a:lnTo>
                  <a:lnTo>
                    <a:pt x="4904" y="1439"/>
                  </a:lnTo>
                  <a:lnTo>
                    <a:pt x="4806" y="1332"/>
                  </a:lnTo>
                  <a:cubicBezTo>
                    <a:pt x="4398" y="621"/>
                    <a:pt x="3678" y="106"/>
                    <a:pt x="2763" y="8"/>
                  </a:cubicBezTo>
                  <a:cubicBezTo>
                    <a:pt x="2693" y="3"/>
                    <a:pt x="2624" y="0"/>
                    <a:pt x="2555"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4" name="Google Shape;2314;p51"/>
            <p:cNvSpPr/>
            <p:nvPr/>
          </p:nvSpPr>
          <p:spPr>
            <a:xfrm>
              <a:off x="4031275" y="2049175"/>
              <a:ext cx="148175" cy="131150"/>
            </a:xfrm>
            <a:custGeom>
              <a:rect b="b" l="l" r="r" t="t"/>
              <a:pathLst>
                <a:path extrusionOk="0" h="5246" w="5927">
                  <a:moveTo>
                    <a:pt x="2940" y="1"/>
                  </a:moveTo>
                  <a:cubicBezTo>
                    <a:pt x="2527" y="1"/>
                    <a:pt x="2111" y="105"/>
                    <a:pt x="1734" y="327"/>
                  </a:cubicBezTo>
                  <a:cubicBezTo>
                    <a:pt x="410" y="940"/>
                    <a:pt x="1" y="2574"/>
                    <a:pt x="614" y="3800"/>
                  </a:cubicBezTo>
                  <a:cubicBezTo>
                    <a:pt x="1106" y="4717"/>
                    <a:pt x="1994" y="5246"/>
                    <a:pt x="2901" y="5246"/>
                  </a:cubicBezTo>
                  <a:cubicBezTo>
                    <a:pt x="3304" y="5246"/>
                    <a:pt x="3710" y="5141"/>
                    <a:pt x="4088" y="4920"/>
                  </a:cubicBezTo>
                  <a:cubicBezTo>
                    <a:pt x="5412" y="4307"/>
                    <a:pt x="5927" y="2672"/>
                    <a:pt x="5207" y="1446"/>
                  </a:cubicBezTo>
                  <a:cubicBezTo>
                    <a:pt x="4783" y="530"/>
                    <a:pt x="3869" y="1"/>
                    <a:pt x="2940" y="1"/>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5" name="Google Shape;2315;p51"/>
            <p:cNvSpPr/>
            <p:nvPr/>
          </p:nvSpPr>
          <p:spPr>
            <a:xfrm>
              <a:off x="4061925" y="2057325"/>
              <a:ext cx="117525" cy="122175"/>
            </a:xfrm>
            <a:custGeom>
              <a:rect b="b" l="l" r="r" t="t"/>
              <a:pathLst>
                <a:path extrusionOk="0" h="4887" w="4701">
                  <a:moveTo>
                    <a:pt x="2862" y="1"/>
                  </a:moveTo>
                  <a:lnTo>
                    <a:pt x="2862" y="1"/>
                  </a:lnTo>
                  <a:cubicBezTo>
                    <a:pt x="3164" y="205"/>
                    <a:pt x="3368" y="409"/>
                    <a:pt x="3573" y="818"/>
                  </a:cubicBezTo>
                  <a:cubicBezTo>
                    <a:pt x="4186" y="2044"/>
                    <a:pt x="3679" y="3572"/>
                    <a:pt x="2453" y="4292"/>
                  </a:cubicBezTo>
                  <a:cubicBezTo>
                    <a:pt x="2044" y="4496"/>
                    <a:pt x="1636" y="4598"/>
                    <a:pt x="1227" y="4598"/>
                  </a:cubicBezTo>
                  <a:cubicBezTo>
                    <a:pt x="818" y="4598"/>
                    <a:pt x="410" y="4496"/>
                    <a:pt x="1" y="4292"/>
                  </a:cubicBezTo>
                  <a:lnTo>
                    <a:pt x="1" y="4292"/>
                  </a:lnTo>
                  <a:cubicBezTo>
                    <a:pt x="499" y="4665"/>
                    <a:pt x="1109" y="4887"/>
                    <a:pt x="1718" y="4887"/>
                  </a:cubicBezTo>
                  <a:cubicBezTo>
                    <a:pt x="2109" y="4887"/>
                    <a:pt x="2501" y="4795"/>
                    <a:pt x="2862" y="4594"/>
                  </a:cubicBezTo>
                  <a:cubicBezTo>
                    <a:pt x="4186" y="3981"/>
                    <a:pt x="4701" y="2346"/>
                    <a:pt x="3981" y="1120"/>
                  </a:cubicBezTo>
                  <a:cubicBezTo>
                    <a:pt x="3777" y="614"/>
                    <a:pt x="3368" y="205"/>
                    <a:pt x="2862" y="1"/>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6" name="Google Shape;2316;p51"/>
            <p:cNvSpPr/>
            <p:nvPr/>
          </p:nvSpPr>
          <p:spPr>
            <a:xfrm>
              <a:off x="4046600" y="2085325"/>
              <a:ext cx="119975" cy="66425"/>
            </a:xfrm>
            <a:custGeom>
              <a:rect b="b" l="l" r="r" t="t"/>
              <a:pathLst>
                <a:path extrusionOk="0" h="2657" w="4799">
                  <a:moveTo>
                    <a:pt x="4594" y="0"/>
                  </a:moveTo>
                  <a:lnTo>
                    <a:pt x="1" y="2354"/>
                  </a:lnTo>
                  <a:cubicBezTo>
                    <a:pt x="1" y="2354"/>
                    <a:pt x="1" y="2452"/>
                    <a:pt x="99" y="2452"/>
                  </a:cubicBezTo>
                  <a:cubicBezTo>
                    <a:pt x="99" y="2559"/>
                    <a:pt x="99" y="2559"/>
                    <a:pt x="205" y="2657"/>
                  </a:cubicBezTo>
                  <a:lnTo>
                    <a:pt x="4799" y="311"/>
                  </a:lnTo>
                  <a:cubicBezTo>
                    <a:pt x="4701" y="205"/>
                    <a:pt x="4701" y="107"/>
                    <a:pt x="4701" y="107"/>
                  </a:cubicBezTo>
                  <a:cubicBezTo>
                    <a:pt x="4701" y="0"/>
                    <a:pt x="4594" y="0"/>
                    <a:pt x="4594"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7" name="Google Shape;2317;p51"/>
            <p:cNvSpPr/>
            <p:nvPr/>
          </p:nvSpPr>
          <p:spPr>
            <a:xfrm>
              <a:off x="4043950" y="2080225"/>
              <a:ext cx="120175" cy="69075"/>
            </a:xfrm>
            <a:custGeom>
              <a:rect b="b" l="l" r="r" t="t"/>
              <a:pathLst>
                <a:path extrusionOk="0" h="2763" w="4807">
                  <a:moveTo>
                    <a:pt x="4602" y="0"/>
                  </a:moveTo>
                  <a:lnTo>
                    <a:pt x="1" y="2452"/>
                  </a:lnTo>
                  <a:cubicBezTo>
                    <a:pt x="107" y="2452"/>
                    <a:pt x="107" y="2558"/>
                    <a:pt x="107" y="2558"/>
                  </a:cubicBezTo>
                  <a:cubicBezTo>
                    <a:pt x="107" y="2656"/>
                    <a:pt x="205" y="2656"/>
                    <a:pt x="205" y="2763"/>
                  </a:cubicBezTo>
                  <a:lnTo>
                    <a:pt x="4807" y="311"/>
                  </a:lnTo>
                  <a:cubicBezTo>
                    <a:pt x="4807" y="311"/>
                    <a:pt x="4807" y="204"/>
                    <a:pt x="4700" y="204"/>
                  </a:cubicBezTo>
                  <a:cubicBezTo>
                    <a:pt x="4700" y="106"/>
                    <a:pt x="4700" y="106"/>
                    <a:pt x="4602" y="0"/>
                  </a:cubicBez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8" name="Google Shape;2318;p51"/>
            <p:cNvSpPr/>
            <p:nvPr/>
          </p:nvSpPr>
          <p:spPr>
            <a:xfrm>
              <a:off x="4207425" y="1970275"/>
              <a:ext cx="130375" cy="130400"/>
            </a:xfrm>
            <a:custGeom>
              <a:rect b="b" l="l" r="r" t="t"/>
              <a:pathLst>
                <a:path extrusionOk="0" h="5216" w="5215">
                  <a:moveTo>
                    <a:pt x="2654" y="1"/>
                  </a:moveTo>
                  <a:cubicBezTo>
                    <a:pt x="1412" y="1"/>
                    <a:pt x="300" y="901"/>
                    <a:pt x="107" y="2257"/>
                  </a:cubicBezTo>
                  <a:lnTo>
                    <a:pt x="107" y="2150"/>
                  </a:lnTo>
                  <a:cubicBezTo>
                    <a:pt x="0" y="2257"/>
                    <a:pt x="0" y="2355"/>
                    <a:pt x="0" y="2355"/>
                  </a:cubicBezTo>
                  <a:lnTo>
                    <a:pt x="0" y="2461"/>
                  </a:lnTo>
                  <a:lnTo>
                    <a:pt x="0" y="2559"/>
                  </a:lnTo>
                  <a:lnTo>
                    <a:pt x="0" y="2665"/>
                  </a:lnTo>
                  <a:cubicBezTo>
                    <a:pt x="0" y="2968"/>
                    <a:pt x="107" y="3172"/>
                    <a:pt x="107" y="3376"/>
                  </a:cubicBezTo>
                  <a:cubicBezTo>
                    <a:pt x="205" y="3483"/>
                    <a:pt x="205" y="3581"/>
                    <a:pt x="205" y="3581"/>
                  </a:cubicBezTo>
                  <a:lnTo>
                    <a:pt x="205" y="3687"/>
                  </a:lnTo>
                  <a:cubicBezTo>
                    <a:pt x="311" y="3687"/>
                    <a:pt x="311" y="3785"/>
                    <a:pt x="311" y="3785"/>
                  </a:cubicBezTo>
                  <a:lnTo>
                    <a:pt x="311" y="3891"/>
                  </a:lnTo>
                  <a:lnTo>
                    <a:pt x="515" y="4096"/>
                  </a:lnTo>
                  <a:cubicBezTo>
                    <a:pt x="515" y="4194"/>
                    <a:pt x="515" y="4194"/>
                    <a:pt x="613" y="4300"/>
                  </a:cubicBezTo>
                  <a:lnTo>
                    <a:pt x="720" y="4398"/>
                  </a:lnTo>
                  <a:cubicBezTo>
                    <a:pt x="818" y="4398"/>
                    <a:pt x="818" y="4504"/>
                    <a:pt x="818" y="4504"/>
                  </a:cubicBezTo>
                  <a:cubicBezTo>
                    <a:pt x="818" y="4504"/>
                    <a:pt x="924" y="4602"/>
                    <a:pt x="1022" y="4602"/>
                  </a:cubicBezTo>
                  <a:cubicBezTo>
                    <a:pt x="1022" y="4709"/>
                    <a:pt x="1128" y="4709"/>
                    <a:pt x="1128" y="4807"/>
                  </a:cubicBezTo>
                  <a:lnTo>
                    <a:pt x="1226" y="4807"/>
                  </a:lnTo>
                  <a:lnTo>
                    <a:pt x="1333" y="4913"/>
                  </a:lnTo>
                  <a:lnTo>
                    <a:pt x="1431" y="4913"/>
                  </a:lnTo>
                  <a:cubicBezTo>
                    <a:pt x="1431" y="4913"/>
                    <a:pt x="1537" y="5011"/>
                    <a:pt x="1635" y="5011"/>
                  </a:cubicBezTo>
                  <a:cubicBezTo>
                    <a:pt x="1741" y="5011"/>
                    <a:pt x="1741" y="5117"/>
                    <a:pt x="1839" y="5117"/>
                  </a:cubicBezTo>
                  <a:lnTo>
                    <a:pt x="2044" y="5117"/>
                  </a:lnTo>
                  <a:cubicBezTo>
                    <a:pt x="2150" y="5117"/>
                    <a:pt x="2150" y="5215"/>
                    <a:pt x="2150" y="5215"/>
                  </a:cubicBezTo>
                  <a:lnTo>
                    <a:pt x="2354" y="5215"/>
                  </a:lnTo>
                  <a:cubicBezTo>
                    <a:pt x="2861" y="5215"/>
                    <a:pt x="3270" y="5215"/>
                    <a:pt x="3678" y="5011"/>
                  </a:cubicBezTo>
                  <a:cubicBezTo>
                    <a:pt x="3678" y="5011"/>
                    <a:pt x="3785" y="4913"/>
                    <a:pt x="3883" y="4913"/>
                  </a:cubicBezTo>
                  <a:cubicBezTo>
                    <a:pt x="3989" y="4913"/>
                    <a:pt x="3989" y="4807"/>
                    <a:pt x="4087" y="4807"/>
                  </a:cubicBezTo>
                  <a:lnTo>
                    <a:pt x="4291" y="4602"/>
                  </a:lnTo>
                  <a:lnTo>
                    <a:pt x="4602" y="4300"/>
                  </a:lnTo>
                  <a:cubicBezTo>
                    <a:pt x="4904" y="3989"/>
                    <a:pt x="5109" y="3581"/>
                    <a:pt x="5215" y="3172"/>
                  </a:cubicBezTo>
                  <a:lnTo>
                    <a:pt x="5215" y="3074"/>
                  </a:lnTo>
                  <a:lnTo>
                    <a:pt x="5215" y="2968"/>
                  </a:lnTo>
                  <a:lnTo>
                    <a:pt x="5215" y="2870"/>
                  </a:lnTo>
                  <a:lnTo>
                    <a:pt x="5215" y="2665"/>
                  </a:lnTo>
                  <a:lnTo>
                    <a:pt x="5215" y="2559"/>
                  </a:lnTo>
                  <a:lnTo>
                    <a:pt x="5215" y="2355"/>
                  </a:lnTo>
                  <a:lnTo>
                    <a:pt x="5215" y="2257"/>
                  </a:lnTo>
                  <a:lnTo>
                    <a:pt x="5215" y="2150"/>
                  </a:lnTo>
                  <a:lnTo>
                    <a:pt x="5215" y="2052"/>
                  </a:lnTo>
                  <a:cubicBezTo>
                    <a:pt x="5109" y="1946"/>
                    <a:pt x="5109" y="1946"/>
                    <a:pt x="5109" y="1848"/>
                  </a:cubicBezTo>
                  <a:lnTo>
                    <a:pt x="5109" y="1742"/>
                  </a:lnTo>
                  <a:lnTo>
                    <a:pt x="5011" y="1644"/>
                  </a:lnTo>
                  <a:lnTo>
                    <a:pt x="5011" y="1537"/>
                  </a:lnTo>
                  <a:cubicBezTo>
                    <a:pt x="5011" y="1537"/>
                    <a:pt x="5011" y="1439"/>
                    <a:pt x="4904" y="1439"/>
                  </a:cubicBezTo>
                  <a:lnTo>
                    <a:pt x="4904" y="1333"/>
                  </a:lnTo>
                  <a:cubicBezTo>
                    <a:pt x="4496" y="622"/>
                    <a:pt x="3785" y="107"/>
                    <a:pt x="2861" y="9"/>
                  </a:cubicBezTo>
                  <a:cubicBezTo>
                    <a:pt x="2792" y="3"/>
                    <a:pt x="2723" y="1"/>
                    <a:pt x="2654" y="1"/>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9" name="Google Shape;2319;p51"/>
            <p:cNvSpPr/>
            <p:nvPr/>
          </p:nvSpPr>
          <p:spPr>
            <a:xfrm>
              <a:off x="4184525" y="1967450"/>
              <a:ext cx="148175" cy="129975"/>
            </a:xfrm>
            <a:custGeom>
              <a:rect b="b" l="l" r="r" t="t"/>
              <a:pathLst>
                <a:path extrusionOk="0" h="5199" w="5927">
                  <a:moveTo>
                    <a:pt x="3025" y="1"/>
                  </a:moveTo>
                  <a:cubicBezTo>
                    <a:pt x="2623" y="1"/>
                    <a:pt x="2217" y="105"/>
                    <a:pt x="1840" y="326"/>
                  </a:cubicBezTo>
                  <a:cubicBezTo>
                    <a:pt x="508" y="939"/>
                    <a:pt x="1" y="2574"/>
                    <a:pt x="712" y="3800"/>
                  </a:cubicBezTo>
                  <a:cubicBezTo>
                    <a:pt x="1138" y="4721"/>
                    <a:pt x="2058" y="5199"/>
                    <a:pt x="2991" y="5199"/>
                  </a:cubicBezTo>
                  <a:cubicBezTo>
                    <a:pt x="3400" y="5199"/>
                    <a:pt x="3812" y="5107"/>
                    <a:pt x="4186" y="4920"/>
                  </a:cubicBezTo>
                  <a:cubicBezTo>
                    <a:pt x="5518" y="4209"/>
                    <a:pt x="5927" y="2672"/>
                    <a:pt x="5314" y="1446"/>
                  </a:cubicBezTo>
                  <a:cubicBezTo>
                    <a:pt x="4816" y="529"/>
                    <a:pt x="3930" y="1"/>
                    <a:pt x="3025" y="1"/>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0" name="Google Shape;2320;p51"/>
            <p:cNvSpPr/>
            <p:nvPr/>
          </p:nvSpPr>
          <p:spPr>
            <a:xfrm>
              <a:off x="4217650" y="1975600"/>
              <a:ext cx="115050" cy="122175"/>
            </a:xfrm>
            <a:custGeom>
              <a:rect b="b" l="l" r="r" t="t"/>
              <a:pathLst>
                <a:path extrusionOk="0" h="4887" w="4602">
                  <a:moveTo>
                    <a:pt x="2861" y="0"/>
                  </a:moveTo>
                  <a:lnTo>
                    <a:pt x="2861" y="0"/>
                  </a:lnTo>
                  <a:cubicBezTo>
                    <a:pt x="3065" y="205"/>
                    <a:pt x="3376" y="409"/>
                    <a:pt x="3474" y="711"/>
                  </a:cubicBezTo>
                  <a:cubicBezTo>
                    <a:pt x="4193" y="2044"/>
                    <a:pt x="3678" y="3572"/>
                    <a:pt x="2354" y="4291"/>
                  </a:cubicBezTo>
                  <a:cubicBezTo>
                    <a:pt x="1994" y="4496"/>
                    <a:pt x="1586" y="4598"/>
                    <a:pt x="1177" y="4598"/>
                  </a:cubicBezTo>
                  <a:cubicBezTo>
                    <a:pt x="768" y="4598"/>
                    <a:pt x="360" y="4496"/>
                    <a:pt x="0" y="4291"/>
                  </a:cubicBezTo>
                  <a:lnTo>
                    <a:pt x="0" y="4291"/>
                  </a:lnTo>
                  <a:cubicBezTo>
                    <a:pt x="498" y="4665"/>
                    <a:pt x="1111" y="4886"/>
                    <a:pt x="1721" y="4886"/>
                  </a:cubicBezTo>
                  <a:cubicBezTo>
                    <a:pt x="2112" y="4886"/>
                    <a:pt x="2503" y="4795"/>
                    <a:pt x="2861" y="4594"/>
                  </a:cubicBezTo>
                  <a:cubicBezTo>
                    <a:pt x="4193" y="3883"/>
                    <a:pt x="4602" y="2346"/>
                    <a:pt x="3989" y="1120"/>
                  </a:cubicBezTo>
                  <a:cubicBezTo>
                    <a:pt x="3678" y="613"/>
                    <a:pt x="3269" y="205"/>
                    <a:pt x="2861"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1" name="Google Shape;2321;p51"/>
            <p:cNvSpPr/>
            <p:nvPr/>
          </p:nvSpPr>
          <p:spPr>
            <a:xfrm>
              <a:off x="4202325" y="2003600"/>
              <a:ext cx="117500" cy="66425"/>
            </a:xfrm>
            <a:custGeom>
              <a:rect b="b" l="l" r="r" t="t"/>
              <a:pathLst>
                <a:path extrusionOk="0" h="2657" w="4700">
                  <a:moveTo>
                    <a:pt x="4602" y="0"/>
                  </a:moveTo>
                  <a:lnTo>
                    <a:pt x="0" y="2354"/>
                  </a:lnTo>
                  <a:lnTo>
                    <a:pt x="0" y="2452"/>
                  </a:lnTo>
                  <a:cubicBezTo>
                    <a:pt x="106" y="2558"/>
                    <a:pt x="106" y="2558"/>
                    <a:pt x="106" y="2656"/>
                  </a:cubicBezTo>
                  <a:lnTo>
                    <a:pt x="4700" y="311"/>
                  </a:lnTo>
                  <a:cubicBezTo>
                    <a:pt x="4700" y="204"/>
                    <a:pt x="4700" y="106"/>
                    <a:pt x="4602"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2" name="Google Shape;2322;p51"/>
            <p:cNvSpPr/>
            <p:nvPr/>
          </p:nvSpPr>
          <p:spPr>
            <a:xfrm>
              <a:off x="4199850" y="1998475"/>
              <a:ext cx="119975" cy="69100"/>
            </a:xfrm>
            <a:custGeom>
              <a:rect b="b" l="l" r="r" t="t"/>
              <a:pathLst>
                <a:path extrusionOk="0" h="2764" w="4799">
                  <a:moveTo>
                    <a:pt x="4594" y="1"/>
                  </a:moveTo>
                  <a:lnTo>
                    <a:pt x="1" y="2453"/>
                  </a:lnTo>
                  <a:cubicBezTo>
                    <a:pt x="1" y="2453"/>
                    <a:pt x="1" y="2559"/>
                    <a:pt x="99" y="2559"/>
                  </a:cubicBezTo>
                  <a:cubicBezTo>
                    <a:pt x="99" y="2657"/>
                    <a:pt x="99" y="2657"/>
                    <a:pt x="205" y="2763"/>
                  </a:cubicBezTo>
                  <a:lnTo>
                    <a:pt x="4799" y="311"/>
                  </a:lnTo>
                  <a:cubicBezTo>
                    <a:pt x="4701" y="311"/>
                    <a:pt x="4701" y="205"/>
                    <a:pt x="4701" y="205"/>
                  </a:cubicBezTo>
                  <a:cubicBezTo>
                    <a:pt x="4701" y="107"/>
                    <a:pt x="4594" y="107"/>
                    <a:pt x="4594" y="1"/>
                  </a:cubicBez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3" name="Google Shape;2323;p51"/>
            <p:cNvSpPr/>
            <p:nvPr/>
          </p:nvSpPr>
          <p:spPr>
            <a:xfrm>
              <a:off x="4363325" y="1888550"/>
              <a:ext cx="130200" cy="130400"/>
            </a:xfrm>
            <a:custGeom>
              <a:rect b="b" l="l" r="r" t="t"/>
              <a:pathLst>
                <a:path extrusionOk="0" h="5216" w="5208">
                  <a:moveTo>
                    <a:pt x="2638" y="0"/>
                  </a:moveTo>
                  <a:cubicBezTo>
                    <a:pt x="1305" y="0"/>
                    <a:pt x="194" y="895"/>
                    <a:pt x="1" y="2150"/>
                  </a:cubicBezTo>
                  <a:lnTo>
                    <a:pt x="1" y="2354"/>
                  </a:lnTo>
                  <a:lnTo>
                    <a:pt x="1" y="2461"/>
                  </a:lnTo>
                  <a:lnTo>
                    <a:pt x="1" y="2559"/>
                  </a:lnTo>
                  <a:lnTo>
                    <a:pt x="1" y="2665"/>
                  </a:lnTo>
                  <a:cubicBezTo>
                    <a:pt x="1" y="2967"/>
                    <a:pt x="1" y="3172"/>
                    <a:pt x="99" y="3376"/>
                  </a:cubicBezTo>
                  <a:cubicBezTo>
                    <a:pt x="99" y="3482"/>
                    <a:pt x="205" y="3580"/>
                    <a:pt x="205" y="3580"/>
                  </a:cubicBezTo>
                  <a:lnTo>
                    <a:pt x="205" y="3687"/>
                  </a:lnTo>
                  <a:lnTo>
                    <a:pt x="303" y="3785"/>
                  </a:lnTo>
                  <a:lnTo>
                    <a:pt x="303" y="3891"/>
                  </a:lnTo>
                  <a:cubicBezTo>
                    <a:pt x="303" y="3989"/>
                    <a:pt x="409" y="3989"/>
                    <a:pt x="409" y="4095"/>
                  </a:cubicBezTo>
                  <a:lnTo>
                    <a:pt x="614" y="4300"/>
                  </a:lnTo>
                  <a:lnTo>
                    <a:pt x="712" y="4398"/>
                  </a:lnTo>
                  <a:cubicBezTo>
                    <a:pt x="712" y="4398"/>
                    <a:pt x="712" y="4504"/>
                    <a:pt x="818" y="4504"/>
                  </a:cubicBezTo>
                  <a:lnTo>
                    <a:pt x="916" y="4602"/>
                  </a:lnTo>
                  <a:lnTo>
                    <a:pt x="1120" y="4806"/>
                  </a:lnTo>
                  <a:cubicBezTo>
                    <a:pt x="1227" y="4806"/>
                    <a:pt x="1227" y="4806"/>
                    <a:pt x="1325" y="4913"/>
                  </a:cubicBezTo>
                  <a:cubicBezTo>
                    <a:pt x="1431" y="4913"/>
                    <a:pt x="1529" y="5011"/>
                    <a:pt x="1529" y="5011"/>
                  </a:cubicBezTo>
                  <a:lnTo>
                    <a:pt x="1635" y="5011"/>
                  </a:lnTo>
                  <a:cubicBezTo>
                    <a:pt x="1635" y="5011"/>
                    <a:pt x="1733" y="5117"/>
                    <a:pt x="1840" y="5117"/>
                  </a:cubicBezTo>
                  <a:lnTo>
                    <a:pt x="2044" y="5117"/>
                  </a:lnTo>
                  <a:cubicBezTo>
                    <a:pt x="2044" y="5117"/>
                    <a:pt x="2044" y="5215"/>
                    <a:pt x="2142" y="5215"/>
                  </a:cubicBezTo>
                  <a:lnTo>
                    <a:pt x="2346" y="5215"/>
                  </a:lnTo>
                  <a:cubicBezTo>
                    <a:pt x="2755" y="5215"/>
                    <a:pt x="3270" y="5215"/>
                    <a:pt x="3572" y="5011"/>
                  </a:cubicBezTo>
                  <a:cubicBezTo>
                    <a:pt x="3679" y="5011"/>
                    <a:pt x="3777" y="4913"/>
                    <a:pt x="3883" y="4913"/>
                  </a:cubicBezTo>
                  <a:cubicBezTo>
                    <a:pt x="3883" y="4913"/>
                    <a:pt x="3981" y="4806"/>
                    <a:pt x="4087" y="4806"/>
                  </a:cubicBezTo>
                  <a:cubicBezTo>
                    <a:pt x="4087" y="4708"/>
                    <a:pt x="4185" y="4708"/>
                    <a:pt x="4292" y="4602"/>
                  </a:cubicBezTo>
                  <a:lnTo>
                    <a:pt x="4594" y="4300"/>
                  </a:lnTo>
                  <a:cubicBezTo>
                    <a:pt x="4798" y="3989"/>
                    <a:pt x="5003" y="3580"/>
                    <a:pt x="5109" y="3172"/>
                  </a:cubicBezTo>
                  <a:lnTo>
                    <a:pt x="5109" y="3074"/>
                  </a:lnTo>
                  <a:cubicBezTo>
                    <a:pt x="5109" y="2967"/>
                    <a:pt x="5207" y="2967"/>
                    <a:pt x="5207" y="2967"/>
                  </a:cubicBezTo>
                  <a:lnTo>
                    <a:pt x="5207" y="2869"/>
                  </a:lnTo>
                  <a:lnTo>
                    <a:pt x="5207" y="2665"/>
                  </a:lnTo>
                  <a:lnTo>
                    <a:pt x="5207" y="2559"/>
                  </a:lnTo>
                  <a:lnTo>
                    <a:pt x="5207" y="2354"/>
                  </a:lnTo>
                  <a:lnTo>
                    <a:pt x="5207" y="2256"/>
                  </a:lnTo>
                  <a:lnTo>
                    <a:pt x="5109" y="2150"/>
                  </a:lnTo>
                  <a:lnTo>
                    <a:pt x="5109" y="2052"/>
                  </a:lnTo>
                  <a:lnTo>
                    <a:pt x="5109" y="1848"/>
                  </a:lnTo>
                  <a:lnTo>
                    <a:pt x="5003" y="1741"/>
                  </a:lnTo>
                  <a:lnTo>
                    <a:pt x="5003" y="1643"/>
                  </a:lnTo>
                  <a:lnTo>
                    <a:pt x="5003" y="1537"/>
                  </a:lnTo>
                  <a:cubicBezTo>
                    <a:pt x="4905" y="1537"/>
                    <a:pt x="4905" y="1439"/>
                    <a:pt x="4905" y="1439"/>
                  </a:cubicBezTo>
                  <a:cubicBezTo>
                    <a:pt x="4905" y="1439"/>
                    <a:pt x="4905" y="1333"/>
                    <a:pt x="4798" y="1333"/>
                  </a:cubicBezTo>
                  <a:cubicBezTo>
                    <a:pt x="4390" y="622"/>
                    <a:pt x="3679" y="107"/>
                    <a:pt x="2861" y="9"/>
                  </a:cubicBezTo>
                  <a:cubicBezTo>
                    <a:pt x="2786" y="3"/>
                    <a:pt x="2712" y="0"/>
                    <a:pt x="2638"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4" name="Google Shape;2324;p51"/>
            <p:cNvSpPr/>
            <p:nvPr/>
          </p:nvSpPr>
          <p:spPr>
            <a:xfrm>
              <a:off x="4340250" y="1885725"/>
              <a:ext cx="148150" cy="129975"/>
            </a:xfrm>
            <a:custGeom>
              <a:rect b="b" l="l" r="r" t="t"/>
              <a:pathLst>
                <a:path extrusionOk="0" h="5199" w="5926">
                  <a:moveTo>
                    <a:pt x="2993" y="0"/>
                  </a:moveTo>
                  <a:cubicBezTo>
                    <a:pt x="2576" y="0"/>
                    <a:pt x="2148" y="105"/>
                    <a:pt x="1741" y="326"/>
                  </a:cubicBezTo>
                  <a:cubicBezTo>
                    <a:pt x="515" y="939"/>
                    <a:pt x="0" y="2574"/>
                    <a:pt x="613" y="3800"/>
                  </a:cubicBezTo>
                  <a:cubicBezTo>
                    <a:pt x="1113" y="4720"/>
                    <a:pt x="2004" y="5198"/>
                    <a:pt x="2948" y="5198"/>
                  </a:cubicBezTo>
                  <a:cubicBezTo>
                    <a:pt x="3363" y="5198"/>
                    <a:pt x="3787" y="5106"/>
                    <a:pt x="4193" y="4919"/>
                  </a:cubicBezTo>
                  <a:cubicBezTo>
                    <a:pt x="5419" y="4208"/>
                    <a:pt x="5926" y="2672"/>
                    <a:pt x="5313" y="1446"/>
                  </a:cubicBezTo>
                  <a:cubicBezTo>
                    <a:pt x="4821" y="529"/>
                    <a:pt x="3933" y="0"/>
                    <a:pt x="2993" y="0"/>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5" name="Google Shape;2325;p51"/>
            <p:cNvSpPr/>
            <p:nvPr/>
          </p:nvSpPr>
          <p:spPr>
            <a:xfrm>
              <a:off x="4373550" y="1893875"/>
              <a:ext cx="114850" cy="122175"/>
            </a:xfrm>
            <a:custGeom>
              <a:rect b="b" l="l" r="r" t="t"/>
              <a:pathLst>
                <a:path extrusionOk="0" h="4887" w="4594">
                  <a:moveTo>
                    <a:pt x="2755" y="0"/>
                  </a:moveTo>
                  <a:lnTo>
                    <a:pt x="2755" y="0"/>
                  </a:lnTo>
                  <a:cubicBezTo>
                    <a:pt x="3065" y="204"/>
                    <a:pt x="3270" y="409"/>
                    <a:pt x="3474" y="711"/>
                  </a:cubicBezTo>
                  <a:cubicBezTo>
                    <a:pt x="4087" y="2043"/>
                    <a:pt x="3572" y="3572"/>
                    <a:pt x="2346" y="4291"/>
                  </a:cubicBezTo>
                  <a:cubicBezTo>
                    <a:pt x="1937" y="4495"/>
                    <a:pt x="1529" y="4598"/>
                    <a:pt x="1133" y="4598"/>
                  </a:cubicBezTo>
                  <a:cubicBezTo>
                    <a:pt x="738" y="4598"/>
                    <a:pt x="356" y="4495"/>
                    <a:pt x="0" y="4291"/>
                  </a:cubicBezTo>
                  <a:lnTo>
                    <a:pt x="0" y="4291"/>
                  </a:lnTo>
                  <a:cubicBezTo>
                    <a:pt x="433" y="4664"/>
                    <a:pt x="1021" y="4886"/>
                    <a:pt x="1645" y="4886"/>
                  </a:cubicBezTo>
                  <a:cubicBezTo>
                    <a:pt x="2046" y="4886"/>
                    <a:pt x="2462" y="4795"/>
                    <a:pt x="2861" y="4593"/>
                  </a:cubicBezTo>
                  <a:cubicBezTo>
                    <a:pt x="4087" y="3882"/>
                    <a:pt x="4594" y="2346"/>
                    <a:pt x="3981" y="1120"/>
                  </a:cubicBezTo>
                  <a:cubicBezTo>
                    <a:pt x="3678" y="613"/>
                    <a:pt x="3270" y="204"/>
                    <a:pt x="2755"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6" name="Google Shape;2326;p51"/>
            <p:cNvSpPr/>
            <p:nvPr/>
          </p:nvSpPr>
          <p:spPr>
            <a:xfrm>
              <a:off x="4355575" y="1921850"/>
              <a:ext cx="120175" cy="66450"/>
            </a:xfrm>
            <a:custGeom>
              <a:rect b="b" l="l" r="r" t="t"/>
              <a:pathLst>
                <a:path extrusionOk="0" h="2658" w="4807">
                  <a:moveTo>
                    <a:pt x="4602" y="1"/>
                  </a:moveTo>
                  <a:lnTo>
                    <a:pt x="0" y="2355"/>
                  </a:lnTo>
                  <a:cubicBezTo>
                    <a:pt x="106" y="2355"/>
                    <a:pt x="106" y="2453"/>
                    <a:pt x="106" y="2453"/>
                  </a:cubicBezTo>
                  <a:cubicBezTo>
                    <a:pt x="106" y="2559"/>
                    <a:pt x="204" y="2559"/>
                    <a:pt x="204" y="2657"/>
                  </a:cubicBezTo>
                  <a:lnTo>
                    <a:pt x="4806" y="311"/>
                  </a:lnTo>
                  <a:cubicBezTo>
                    <a:pt x="4806" y="205"/>
                    <a:pt x="4700" y="107"/>
                    <a:pt x="4700" y="1"/>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7" name="Google Shape;2327;p51"/>
            <p:cNvSpPr/>
            <p:nvPr/>
          </p:nvSpPr>
          <p:spPr>
            <a:xfrm>
              <a:off x="4355575" y="1916750"/>
              <a:ext cx="117500" cy="69100"/>
            </a:xfrm>
            <a:custGeom>
              <a:rect b="b" l="l" r="r" t="t"/>
              <a:pathLst>
                <a:path extrusionOk="0" h="2764" w="4700">
                  <a:moveTo>
                    <a:pt x="4602" y="0"/>
                  </a:moveTo>
                  <a:lnTo>
                    <a:pt x="0" y="2452"/>
                  </a:lnTo>
                  <a:lnTo>
                    <a:pt x="0" y="2559"/>
                  </a:lnTo>
                  <a:cubicBezTo>
                    <a:pt x="106" y="2657"/>
                    <a:pt x="106" y="2657"/>
                    <a:pt x="106" y="2763"/>
                  </a:cubicBezTo>
                  <a:lnTo>
                    <a:pt x="4700" y="311"/>
                  </a:lnTo>
                  <a:lnTo>
                    <a:pt x="4700" y="205"/>
                  </a:lnTo>
                  <a:cubicBezTo>
                    <a:pt x="4602" y="107"/>
                    <a:pt x="4602" y="107"/>
                    <a:pt x="4602" y="0"/>
                  </a:cubicBez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8" name="Google Shape;2328;p51"/>
            <p:cNvSpPr/>
            <p:nvPr/>
          </p:nvSpPr>
          <p:spPr>
            <a:xfrm>
              <a:off x="4516575" y="1806825"/>
              <a:ext cx="130200" cy="130375"/>
            </a:xfrm>
            <a:custGeom>
              <a:rect b="b" l="l" r="r" t="t"/>
              <a:pathLst>
                <a:path extrusionOk="0" h="5215" w="5208">
                  <a:moveTo>
                    <a:pt x="2653" y="0"/>
                  </a:moveTo>
                  <a:cubicBezTo>
                    <a:pt x="1403" y="0"/>
                    <a:pt x="292" y="895"/>
                    <a:pt x="99" y="2150"/>
                  </a:cubicBezTo>
                  <a:lnTo>
                    <a:pt x="99" y="2354"/>
                  </a:lnTo>
                  <a:lnTo>
                    <a:pt x="99" y="2460"/>
                  </a:lnTo>
                  <a:lnTo>
                    <a:pt x="1" y="2460"/>
                  </a:lnTo>
                  <a:lnTo>
                    <a:pt x="1" y="2558"/>
                  </a:lnTo>
                  <a:lnTo>
                    <a:pt x="1" y="2665"/>
                  </a:lnTo>
                  <a:cubicBezTo>
                    <a:pt x="99" y="2967"/>
                    <a:pt x="99" y="3171"/>
                    <a:pt x="205" y="3376"/>
                  </a:cubicBezTo>
                  <a:lnTo>
                    <a:pt x="205" y="3580"/>
                  </a:lnTo>
                  <a:lnTo>
                    <a:pt x="303" y="3686"/>
                  </a:lnTo>
                  <a:lnTo>
                    <a:pt x="303" y="3784"/>
                  </a:lnTo>
                  <a:lnTo>
                    <a:pt x="409" y="3891"/>
                  </a:lnTo>
                  <a:cubicBezTo>
                    <a:pt x="409" y="3989"/>
                    <a:pt x="409" y="3989"/>
                    <a:pt x="507" y="4095"/>
                  </a:cubicBezTo>
                  <a:lnTo>
                    <a:pt x="614" y="4193"/>
                  </a:lnTo>
                  <a:cubicBezTo>
                    <a:pt x="614" y="4299"/>
                    <a:pt x="614" y="4299"/>
                    <a:pt x="712" y="4299"/>
                  </a:cubicBezTo>
                  <a:cubicBezTo>
                    <a:pt x="712" y="4299"/>
                    <a:pt x="712" y="4397"/>
                    <a:pt x="818" y="4397"/>
                  </a:cubicBezTo>
                  <a:lnTo>
                    <a:pt x="818" y="4504"/>
                  </a:lnTo>
                  <a:cubicBezTo>
                    <a:pt x="916" y="4504"/>
                    <a:pt x="916" y="4602"/>
                    <a:pt x="1022" y="4602"/>
                  </a:cubicBezTo>
                  <a:cubicBezTo>
                    <a:pt x="1022" y="4708"/>
                    <a:pt x="1120" y="4708"/>
                    <a:pt x="1227" y="4708"/>
                  </a:cubicBezTo>
                  <a:lnTo>
                    <a:pt x="1227" y="4806"/>
                  </a:lnTo>
                  <a:cubicBezTo>
                    <a:pt x="1325" y="4806"/>
                    <a:pt x="1325" y="4806"/>
                    <a:pt x="1325" y="4912"/>
                  </a:cubicBezTo>
                  <a:lnTo>
                    <a:pt x="1431" y="4912"/>
                  </a:lnTo>
                  <a:cubicBezTo>
                    <a:pt x="1529" y="4912"/>
                    <a:pt x="1529" y="5010"/>
                    <a:pt x="1635" y="5010"/>
                  </a:cubicBezTo>
                  <a:cubicBezTo>
                    <a:pt x="1733" y="5010"/>
                    <a:pt x="1840" y="5117"/>
                    <a:pt x="1840" y="5117"/>
                  </a:cubicBezTo>
                  <a:lnTo>
                    <a:pt x="2142" y="5117"/>
                  </a:lnTo>
                  <a:lnTo>
                    <a:pt x="2142" y="5215"/>
                  </a:lnTo>
                  <a:lnTo>
                    <a:pt x="2453" y="5215"/>
                  </a:lnTo>
                  <a:cubicBezTo>
                    <a:pt x="2861" y="5215"/>
                    <a:pt x="3270" y="5215"/>
                    <a:pt x="3679" y="5010"/>
                  </a:cubicBezTo>
                  <a:cubicBezTo>
                    <a:pt x="3777" y="5010"/>
                    <a:pt x="3777" y="4912"/>
                    <a:pt x="3883" y="4912"/>
                  </a:cubicBezTo>
                  <a:cubicBezTo>
                    <a:pt x="3981" y="4806"/>
                    <a:pt x="4087" y="4806"/>
                    <a:pt x="4087" y="4806"/>
                  </a:cubicBezTo>
                  <a:cubicBezTo>
                    <a:pt x="4186" y="4708"/>
                    <a:pt x="4292" y="4708"/>
                    <a:pt x="4292" y="4602"/>
                  </a:cubicBezTo>
                  <a:cubicBezTo>
                    <a:pt x="4390" y="4504"/>
                    <a:pt x="4594" y="4397"/>
                    <a:pt x="4700" y="4299"/>
                  </a:cubicBezTo>
                  <a:cubicBezTo>
                    <a:pt x="4905" y="3989"/>
                    <a:pt x="5109" y="3580"/>
                    <a:pt x="5207" y="3171"/>
                  </a:cubicBezTo>
                  <a:lnTo>
                    <a:pt x="5207" y="3073"/>
                  </a:lnTo>
                  <a:lnTo>
                    <a:pt x="5207" y="2967"/>
                  </a:lnTo>
                  <a:lnTo>
                    <a:pt x="5207" y="2869"/>
                  </a:lnTo>
                  <a:lnTo>
                    <a:pt x="5207" y="2665"/>
                  </a:lnTo>
                  <a:lnTo>
                    <a:pt x="5207" y="2558"/>
                  </a:lnTo>
                  <a:lnTo>
                    <a:pt x="5207" y="2354"/>
                  </a:lnTo>
                  <a:lnTo>
                    <a:pt x="5207" y="2256"/>
                  </a:lnTo>
                  <a:lnTo>
                    <a:pt x="5207" y="2150"/>
                  </a:lnTo>
                  <a:lnTo>
                    <a:pt x="5207" y="2052"/>
                  </a:lnTo>
                  <a:cubicBezTo>
                    <a:pt x="5207" y="1945"/>
                    <a:pt x="5109" y="1945"/>
                    <a:pt x="5109" y="1847"/>
                  </a:cubicBezTo>
                  <a:lnTo>
                    <a:pt x="5109" y="1741"/>
                  </a:lnTo>
                  <a:lnTo>
                    <a:pt x="5109" y="1643"/>
                  </a:lnTo>
                  <a:cubicBezTo>
                    <a:pt x="5003" y="1643"/>
                    <a:pt x="5003" y="1537"/>
                    <a:pt x="5003" y="1537"/>
                  </a:cubicBezTo>
                  <a:lnTo>
                    <a:pt x="5003" y="1439"/>
                  </a:lnTo>
                  <a:cubicBezTo>
                    <a:pt x="4905" y="1439"/>
                    <a:pt x="4905" y="1332"/>
                    <a:pt x="4905" y="1332"/>
                  </a:cubicBezTo>
                  <a:cubicBezTo>
                    <a:pt x="4496" y="621"/>
                    <a:pt x="3777" y="106"/>
                    <a:pt x="2861" y="8"/>
                  </a:cubicBezTo>
                  <a:cubicBezTo>
                    <a:pt x="2792" y="3"/>
                    <a:pt x="2722" y="0"/>
                    <a:pt x="2653"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9" name="Google Shape;2329;p51"/>
            <p:cNvSpPr/>
            <p:nvPr/>
          </p:nvSpPr>
          <p:spPr>
            <a:xfrm>
              <a:off x="4493500" y="1803975"/>
              <a:ext cx="150825" cy="129975"/>
            </a:xfrm>
            <a:custGeom>
              <a:rect b="b" l="l" r="r" t="t"/>
              <a:pathLst>
                <a:path extrusionOk="0" h="5199" w="6033">
                  <a:moveTo>
                    <a:pt x="3045" y="1"/>
                  </a:moveTo>
                  <a:cubicBezTo>
                    <a:pt x="2632" y="1"/>
                    <a:pt x="2216" y="105"/>
                    <a:pt x="1839" y="327"/>
                  </a:cubicBezTo>
                  <a:cubicBezTo>
                    <a:pt x="515" y="940"/>
                    <a:pt x="0" y="2574"/>
                    <a:pt x="719" y="3800"/>
                  </a:cubicBezTo>
                  <a:cubicBezTo>
                    <a:pt x="1146" y="4721"/>
                    <a:pt x="2065" y="5199"/>
                    <a:pt x="2998" y="5199"/>
                  </a:cubicBezTo>
                  <a:cubicBezTo>
                    <a:pt x="3408" y="5199"/>
                    <a:pt x="3819" y="5107"/>
                    <a:pt x="4193" y="4920"/>
                  </a:cubicBezTo>
                  <a:cubicBezTo>
                    <a:pt x="5517" y="4209"/>
                    <a:pt x="6032" y="2672"/>
                    <a:pt x="5313" y="1446"/>
                  </a:cubicBezTo>
                  <a:cubicBezTo>
                    <a:pt x="4888" y="530"/>
                    <a:pt x="3974" y="1"/>
                    <a:pt x="3045" y="1"/>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0" name="Google Shape;2330;p51"/>
            <p:cNvSpPr/>
            <p:nvPr/>
          </p:nvSpPr>
          <p:spPr>
            <a:xfrm>
              <a:off x="4526800" y="1812125"/>
              <a:ext cx="117525" cy="122175"/>
            </a:xfrm>
            <a:custGeom>
              <a:rect b="b" l="l" r="r" t="t"/>
              <a:pathLst>
                <a:path extrusionOk="0" h="4887" w="4701">
                  <a:moveTo>
                    <a:pt x="2861" y="1"/>
                  </a:moveTo>
                  <a:lnTo>
                    <a:pt x="2861" y="1"/>
                  </a:lnTo>
                  <a:cubicBezTo>
                    <a:pt x="3163" y="205"/>
                    <a:pt x="3368" y="409"/>
                    <a:pt x="3474" y="712"/>
                  </a:cubicBezTo>
                  <a:cubicBezTo>
                    <a:pt x="4185" y="2044"/>
                    <a:pt x="3678" y="3572"/>
                    <a:pt x="2452" y="4292"/>
                  </a:cubicBezTo>
                  <a:cubicBezTo>
                    <a:pt x="2044" y="4496"/>
                    <a:pt x="1609" y="4598"/>
                    <a:pt x="1187" y="4598"/>
                  </a:cubicBezTo>
                  <a:cubicBezTo>
                    <a:pt x="765" y="4598"/>
                    <a:pt x="356" y="4496"/>
                    <a:pt x="0" y="4292"/>
                  </a:cubicBezTo>
                  <a:lnTo>
                    <a:pt x="0" y="4292"/>
                  </a:lnTo>
                  <a:cubicBezTo>
                    <a:pt x="498" y="4665"/>
                    <a:pt x="1108" y="4887"/>
                    <a:pt x="1718" y="4887"/>
                  </a:cubicBezTo>
                  <a:cubicBezTo>
                    <a:pt x="2109" y="4887"/>
                    <a:pt x="2500" y="4795"/>
                    <a:pt x="2861" y="4594"/>
                  </a:cubicBezTo>
                  <a:cubicBezTo>
                    <a:pt x="4185" y="3883"/>
                    <a:pt x="4700" y="2346"/>
                    <a:pt x="3981" y="1120"/>
                  </a:cubicBezTo>
                  <a:cubicBezTo>
                    <a:pt x="3777" y="614"/>
                    <a:pt x="3368" y="205"/>
                    <a:pt x="2861" y="1"/>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1" name="Google Shape;2331;p51"/>
            <p:cNvSpPr/>
            <p:nvPr/>
          </p:nvSpPr>
          <p:spPr>
            <a:xfrm>
              <a:off x="4511475" y="1840125"/>
              <a:ext cx="117525" cy="66425"/>
            </a:xfrm>
            <a:custGeom>
              <a:rect b="b" l="l" r="r" t="t"/>
              <a:pathLst>
                <a:path extrusionOk="0" h="2657" w="4701">
                  <a:moveTo>
                    <a:pt x="4594" y="0"/>
                  </a:moveTo>
                  <a:lnTo>
                    <a:pt x="0" y="2354"/>
                  </a:lnTo>
                  <a:lnTo>
                    <a:pt x="0" y="2452"/>
                  </a:lnTo>
                  <a:lnTo>
                    <a:pt x="205" y="2657"/>
                  </a:lnTo>
                  <a:lnTo>
                    <a:pt x="4700" y="311"/>
                  </a:lnTo>
                  <a:lnTo>
                    <a:pt x="4700" y="0"/>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2" name="Google Shape;2332;p51"/>
            <p:cNvSpPr/>
            <p:nvPr/>
          </p:nvSpPr>
          <p:spPr>
            <a:xfrm>
              <a:off x="4508825" y="1835025"/>
              <a:ext cx="120175" cy="69075"/>
            </a:xfrm>
            <a:custGeom>
              <a:rect b="b" l="l" r="r" t="t"/>
              <a:pathLst>
                <a:path extrusionOk="0" h="2763" w="4807">
                  <a:moveTo>
                    <a:pt x="4602" y="0"/>
                  </a:moveTo>
                  <a:lnTo>
                    <a:pt x="0" y="2452"/>
                  </a:lnTo>
                  <a:lnTo>
                    <a:pt x="106" y="2558"/>
                  </a:lnTo>
                  <a:cubicBezTo>
                    <a:pt x="106" y="2656"/>
                    <a:pt x="106" y="2656"/>
                    <a:pt x="204" y="2763"/>
                  </a:cubicBezTo>
                  <a:lnTo>
                    <a:pt x="4806" y="311"/>
                  </a:lnTo>
                  <a:lnTo>
                    <a:pt x="4700" y="204"/>
                  </a:lnTo>
                  <a:cubicBezTo>
                    <a:pt x="4700" y="106"/>
                    <a:pt x="4700" y="106"/>
                    <a:pt x="4602" y="0"/>
                  </a:cubicBez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3" name="Google Shape;2333;p51"/>
            <p:cNvSpPr/>
            <p:nvPr/>
          </p:nvSpPr>
          <p:spPr>
            <a:xfrm>
              <a:off x="4672275" y="1725075"/>
              <a:ext cx="130400" cy="130400"/>
            </a:xfrm>
            <a:custGeom>
              <a:rect b="b" l="l" r="r" t="t"/>
              <a:pathLst>
                <a:path extrusionOk="0" h="5216" w="5216">
                  <a:moveTo>
                    <a:pt x="2654" y="1"/>
                  </a:moveTo>
                  <a:cubicBezTo>
                    <a:pt x="1411" y="1"/>
                    <a:pt x="295" y="896"/>
                    <a:pt x="1" y="2150"/>
                  </a:cubicBezTo>
                  <a:lnTo>
                    <a:pt x="1" y="2355"/>
                  </a:lnTo>
                  <a:lnTo>
                    <a:pt x="1" y="2461"/>
                  </a:lnTo>
                  <a:lnTo>
                    <a:pt x="1" y="2559"/>
                  </a:lnTo>
                  <a:lnTo>
                    <a:pt x="1" y="2665"/>
                  </a:lnTo>
                  <a:cubicBezTo>
                    <a:pt x="1" y="2968"/>
                    <a:pt x="107" y="3172"/>
                    <a:pt x="107" y="3376"/>
                  </a:cubicBezTo>
                  <a:cubicBezTo>
                    <a:pt x="205" y="3483"/>
                    <a:pt x="205" y="3581"/>
                    <a:pt x="205" y="3581"/>
                  </a:cubicBezTo>
                  <a:lnTo>
                    <a:pt x="205" y="3687"/>
                  </a:lnTo>
                  <a:cubicBezTo>
                    <a:pt x="311" y="3687"/>
                    <a:pt x="311" y="3785"/>
                    <a:pt x="311" y="3785"/>
                  </a:cubicBezTo>
                  <a:lnTo>
                    <a:pt x="311" y="3891"/>
                  </a:lnTo>
                  <a:cubicBezTo>
                    <a:pt x="410" y="3891"/>
                    <a:pt x="410" y="3989"/>
                    <a:pt x="410" y="4096"/>
                  </a:cubicBezTo>
                  <a:lnTo>
                    <a:pt x="516" y="4096"/>
                  </a:lnTo>
                  <a:cubicBezTo>
                    <a:pt x="516" y="4096"/>
                    <a:pt x="516" y="4194"/>
                    <a:pt x="614" y="4194"/>
                  </a:cubicBezTo>
                  <a:lnTo>
                    <a:pt x="614" y="4300"/>
                  </a:lnTo>
                  <a:cubicBezTo>
                    <a:pt x="720" y="4300"/>
                    <a:pt x="720" y="4398"/>
                    <a:pt x="720" y="4398"/>
                  </a:cubicBezTo>
                  <a:lnTo>
                    <a:pt x="818" y="4504"/>
                  </a:lnTo>
                  <a:lnTo>
                    <a:pt x="924" y="4602"/>
                  </a:lnTo>
                  <a:cubicBezTo>
                    <a:pt x="1023" y="4709"/>
                    <a:pt x="1129" y="4709"/>
                    <a:pt x="1129" y="4709"/>
                  </a:cubicBezTo>
                  <a:cubicBezTo>
                    <a:pt x="1129" y="4807"/>
                    <a:pt x="1227" y="4807"/>
                    <a:pt x="1227" y="4807"/>
                  </a:cubicBezTo>
                  <a:cubicBezTo>
                    <a:pt x="1227" y="4807"/>
                    <a:pt x="1333" y="4807"/>
                    <a:pt x="1333" y="4913"/>
                  </a:cubicBezTo>
                  <a:lnTo>
                    <a:pt x="1431" y="4913"/>
                  </a:lnTo>
                  <a:cubicBezTo>
                    <a:pt x="1431" y="4913"/>
                    <a:pt x="1537" y="5011"/>
                    <a:pt x="1636" y="5011"/>
                  </a:cubicBezTo>
                  <a:cubicBezTo>
                    <a:pt x="1636" y="5011"/>
                    <a:pt x="1742" y="5117"/>
                    <a:pt x="1840" y="5117"/>
                  </a:cubicBezTo>
                  <a:lnTo>
                    <a:pt x="2150" y="5117"/>
                  </a:lnTo>
                  <a:cubicBezTo>
                    <a:pt x="2249" y="5215"/>
                    <a:pt x="2249" y="5215"/>
                    <a:pt x="2355" y="5215"/>
                  </a:cubicBezTo>
                  <a:cubicBezTo>
                    <a:pt x="2862" y="5215"/>
                    <a:pt x="3270" y="5215"/>
                    <a:pt x="3679" y="5011"/>
                  </a:cubicBezTo>
                  <a:cubicBezTo>
                    <a:pt x="3679" y="5011"/>
                    <a:pt x="3785" y="4913"/>
                    <a:pt x="3883" y="4913"/>
                  </a:cubicBezTo>
                  <a:cubicBezTo>
                    <a:pt x="3883" y="4807"/>
                    <a:pt x="3989" y="4807"/>
                    <a:pt x="4088" y="4807"/>
                  </a:cubicBezTo>
                  <a:lnTo>
                    <a:pt x="4292" y="4602"/>
                  </a:lnTo>
                  <a:lnTo>
                    <a:pt x="4602" y="4300"/>
                  </a:lnTo>
                  <a:cubicBezTo>
                    <a:pt x="4905" y="3989"/>
                    <a:pt x="5011" y="3581"/>
                    <a:pt x="5109" y="3172"/>
                  </a:cubicBezTo>
                  <a:lnTo>
                    <a:pt x="5215" y="3074"/>
                  </a:lnTo>
                  <a:lnTo>
                    <a:pt x="5215" y="2968"/>
                  </a:lnTo>
                  <a:lnTo>
                    <a:pt x="5215" y="2870"/>
                  </a:lnTo>
                  <a:lnTo>
                    <a:pt x="5215" y="2665"/>
                  </a:lnTo>
                  <a:lnTo>
                    <a:pt x="5215" y="2559"/>
                  </a:lnTo>
                  <a:lnTo>
                    <a:pt x="5215" y="2355"/>
                  </a:lnTo>
                  <a:lnTo>
                    <a:pt x="5215" y="2257"/>
                  </a:lnTo>
                  <a:lnTo>
                    <a:pt x="5215" y="2150"/>
                  </a:lnTo>
                  <a:lnTo>
                    <a:pt x="5109" y="2052"/>
                  </a:lnTo>
                  <a:lnTo>
                    <a:pt x="5109" y="1848"/>
                  </a:lnTo>
                  <a:lnTo>
                    <a:pt x="5109" y="1742"/>
                  </a:lnTo>
                  <a:cubicBezTo>
                    <a:pt x="5011" y="1742"/>
                    <a:pt x="5011" y="1644"/>
                    <a:pt x="5011" y="1644"/>
                  </a:cubicBezTo>
                  <a:lnTo>
                    <a:pt x="5011" y="1537"/>
                  </a:lnTo>
                  <a:lnTo>
                    <a:pt x="4905" y="1439"/>
                  </a:lnTo>
                  <a:lnTo>
                    <a:pt x="4905" y="1333"/>
                  </a:lnTo>
                  <a:cubicBezTo>
                    <a:pt x="4496" y="622"/>
                    <a:pt x="3679" y="107"/>
                    <a:pt x="2862" y="9"/>
                  </a:cubicBezTo>
                  <a:cubicBezTo>
                    <a:pt x="2792" y="3"/>
                    <a:pt x="2723" y="1"/>
                    <a:pt x="2654" y="1"/>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4" name="Google Shape;2334;p51"/>
            <p:cNvSpPr/>
            <p:nvPr/>
          </p:nvSpPr>
          <p:spPr>
            <a:xfrm>
              <a:off x="4649400" y="1722175"/>
              <a:ext cx="148175" cy="130050"/>
            </a:xfrm>
            <a:custGeom>
              <a:rect b="b" l="l" r="r" t="t"/>
              <a:pathLst>
                <a:path extrusionOk="0" h="5202" w="5927">
                  <a:moveTo>
                    <a:pt x="3007" y="1"/>
                  </a:moveTo>
                  <a:cubicBezTo>
                    <a:pt x="2584" y="1"/>
                    <a:pt x="2149" y="105"/>
                    <a:pt x="1733" y="329"/>
                  </a:cubicBezTo>
                  <a:cubicBezTo>
                    <a:pt x="507" y="942"/>
                    <a:pt x="0" y="2577"/>
                    <a:pt x="712" y="3803"/>
                  </a:cubicBezTo>
                  <a:cubicBezTo>
                    <a:pt x="1138" y="4723"/>
                    <a:pt x="2010" y="5202"/>
                    <a:pt x="2947" y="5202"/>
                  </a:cubicBezTo>
                  <a:cubicBezTo>
                    <a:pt x="3358" y="5202"/>
                    <a:pt x="3782" y="5110"/>
                    <a:pt x="4185" y="4923"/>
                  </a:cubicBezTo>
                  <a:cubicBezTo>
                    <a:pt x="5411" y="4212"/>
                    <a:pt x="5926" y="2675"/>
                    <a:pt x="5313" y="1351"/>
                  </a:cubicBezTo>
                  <a:cubicBezTo>
                    <a:pt x="4818" y="508"/>
                    <a:pt x="3940" y="1"/>
                    <a:pt x="3007" y="1"/>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5" name="Google Shape;2335;p51"/>
            <p:cNvSpPr/>
            <p:nvPr/>
          </p:nvSpPr>
          <p:spPr>
            <a:xfrm>
              <a:off x="4682500" y="1730400"/>
              <a:ext cx="115075" cy="122175"/>
            </a:xfrm>
            <a:custGeom>
              <a:rect b="b" l="l" r="r" t="t"/>
              <a:pathLst>
                <a:path extrusionOk="0" h="4887" w="4603">
                  <a:moveTo>
                    <a:pt x="2861" y="0"/>
                  </a:moveTo>
                  <a:cubicBezTo>
                    <a:pt x="3066" y="205"/>
                    <a:pt x="3270" y="409"/>
                    <a:pt x="3474" y="711"/>
                  </a:cubicBezTo>
                  <a:cubicBezTo>
                    <a:pt x="4193" y="2044"/>
                    <a:pt x="3679" y="3572"/>
                    <a:pt x="2354" y="4291"/>
                  </a:cubicBezTo>
                  <a:cubicBezTo>
                    <a:pt x="2021" y="4481"/>
                    <a:pt x="1646" y="4559"/>
                    <a:pt x="1268" y="4559"/>
                  </a:cubicBezTo>
                  <a:cubicBezTo>
                    <a:pt x="829" y="4559"/>
                    <a:pt x="387" y="4454"/>
                    <a:pt x="1" y="4291"/>
                  </a:cubicBezTo>
                  <a:lnTo>
                    <a:pt x="1" y="4291"/>
                  </a:lnTo>
                  <a:cubicBezTo>
                    <a:pt x="498" y="4665"/>
                    <a:pt x="1111" y="4886"/>
                    <a:pt x="1721" y="4886"/>
                  </a:cubicBezTo>
                  <a:cubicBezTo>
                    <a:pt x="2113" y="4886"/>
                    <a:pt x="2503" y="4795"/>
                    <a:pt x="2861" y="4594"/>
                  </a:cubicBezTo>
                  <a:cubicBezTo>
                    <a:pt x="4087" y="3883"/>
                    <a:pt x="4602" y="2346"/>
                    <a:pt x="3989" y="1022"/>
                  </a:cubicBezTo>
                  <a:cubicBezTo>
                    <a:pt x="3679" y="613"/>
                    <a:pt x="3270" y="205"/>
                    <a:pt x="2861"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6" name="Google Shape;2336;p51"/>
            <p:cNvSpPr/>
            <p:nvPr/>
          </p:nvSpPr>
          <p:spPr>
            <a:xfrm>
              <a:off x="4667175" y="1758400"/>
              <a:ext cx="117525" cy="66425"/>
            </a:xfrm>
            <a:custGeom>
              <a:rect b="b" l="l" r="r" t="t"/>
              <a:pathLst>
                <a:path extrusionOk="0" h="2657" w="4701">
                  <a:moveTo>
                    <a:pt x="4602" y="0"/>
                  </a:moveTo>
                  <a:lnTo>
                    <a:pt x="1" y="2354"/>
                  </a:lnTo>
                  <a:lnTo>
                    <a:pt x="1" y="2452"/>
                  </a:lnTo>
                  <a:cubicBezTo>
                    <a:pt x="1" y="2558"/>
                    <a:pt x="107" y="2558"/>
                    <a:pt x="107" y="2656"/>
                  </a:cubicBezTo>
                  <a:lnTo>
                    <a:pt x="4700" y="311"/>
                  </a:lnTo>
                  <a:cubicBezTo>
                    <a:pt x="4700" y="204"/>
                    <a:pt x="4700" y="106"/>
                    <a:pt x="4602"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7" name="Google Shape;2337;p51"/>
            <p:cNvSpPr/>
            <p:nvPr/>
          </p:nvSpPr>
          <p:spPr>
            <a:xfrm>
              <a:off x="4664725" y="1753275"/>
              <a:ext cx="117525" cy="69100"/>
            </a:xfrm>
            <a:custGeom>
              <a:rect b="b" l="l" r="r" t="t"/>
              <a:pathLst>
                <a:path extrusionOk="0" h="2764" w="4701">
                  <a:moveTo>
                    <a:pt x="4594" y="1"/>
                  </a:moveTo>
                  <a:lnTo>
                    <a:pt x="0" y="2453"/>
                  </a:lnTo>
                  <a:cubicBezTo>
                    <a:pt x="0" y="2453"/>
                    <a:pt x="0" y="2559"/>
                    <a:pt x="99" y="2559"/>
                  </a:cubicBezTo>
                  <a:lnTo>
                    <a:pt x="99" y="2763"/>
                  </a:lnTo>
                  <a:lnTo>
                    <a:pt x="4700" y="311"/>
                  </a:lnTo>
                  <a:lnTo>
                    <a:pt x="4700" y="107"/>
                  </a:lnTo>
                  <a:cubicBezTo>
                    <a:pt x="4700" y="107"/>
                    <a:pt x="4594" y="107"/>
                    <a:pt x="4594" y="1"/>
                  </a:cubicBez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8" name="Google Shape;2338;p51"/>
            <p:cNvSpPr/>
            <p:nvPr/>
          </p:nvSpPr>
          <p:spPr>
            <a:xfrm>
              <a:off x="4128350" y="2195050"/>
              <a:ext cx="130175" cy="130400"/>
            </a:xfrm>
            <a:custGeom>
              <a:rect b="b" l="l" r="r" t="t"/>
              <a:pathLst>
                <a:path extrusionOk="0" h="5216" w="5207">
                  <a:moveTo>
                    <a:pt x="2652" y="0"/>
                  </a:moveTo>
                  <a:cubicBezTo>
                    <a:pt x="1403" y="0"/>
                    <a:pt x="292" y="896"/>
                    <a:pt x="98" y="2150"/>
                  </a:cubicBezTo>
                  <a:lnTo>
                    <a:pt x="0" y="2150"/>
                  </a:lnTo>
                  <a:lnTo>
                    <a:pt x="0" y="2355"/>
                  </a:lnTo>
                  <a:lnTo>
                    <a:pt x="0" y="2461"/>
                  </a:lnTo>
                  <a:lnTo>
                    <a:pt x="0" y="2559"/>
                  </a:lnTo>
                  <a:lnTo>
                    <a:pt x="0" y="2665"/>
                  </a:lnTo>
                  <a:cubicBezTo>
                    <a:pt x="0" y="2968"/>
                    <a:pt x="98" y="3172"/>
                    <a:pt x="98" y="3376"/>
                  </a:cubicBezTo>
                  <a:cubicBezTo>
                    <a:pt x="205" y="3482"/>
                    <a:pt x="205" y="3581"/>
                    <a:pt x="205" y="3581"/>
                  </a:cubicBezTo>
                  <a:lnTo>
                    <a:pt x="205" y="3687"/>
                  </a:lnTo>
                  <a:cubicBezTo>
                    <a:pt x="303" y="3687"/>
                    <a:pt x="303" y="3785"/>
                    <a:pt x="303" y="3785"/>
                  </a:cubicBezTo>
                  <a:lnTo>
                    <a:pt x="303" y="3891"/>
                  </a:lnTo>
                  <a:lnTo>
                    <a:pt x="507" y="4095"/>
                  </a:lnTo>
                  <a:cubicBezTo>
                    <a:pt x="507" y="4095"/>
                    <a:pt x="507" y="4194"/>
                    <a:pt x="613" y="4300"/>
                  </a:cubicBezTo>
                  <a:cubicBezTo>
                    <a:pt x="711" y="4300"/>
                    <a:pt x="711" y="4398"/>
                    <a:pt x="711" y="4398"/>
                  </a:cubicBezTo>
                  <a:cubicBezTo>
                    <a:pt x="818" y="4398"/>
                    <a:pt x="818" y="4504"/>
                    <a:pt x="818" y="4504"/>
                  </a:cubicBezTo>
                  <a:lnTo>
                    <a:pt x="916" y="4602"/>
                  </a:lnTo>
                  <a:lnTo>
                    <a:pt x="1022" y="4602"/>
                  </a:lnTo>
                  <a:cubicBezTo>
                    <a:pt x="1022" y="4708"/>
                    <a:pt x="1120" y="4708"/>
                    <a:pt x="1120" y="4807"/>
                  </a:cubicBezTo>
                  <a:lnTo>
                    <a:pt x="1226" y="4807"/>
                  </a:lnTo>
                  <a:cubicBezTo>
                    <a:pt x="1226" y="4807"/>
                    <a:pt x="1324" y="4807"/>
                    <a:pt x="1324" y="4913"/>
                  </a:cubicBezTo>
                  <a:lnTo>
                    <a:pt x="1431" y="4913"/>
                  </a:lnTo>
                  <a:cubicBezTo>
                    <a:pt x="1431" y="4913"/>
                    <a:pt x="1529" y="5011"/>
                    <a:pt x="1635" y="5011"/>
                  </a:cubicBezTo>
                  <a:cubicBezTo>
                    <a:pt x="1733" y="5011"/>
                    <a:pt x="1733" y="5117"/>
                    <a:pt x="1839" y="5117"/>
                  </a:cubicBezTo>
                  <a:lnTo>
                    <a:pt x="2044" y="5117"/>
                  </a:lnTo>
                  <a:cubicBezTo>
                    <a:pt x="2044" y="5117"/>
                    <a:pt x="2142" y="5117"/>
                    <a:pt x="2142" y="5215"/>
                  </a:cubicBezTo>
                  <a:lnTo>
                    <a:pt x="2346" y="5215"/>
                  </a:lnTo>
                  <a:cubicBezTo>
                    <a:pt x="2861" y="5215"/>
                    <a:pt x="3270" y="5215"/>
                    <a:pt x="3678" y="5011"/>
                  </a:cubicBezTo>
                  <a:cubicBezTo>
                    <a:pt x="3678" y="5011"/>
                    <a:pt x="3776" y="4913"/>
                    <a:pt x="3883" y="4913"/>
                  </a:cubicBezTo>
                  <a:cubicBezTo>
                    <a:pt x="3981" y="4807"/>
                    <a:pt x="3981" y="4807"/>
                    <a:pt x="4087" y="4807"/>
                  </a:cubicBezTo>
                  <a:lnTo>
                    <a:pt x="4291" y="4602"/>
                  </a:lnTo>
                  <a:lnTo>
                    <a:pt x="4594" y="4300"/>
                  </a:lnTo>
                  <a:cubicBezTo>
                    <a:pt x="4904" y="3989"/>
                    <a:pt x="5109" y="3581"/>
                    <a:pt x="5109" y="3172"/>
                  </a:cubicBezTo>
                  <a:lnTo>
                    <a:pt x="5207" y="3172"/>
                  </a:lnTo>
                  <a:lnTo>
                    <a:pt x="5207" y="3074"/>
                  </a:lnTo>
                  <a:lnTo>
                    <a:pt x="5207" y="2968"/>
                  </a:lnTo>
                  <a:lnTo>
                    <a:pt x="5207" y="2869"/>
                  </a:lnTo>
                  <a:lnTo>
                    <a:pt x="5207" y="2665"/>
                  </a:lnTo>
                  <a:lnTo>
                    <a:pt x="5207" y="2559"/>
                  </a:lnTo>
                  <a:lnTo>
                    <a:pt x="5207" y="2355"/>
                  </a:lnTo>
                  <a:lnTo>
                    <a:pt x="5207" y="2256"/>
                  </a:lnTo>
                  <a:lnTo>
                    <a:pt x="5207" y="2150"/>
                  </a:lnTo>
                  <a:lnTo>
                    <a:pt x="5207" y="2052"/>
                  </a:lnTo>
                  <a:cubicBezTo>
                    <a:pt x="5109" y="1946"/>
                    <a:pt x="5109" y="1946"/>
                    <a:pt x="5109" y="1848"/>
                  </a:cubicBezTo>
                  <a:lnTo>
                    <a:pt x="5109" y="1742"/>
                  </a:lnTo>
                  <a:lnTo>
                    <a:pt x="5002" y="1643"/>
                  </a:lnTo>
                  <a:lnTo>
                    <a:pt x="5002" y="1537"/>
                  </a:lnTo>
                  <a:lnTo>
                    <a:pt x="4904" y="1439"/>
                  </a:lnTo>
                  <a:lnTo>
                    <a:pt x="4904" y="1333"/>
                  </a:lnTo>
                  <a:cubicBezTo>
                    <a:pt x="4496" y="622"/>
                    <a:pt x="3776" y="107"/>
                    <a:pt x="2861" y="9"/>
                  </a:cubicBezTo>
                  <a:cubicBezTo>
                    <a:pt x="2791" y="3"/>
                    <a:pt x="2722" y="0"/>
                    <a:pt x="2652"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9" name="Google Shape;2339;p51"/>
            <p:cNvSpPr/>
            <p:nvPr/>
          </p:nvSpPr>
          <p:spPr>
            <a:xfrm>
              <a:off x="4105250" y="2192225"/>
              <a:ext cx="148175" cy="129975"/>
            </a:xfrm>
            <a:custGeom>
              <a:rect b="b" l="l" r="r" t="t"/>
              <a:pathLst>
                <a:path extrusionOk="0" h="5199" w="5927">
                  <a:moveTo>
                    <a:pt x="2994" y="0"/>
                  </a:moveTo>
                  <a:cubicBezTo>
                    <a:pt x="2577" y="0"/>
                    <a:pt x="2149" y="105"/>
                    <a:pt x="1742" y="326"/>
                  </a:cubicBezTo>
                  <a:cubicBezTo>
                    <a:pt x="516" y="939"/>
                    <a:pt x="1" y="2574"/>
                    <a:pt x="720" y="3800"/>
                  </a:cubicBezTo>
                  <a:cubicBezTo>
                    <a:pt x="1146" y="4720"/>
                    <a:pt x="2066" y="5198"/>
                    <a:pt x="2999" y="5198"/>
                  </a:cubicBezTo>
                  <a:cubicBezTo>
                    <a:pt x="3408" y="5198"/>
                    <a:pt x="3820" y="5106"/>
                    <a:pt x="4194" y="4920"/>
                  </a:cubicBezTo>
                  <a:cubicBezTo>
                    <a:pt x="5518" y="4208"/>
                    <a:pt x="5926" y="2672"/>
                    <a:pt x="5313" y="1446"/>
                  </a:cubicBezTo>
                  <a:cubicBezTo>
                    <a:pt x="4821" y="529"/>
                    <a:pt x="3933" y="0"/>
                    <a:pt x="2994" y="0"/>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0" name="Google Shape;2340;p51"/>
            <p:cNvSpPr/>
            <p:nvPr/>
          </p:nvSpPr>
          <p:spPr>
            <a:xfrm>
              <a:off x="4138550" y="2200375"/>
              <a:ext cx="114875" cy="122175"/>
            </a:xfrm>
            <a:custGeom>
              <a:rect b="b" l="l" r="r" t="t"/>
              <a:pathLst>
                <a:path extrusionOk="0" h="4887" w="4595">
                  <a:moveTo>
                    <a:pt x="2862" y="0"/>
                  </a:moveTo>
                  <a:lnTo>
                    <a:pt x="2862" y="0"/>
                  </a:lnTo>
                  <a:cubicBezTo>
                    <a:pt x="3066" y="204"/>
                    <a:pt x="3270" y="409"/>
                    <a:pt x="3475" y="711"/>
                  </a:cubicBezTo>
                  <a:cubicBezTo>
                    <a:pt x="4186" y="2043"/>
                    <a:pt x="3679" y="3572"/>
                    <a:pt x="2347" y="4291"/>
                  </a:cubicBezTo>
                  <a:cubicBezTo>
                    <a:pt x="1991" y="4495"/>
                    <a:pt x="1582" y="4598"/>
                    <a:pt x="1174" y="4598"/>
                  </a:cubicBezTo>
                  <a:cubicBezTo>
                    <a:pt x="765" y="4598"/>
                    <a:pt x="356" y="4495"/>
                    <a:pt x="1" y="4291"/>
                  </a:cubicBezTo>
                  <a:lnTo>
                    <a:pt x="1" y="4291"/>
                  </a:lnTo>
                  <a:cubicBezTo>
                    <a:pt x="499" y="4664"/>
                    <a:pt x="1109" y="4886"/>
                    <a:pt x="1718" y="4886"/>
                  </a:cubicBezTo>
                  <a:cubicBezTo>
                    <a:pt x="2109" y="4886"/>
                    <a:pt x="2501" y="4795"/>
                    <a:pt x="2862" y="4594"/>
                  </a:cubicBezTo>
                  <a:cubicBezTo>
                    <a:pt x="4186" y="3882"/>
                    <a:pt x="4594" y="2346"/>
                    <a:pt x="3981" y="1120"/>
                  </a:cubicBezTo>
                  <a:cubicBezTo>
                    <a:pt x="3679" y="613"/>
                    <a:pt x="3270" y="204"/>
                    <a:pt x="2862"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1" name="Google Shape;2341;p51"/>
            <p:cNvSpPr/>
            <p:nvPr/>
          </p:nvSpPr>
          <p:spPr>
            <a:xfrm>
              <a:off x="4123225" y="2228350"/>
              <a:ext cx="117525" cy="66450"/>
            </a:xfrm>
            <a:custGeom>
              <a:rect b="b" l="l" r="r" t="t"/>
              <a:pathLst>
                <a:path extrusionOk="0" h="2658" w="4701">
                  <a:moveTo>
                    <a:pt x="4594" y="1"/>
                  </a:moveTo>
                  <a:lnTo>
                    <a:pt x="1" y="2355"/>
                  </a:lnTo>
                  <a:lnTo>
                    <a:pt x="1" y="2453"/>
                  </a:lnTo>
                  <a:cubicBezTo>
                    <a:pt x="99" y="2559"/>
                    <a:pt x="99" y="2559"/>
                    <a:pt x="99" y="2657"/>
                  </a:cubicBezTo>
                  <a:lnTo>
                    <a:pt x="4701" y="311"/>
                  </a:lnTo>
                  <a:cubicBezTo>
                    <a:pt x="4701" y="205"/>
                    <a:pt x="4701" y="107"/>
                    <a:pt x="4594" y="1"/>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2" name="Google Shape;2342;p51"/>
            <p:cNvSpPr/>
            <p:nvPr/>
          </p:nvSpPr>
          <p:spPr>
            <a:xfrm>
              <a:off x="4120575" y="2223250"/>
              <a:ext cx="120175" cy="69100"/>
            </a:xfrm>
            <a:custGeom>
              <a:rect b="b" l="l" r="r" t="t"/>
              <a:pathLst>
                <a:path extrusionOk="0" h="2764" w="4807">
                  <a:moveTo>
                    <a:pt x="4602" y="1"/>
                  </a:moveTo>
                  <a:lnTo>
                    <a:pt x="1" y="2453"/>
                  </a:lnTo>
                  <a:cubicBezTo>
                    <a:pt x="1" y="2453"/>
                    <a:pt x="1" y="2559"/>
                    <a:pt x="107" y="2559"/>
                  </a:cubicBezTo>
                  <a:lnTo>
                    <a:pt x="107" y="2763"/>
                  </a:lnTo>
                  <a:lnTo>
                    <a:pt x="4807" y="311"/>
                  </a:lnTo>
                  <a:cubicBezTo>
                    <a:pt x="4700" y="311"/>
                    <a:pt x="4700" y="205"/>
                    <a:pt x="4700" y="205"/>
                  </a:cubicBezTo>
                  <a:cubicBezTo>
                    <a:pt x="4700" y="107"/>
                    <a:pt x="4602" y="107"/>
                    <a:pt x="4602" y="1"/>
                  </a:cubicBez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3" name="Google Shape;2343;p51"/>
            <p:cNvSpPr/>
            <p:nvPr/>
          </p:nvSpPr>
          <p:spPr>
            <a:xfrm>
              <a:off x="4284050" y="2113325"/>
              <a:ext cx="130400" cy="130375"/>
            </a:xfrm>
            <a:custGeom>
              <a:rect b="b" l="l" r="r" t="t"/>
              <a:pathLst>
                <a:path extrusionOk="0" h="5215" w="5216">
                  <a:moveTo>
                    <a:pt x="2638" y="0"/>
                  </a:moveTo>
                  <a:cubicBezTo>
                    <a:pt x="1305" y="0"/>
                    <a:pt x="194" y="895"/>
                    <a:pt x="0" y="2150"/>
                  </a:cubicBezTo>
                  <a:lnTo>
                    <a:pt x="0" y="2354"/>
                  </a:lnTo>
                  <a:lnTo>
                    <a:pt x="0" y="2460"/>
                  </a:lnTo>
                  <a:lnTo>
                    <a:pt x="0" y="2558"/>
                  </a:lnTo>
                  <a:lnTo>
                    <a:pt x="0" y="2665"/>
                  </a:lnTo>
                  <a:cubicBezTo>
                    <a:pt x="0" y="2967"/>
                    <a:pt x="0" y="3171"/>
                    <a:pt x="107" y="3376"/>
                  </a:cubicBezTo>
                  <a:cubicBezTo>
                    <a:pt x="107" y="3482"/>
                    <a:pt x="107" y="3580"/>
                    <a:pt x="205" y="3580"/>
                  </a:cubicBezTo>
                  <a:lnTo>
                    <a:pt x="205" y="3686"/>
                  </a:lnTo>
                  <a:cubicBezTo>
                    <a:pt x="205" y="3686"/>
                    <a:pt x="205" y="3785"/>
                    <a:pt x="311" y="3785"/>
                  </a:cubicBezTo>
                  <a:lnTo>
                    <a:pt x="311" y="3891"/>
                  </a:lnTo>
                  <a:cubicBezTo>
                    <a:pt x="311" y="3989"/>
                    <a:pt x="409" y="3989"/>
                    <a:pt x="409" y="4095"/>
                  </a:cubicBezTo>
                  <a:cubicBezTo>
                    <a:pt x="515" y="4095"/>
                    <a:pt x="515" y="4193"/>
                    <a:pt x="515" y="4193"/>
                  </a:cubicBezTo>
                  <a:lnTo>
                    <a:pt x="613" y="4299"/>
                  </a:lnTo>
                  <a:lnTo>
                    <a:pt x="720" y="4398"/>
                  </a:lnTo>
                  <a:lnTo>
                    <a:pt x="720" y="4504"/>
                  </a:lnTo>
                  <a:cubicBezTo>
                    <a:pt x="818" y="4504"/>
                    <a:pt x="818" y="4602"/>
                    <a:pt x="924" y="4602"/>
                  </a:cubicBezTo>
                  <a:cubicBezTo>
                    <a:pt x="1022" y="4708"/>
                    <a:pt x="1022" y="4708"/>
                    <a:pt x="1128" y="4708"/>
                  </a:cubicBezTo>
                  <a:lnTo>
                    <a:pt x="1128" y="4806"/>
                  </a:lnTo>
                  <a:cubicBezTo>
                    <a:pt x="1226" y="4806"/>
                    <a:pt x="1226" y="4806"/>
                    <a:pt x="1333" y="4912"/>
                  </a:cubicBezTo>
                  <a:cubicBezTo>
                    <a:pt x="1431" y="4912"/>
                    <a:pt x="1537" y="5011"/>
                    <a:pt x="1537" y="5011"/>
                  </a:cubicBezTo>
                  <a:cubicBezTo>
                    <a:pt x="1635" y="5011"/>
                    <a:pt x="1741" y="5117"/>
                    <a:pt x="1839" y="5117"/>
                  </a:cubicBezTo>
                  <a:lnTo>
                    <a:pt x="2150" y="5117"/>
                  </a:lnTo>
                  <a:cubicBezTo>
                    <a:pt x="2150" y="5215"/>
                    <a:pt x="2248" y="5215"/>
                    <a:pt x="2354" y="5215"/>
                  </a:cubicBezTo>
                  <a:cubicBezTo>
                    <a:pt x="2763" y="5215"/>
                    <a:pt x="3172" y="5215"/>
                    <a:pt x="3580" y="5011"/>
                  </a:cubicBezTo>
                  <a:cubicBezTo>
                    <a:pt x="3678" y="5011"/>
                    <a:pt x="3785" y="4912"/>
                    <a:pt x="3785" y="4912"/>
                  </a:cubicBezTo>
                  <a:cubicBezTo>
                    <a:pt x="3883" y="4806"/>
                    <a:pt x="3989" y="4806"/>
                    <a:pt x="4087" y="4806"/>
                  </a:cubicBezTo>
                  <a:cubicBezTo>
                    <a:pt x="4087" y="4708"/>
                    <a:pt x="4193" y="4708"/>
                    <a:pt x="4193" y="4602"/>
                  </a:cubicBezTo>
                  <a:cubicBezTo>
                    <a:pt x="4398" y="4504"/>
                    <a:pt x="4496" y="4398"/>
                    <a:pt x="4602" y="4299"/>
                  </a:cubicBezTo>
                  <a:cubicBezTo>
                    <a:pt x="4806" y="3989"/>
                    <a:pt x="5011" y="3580"/>
                    <a:pt x="5109" y="3171"/>
                  </a:cubicBezTo>
                  <a:lnTo>
                    <a:pt x="5109" y="3073"/>
                  </a:lnTo>
                  <a:lnTo>
                    <a:pt x="5109" y="2967"/>
                  </a:lnTo>
                  <a:lnTo>
                    <a:pt x="5215" y="2967"/>
                  </a:lnTo>
                  <a:lnTo>
                    <a:pt x="5215" y="2869"/>
                  </a:lnTo>
                  <a:lnTo>
                    <a:pt x="5215" y="2665"/>
                  </a:lnTo>
                  <a:lnTo>
                    <a:pt x="5215" y="2558"/>
                  </a:lnTo>
                  <a:lnTo>
                    <a:pt x="5215" y="2354"/>
                  </a:lnTo>
                  <a:lnTo>
                    <a:pt x="5215" y="2256"/>
                  </a:lnTo>
                  <a:cubicBezTo>
                    <a:pt x="5109" y="2256"/>
                    <a:pt x="5109" y="2150"/>
                    <a:pt x="5109" y="2150"/>
                  </a:cubicBezTo>
                  <a:lnTo>
                    <a:pt x="5109" y="2052"/>
                  </a:lnTo>
                  <a:lnTo>
                    <a:pt x="5109" y="1847"/>
                  </a:lnTo>
                  <a:lnTo>
                    <a:pt x="5011" y="1741"/>
                  </a:lnTo>
                  <a:lnTo>
                    <a:pt x="5011" y="1643"/>
                  </a:lnTo>
                  <a:cubicBezTo>
                    <a:pt x="5011" y="1643"/>
                    <a:pt x="5011" y="1537"/>
                    <a:pt x="4904" y="1537"/>
                  </a:cubicBezTo>
                  <a:lnTo>
                    <a:pt x="4904" y="1439"/>
                  </a:lnTo>
                  <a:cubicBezTo>
                    <a:pt x="4904" y="1439"/>
                    <a:pt x="4904" y="1332"/>
                    <a:pt x="4806" y="1332"/>
                  </a:cubicBezTo>
                  <a:cubicBezTo>
                    <a:pt x="4398" y="621"/>
                    <a:pt x="3678" y="106"/>
                    <a:pt x="2861" y="8"/>
                  </a:cubicBezTo>
                  <a:cubicBezTo>
                    <a:pt x="2786" y="3"/>
                    <a:pt x="2712" y="0"/>
                    <a:pt x="2638"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4" name="Google Shape;2344;p51"/>
            <p:cNvSpPr/>
            <p:nvPr/>
          </p:nvSpPr>
          <p:spPr>
            <a:xfrm>
              <a:off x="4261150" y="2110475"/>
              <a:ext cx="148175" cy="129975"/>
            </a:xfrm>
            <a:custGeom>
              <a:rect b="b" l="l" r="r" t="t"/>
              <a:pathLst>
                <a:path extrusionOk="0" h="5199" w="5927">
                  <a:moveTo>
                    <a:pt x="2987" y="1"/>
                  </a:moveTo>
                  <a:cubicBezTo>
                    <a:pt x="2572" y="1"/>
                    <a:pt x="2144" y="105"/>
                    <a:pt x="1734" y="327"/>
                  </a:cubicBezTo>
                  <a:cubicBezTo>
                    <a:pt x="508" y="940"/>
                    <a:pt x="1" y="2574"/>
                    <a:pt x="614" y="3800"/>
                  </a:cubicBezTo>
                  <a:cubicBezTo>
                    <a:pt x="1108" y="4721"/>
                    <a:pt x="2002" y="5199"/>
                    <a:pt x="2945" y="5199"/>
                  </a:cubicBezTo>
                  <a:cubicBezTo>
                    <a:pt x="3359" y="5199"/>
                    <a:pt x="3782" y="5107"/>
                    <a:pt x="4186" y="4920"/>
                  </a:cubicBezTo>
                  <a:cubicBezTo>
                    <a:pt x="5412" y="4209"/>
                    <a:pt x="5927" y="2672"/>
                    <a:pt x="5207" y="1446"/>
                  </a:cubicBezTo>
                  <a:cubicBezTo>
                    <a:pt x="4783" y="530"/>
                    <a:pt x="3920" y="1"/>
                    <a:pt x="2987" y="1"/>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5" name="Google Shape;2345;p51"/>
            <p:cNvSpPr/>
            <p:nvPr/>
          </p:nvSpPr>
          <p:spPr>
            <a:xfrm>
              <a:off x="4294275" y="2118625"/>
              <a:ext cx="115050" cy="122175"/>
            </a:xfrm>
            <a:custGeom>
              <a:rect b="b" l="l" r="r" t="t"/>
              <a:pathLst>
                <a:path extrusionOk="0" h="4887" w="4602">
                  <a:moveTo>
                    <a:pt x="2763" y="1"/>
                  </a:moveTo>
                  <a:lnTo>
                    <a:pt x="2763" y="1"/>
                  </a:lnTo>
                  <a:cubicBezTo>
                    <a:pt x="3065" y="205"/>
                    <a:pt x="3269" y="409"/>
                    <a:pt x="3474" y="712"/>
                  </a:cubicBezTo>
                  <a:cubicBezTo>
                    <a:pt x="4087" y="2044"/>
                    <a:pt x="3580" y="3573"/>
                    <a:pt x="2354" y="4292"/>
                  </a:cubicBezTo>
                  <a:cubicBezTo>
                    <a:pt x="1945" y="4496"/>
                    <a:pt x="1537" y="4598"/>
                    <a:pt x="1140" y="4598"/>
                  </a:cubicBezTo>
                  <a:cubicBezTo>
                    <a:pt x="744" y="4598"/>
                    <a:pt x="360" y="4496"/>
                    <a:pt x="0" y="4292"/>
                  </a:cubicBezTo>
                  <a:lnTo>
                    <a:pt x="0" y="4292"/>
                  </a:lnTo>
                  <a:cubicBezTo>
                    <a:pt x="438" y="4665"/>
                    <a:pt x="1025" y="4887"/>
                    <a:pt x="1647" y="4887"/>
                  </a:cubicBezTo>
                  <a:cubicBezTo>
                    <a:pt x="2047" y="4887"/>
                    <a:pt x="2461" y="4795"/>
                    <a:pt x="2861" y="4594"/>
                  </a:cubicBezTo>
                  <a:cubicBezTo>
                    <a:pt x="4087" y="3883"/>
                    <a:pt x="4602" y="2346"/>
                    <a:pt x="3882" y="1120"/>
                  </a:cubicBezTo>
                  <a:cubicBezTo>
                    <a:pt x="3678" y="614"/>
                    <a:pt x="3269" y="205"/>
                    <a:pt x="2763" y="1"/>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6" name="Google Shape;2346;p51"/>
            <p:cNvSpPr/>
            <p:nvPr/>
          </p:nvSpPr>
          <p:spPr>
            <a:xfrm>
              <a:off x="4276475" y="2146625"/>
              <a:ext cx="119975" cy="66425"/>
            </a:xfrm>
            <a:custGeom>
              <a:rect b="b" l="l" r="r" t="t"/>
              <a:pathLst>
                <a:path extrusionOk="0" h="2657" w="4799">
                  <a:moveTo>
                    <a:pt x="4594" y="0"/>
                  </a:moveTo>
                  <a:lnTo>
                    <a:pt x="1" y="2354"/>
                  </a:lnTo>
                  <a:lnTo>
                    <a:pt x="99" y="2453"/>
                  </a:lnTo>
                  <a:cubicBezTo>
                    <a:pt x="99" y="2559"/>
                    <a:pt x="205" y="2559"/>
                    <a:pt x="205" y="2657"/>
                  </a:cubicBezTo>
                  <a:lnTo>
                    <a:pt x="4799" y="311"/>
                  </a:lnTo>
                  <a:cubicBezTo>
                    <a:pt x="4799" y="205"/>
                    <a:pt x="4701" y="107"/>
                    <a:pt x="4701"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7" name="Google Shape;2347;p51"/>
            <p:cNvSpPr/>
            <p:nvPr/>
          </p:nvSpPr>
          <p:spPr>
            <a:xfrm>
              <a:off x="4276475" y="2141525"/>
              <a:ext cx="117525" cy="69075"/>
            </a:xfrm>
            <a:custGeom>
              <a:rect b="b" l="l" r="r" t="t"/>
              <a:pathLst>
                <a:path extrusionOk="0" h="2763" w="4701">
                  <a:moveTo>
                    <a:pt x="4594" y="0"/>
                  </a:moveTo>
                  <a:lnTo>
                    <a:pt x="1" y="2452"/>
                  </a:lnTo>
                  <a:lnTo>
                    <a:pt x="1" y="2558"/>
                  </a:lnTo>
                  <a:cubicBezTo>
                    <a:pt x="99" y="2657"/>
                    <a:pt x="99" y="2657"/>
                    <a:pt x="99" y="2763"/>
                  </a:cubicBezTo>
                  <a:lnTo>
                    <a:pt x="4701" y="311"/>
                  </a:lnTo>
                  <a:cubicBezTo>
                    <a:pt x="4701" y="311"/>
                    <a:pt x="4701" y="204"/>
                    <a:pt x="4594" y="204"/>
                  </a:cubicBezTo>
                  <a:lnTo>
                    <a:pt x="4594" y="0"/>
                  </a:ln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8" name="Google Shape;2348;p51"/>
            <p:cNvSpPr/>
            <p:nvPr/>
          </p:nvSpPr>
          <p:spPr>
            <a:xfrm>
              <a:off x="4437300" y="2031575"/>
              <a:ext cx="130400" cy="130400"/>
            </a:xfrm>
            <a:custGeom>
              <a:rect b="b" l="l" r="r" t="t"/>
              <a:pathLst>
                <a:path extrusionOk="0" h="5216" w="5216">
                  <a:moveTo>
                    <a:pt x="2654" y="1"/>
                  </a:moveTo>
                  <a:cubicBezTo>
                    <a:pt x="1411" y="1"/>
                    <a:pt x="300" y="896"/>
                    <a:pt x="107" y="2150"/>
                  </a:cubicBezTo>
                  <a:lnTo>
                    <a:pt x="107" y="2355"/>
                  </a:lnTo>
                  <a:cubicBezTo>
                    <a:pt x="0" y="2355"/>
                    <a:pt x="0" y="2461"/>
                    <a:pt x="0" y="2461"/>
                  </a:cubicBezTo>
                  <a:lnTo>
                    <a:pt x="0" y="2559"/>
                  </a:lnTo>
                  <a:lnTo>
                    <a:pt x="0" y="2665"/>
                  </a:lnTo>
                  <a:cubicBezTo>
                    <a:pt x="107" y="2968"/>
                    <a:pt x="107" y="3172"/>
                    <a:pt x="205" y="3376"/>
                  </a:cubicBezTo>
                  <a:lnTo>
                    <a:pt x="205" y="3581"/>
                  </a:lnTo>
                  <a:lnTo>
                    <a:pt x="311" y="3687"/>
                  </a:lnTo>
                  <a:lnTo>
                    <a:pt x="311" y="3785"/>
                  </a:lnTo>
                  <a:lnTo>
                    <a:pt x="409" y="3891"/>
                  </a:lnTo>
                  <a:cubicBezTo>
                    <a:pt x="409" y="3891"/>
                    <a:pt x="409" y="3989"/>
                    <a:pt x="515" y="4096"/>
                  </a:cubicBezTo>
                  <a:lnTo>
                    <a:pt x="613" y="4194"/>
                  </a:lnTo>
                  <a:cubicBezTo>
                    <a:pt x="613" y="4300"/>
                    <a:pt x="613" y="4300"/>
                    <a:pt x="720" y="4300"/>
                  </a:cubicBezTo>
                  <a:cubicBezTo>
                    <a:pt x="720" y="4300"/>
                    <a:pt x="720" y="4398"/>
                    <a:pt x="818" y="4398"/>
                  </a:cubicBezTo>
                  <a:lnTo>
                    <a:pt x="818" y="4504"/>
                  </a:lnTo>
                  <a:cubicBezTo>
                    <a:pt x="924" y="4504"/>
                    <a:pt x="924" y="4602"/>
                    <a:pt x="1022" y="4602"/>
                  </a:cubicBezTo>
                  <a:cubicBezTo>
                    <a:pt x="1022" y="4709"/>
                    <a:pt x="1128" y="4709"/>
                    <a:pt x="1128" y="4709"/>
                  </a:cubicBezTo>
                  <a:lnTo>
                    <a:pt x="1226" y="4807"/>
                  </a:lnTo>
                  <a:cubicBezTo>
                    <a:pt x="1226" y="4807"/>
                    <a:pt x="1333" y="4807"/>
                    <a:pt x="1333" y="4913"/>
                  </a:cubicBezTo>
                  <a:lnTo>
                    <a:pt x="1431" y="4913"/>
                  </a:lnTo>
                  <a:cubicBezTo>
                    <a:pt x="1537" y="4913"/>
                    <a:pt x="1537" y="5011"/>
                    <a:pt x="1635" y="5011"/>
                  </a:cubicBezTo>
                  <a:cubicBezTo>
                    <a:pt x="1741" y="5011"/>
                    <a:pt x="1741" y="5011"/>
                    <a:pt x="1839" y="5117"/>
                  </a:cubicBezTo>
                  <a:lnTo>
                    <a:pt x="2150" y="5117"/>
                  </a:lnTo>
                  <a:cubicBezTo>
                    <a:pt x="2248" y="5215"/>
                    <a:pt x="2354" y="5215"/>
                    <a:pt x="2354" y="5215"/>
                  </a:cubicBezTo>
                  <a:cubicBezTo>
                    <a:pt x="2861" y="5215"/>
                    <a:pt x="3270" y="5117"/>
                    <a:pt x="3678" y="5011"/>
                  </a:cubicBezTo>
                  <a:cubicBezTo>
                    <a:pt x="3785" y="5011"/>
                    <a:pt x="3785" y="4913"/>
                    <a:pt x="3883" y="4913"/>
                  </a:cubicBezTo>
                  <a:cubicBezTo>
                    <a:pt x="3989" y="4807"/>
                    <a:pt x="3989" y="4807"/>
                    <a:pt x="4087" y="4807"/>
                  </a:cubicBezTo>
                  <a:lnTo>
                    <a:pt x="4291" y="4602"/>
                  </a:lnTo>
                  <a:cubicBezTo>
                    <a:pt x="4398" y="4504"/>
                    <a:pt x="4602" y="4398"/>
                    <a:pt x="4700" y="4300"/>
                  </a:cubicBezTo>
                  <a:cubicBezTo>
                    <a:pt x="4904" y="3989"/>
                    <a:pt x="5109" y="3581"/>
                    <a:pt x="5215" y="3172"/>
                  </a:cubicBezTo>
                  <a:lnTo>
                    <a:pt x="5215" y="3074"/>
                  </a:lnTo>
                  <a:lnTo>
                    <a:pt x="5215" y="2968"/>
                  </a:lnTo>
                  <a:lnTo>
                    <a:pt x="5215" y="2870"/>
                  </a:lnTo>
                  <a:lnTo>
                    <a:pt x="5215" y="2665"/>
                  </a:lnTo>
                  <a:lnTo>
                    <a:pt x="5215" y="2559"/>
                  </a:lnTo>
                  <a:lnTo>
                    <a:pt x="5215" y="2355"/>
                  </a:lnTo>
                  <a:lnTo>
                    <a:pt x="5215" y="2257"/>
                  </a:lnTo>
                  <a:lnTo>
                    <a:pt x="5215" y="2150"/>
                  </a:lnTo>
                  <a:lnTo>
                    <a:pt x="5215" y="2052"/>
                  </a:lnTo>
                  <a:cubicBezTo>
                    <a:pt x="5215" y="1946"/>
                    <a:pt x="5109" y="1946"/>
                    <a:pt x="5109" y="1848"/>
                  </a:cubicBezTo>
                  <a:lnTo>
                    <a:pt x="5109" y="1742"/>
                  </a:lnTo>
                  <a:cubicBezTo>
                    <a:pt x="5109" y="1742"/>
                    <a:pt x="5109" y="1644"/>
                    <a:pt x="5011" y="1644"/>
                  </a:cubicBezTo>
                  <a:lnTo>
                    <a:pt x="5011" y="1537"/>
                  </a:lnTo>
                  <a:lnTo>
                    <a:pt x="5011" y="1439"/>
                  </a:lnTo>
                  <a:cubicBezTo>
                    <a:pt x="4904" y="1439"/>
                    <a:pt x="4904" y="1333"/>
                    <a:pt x="4904" y="1333"/>
                  </a:cubicBezTo>
                  <a:cubicBezTo>
                    <a:pt x="4496" y="622"/>
                    <a:pt x="3785" y="107"/>
                    <a:pt x="2861" y="9"/>
                  </a:cubicBezTo>
                  <a:cubicBezTo>
                    <a:pt x="2792" y="3"/>
                    <a:pt x="2723" y="1"/>
                    <a:pt x="2654" y="1"/>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9" name="Google Shape;2349;p51"/>
            <p:cNvSpPr/>
            <p:nvPr/>
          </p:nvSpPr>
          <p:spPr>
            <a:xfrm>
              <a:off x="4414425" y="2028675"/>
              <a:ext cx="150600" cy="130050"/>
            </a:xfrm>
            <a:custGeom>
              <a:rect b="b" l="l" r="r" t="t"/>
              <a:pathLst>
                <a:path extrusionOk="0" h="5202" w="6024">
                  <a:moveTo>
                    <a:pt x="3063" y="1"/>
                  </a:moveTo>
                  <a:cubicBezTo>
                    <a:pt x="2644" y="1"/>
                    <a:pt x="2222" y="105"/>
                    <a:pt x="1839" y="329"/>
                  </a:cubicBezTo>
                  <a:cubicBezTo>
                    <a:pt x="507" y="942"/>
                    <a:pt x="0" y="2577"/>
                    <a:pt x="711" y="3803"/>
                  </a:cubicBezTo>
                  <a:cubicBezTo>
                    <a:pt x="1137" y="4724"/>
                    <a:pt x="2057" y="5202"/>
                    <a:pt x="2990" y="5202"/>
                  </a:cubicBezTo>
                  <a:cubicBezTo>
                    <a:pt x="3399" y="5202"/>
                    <a:pt x="3811" y="5110"/>
                    <a:pt x="4185" y="4923"/>
                  </a:cubicBezTo>
                  <a:cubicBezTo>
                    <a:pt x="5517" y="4212"/>
                    <a:pt x="6024" y="2675"/>
                    <a:pt x="5313" y="1351"/>
                  </a:cubicBezTo>
                  <a:cubicBezTo>
                    <a:pt x="4891" y="508"/>
                    <a:pt x="3986" y="1"/>
                    <a:pt x="3063" y="1"/>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0" name="Google Shape;2350;p51"/>
            <p:cNvSpPr/>
            <p:nvPr/>
          </p:nvSpPr>
          <p:spPr>
            <a:xfrm>
              <a:off x="4447525" y="2036900"/>
              <a:ext cx="117500" cy="122175"/>
            </a:xfrm>
            <a:custGeom>
              <a:rect b="b" l="l" r="r" t="t"/>
              <a:pathLst>
                <a:path extrusionOk="0" h="4887" w="4700">
                  <a:moveTo>
                    <a:pt x="2861" y="0"/>
                  </a:moveTo>
                  <a:lnTo>
                    <a:pt x="2861" y="0"/>
                  </a:lnTo>
                  <a:cubicBezTo>
                    <a:pt x="3171" y="205"/>
                    <a:pt x="3376" y="409"/>
                    <a:pt x="3474" y="711"/>
                  </a:cubicBezTo>
                  <a:cubicBezTo>
                    <a:pt x="4193" y="2044"/>
                    <a:pt x="3678" y="3572"/>
                    <a:pt x="2452" y="4291"/>
                  </a:cubicBezTo>
                  <a:cubicBezTo>
                    <a:pt x="2074" y="4481"/>
                    <a:pt x="1674" y="4560"/>
                    <a:pt x="1282" y="4560"/>
                  </a:cubicBezTo>
                  <a:cubicBezTo>
                    <a:pt x="829" y="4560"/>
                    <a:pt x="386" y="4454"/>
                    <a:pt x="0" y="4291"/>
                  </a:cubicBezTo>
                  <a:lnTo>
                    <a:pt x="0" y="4291"/>
                  </a:lnTo>
                  <a:cubicBezTo>
                    <a:pt x="498" y="4665"/>
                    <a:pt x="1111" y="4887"/>
                    <a:pt x="1721" y="4887"/>
                  </a:cubicBezTo>
                  <a:cubicBezTo>
                    <a:pt x="2113" y="4887"/>
                    <a:pt x="2503" y="4795"/>
                    <a:pt x="2861" y="4594"/>
                  </a:cubicBezTo>
                  <a:cubicBezTo>
                    <a:pt x="4193" y="3883"/>
                    <a:pt x="4700" y="2346"/>
                    <a:pt x="3989" y="1022"/>
                  </a:cubicBezTo>
                  <a:cubicBezTo>
                    <a:pt x="3784" y="613"/>
                    <a:pt x="3376" y="205"/>
                    <a:pt x="2861"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1" name="Google Shape;2351;p51"/>
            <p:cNvSpPr/>
            <p:nvPr/>
          </p:nvSpPr>
          <p:spPr>
            <a:xfrm>
              <a:off x="4432200" y="2064900"/>
              <a:ext cx="117500" cy="66425"/>
            </a:xfrm>
            <a:custGeom>
              <a:rect b="b" l="l" r="r" t="t"/>
              <a:pathLst>
                <a:path extrusionOk="0" h="2657" w="4700">
                  <a:moveTo>
                    <a:pt x="4602" y="0"/>
                  </a:moveTo>
                  <a:lnTo>
                    <a:pt x="0" y="2354"/>
                  </a:lnTo>
                  <a:lnTo>
                    <a:pt x="0" y="2452"/>
                  </a:lnTo>
                  <a:lnTo>
                    <a:pt x="204" y="2656"/>
                  </a:lnTo>
                  <a:lnTo>
                    <a:pt x="4700" y="311"/>
                  </a:lnTo>
                  <a:lnTo>
                    <a:pt x="4700" y="0"/>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2" name="Google Shape;2352;p51"/>
            <p:cNvSpPr/>
            <p:nvPr/>
          </p:nvSpPr>
          <p:spPr>
            <a:xfrm>
              <a:off x="4429750" y="2059775"/>
              <a:ext cx="119950" cy="66450"/>
            </a:xfrm>
            <a:custGeom>
              <a:rect b="b" l="l" r="r" t="t"/>
              <a:pathLst>
                <a:path extrusionOk="0" h="2658" w="4798">
                  <a:moveTo>
                    <a:pt x="4593" y="1"/>
                  </a:moveTo>
                  <a:lnTo>
                    <a:pt x="0" y="2453"/>
                  </a:lnTo>
                  <a:lnTo>
                    <a:pt x="98" y="2559"/>
                  </a:lnTo>
                  <a:cubicBezTo>
                    <a:pt x="98" y="2657"/>
                    <a:pt x="98" y="2657"/>
                    <a:pt x="204" y="2657"/>
                  </a:cubicBezTo>
                  <a:lnTo>
                    <a:pt x="4798" y="311"/>
                  </a:lnTo>
                  <a:cubicBezTo>
                    <a:pt x="4798" y="205"/>
                    <a:pt x="4700" y="205"/>
                    <a:pt x="4700" y="107"/>
                  </a:cubicBezTo>
                  <a:lnTo>
                    <a:pt x="4593" y="1"/>
                  </a:ln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3" name="Google Shape;2353;p51"/>
            <p:cNvSpPr/>
            <p:nvPr/>
          </p:nvSpPr>
          <p:spPr>
            <a:xfrm>
              <a:off x="4593200" y="1949850"/>
              <a:ext cx="130200" cy="130400"/>
            </a:xfrm>
            <a:custGeom>
              <a:rect b="b" l="l" r="r" t="t"/>
              <a:pathLst>
                <a:path extrusionOk="0" h="5216" w="5208">
                  <a:moveTo>
                    <a:pt x="2638" y="0"/>
                  </a:moveTo>
                  <a:cubicBezTo>
                    <a:pt x="1305" y="0"/>
                    <a:pt x="194" y="895"/>
                    <a:pt x="1" y="2150"/>
                  </a:cubicBezTo>
                  <a:lnTo>
                    <a:pt x="1" y="2354"/>
                  </a:lnTo>
                  <a:lnTo>
                    <a:pt x="1" y="2461"/>
                  </a:lnTo>
                  <a:lnTo>
                    <a:pt x="1" y="2559"/>
                  </a:lnTo>
                  <a:lnTo>
                    <a:pt x="1" y="2665"/>
                  </a:lnTo>
                  <a:cubicBezTo>
                    <a:pt x="1" y="2967"/>
                    <a:pt x="1" y="3172"/>
                    <a:pt x="99" y="3376"/>
                  </a:cubicBezTo>
                  <a:cubicBezTo>
                    <a:pt x="99" y="3482"/>
                    <a:pt x="205" y="3580"/>
                    <a:pt x="205" y="3580"/>
                  </a:cubicBezTo>
                  <a:lnTo>
                    <a:pt x="205" y="3687"/>
                  </a:lnTo>
                  <a:lnTo>
                    <a:pt x="303" y="3785"/>
                  </a:lnTo>
                  <a:lnTo>
                    <a:pt x="303" y="3891"/>
                  </a:lnTo>
                  <a:cubicBezTo>
                    <a:pt x="409" y="3891"/>
                    <a:pt x="409" y="3989"/>
                    <a:pt x="409" y="4095"/>
                  </a:cubicBezTo>
                  <a:lnTo>
                    <a:pt x="507" y="4095"/>
                  </a:lnTo>
                  <a:cubicBezTo>
                    <a:pt x="507" y="4095"/>
                    <a:pt x="507" y="4193"/>
                    <a:pt x="614" y="4193"/>
                  </a:cubicBezTo>
                  <a:lnTo>
                    <a:pt x="614" y="4300"/>
                  </a:lnTo>
                  <a:lnTo>
                    <a:pt x="712" y="4398"/>
                  </a:lnTo>
                  <a:cubicBezTo>
                    <a:pt x="712" y="4398"/>
                    <a:pt x="818" y="4398"/>
                    <a:pt x="818" y="4504"/>
                  </a:cubicBezTo>
                  <a:lnTo>
                    <a:pt x="916" y="4602"/>
                  </a:lnTo>
                  <a:cubicBezTo>
                    <a:pt x="1022" y="4708"/>
                    <a:pt x="1022" y="4708"/>
                    <a:pt x="1121" y="4708"/>
                  </a:cubicBezTo>
                  <a:cubicBezTo>
                    <a:pt x="1121" y="4806"/>
                    <a:pt x="1121" y="4806"/>
                    <a:pt x="1227" y="4806"/>
                  </a:cubicBezTo>
                  <a:cubicBezTo>
                    <a:pt x="1227" y="4806"/>
                    <a:pt x="1325" y="4806"/>
                    <a:pt x="1325" y="4913"/>
                  </a:cubicBezTo>
                  <a:lnTo>
                    <a:pt x="1431" y="4913"/>
                  </a:lnTo>
                  <a:cubicBezTo>
                    <a:pt x="1431" y="4913"/>
                    <a:pt x="1529" y="5011"/>
                    <a:pt x="1635" y="5011"/>
                  </a:cubicBezTo>
                  <a:cubicBezTo>
                    <a:pt x="1635" y="5011"/>
                    <a:pt x="1734" y="5011"/>
                    <a:pt x="1840" y="5117"/>
                  </a:cubicBezTo>
                  <a:lnTo>
                    <a:pt x="2142" y="5117"/>
                  </a:lnTo>
                  <a:cubicBezTo>
                    <a:pt x="2248" y="5215"/>
                    <a:pt x="2248" y="5215"/>
                    <a:pt x="2347" y="5215"/>
                  </a:cubicBezTo>
                  <a:cubicBezTo>
                    <a:pt x="2755" y="5215"/>
                    <a:pt x="3270" y="5117"/>
                    <a:pt x="3573" y="5011"/>
                  </a:cubicBezTo>
                  <a:cubicBezTo>
                    <a:pt x="3679" y="5011"/>
                    <a:pt x="3777" y="4913"/>
                    <a:pt x="3883" y="4913"/>
                  </a:cubicBezTo>
                  <a:cubicBezTo>
                    <a:pt x="3883" y="4806"/>
                    <a:pt x="3981" y="4806"/>
                    <a:pt x="4087" y="4806"/>
                  </a:cubicBezTo>
                  <a:cubicBezTo>
                    <a:pt x="4087" y="4708"/>
                    <a:pt x="4186" y="4708"/>
                    <a:pt x="4292" y="4602"/>
                  </a:cubicBezTo>
                  <a:lnTo>
                    <a:pt x="4594" y="4300"/>
                  </a:lnTo>
                  <a:cubicBezTo>
                    <a:pt x="4905" y="3989"/>
                    <a:pt x="5003" y="3580"/>
                    <a:pt x="5109" y="3172"/>
                  </a:cubicBezTo>
                  <a:cubicBezTo>
                    <a:pt x="5109" y="3074"/>
                    <a:pt x="5207" y="3074"/>
                    <a:pt x="5207" y="2967"/>
                  </a:cubicBezTo>
                  <a:lnTo>
                    <a:pt x="5207" y="2869"/>
                  </a:lnTo>
                  <a:lnTo>
                    <a:pt x="5207" y="2665"/>
                  </a:lnTo>
                  <a:lnTo>
                    <a:pt x="5207" y="2559"/>
                  </a:lnTo>
                  <a:lnTo>
                    <a:pt x="5207" y="2354"/>
                  </a:lnTo>
                  <a:lnTo>
                    <a:pt x="5207" y="2256"/>
                  </a:lnTo>
                  <a:lnTo>
                    <a:pt x="5207" y="2150"/>
                  </a:lnTo>
                  <a:lnTo>
                    <a:pt x="5109" y="2052"/>
                  </a:lnTo>
                  <a:lnTo>
                    <a:pt x="5109" y="1848"/>
                  </a:lnTo>
                  <a:lnTo>
                    <a:pt x="5109" y="1741"/>
                  </a:lnTo>
                  <a:cubicBezTo>
                    <a:pt x="5003" y="1741"/>
                    <a:pt x="5003" y="1643"/>
                    <a:pt x="5003" y="1643"/>
                  </a:cubicBezTo>
                  <a:lnTo>
                    <a:pt x="5003" y="1537"/>
                  </a:lnTo>
                  <a:lnTo>
                    <a:pt x="4905" y="1439"/>
                  </a:lnTo>
                  <a:lnTo>
                    <a:pt x="4905" y="1333"/>
                  </a:lnTo>
                  <a:cubicBezTo>
                    <a:pt x="4496" y="622"/>
                    <a:pt x="3679" y="107"/>
                    <a:pt x="2861" y="9"/>
                  </a:cubicBezTo>
                  <a:cubicBezTo>
                    <a:pt x="2786" y="3"/>
                    <a:pt x="2712" y="0"/>
                    <a:pt x="2638"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4" name="Google Shape;2354;p51"/>
            <p:cNvSpPr/>
            <p:nvPr/>
          </p:nvSpPr>
          <p:spPr>
            <a:xfrm>
              <a:off x="4570125" y="1946950"/>
              <a:ext cx="148150" cy="129600"/>
            </a:xfrm>
            <a:custGeom>
              <a:rect b="b" l="l" r="r" t="t"/>
              <a:pathLst>
                <a:path extrusionOk="0" h="5184" w="5926">
                  <a:moveTo>
                    <a:pt x="3011" y="0"/>
                  </a:moveTo>
                  <a:cubicBezTo>
                    <a:pt x="2588" y="0"/>
                    <a:pt x="2154" y="105"/>
                    <a:pt x="1741" y="329"/>
                  </a:cubicBezTo>
                  <a:cubicBezTo>
                    <a:pt x="515" y="942"/>
                    <a:pt x="0" y="2577"/>
                    <a:pt x="719" y="3803"/>
                  </a:cubicBezTo>
                  <a:cubicBezTo>
                    <a:pt x="1155" y="4675"/>
                    <a:pt x="2055" y="5183"/>
                    <a:pt x="3017" y="5183"/>
                  </a:cubicBezTo>
                  <a:cubicBezTo>
                    <a:pt x="3408" y="5183"/>
                    <a:pt x="3809" y="5099"/>
                    <a:pt x="4193" y="4922"/>
                  </a:cubicBezTo>
                  <a:cubicBezTo>
                    <a:pt x="5419" y="4211"/>
                    <a:pt x="5926" y="2675"/>
                    <a:pt x="5313" y="1351"/>
                  </a:cubicBezTo>
                  <a:cubicBezTo>
                    <a:pt x="4824" y="507"/>
                    <a:pt x="3944" y="0"/>
                    <a:pt x="3011" y="0"/>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5" name="Google Shape;2355;p51"/>
            <p:cNvSpPr/>
            <p:nvPr/>
          </p:nvSpPr>
          <p:spPr>
            <a:xfrm>
              <a:off x="4603425" y="1955175"/>
              <a:ext cx="114850" cy="122175"/>
            </a:xfrm>
            <a:custGeom>
              <a:rect b="b" l="l" r="r" t="t"/>
              <a:pathLst>
                <a:path extrusionOk="0" h="4887" w="4594">
                  <a:moveTo>
                    <a:pt x="2861" y="0"/>
                  </a:moveTo>
                  <a:lnTo>
                    <a:pt x="2861" y="0"/>
                  </a:lnTo>
                  <a:cubicBezTo>
                    <a:pt x="3065" y="204"/>
                    <a:pt x="3270" y="409"/>
                    <a:pt x="3474" y="711"/>
                  </a:cubicBezTo>
                  <a:cubicBezTo>
                    <a:pt x="4087" y="2043"/>
                    <a:pt x="3678" y="3572"/>
                    <a:pt x="2346" y="4291"/>
                  </a:cubicBezTo>
                  <a:cubicBezTo>
                    <a:pt x="2017" y="4480"/>
                    <a:pt x="1642" y="4559"/>
                    <a:pt x="1263" y="4559"/>
                  </a:cubicBezTo>
                  <a:cubicBezTo>
                    <a:pt x="825" y="4559"/>
                    <a:pt x="382" y="4453"/>
                    <a:pt x="0" y="4291"/>
                  </a:cubicBezTo>
                  <a:lnTo>
                    <a:pt x="0" y="4291"/>
                  </a:lnTo>
                  <a:cubicBezTo>
                    <a:pt x="433" y="4664"/>
                    <a:pt x="1058" y="4886"/>
                    <a:pt x="1688" y="4886"/>
                  </a:cubicBezTo>
                  <a:cubicBezTo>
                    <a:pt x="2093" y="4886"/>
                    <a:pt x="2500" y="4795"/>
                    <a:pt x="2861" y="4593"/>
                  </a:cubicBezTo>
                  <a:cubicBezTo>
                    <a:pt x="4087" y="3882"/>
                    <a:pt x="4594" y="2346"/>
                    <a:pt x="3981" y="1022"/>
                  </a:cubicBezTo>
                  <a:cubicBezTo>
                    <a:pt x="3678" y="613"/>
                    <a:pt x="3270" y="204"/>
                    <a:pt x="2861"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6" name="Google Shape;2356;p51"/>
            <p:cNvSpPr/>
            <p:nvPr/>
          </p:nvSpPr>
          <p:spPr>
            <a:xfrm>
              <a:off x="4588100" y="1980700"/>
              <a:ext cx="117525" cy="68900"/>
            </a:xfrm>
            <a:custGeom>
              <a:rect b="b" l="l" r="r" t="t"/>
              <a:pathLst>
                <a:path extrusionOk="0" h="2756" w="4701">
                  <a:moveTo>
                    <a:pt x="4594" y="1"/>
                  </a:moveTo>
                  <a:lnTo>
                    <a:pt x="0" y="2453"/>
                  </a:lnTo>
                  <a:lnTo>
                    <a:pt x="0" y="2551"/>
                  </a:lnTo>
                  <a:cubicBezTo>
                    <a:pt x="0" y="2657"/>
                    <a:pt x="98" y="2657"/>
                    <a:pt x="98" y="2755"/>
                  </a:cubicBezTo>
                  <a:lnTo>
                    <a:pt x="4700" y="303"/>
                  </a:lnTo>
                  <a:cubicBezTo>
                    <a:pt x="4700" y="303"/>
                    <a:pt x="4594" y="205"/>
                    <a:pt x="4594" y="99"/>
                  </a:cubicBezTo>
                  <a:lnTo>
                    <a:pt x="4594" y="1"/>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7" name="Google Shape;2357;p51"/>
            <p:cNvSpPr/>
            <p:nvPr/>
          </p:nvSpPr>
          <p:spPr>
            <a:xfrm>
              <a:off x="4585450" y="1978050"/>
              <a:ext cx="117500" cy="66425"/>
            </a:xfrm>
            <a:custGeom>
              <a:rect b="b" l="l" r="r" t="t"/>
              <a:pathLst>
                <a:path extrusionOk="0" h="2657" w="4700">
                  <a:moveTo>
                    <a:pt x="4602" y="0"/>
                  </a:moveTo>
                  <a:lnTo>
                    <a:pt x="0" y="2452"/>
                  </a:lnTo>
                  <a:cubicBezTo>
                    <a:pt x="0" y="2452"/>
                    <a:pt x="0" y="2559"/>
                    <a:pt x="106" y="2559"/>
                  </a:cubicBezTo>
                  <a:lnTo>
                    <a:pt x="106" y="2657"/>
                  </a:lnTo>
                  <a:lnTo>
                    <a:pt x="4700" y="311"/>
                  </a:lnTo>
                  <a:lnTo>
                    <a:pt x="4700" y="107"/>
                  </a:lnTo>
                  <a:cubicBezTo>
                    <a:pt x="4602" y="107"/>
                    <a:pt x="4602" y="0"/>
                    <a:pt x="4602" y="0"/>
                  </a:cubicBez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8" name="Google Shape;2358;p51"/>
            <p:cNvSpPr/>
            <p:nvPr/>
          </p:nvSpPr>
          <p:spPr>
            <a:xfrm>
              <a:off x="4748900" y="1868125"/>
              <a:ext cx="130400" cy="130375"/>
            </a:xfrm>
            <a:custGeom>
              <a:rect b="b" l="l" r="r" t="t"/>
              <a:pathLst>
                <a:path extrusionOk="0" h="5215" w="5216">
                  <a:moveTo>
                    <a:pt x="2638" y="0"/>
                  </a:moveTo>
                  <a:cubicBezTo>
                    <a:pt x="1305" y="0"/>
                    <a:pt x="194" y="895"/>
                    <a:pt x="1" y="2150"/>
                  </a:cubicBezTo>
                  <a:lnTo>
                    <a:pt x="1" y="2354"/>
                  </a:lnTo>
                  <a:lnTo>
                    <a:pt x="1" y="2460"/>
                  </a:lnTo>
                  <a:lnTo>
                    <a:pt x="1" y="2558"/>
                  </a:lnTo>
                  <a:lnTo>
                    <a:pt x="1" y="2665"/>
                  </a:lnTo>
                  <a:cubicBezTo>
                    <a:pt x="1" y="2967"/>
                    <a:pt x="1" y="3171"/>
                    <a:pt x="107" y="3376"/>
                  </a:cubicBezTo>
                  <a:cubicBezTo>
                    <a:pt x="107" y="3482"/>
                    <a:pt x="107" y="3482"/>
                    <a:pt x="205" y="3580"/>
                  </a:cubicBezTo>
                  <a:lnTo>
                    <a:pt x="205" y="3686"/>
                  </a:lnTo>
                  <a:cubicBezTo>
                    <a:pt x="205" y="3686"/>
                    <a:pt x="205" y="3784"/>
                    <a:pt x="311" y="3784"/>
                  </a:cubicBezTo>
                  <a:lnTo>
                    <a:pt x="311" y="3891"/>
                  </a:lnTo>
                  <a:cubicBezTo>
                    <a:pt x="311" y="3891"/>
                    <a:pt x="410" y="3989"/>
                    <a:pt x="410" y="4095"/>
                  </a:cubicBezTo>
                  <a:lnTo>
                    <a:pt x="516" y="4193"/>
                  </a:lnTo>
                  <a:cubicBezTo>
                    <a:pt x="516" y="4299"/>
                    <a:pt x="614" y="4299"/>
                    <a:pt x="614" y="4299"/>
                  </a:cubicBezTo>
                  <a:cubicBezTo>
                    <a:pt x="614" y="4299"/>
                    <a:pt x="614" y="4397"/>
                    <a:pt x="720" y="4397"/>
                  </a:cubicBezTo>
                  <a:lnTo>
                    <a:pt x="720" y="4504"/>
                  </a:lnTo>
                  <a:cubicBezTo>
                    <a:pt x="818" y="4504"/>
                    <a:pt x="818" y="4602"/>
                    <a:pt x="924" y="4602"/>
                  </a:cubicBezTo>
                  <a:cubicBezTo>
                    <a:pt x="1023" y="4708"/>
                    <a:pt x="1023" y="4708"/>
                    <a:pt x="1129" y="4708"/>
                  </a:cubicBezTo>
                  <a:lnTo>
                    <a:pt x="1129" y="4806"/>
                  </a:lnTo>
                  <a:cubicBezTo>
                    <a:pt x="1227" y="4806"/>
                    <a:pt x="1227" y="4806"/>
                    <a:pt x="1333" y="4912"/>
                  </a:cubicBezTo>
                  <a:cubicBezTo>
                    <a:pt x="1431" y="4912"/>
                    <a:pt x="1537" y="5010"/>
                    <a:pt x="1537" y="5010"/>
                  </a:cubicBezTo>
                  <a:cubicBezTo>
                    <a:pt x="1636" y="5010"/>
                    <a:pt x="1742" y="5010"/>
                    <a:pt x="1742" y="5117"/>
                  </a:cubicBezTo>
                  <a:lnTo>
                    <a:pt x="2044" y="5117"/>
                  </a:lnTo>
                  <a:cubicBezTo>
                    <a:pt x="2150" y="5215"/>
                    <a:pt x="2249" y="5215"/>
                    <a:pt x="2355" y="5215"/>
                  </a:cubicBezTo>
                  <a:cubicBezTo>
                    <a:pt x="2763" y="5215"/>
                    <a:pt x="3172" y="5117"/>
                    <a:pt x="3581" y="5010"/>
                  </a:cubicBezTo>
                  <a:cubicBezTo>
                    <a:pt x="3679" y="4912"/>
                    <a:pt x="3785" y="4912"/>
                    <a:pt x="3785" y="4912"/>
                  </a:cubicBezTo>
                  <a:cubicBezTo>
                    <a:pt x="3883" y="4806"/>
                    <a:pt x="3989" y="4806"/>
                    <a:pt x="3989" y="4708"/>
                  </a:cubicBezTo>
                  <a:cubicBezTo>
                    <a:pt x="4088" y="4708"/>
                    <a:pt x="4194" y="4708"/>
                    <a:pt x="4194" y="4602"/>
                  </a:cubicBezTo>
                  <a:cubicBezTo>
                    <a:pt x="4398" y="4504"/>
                    <a:pt x="4496" y="4397"/>
                    <a:pt x="4602" y="4299"/>
                  </a:cubicBezTo>
                  <a:cubicBezTo>
                    <a:pt x="4807" y="3989"/>
                    <a:pt x="5011" y="3580"/>
                    <a:pt x="5109" y="3171"/>
                  </a:cubicBezTo>
                  <a:lnTo>
                    <a:pt x="5109" y="2967"/>
                  </a:lnTo>
                  <a:lnTo>
                    <a:pt x="5109" y="2869"/>
                  </a:lnTo>
                  <a:cubicBezTo>
                    <a:pt x="5215" y="2763"/>
                    <a:pt x="5215" y="2763"/>
                    <a:pt x="5215" y="2665"/>
                  </a:cubicBezTo>
                  <a:lnTo>
                    <a:pt x="5215" y="2558"/>
                  </a:lnTo>
                  <a:cubicBezTo>
                    <a:pt x="5215" y="2460"/>
                    <a:pt x="5215" y="2460"/>
                    <a:pt x="5109" y="2354"/>
                  </a:cubicBezTo>
                  <a:lnTo>
                    <a:pt x="5109" y="2256"/>
                  </a:lnTo>
                  <a:lnTo>
                    <a:pt x="5109" y="2150"/>
                  </a:lnTo>
                  <a:lnTo>
                    <a:pt x="5109" y="2052"/>
                  </a:lnTo>
                  <a:cubicBezTo>
                    <a:pt x="5109" y="1945"/>
                    <a:pt x="5109" y="1945"/>
                    <a:pt x="5011" y="1847"/>
                  </a:cubicBezTo>
                  <a:lnTo>
                    <a:pt x="5011" y="1741"/>
                  </a:lnTo>
                  <a:lnTo>
                    <a:pt x="5011" y="1643"/>
                  </a:lnTo>
                  <a:cubicBezTo>
                    <a:pt x="5011" y="1537"/>
                    <a:pt x="4905" y="1537"/>
                    <a:pt x="4905" y="1537"/>
                  </a:cubicBezTo>
                  <a:lnTo>
                    <a:pt x="4905" y="1439"/>
                  </a:lnTo>
                  <a:cubicBezTo>
                    <a:pt x="4905" y="1332"/>
                    <a:pt x="4807" y="1332"/>
                    <a:pt x="4807" y="1332"/>
                  </a:cubicBezTo>
                  <a:cubicBezTo>
                    <a:pt x="4398" y="621"/>
                    <a:pt x="3679" y="106"/>
                    <a:pt x="2862" y="8"/>
                  </a:cubicBezTo>
                  <a:cubicBezTo>
                    <a:pt x="2787" y="3"/>
                    <a:pt x="2712" y="0"/>
                    <a:pt x="2638"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9" name="Google Shape;2359;p51"/>
            <p:cNvSpPr/>
            <p:nvPr/>
          </p:nvSpPr>
          <p:spPr>
            <a:xfrm>
              <a:off x="4726025" y="1865200"/>
              <a:ext cx="148175" cy="129600"/>
            </a:xfrm>
            <a:custGeom>
              <a:rect b="b" l="l" r="r" t="t"/>
              <a:pathLst>
                <a:path extrusionOk="0" h="5184" w="5927">
                  <a:moveTo>
                    <a:pt x="2957" y="1"/>
                  </a:moveTo>
                  <a:cubicBezTo>
                    <a:pt x="2538" y="1"/>
                    <a:pt x="2116" y="105"/>
                    <a:pt x="1733" y="330"/>
                  </a:cubicBezTo>
                  <a:cubicBezTo>
                    <a:pt x="409" y="943"/>
                    <a:pt x="0" y="2577"/>
                    <a:pt x="613" y="3803"/>
                  </a:cubicBezTo>
                  <a:cubicBezTo>
                    <a:pt x="1119" y="4676"/>
                    <a:pt x="2043" y="5184"/>
                    <a:pt x="3011" y="5184"/>
                  </a:cubicBezTo>
                  <a:cubicBezTo>
                    <a:pt x="3403" y="5184"/>
                    <a:pt x="3803" y="5100"/>
                    <a:pt x="4185" y="4923"/>
                  </a:cubicBezTo>
                  <a:cubicBezTo>
                    <a:pt x="5411" y="4212"/>
                    <a:pt x="5926" y="2675"/>
                    <a:pt x="5207" y="1351"/>
                  </a:cubicBezTo>
                  <a:cubicBezTo>
                    <a:pt x="4785" y="508"/>
                    <a:pt x="3880" y="1"/>
                    <a:pt x="2957" y="1"/>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0" name="Google Shape;2360;p51"/>
            <p:cNvSpPr/>
            <p:nvPr/>
          </p:nvSpPr>
          <p:spPr>
            <a:xfrm>
              <a:off x="4756675" y="1870775"/>
              <a:ext cx="117525" cy="124825"/>
            </a:xfrm>
            <a:custGeom>
              <a:rect b="b" l="l" r="r" t="t"/>
              <a:pathLst>
                <a:path extrusionOk="0" h="4993" w="4701">
                  <a:moveTo>
                    <a:pt x="2861" y="0"/>
                  </a:moveTo>
                  <a:lnTo>
                    <a:pt x="2861" y="0"/>
                  </a:lnTo>
                  <a:cubicBezTo>
                    <a:pt x="3164" y="311"/>
                    <a:pt x="3368" y="515"/>
                    <a:pt x="3572" y="818"/>
                  </a:cubicBezTo>
                  <a:cubicBezTo>
                    <a:pt x="4185" y="2150"/>
                    <a:pt x="3678" y="3678"/>
                    <a:pt x="2452" y="4398"/>
                  </a:cubicBezTo>
                  <a:cubicBezTo>
                    <a:pt x="2074" y="4587"/>
                    <a:pt x="1695" y="4666"/>
                    <a:pt x="1317" y="4666"/>
                  </a:cubicBezTo>
                  <a:cubicBezTo>
                    <a:pt x="878" y="4666"/>
                    <a:pt x="439" y="4560"/>
                    <a:pt x="0" y="4398"/>
                  </a:cubicBezTo>
                  <a:lnTo>
                    <a:pt x="0" y="4398"/>
                  </a:lnTo>
                  <a:cubicBezTo>
                    <a:pt x="498" y="4771"/>
                    <a:pt x="1108" y="4993"/>
                    <a:pt x="1740" y="4993"/>
                  </a:cubicBezTo>
                  <a:cubicBezTo>
                    <a:pt x="2145" y="4993"/>
                    <a:pt x="2560" y="4901"/>
                    <a:pt x="2959" y="4700"/>
                  </a:cubicBezTo>
                  <a:cubicBezTo>
                    <a:pt x="4185" y="3989"/>
                    <a:pt x="4700" y="2452"/>
                    <a:pt x="3981" y="1128"/>
                  </a:cubicBezTo>
                  <a:cubicBezTo>
                    <a:pt x="3777" y="720"/>
                    <a:pt x="3368" y="311"/>
                    <a:pt x="2861"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1" name="Google Shape;2361;p51"/>
            <p:cNvSpPr/>
            <p:nvPr/>
          </p:nvSpPr>
          <p:spPr>
            <a:xfrm>
              <a:off x="4741350" y="1898975"/>
              <a:ext cx="119975" cy="68875"/>
            </a:xfrm>
            <a:custGeom>
              <a:rect b="b" l="l" r="r" t="t"/>
              <a:pathLst>
                <a:path extrusionOk="0" h="2755" w="4799">
                  <a:moveTo>
                    <a:pt x="4594" y="0"/>
                  </a:moveTo>
                  <a:lnTo>
                    <a:pt x="0" y="2452"/>
                  </a:lnTo>
                  <a:cubicBezTo>
                    <a:pt x="0" y="2452"/>
                    <a:pt x="0" y="2550"/>
                    <a:pt x="99" y="2550"/>
                  </a:cubicBezTo>
                  <a:cubicBezTo>
                    <a:pt x="99" y="2657"/>
                    <a:pt x="99" y="2657"/>
                    <a:pt x="205" y="2755"/>
                  </a:cubicBezTo>
                  <a:lnTo>
                    <a:pt x="4798" y="303"/>
                  </a:lnTo>
                  <a:cubicBezTo>
                    <a:pt x="4700" y="303"/>
                    <a:pt x="4700" y="205"/>
                    <a:pt x="4700" y="98"/>
                  </a:cubicBezTo>
                  <a:cubicBezTo>
                    <a:pt x="4700" y="98"/>
                    <a:pt x="4594" y="98"/>
                    <a:pt x="4594"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2" name="Google Shape;2362;p51"/>
            <p:cNvSpPr/>
            <p:nvPr/>
          </p:nvSpPr>
          <p:spPr>
            <a:xfrm>
              <a:off x="4738700" y="1896325"/>
              <a:ext cx="120175" cy="66425"/>
            </a:xfrm>
            <a:custGeom>
              <a:rect b="b" l="l" r="r" t="t"/>
              <a:pathLst>
                <a:path extrusionOk="0" h="2657" w="4807">
                  <a:moveTo>
                    <a:pt x="4602" y="0"/>
                  </a:moveTo>
                  <a:lnTo>
                    <a:pt x="0" y="2354"/>
                  </a:lnTo>
                  <a:cubicBezTo>
                    <a:pt x="106" y="2452"/>
                    <a:pt x="106" y="2452"/>
                    <a:pt x="106" y="2558"/>
                  </a:cubicBezTo>
                  <a:lnTo>
                    <a:pt x="205" y="2656"/>
                  </a:lnTo>
                  <a:lnTo>
                    <a:pt x="4806" y="311"/>
                  </a:lnTo>
                  <a:cubicBezTo>
                    <a:pt x="4806" y="204"/>
                    <a:pt x="4806" y="204"/>
                    <a:pt x="4700" y="106"/>
                  </a:cubicBezTo>
                  <a:cubicBezTo>
                    <a:pt x="4700" y="106"/>
                    <a:pt x="4700" y="0"/>
                    <a:pt x="4602" y="0"/>
                  </a:cubicBez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3" name="Google Shape;2363;p51"/>
            <p:cNvSpPr/>
            <p:nvPr/>
          </p:nvSpPr>
          <p:spPr>
            <a:xfrm>
              <a:off x="4830650" y="2448025"/>
              <a:ext cx="482850" cy="533550"/>
            </a:xfrm>
            <a:custGeom>
              <a:rect b="b" l="l" r="r" t="t"/>
              <a:pathLst>
                <a:path extrusionOk="0" h="21342" w="19314">
                  <a:moveTo>
                    <a:pt x="5926" y="0"/>
                  </a:moveTo>
                  <a:lnTo>
                    <a:pt x="5722" y="1022"/>
                  </a:lnTo>
                  <a:cubicBezTo>
                    <a:pt x="4291" y="1128"/>
                    <a:pt x="3065" y="1945"/>
                    <a:pt x="2763" y="3270"/>
                  </a:cubicBezTo>
                  <a:lnTo>
                    <a:pt x="311" y="15840"/>
                  </a:lnTo>
                  <a:cubicBezTo>
                    <a:pt x="0" y="17475"/>
                    <a:pt x="1332" y="19003"/>
                    <a:pt x="3172" y="19412"/>
                  </a:cubicBezTo>
                  <a:lnTo>
                    <a:pt x="12571" y="21251"/>
                  </a:lnTo>
                  <a:cubicBezTo>
                    <a:pt x="12860" y="21312"/>
                    <a:pt x="13145" y="21341"/>
                    <a:pt x="13421" y="21341"/>
                  </a:cubicBezTo>
                  <a:cubicBezTo>
                    <a:pt x="14996" y="21341"/>
                    <a:pt x="16294" y="20394"/>
                    <a:pt x="16551" y="19003"/>
                  </a:cubicBezTo>
                  <a:lnTo>
                    <a:pt x="19003" y="6539"/>
                  </a:lnTo>
                  <a:cubicBezTo>
                    <a:pt x="19314" y="5215"/>
                    <a:pt x="18497" y="3883"/>
                    <a:pt x="17164" y="3270"/>
                  </a:cubicBezTo>
                  <a:lnTo>
                    <a:pt x="17369" y="2248"/>
                  </a:lnTo>
                  <a:lnTo>
                    <a:pt x="5926" y="0"/>
                  </a:lnTo>
                  <a:close/>
                </a:path>
              </a:pathLst>
            </a:custGeom>
            <a:solidFill>
              <a:srgbClr val="FF78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4" name="Google Shape;2364;p51"/>
            <p:cNvSpPr/>
            <p:nvPr/>
          </p:nvSpPr>
          <p:spPr>
            <a:xfrm>
              <a:off x="4976325" y="2448025"/>
              <a:ext cx="288550" cy="71525"/>
            </a:xfrm>
            <a:custGeom>
              <a:rect b="b" l="l" r="r" t="t"/>
              <a:pathLst>
                <a:path extrusionOk="0" h="2861" w="11542">
                  <a:moveTo>
                    <a:pt x="99" y="0"/>
                  </a:moveTo>
                  <a:lnTo>
                    <a:pt x="1" y="613"/>
                  </a:lnTo>
                  <a:lnTo>
                    <a:pt x="11444" y="2861"/>
                  </a:lnTo>
                  <a:lnTo>
                    <a:pt x="11542" y="2248"/>
                  </a:lnTo>
                  <a:lnTo>
                    <a:pt x="99" y="0"/>
                  </a:lnTo>
                  <a:close/>
                </a:path>
              </a:pathLst>
            </a:custGeom>
            <a:solidFill>
              <a:srgbClr val="F56E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5" name="Google Shape;2365;p51"/>
            <p:cNvSpPr/>
            <p:nvPr/>
          </p:nvSpPr>
          <p:spPr>
            <a:xfrm>
              <a:off x="4958350" y="2366275"/>
              <a:ext cx="344950" cy="143075"/>
            </a:xfrm>
            <a:custGeom>
              <a:rect b="b" l="l" r="r" t="t"/>
              <a:pathLst>
                <a:path extrusionOk="0" h="5723" w="13798">
                  <a:moveTo>
                    <a:pt x="614" y="1"/>
                  </a:moveTo>
                  <a:lnTo>
                    <a:pt x="1" y="3066"/>
                  </a:lnTo>
                  <a:lnTo>
                    <a:pt x="13184" y="5722"/>
                  </a:lnTo>
                  <a:lnTo>
                    <a:pt x="13797" y="2559"/>
                  </a:lnTo>
                  <a:lnTo>
                    <a:pt x="614"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6" name="Google Shape;2366;p51"/>
            <p:cNvSpPr/>
            <p:nvPr/>
          </p:nvSpPr>
          <p:spPr>
            <a:xfrm>
              <a:off x="4968575" y="2366275"/>
              <a:ext cx="30675" cy="81775"/>
            </a:xfrm>
            <a:custGeom>
              <a:rect b="b" l="l" r="r" t="t"/>
              <a:pathLst>
                <a:path extrusionOk="0" h="3271" w="1227">
                  <a:moveTo>
                    <a:pt x="613" y="1"/>
                  </a:moveTo>
                  <a:lnTo>
                    <a:pt x="0" y="3172"/>
                  </a:lnTo>
                  <a:lnTo>
                    <a:pt x="613" y="3270"/>
                  </a:lnTo>
                  <a:lnTo>
                    <a:pt x="1226" y="205"/>
                  </a:lnTo>
                  <a:lnTo>
                    <a:pt x="613" y="1"/>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7" name="Google Shape;2367;p51"/>
            <p:cNvSpPr/>
            <p:nvPr/>
          </p:nvSpPr>
          <p:spPr>
            <a:xfrm>
              <a:off x="4999225" y="2374050"/>
              <a:ext cx="28225" cy="79100"/>
            </a:xfrm>
            <a:custGeom>
              <a:rect b="b" l="l" r="r" t="t"/>
              <a:pathLst>
                <a:path extrusionOk="0" h="3164" w="1129">
                  <a:moveTo>
                    <a:pt x="613" y="0"/>
                  </a:moveTo>
                  <a:lnTo>
                    <a:pt x="0" y="3065"/>
                  </a:lnTo>
                  <a:lnTo>
                    <a:pt x="515" y="3164"/>
                  </a:lnTo>
                  <a:lnTo>
                    <a:pt x="1128" y="99"/>
                  </a:lnTo>
                  <a:lnTo>
                    <a:pt x="613" y="0"/>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8" name="Google Shape;2368;p51"/>
            <p:cNvSpPr/>
            <p:nvPr/>
          </p:nvSpPr>
          <p:spPr>
            <a:xfrm>
              <a:off x="5027425" y="2379150"/>
              <a:ext cx="30675" cy="81775"/>
            </a:xfrm>
            <a:custGeom>
              <a:rect b="b" l="l" r="r" t="t"/>
              <a:pathLst>
                <a:path extrusionOk="0" h="3271" w="1227">
                  <a:moveTo>
                    <a:pt x="613" y="1"/>
                  </a:moveTo>
                  <a:lnTo>
                    <a:pt x="0" y="3164"/>
                  </a:lnTo>
                  <a:lnTo>
                    <a:pt x="613" y="3270"/>
                  </a:lnTo>
                  <a:lnTo>
                    <a:pt x="1226" y="99"/>
                  </a:lnTo>
                  <a:lnTo>
                    <a:pt x="613" y="1"/>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9" name="Google Shape;2369;p51"/>
            <p:cNvSpPr/>
            <p:nvPr/>
          </p:nvSpPr>
          <p:spPr>
            <a:xfrm>
              <a:off x="5058075" y="2384275"/>
              <a:ext cx="28000" cy="81750"/>
            </a:xfrm>
            <a:custGeom>
              <a:rect b="b" l="l" r="r" t="t"/>
              <a:pathLst>
                <a:path extrusionOk="0" h="3270" w="1120">
                  <a:moveTo>
                    <a:pt x="613" y="0"/>
                  </a:moveTo>
                  <a:lnTo>
                    <a:pt x="0" y="3163"/>
                  </a:lnTo>
                  <a:lnTo>
                    <a:pt x="507" y="3269"/>
                  </a:lnTo>
                  <a:lnTo>
                    <a:pt x="1120" y="98"/>
                  </a:lnTo>
                  <a:lnTo>
                    <a:pt x="613" y="0"/>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0" name="Google Shape;2370;p51"/>
            <p:cNvSpPr/>
            <p:nvPr/>
          </p:nvSpPr>
          <p:spPr>
            <a:xfrm>
              <a:off x="5086050" y="2391825"/>
              <a:ext cx="30675" cy="79300"/>
            </a:xfrm>
            <a:custGeom>
              <a:rect b="b" l="l" r="r" t="t"/>
              <a:pathLst>
                <a:path extrusionOk="0" h="3172" w="1227">
                  <a:moveTo>
                    <a:pt x="614" y="1"/>
                  </a:moveTo>
                  <a:lnTo>
                    <a:pt x="1" y="3066"/>
                  </a:lnTo>
                  <a:lnTo>
                    <a:pt x="516" y="3172"/>
                  </a:lnTo>
                  <a:lnTo>
                    <a:pt x="1227" y="107"/>
                  </a:lnTo>
                  <a:lnTo>
                    <a:pt x="614" y="1"/>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1" name="Google Shape;2371;p51"/>
            <p:cNvSpPr/>
            <p:nvPr/>
          </p:nvSpPr>
          <p:spPr>
            <a:xfrm>
              <a:off x="5114250" y="2396925"/>
              <a:ext cx="30675" cy="81775"/>
            </a:xfrm>
            <a:custGeom>
              <a:rect b="b" l="l" r="r" t="t"/>
              <a:pathLst>
                <a:path extrusionOk="0" h="3271" w="1227">
                  <a:moveTo>
                    <a:pt x="712" y="1"/>
                  </a:moveTo>
                  <a:lnTo>
                    <a:pt x="1" y="3066"/>
                  </a:lnTo>
                  <a:lnTo>
                    <a:pt x="614" y="3270"/>
                  </a:lnTo>
                  <a:lnTo>
                    <a:pt x="1227" y="107"/>
                  </a:lnTo>
                  <a:lnTo>
                    <a:pt x="712" y="1"/>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2" name="Google Shape;2372;p51"/>
            <p:cNvSpPr/>
            <p:nvPr/>
          </p:nvSpPr>
          <p:spPr>
            <a:xfrm>
              <a:off x="5144900" y="2402050"/>
              <a:ext cx="28025" cy="81750"/>
            </a:xfrm>
            <a:custGeom>
              <a:rect b="b" l="l" r="r" t="t"/>
              <a:pathLst>
                <a:path extrusionOk="0" h="3270" w="1121">
                  <a:moveTo>
                    <a:pt x="614" y="0"/>
                  </a:moveTo>
                  <a:lnTo>
                    <a:pt x="1" y="3171"/>
                  </a:lnTo>
                  <a:lnTo>
                    <a:pt x="508" y="3270"/>
                  </a:lnTo>
                  <a:lnTo>
                    <a:pt x="1121" y="106"/>
                  </a:lnTo>
                  <a:lnTo>
                    <a:pt x="614" y="0"/>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3" name="Google Shape;2373;p51"/>
            <p:cNvSpPr/>
            <p:nvPr/>
          </p:nvSpPr>
          <p:spPr>
            <a:xfrm>
              <a:off x="5172900" y="2407150"/>
              <a:ext cx="30675" cy="81750"/>
            </a:xfrm>
            <a:custGeom>
              <a:rect b="b" l="l" r="r" t="t"/>
              <a:pathLst>
                <a:path extrusionOk="0" h="3270" w="1227">
                  <a:moveTo>
                    <a:pt x="614" y="1"/>
                  </a:moveTo>
                  <a:lnTo>
                    <a:pt x="1" y="3172"/>
                  </a:lnTo>
                  <a:lnTo>
                    <a:pt x="614" y="3270"/>
                  </a:lnTo>
                  <a:lnTo>
                    <a:pt x="1227" y="205"/>
                  </a:lnTo>
                  <a:lnTo>
                    <a:pt x="614" y="1"/>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4" name="Google Shape;2374;p51"/>
            <p:cNvSpPr/>
            <p:nvPr/>
          </p:nvSpPr>
          <p:spPr>
            <a:xfrm>
              <a:off x="5203550" y="2414925"/>
              <a:ext cx="28225" cy="79100"/>
            </a:xfrm>
            <a:custGeom>
              <a:rect b="b" l="l" r="r" t="t"/>
              <a:pathLst>
                <a:path extrusionOk="0" h="3164" w="1129">
                  <a:moveTo>
                    <a:pt x="614" y="0"/>
                  </a:moveTo>
                  <a:lnTo>
                    <a:pt x="1" y="3065"/>
                  </a:lnTo>
                  <a:lnTo>
                    <a:pt x="516" y="3163"/>
                  </a:lnTo>
                  <a:lnTo>
                    <a:pt x="1129" y="98"/>
                  </a:lnTo>
                  <a:lnTo>
                    <a:pt x="614" y="0"/>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5" name="Google Shape;2375;p51"/>
            <p:cNvSpPr/>
            <p:nvPr/>
          </p:nvSpPr>
          <p:spPr>
            <a:xfrm>
              <a:off x="5231750" y="2420025"/>
              <a:ext cx="30675" cy="81750"/>
            </a:xfrm>
            <a:custGeom>
              <a:rect b="b" l="l" r="r" t="t"/>
              <a:pathLst>
                <a:path extrusionOk="0" h="3270" w="1227">
                  <a:moveTo>
                    <a:pt x="614" y="0"/>
                  </a:moveTo>
                  <a:lnTo>
                    <a:pt x="1" y="3164"/>
                  </a:lnTo>
                  <a:lnTo>
                    <a:pt x="614" y="3270"/>
                  </a:lnTo>
                  <a:lnTo>
                    <a:pt x="1227" y="99"/>
                  </a:lnTo>
                  <a:lnTo>
                    <a:pt x="614" y="0"/>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6" name="Google Shape;2376;p51"/>
            <p:cNvSpPr/>
            <p:nvPr/>
          </p:nvSpPr>
          <p:spPr>
            <a:xfrm>
              <a:off x="5262400" y="2425125"/>
              <a:ext cx="28025" cy="81775"/>
            </a:xfrm>
            <a:custGeom>
              <a:rect b="b" l="l" r="r" t="t"/>
              <a:pathLst>
                <a:path extrusionOk="0" h="3271" w="1121">
                  <a:moveTo>
                    <a:pt x="614" y="1"/>
                  </a:moveTo>
                  <a:lnTo>
                    <a:pt x="1" y="3164"/>
                  </a:lnTo>
                  <a:lnTo>
                    <a:pt x="507" y="3270"/>
                  </a:lnTo>
                  <a:lnTo>
                    <a:pt x="1120" y="99"/>
                  </a:lnTo>
                  <a:lnTo>
                    <a:pt x="614" y="1"/>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7" name="Google Shape;2377;p51"/>
            <p:cNvSpPr/>
            <p:nvPr/>
          </p:nvSpPr>
          <p:spPr>
            <a:xfrm>
              <a:off x="4853725" y="2585950"/>
              <a:ext cx="441800" cy="260550"/>
            </a:xfrm>
            <a:custGeom>
              <a:rect b="b" l="l" r="r" t="t"/>
              <a:pathLst>
                <a:path extrusionOk="0" h="10422" w="17672">
                  <a:moveTo>
                    <a:pt x="1431" y="0"/>
                  </a:moveTo>
                  <a:lnTo>
                    <a:pt x="1" y="7152"/>
                  </a:lnTo>
                  <a:lnTo>
                    <a:pt x="16241" y="10421"/>
                  </a:lnTo>
                  <a:lnTo>
                    <a:pt x="17672" y="3172"/>
                  </a:lnTo>
                  <a:lnTo>
                    <a:pt x="143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8" name="Google Shape;2378;p51"/>
            <p:cNvSpPr/>
            <p:nvPr/>
          </p:nvSpPr>
          <p:spPr>
            <a:xfrm>
              <a:off x="4830650" y="2792925"/>
              <a:ext cx="424025" cy="188650"/>
            </a:xfrm>
            <a:custGeom>
              <a:rect b="b" l="l" r="r" t="t"/>
              <a:pathLst>
                <a:path extrusionOk="0" h="7546" w="16961">
                  <a:moveTo>
                    <a:pt x="16960" y="3164"/>
                  </a:moveTo>
                  <a:lnTo>
                    <a:pt x="16945" y="3241"/>
                  </a:lnTo>
                  <a:lnTo>
                    <a:pt x="16945" y="3241"/>
                  </a:lnTo>
                  <a:cubicBezTo>
                    <a:pt x="16950" y="3215"/>
                    <a:pt x="16955" y="3190"/>
                    <a:pt x="16960" y="3164"/>
                  </a:cubicBezTo>
                  <a:close/>
                  <a:moveTo>
                    <a:pt x="719" y="1"/>
                  </a:moveTo>
                  <a:lnTo>
                    <a:pt x="311" y="2044"/>
                  </a:lnTo>
                  <a:cubicBezTo>
                    <a:pt x="0" y="3679"/>
                    <a:pt x="1332" y="5207"/>
                    <a:pt x="3172" y="5616"/>
                  </a:cubicBezTo>
                  <a:lnTo>
                    <a:pt x="12571" y="7455"/>
                  </a:lnTo>
                  <a:cubicBezTo>
                    <a:pt x="12860" y="7516"/>
                    <a:pt x="13145" y="7545"/>
                    <a:pt x="13421" y="7545"/>
                  </a:cubicBezTo>
                  <a:cubicBezTo>
                    <a:pt x="14996" y="7545"/>
                    <a:pt x="16294" y="6598"/>
                    <a:pt x="16551" y="5207"/>
                  </a:cubicBezTo>
                  <a:lnTo>
                    <a:pt x="16945" y="3241"/>
                  </a:lnTo>
                  <a:lnTo>
                    <a:pt x="16945" y="3241"/>
                  </a:lnTo>
                  <a:cubicBezTo>
                    <a:pt x="16655" y="4590"/>
                    <a:pt x="15375" y="5502"/>
                    <a:pt x="13829" y="5502"/>
                  </a:cubicBezTo>
                  <a:cubicBezTo>
                    <a:pt x="13553" y="5502"/>
                    <a:pt x="13269" y="5473"/>
                    <a:pt x="12980" y="5412"/>
                  </a:cubicBezTo>
                  <a:lnTo>
                    <a:pt x="3580" y="3573"/>
                  </a:lnTo>
                  <a:cubicBezTo>
                    <a:pt x="1741" y="3164"/>
                    <a:pt x="409" y="1636"/>
                    <a:pt x="719" y="1"/>
                  </a:cubicBezTo>
                  <a:close/>
                </a:path>
              </a:pathLst>
            </a:custGeom>
            <a:solidFill>
              <a:srgbClr val="F56E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9" name="Google Shape;2379;p51"/>
            <p:cNvSpPr/>
            <p:nvPr/>
          </p:nvSpPr>
          <p:spPr>
            <a:xfrm>
              <a:off x="4884375" y="2585950"/>
              <a:ext cx="411150" cy="112400"/>
            </a:xfrm>
            <a:custGeom>
              <a:rect b="b" l="l" r="r" t="t"/>
              <a:pathLst>
                <a:path extrusionOk="0" h="4496" w="16446">
                  <a:moveTo>
                    <a:pt x="205" y="0"/>
                  </a:moveTo>
                  <a:lnTo>
                    <a:pt x="1" y="1333"/>
                  </a:lnTo>
                  <a:lnTo>
                    <a:pt x="16241" y="4496"/>
                  </a:lnTo>
                  <a:lnTo>
                    <a:pt x="16446" y="3172"/>
                  </a:lnTo>
                  <a:lnTo>
                    <a:pt x="205" y="0"/>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0" name="Google Shape;2380;p51"/>
            <p:cNvSpPr/>
            <p:nvPr/>
          </p:nvSpPr>
          <p:spPr>
            <a:xfrm>
              <a:off x="4902150" y="2657450"/>
              <a:ext cx="97100" cy="94650"/>
            </a:xfrm>
            <a:custGeom>
              <a:rect b="b" l="l" r="r" t="t"/>
              <a:pathLst>
                <a:path extrusionOk="0" h="3786" w="3884">
                  <a:moveTo>
                    <a:pt x="1538" y="1"/>
                  </a:moveTo>
                  <a:lnTo>
                    <a:pt x="1333" y="1023"/>
                  </a:lnTo>
                  <a:lnTo>
                    <a:pt x="312" y="818"/>
                  </a:lnTo>
                  <a:lnTo>
                    <a:pt x="1" y="2249"/>
                  </a:lnTo>
                  <a:lnTo>
                    <a:pt x="1129" y="2453"/>
                  </a:lnTo>
                  <a:lnTo>
                    <a:pt x="925" y="3475"/>
                  </a:lnTo>
                  <a:lnTo>
                    <a:pt x="2355" y="3785"/>
                  </a:lnTo>
                  <a:lnTo>
                    <a:pt x="2559" y="2764"/>
                  </a:lnTo>
                  <a:lnTo>
                    <a:pt x="3581" y="2968"/>
                  </a:lnTo>
                  <a:lnTo>
                    <a:pt x="3883" y="1538"/>
                  </a:lnTo>
                  <a:lnTo>
                    <a:pt x="2862" y="1333"/>
                  </a:lnTo>
                  <a:lnTo>
                    <a:pt x="3066" y="205"/>
                  </a:lnTo>
                  <a:lnTo>
                    <a:pt x="1538" y="1"/>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1" name="Google Shape;2381;p51"/>
            <p:cNvSpPr/>
            <p:nvPr/>
          </p:nvSpPr>
          <p:spPr>
            <a:xfrm>
              <a:off x="5098925" y="2698325"/>
              <a:ext cx="145525" cy="43550"/>
            </a:xfrm>
            <a:custGeom>
              <a:rect b="b" l="l" r="r" t="t"/>
              <a:pathLst>
                <a:path extrusionOk="0" h="1742" w="5821">
                  <a:moveTo>
                    <a:pt x="99" y="1"/>
                  </a:moveTo>
                  <a:lnTo>
                    <a:pt x="1" y="614"/>
                  </a:lnTo>
                  <a:lnTo>
                    <a:pt x="5722" y="1742"/>
                  </a:lnTo>
                  <a:lnTo>
                    <a:pt x="5820" y="1129"/>
                  </a:lnTo>
                  <a:lnTo>
                    <a:pt x="99" y="1"/>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2" name="Google Shape;2382;p51"/>
            <p:cNvSpPr/>
            <p:nvPr/>
          </p:nvSpPr>
          <p:spPr>
            <a:xfrm>
              <a:off x="5091175" y="2736750"/>
              <a:ext cx="145700" cy="43325"/>
            </a:xfrm>
            <a:custGeom>
              <a:rect b="b" l="l" r="r" t="t"/>
              <a:pathLst>
                <a:path extrusionOk="0" h="1733" w="5828">
                  <a:moveTo>
                    <a:pt x="107" y="0"/>
                  </a:moveTo>
                  <a:lnTo>
                    <a:pt x="0" y="613"/>
                  </a:lnTo>
                  <a:lnTo>
                    <a:pt x="5722" y="1733"/>
                  </a:lnTo>
                  <a:lnTo>
                    <a:pt x="5828" y="1120"/>
                  </a:lnTo>
                  <a:lnTo>
                    <a:pt x="107" y="0"/>
                  </a:lnTo>
                  <a:close/>
                </a:path>
              </a:pathLst>
            </a:custGeom>
            <a:solidFill>
              <a:srgbClr val="D2D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3" name="Google Shape;2383;p51"/>
            <p:cNvSpPr/>
            <p:nvPr/>
          </p:nvSpPr>
          <p:spPr>
            <a:xfrm>
              <a:off x="4754025" y="3193850"/>
              <a:ext cx="186575" cy="194125"/>
            </a:xfrm>
            <a:custGeom>
              <a:rect b="b" l="l" r="r" t="t"/>
              <a:pathLst>
                <a:path extrusionOk="0" h="7765" w="7463">
                  <a:moveTo>
                    <a:pt x="2044" y="0"/>
                  </a:moveTo>
                  <a:lnTo>
                    <a:pt x="0" y="1945"/>
                  </a:lnTo>
                  <a:lnTo>
                    <a:pt x="5419" y="7765"/>
                  </a:lnTo>
                  <a:lnTo>
                    <a:pt x="7463" y="5828"/>
                  </a:lnTo>
                  <a:lnTo>
                    <a:pt x="2044" y="0"/>
                  </a:lnTo>
                  <a:close/>
                </a:path>
              </a:pathLst>
            </a:custGeom>
            <a:solidFill>
              <a:srgbClr val="2854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4" name="Google Shape;2384;p51"/>
            <p:cNvSpPr/>
            <p:nvPr/>
          </p:nvSpPr>
          <p:spPr>
            <a:xfrm>
              <a:off x="4759125" y="3201600"/>
              <a:ext cx="58875" cy="53575"/>
            </a:xfrm>
            <a:custGeom>
              <a:rect b="b" l="l" r="r" t="t"/>
              <a:pathLst>
                <a:path extrusionOk="0" h="2143" w="2355">
                  <a:moveTo>
                    <a:pt x="2044" y="1"/>
                  </a:moveTo>
                  <a:lnTo>
                    <a:pt x="1" y="1840"/>
                  </a:lnTo>
                  <a:lnTo>
                    <a:pt x="311" y="2142"/>
                  </a:lnTo>
                  <a:lnTo>
                    <a:pt x="2354" y="205"/>
                  </a:lnTo>
                  <a:lnTo>
                    <a:pt x="2044" y="1"/>
                  </a:lnTo>
                  <a:close/>
                </a:path>
              </a:pathLst>
            </a:custGeom>
            <a:solidFill>
              <a:srgbClr val="306F9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5" name="Google Shape;2385;p51"/>
            <p:cNvSpPr/>
            <p:nvPr/>
          </p:nvSpPr>
          <p:spPr>
            <a:xfrm>
              <a:off x="4774450" y="3214275"/>
              <a:ext cx="56225" cy="56225"/>
            </a:xfrm>
            <a:custGeom>
              <a:rect b="b" l="l" r="r" t="t"/>
              <a:pathLst>
                <a:path extrusionOk="0" h="2249" w="2249">
                  <a:moveTo>
                    <a:pt x="2044" y="0"/>
                  </a:moveTo>
                  <a:lnTo>
                    <a:pt x="1" y="1946"/>
                  </a:lnTo>
                  <a:lnTo>
                    <a:pt x="205" y="2248"/>
                  </a:lnTo>
                  <a:lnTo>
                    <a:pt x="2248" y="311"/>
                  </a:lnTo>
                  <a:lnTo>
                    <a:pt x="2044" y="0"/>
                  </a:lnTo>
                  <a:close/>
                </a:path>
              </a:pathLst>
            </a:custGeom>
            <a:solidFill>
              <a:srgbClr val="306F9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6" name="Google Shape;2386;p51"/>
            <p:cNvSpPr/>
            <p:nvPr/>
          </p:nvSpPr>
          <p:spPr>
            <a:xfrm>
              <a:off x="4787325" y="3229600"/>
              <a:ext cx="56225" cy="53750"/>
            </a:xfrm>
            <a:custGeom>
              <a:rect b="b" l="l" r="r" t="t"/>
              <a:pathLst>
                <a:path extrusionOk="0" h="2150" w="2249">
                  <a:moveTo>
                    <a:pt x="2044" y="0"/>
                  </a:moveTo>
                  <a:lnTo>
                    <a:pt x="0" y="1839"/>
                  </a:lnTo>
                  <a:lnTo>
                    <a:pt x="205" y="2150"/>
                  </a:lnTo>
                  <a:lnTo>
                    <a:pt x="2248" y="311"/>
                  </a:lnTo>
                  <a:lnTo>
                    <a:pt x="2044" y="0"/>
                  </a:lnTo>
                  <a:close/>
                </a:path>
              </a:pathLst>
            </a:custGeom>
            <a:solidFill>
              <a:srgbClr val="306F9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7" name="Google Shape;2387;p51"/>
            <p:cNvSpPr/>
            <p:nvPr/>
          </p:nvSpPr>
          <p:spPr>
            <a:xfrm>
              <a:off x="4800000" y="3242475"/>
              <a:ext cx="58875" cy="56200"/>
            </a:xfrm>
            <a:custGeom>
              <a:rect b="b" l="l" r="r" t="t"/>
              <a:pathLst>
                <a:path extrusionOk="0" h="2248" w="2355">
                  <a:moveTo>
                    <a:pt x="2044" y="0"/>
                  </a:moveTo>
                  <a:lnTo>
                    <a:pt x="0" y="1937"/>
                  </a:lnTo>
                  <a:lnTo>
                    <a:pt x="311" y="2248"/>
                  </a:lnTo>
                  <a:lnTo>
                    <a:pt x="2354" y="303"/>
                  </a:lnTo>
                  <a:lnTo>
                    <a:pt x="2044" y="0"/>
                  </a:lnTo>
                  <a:close/>
                </a:path>
              </a:pathLst>
            </a:custGeom>
            <a:solidFill>
              <a:srgbClr val="306F9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8" name="Google Shape;2388;p51"/>
            <p:cNvSpPr/>
            <p:nvPr/>
          </p:nvSpPr>
          <p:spPr>
            <a:xfrm>
              <a:off x="4812875" y="3257800"/>
              <a:ext cx="58650" cy="53550"/>
            </a:xfrm>
            <a:custGeom>
              <a:rect b="b" l="l" r="r" t="t"/>
              <a:pathLst>
                <a:path extrusionOk="0" h="2142" w="2346">
                  <a:moveTo>
                    <a:pt x="2043" y="0"/>
                  </a:moveTo>
                  <a:lnTo>
                    <a:pt x="0" y="1937"/>
                  </a:lnTo>
                  <a:lnTo>
                    <a:pt x="303" y="2142"/>
                  </a:lnTo>
                  <a:lnTo>
                    <a:pt x="2346" y="303"/>
                  </a:lnTo>
                  <a:lnTo>
                    <a:pt x="2043" y="0"/>
                  </a:lnTo>
                  <a:close/>
                </a:path>
              </a:pathLst>
            </a:custGeom>
            <a:solidFill>
              <a:srgbClr val="306F9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9" name="Google Shape;2389;p51"/>
            <p:cNvSpPr/>
            <p:nvPr/>
          </p:nvSpPr>
          <p:spPr>
            <a:xfrm>
              <a:off x="4825525" y="3273125"/>
              <a:ext cx="58875" cy="53550"/>
            </a:xfrm>
            <a:custGeom>
              <a:rect b="b" l="l" r="r" t="t"/>
              <a:pathLst>
                <a:path extrusionOk="0" h="2142" w="2355">
                  <a:moveTo>
                    <a:pt x="2044" y="0"/>
                  </a:moveTo>
                  <a:lnTo>
                    <a:pt x="1" y="1839"/>
                  </a:lnTo>
                  <a:lnTo>
                    <a:pt x="311" y="2142"/>
                  </a:lnTo>
                  <a:lnTo>
                    <a:pt x="2355" y="205"/>
                  </a:lnTo>
                  <a:lnTo>
                    <a:pt x="2044" y="0"/>
                  </a:lnTo>
                  <a:close/>
                </a:path>
              </a:pathLst>
            </a:custGeom>
            <a:solidFill>
              <a:srgbClr val="306F9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0" name="Google Shape;2390;p51"/>
            <p:cNvSpPr/>
            <p:nvPr/>
          </p:nvSpPr>
          <p:spPr>
            <a:xfrm>
              <a:off x="4840850" y="3285800"/>
              <a:ext cx="56225" cy="56200"/>
            </a:xfrm>
            <a:custGeom>
              <a:rect b="b" l="l" r="r" t="t"/>
              <a:pathLst>
                <a:path extrusionOk="0" h="2248" w="2249">
                  <a:moveTo>
                    <a:pt x="2044" y="0"/>
                  </a:moveTo>
                  <a:lnTo>
                    <a:pt x="1" y="1945"/>
                  </a:lnTo>
                  <a:lnTo>
                    <a:pt x="205" y="2248"/>
                  </a:lnTo>
                  <a:lnTo>
                    <a:pt x="2249" y="311"/>
                  </a:lnTo>
                  <a:lnTo>
                    <a:pt x="2044" y="0"/>
                  </a:lnTo>
                  <a:close/>
                </a:path>
              </a:pathLst>
            </a:custGeom>
            <a:solidFill>
              <a:srgbClr val="306F9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1" name="Google Shape;2391;p51"/>
            <p:cNvSpPr/>
            <p:nvPr/>
          </p:nvSpPr>
          <p:spPr>
            <a:xfrm>
              <a:off x="4853725" y="3301125"/>
              <a:ext cx="56225" cy="53750"/>
            </a:xfrm>
            <a:custGeom>
              <a:rect b="b" l="l" r="r" t="t"/>
              <a:pathLst>
                <a:path extrusionOk="0" h="2150" w="2249">
                  <a:moveTo>
                    <a:pt x="2044" y="0"/>
                  </a:moveTo>
                  <a:lnTo>
                    <a:pt x="1" y="1839"/>
                  </a:lnTo>
                  <a:lnTo>
                    <a:pt x="205" y="2150"/>
                  </a:lnTo>
                  <a:lnTo>
                    <a:pt x="2249" y="204"/>
                  </a:lnTo>
                  <a:lnTo>
                    <a:pt x="2044" y="0"/>
                  </a:lnTo>
                  <a:close/>
                </a:path>
              </a:pathLst>
            </a:custGeom>
            <a:solidFill>
              <a:srgbClr val="306F9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2" name="Google Shape;2392;p51"/>
            <p:cNvSpPr/>
            <p:nvPr/>
          </p:nvSpPr>
          <p:spPr>
            <a:xfrm>
              <a:off x="4866400" y="3314000"/>
              <a:ext cx="58875" cy="56200"/>
            </a:xfrm>
            <a:custGeom>
              <a:rect b="b" l="l" r="r" t="t"/>
              <a:pathLst>
                <a:path extrusionOk="0" h="2248" w="2355">
                  <a:moveTo>
                    <a:pt x="2044" y="0"/>
                  </a:moveTo>
                  <a:lnTo>
                    <a:pt x="1" y="1937"/>
                  </a:lnTo>
                  <a:lnTo>
                    <a:pt x="311" y="2248"/>
                  </a:lnTo>
                  <a:lnTo>
                    <a:pt x="2355" y="302"/>
                  </a:lnTo>
                  <a:lnTo>
                    <a:pt x="2044" y="0"/>
                  </a:lnTo>
                  <a:close/>
                </a:path>
              </a:pathLst>
            </a:custGeom>
            <a:solidFill>
              <a:srgbClr val="306F9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3" name="Google Shape;2393;p51"/>
            <p:cNvSpPr/>
            <p:nvPr/>
          </p:nvSpPr>
          <p:spPr>
            <a:xfrm>
              <a:off x="4879275" y="3329325"/>
              <a:ext cx="58675" cy="53550"/>
            </a:xfrm>
            <a:custGeom>
              <a:rect b="b" l="l" r="r" t="t"/>
              <a:pathLst>
                <a:path extrusionOk="0" h="2142" w="2347">
                  <a:moveTo>
                    <a:pt x="2044" y="0"/>
                  </a:moveTo>
                  <a:lnTo>
                    <a:pt x="0" y="1937"/>
                  </a:lnTo>
                  <a:lnTo>
                    <a:pt x="303" y="2141"/>
                  </a:lnTo>
                  <a:lnTo>
                    <a:pt x="2346" y="302"/>
                  </a:lnTo>
                  <a:lnTo>
                    <a:pt x="2044" y="0"/>
                  </a:lnTo>
                  <a:close/>
                </a:path>
              </a:pathLst>
            </a:custGeom>
            <a:solidFill>
              <a:srgbClr val="306F9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4" name="Google Shape;2394;p51"/>
            <p:cNvSpPr/>
            <p:nvPr/>
          </p:nvSpPr>
          <p:spPr>
            <a:xfrm>
              <a:off x="4266275" y="3268000"/>
              <a:ext cx="597700" cy="560675"/>
            </a:xfrm>
            <a:custGeom>
              <a:rect b="b" l="l" r="r" t="t"/>
              <a:pathLst>
                <a:path extrusionOk="0" h="22427" w="23908">
                  <a:moveTo>
                    <a:pt x="19616" y="1"/>
                  </a:moveTo>
                  <a:lnTo>
                    <a:pt x="1324" y="16855"/>
                  </a:lnTo>
                  <a:cubicBezTo>
                    <a:pt x="98" y="18081"/>
                    <a:pt x="0" y="20124"/>
                    <a:pt x="1226" y="21456"/>
                  </a:cubicBezTo>
                  <a:cubicBezTo>
                    <a:pt x="1809" y="22094"/>
                    <a:pt x="2641" y="22426"/>
                    <a:pt x="3492" y="22426"/>
                  </a:cubicBezTo>
                  <a:cubicBezTo>
                    <a:pt x="4279" y="22426"/>
                    <a:pt x="5082" y="22143"/>
                    <a:pt x="5722" y="21554"/>
                  </a:cubicBezTo>
                  <a:lnTo>
                    <a:pt x="23907" y="4701"/>
                  </a:lnTo>
                  <a:lnTo>
                    <a:pt x="1961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5" name="Google Shape;2395;p51"/>
            <p:cNvSpPr/>
            <p:nvPr/>
          </p:nvSpPr>
          <p:spPr>
            <a:xfrm>
              <a:off x="4294275" y="3400825"/>
              <a:ext cx="429125" cy="403000"/>
            </a:xfrm>
            <a:custGeom>
              <a:rect b="b" l="l" r="r" t="t"/>
              <a:pathLst>
                <a:path extrusionOk="0" h="16120" w="17165">
                  <a:moveTo>
                    <a:pt x="14001" y="1"/>
                  </a:moveTo>
                  <a:lnTo>
                    <a:pt x="1022" y="12056"/>
                  </a:lnTo>
                  <a:cubicBezTo>
                    <a:pt x="0" y="12972"/>
                    <a:pt x="0" y="14402"/>
                    <a:pt x="817" y="15326"/>
                  </a:cubicBezTo>
                  <a:cubicBezTo>
                    <a:pt x="1305" y="15865"/>
                    <a:pt x="1934" y="16120"/>
                    <a:pt x="2569" y="16120"/>
                  </a:cubicBezTo>
                  <a:cubicBezTo>
                    <a:pt x="3137" y="16120"/>
                    <a:pt x="3711" y="15916"/>
                    <a:pt x="4193" y="15530"/>
                  </a:cubicBezTo>
                  <a:lnTo>
                    <a:pt x="17164" y="3368"/>
                  </a:lnTo>
                  <a:lnTo>
                    <a:pt x="14001" y="1"/>
                  </a:lnTo>
                  <a:close/>
                </a:path>
              </a:pathLst>
            </a:custGeom>
            <a:solidFill>
              <a:srgbClr val="FF78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6" name="Google Shape;2396;p51"/>
            <p:cNvSpPr/>
            <p:nvPr/>
          </p:nvSpPr>
          <p:spPr>
            <a:xfrm>
              <a:off x="4736250" y="3239825"/>
              <a:ext cx="155725" cy="166150"/>
            </a:xfrm>
            <a:custGeom>
              <a:rect b="b" l="l" r="r" t="t"/>
              <a:pathLst>
                <a:path extrusionOk="0" h="6646" w="6229">
                  <a:moveTo>
                    <a:pt x="817" y="0"/>
                  </a:moveTo>
                  <a:lnTo>
                    <a:pt x="0" y="817"/>
                  </a:lnTo>
                  <a:lnTo>
                    <a:pt x="5313" y="6645"/>
                  </a:lnTo>
                  <a:lnTo>
                    <a:pt x="6228" y="5828"/>
                  </a:lnTo>
                  <a:lnTo>
                    <a:pt x="817" y="0"/>
                  </a:lnTo>
                  <a:close/>
                </a:path>
              </a:pathLst>
            </a:custGeom>
            <a:solidFill>
              <a:srgbClr val="E8E8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7" name="Google Shape;2397;p51"/>
            <p:cNvSpPr/>
            <p:nvPr/>
          </p:nvSpPr>
          <p:spPr>
            <a:xfrm>
              <a:off x="4294275" y="3666475"/>
              <a:ext cx="143050" cy="137350"/>
            </a:xfrm>
            <a:custGeom>
              <a:rect b="b" l="l" r="r" t="t"/>
              <a:pathLst>
                <a:path extrusionOk="0" h="5494" w="5722">
                  <a:moveTo>
                    <a:pt x="2558" y="0"/>
                  </a:moveTo>
                  <a:cubicBezTo>
                    <a:pt x="2532" y="24"/>
                    <a:pt x="2506" y="48"/>
                    <a:pt x="2480" y="73"/>
                  </a:cubicBezTo>
                  <a:lnTo>
                    <a:pt x="2480" y="73"/>
                  </a:lnTo>
                  <a:lnTo>
                    <a:pt x="2558" y="0"/>
                  </a:lnTo>
                  <a:close/>
                  <a:moveTo>
                    <a:pt x="5721" y="3368"/>
                  </a:moveTo>
                  <a:lnTo>
                    <a:pt x="5716" y="3373"/>
                  </a:lnTo>
                  <a:lnTo>
                    <a:pt x="5716" y="3373"/>
                  </a:lnTo>
                  <a:cubicBezTo>
                    <a:pt x="5718" y="3371"/>
                    <a:pt x="5720" y="3369"/>
                    <a:pt x="5721" y="3368"/>
                  </a:cubicBezTo>
                  <a:close/>
                  <a:moveTo>
                    <a:pt x="2480" y="73"/>
                  </a:moveTo>
                  <a:lnTo>
                    <a:pt x="1022" y="1430"/>
                  </a:lnTo>
                  <a:cubicBezTo>
                    <a:pt x="0" y="2346"/>
                    <a:pt x="0" y="3776"/>
                    <a:pt x="817" y="4700"/>
                  </a:cubicBezTo>
                  <a:cubicBezTo>
                    <a:pt x="1305" y="5239"/>
                    <a:pt x="1934" y="5494"/>
                    <a:pt x="2569" y="5494"/>
                  </a:cubicBezTo>
                  <a:cubicBezTo>
                    <a:pt x="3137" y="5494"/>
                    <a:pt x="3711" y="5290"/>
                    <a:pt x="4193" y="4904"/>
                  </a:cubicBezTo>
                  <a:lnTo>
                    <a:pt x="5716" y="3373"/>
                  </a:lnTo>
                  <a:lnTo>
                    <a:pt x="5716" y="3373"/>
                  </a:lnTo>
                  <a:cubicBezTo>
                    <a:pt x="5284" y="3806"/>
                    <a:pt x="4739" y="4010"/>
                    <a:pt x="4187" y="4010"/>
                  </a:cubicBezTo>
                  <a:cubicBezTo>
                    <a:pt x="3568" y="4010"/>
                    <a:pt x="2939" y="3752"/>
                    <a:pt x="2452" y="3269"/>
                  </a:cubicBezTo>
                  <a:cubicBezTo>
                    <a:pt x="1563" y="2373"/>
                    <a:pt x="1630" y="905"/>
                    <a:pt x="2480" y="73"/>
                  </a:cubicBezTo>
                  <a:close/>
                </a:path>
              </a:pathLst>
            </a:custGeom>
            <a:solidFill>
              <a:srgbClr val="F56E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8" name="Google Shape;2398;p51"/>
            <p:cNvSpPr/>
            <p:nvPr/>
          </p:nvSpPr>
          <p:spPr>
            <a:xfrm>
              <a:off x="4891950" y="3559200"/>
              <a:ext cx="201900" cy="178800"/>
            </a:xfrm>
            <a:custGeom>
              <a:rect b="b" l="l" r="r" t="t"/>
              <a:pathLst>
                <a:path extrusionOk="0" h="7152" w="8076">
                  <a:moveTo>
                    <a:pt x="7561" y="0"/>
                  </a:moveTo>
                  <a:lnTo>
                    <a:pt x="0" y="6637"/>
                  </a:lnTo>
                  <a:lnTo>
                    <a:pt x="515" y="7152"/>
                  </a:lnTo>
                  <a:lnTo>
                    <a:pt x="8076" y="507"/>
                  </a:lnTo>
                  <a:lnTo>
                    <a:pt x="7561" y="0"/>
                  </a:lnTo>
                  <a:close/>
                </a:path>
              </a:pathLst>
            </a:custGeom>
            <a:solidFill>
              <a:srgbClr val="F1F0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9" name="Google Shape;2399;p51"/>
            <p:cNvSpPr/>
            <p:nvPr/>
          </p:nvSpPr>
          <p:spPr>
            <a:xfrm>
              <a:off x="5068275" y="3559200"/>
              <a:ext cx="25575" cy="22900"/>
            </a:xfrm>
            <a:custGeom>
              <a:rect b="b" l="l" r="r" t="t"/>
              <a:pathLst>
                <a:path extrusionOk="0" h="916" w="1023">
                  <a:moveTo>
                    <a:pt x="508" y="0"/>
                  </a:moveTo>
                  <a:lnTo>
                    <a:pt x="1" y="507"/>
                  </a:lnTo>
                  <a:lnTo>
                    <a:pt x="508" y="915"/>
                  </a:lnTo>
                  <a:lnTo>
                    <a:pt x="1023" y="507"/>
                  </a:lnTo>
                  <a:lnTo>
                    <a:pt x="508" y="0"/>
                  </a:lnTo>
                  <a:close/>
                </a:path>
              </a:pathLst>
            </a:custGeom>
            <a:solidFill>
              <a:srgbClr val="C1C0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0" name="Google Shape;2400;p51"/>
            <p:cNvSpPr/>
            <p:nvPr/>
          </p:nvSpPr>
          <p:spPr>
            <a:xfrm>
              <a:off x="5065625" y="3119875"/>
              <a:ext cx="510875" cy="470000"/>
            </a:xfrm>
            <a:custGeom>
              <a:rect b="b" l="l" r="r" t="t"/>
              <a:pathLst>
                <a:path extrusionOk="0" h="18800" w="20435">
                  <a:moveTo>
                    <a:pt x="15228" y="0"/>
                  </a:moveTo>
                  <a:lnTo>
                    <a:pt x="1946" y="11647"/>
                  </a:lnTo>
                  <a:lnTo>
                    <a:pt x="1129" y="15530"/>
                  </a:lnTo>
                  <a:lnTo>
                    <a:pt x="107" y="16445"/>
                  </a:lnTo>
                  <a:cubicBezTo>
                    <a:pt x="107" y="16445"/>
                    <a:pt x="1" y="17164"/>
                    <a:pt x="720" y="17982"/>
                  </a:cubicBezTo>
                  <a:cubicBezTo>
                    <a:pt x="1431" y="18799"/>
                    <a:pt x="2150" y="18799"/>
                    <a:pt x="2150" y="18799"/>
                  </a:cubicBezTo>
                  <a:lnTo>
                    <a:pt x="3172" y="17875"/>
                  </a:lnTo>
                  <a:lnTo>
                    <a:pt x="7152" y="17573"/>
                  </a:lnTo>
                  <a:lnTo>
                    <a:pt x="20434" y="5926"/>
                  </a:lnTo>
                  <a:lnTo>
                    <a:pt x="15228"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1" name="Google Shape;2401;p51"/>
            <p:cNvSpPr/>
            <p:nvPr/>
          </p:nvSpPr>
          <p:spPr>
            <a:xfrm>
              <a:off x="5499850" y="3004825"/>
              <a:ext cx="217225" cy="207025"/>
            </a:xfrm>
            <a:custGeom>
              <a:rect b="b" l="l" r="r" t="t"/>
              <a:pathLst>
                <a:path extrusionOk="0" h="8281" w="8689">
                  <a:moveTo>
                    <a:pt x="6539" y="1"/>
                  </a:moveTo>
                  <a:lnTo>
                    <a:pt x="0" y="5828"/>
                  </a:lnTo>
                  <a:lnTo>
                    <a:pt x="2150" y="8280"/>
                  </a:lnTo>
                  <a:lnTo>
                    <a:pt x="8688" y="2453"/>
                  </a:lnTo>
                  <a:lnTo>
                    <a:pt x="6539" y="1"/>
                  </a:lnTo>
                  <a:close/>
                </a:path>
              </a:pathLst>
            </a:custGeom>
            <a:solidFill>
              <a:srgbClr val="F1F0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2" name="Google Shape;2402;p51"/>
            <p:cNvSpPr/>
            <p:nvPr/>
          </p:nvSpPr>
          <p:spPr>
            <a:xfrm>
              <a:off x="5499850" y="3127425"/>
              <a:ext cx="79300" cy="84425"/>
            </a:xfrm>
            <a:custGeom>
              <a:rect b="b" l="l" r="r" t="t"/>
              <a:pathLst>
                <a:path extrusionOk="0" h="3377" w="3172">
                  <a:moveTo>
                    <a:pt x="1022" y="1"/>
                  </a:moveTo>
                  <a:lnTo>
                    <a:pt x="0" y="924"/>
                  </a:lnTo>
                  <a:lnTo>
                    <a:pt x="2150" y="3376"/>
                  </a:lnTo>
                  <a:lnTo>
                    <a:pt x="3171" y="2453"/>
                  </a:lnTo>
                  <a:lnTo>
                    <a:pt x="1022" y="1"/>
                  </a:lnTo>
                  <a:close/>
                </a:path>
              </a:pathLst>
            </a:custGeom>
            <a:solidFill>
              <a:srgbClr val="C2C2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3" name="Google Shape;2403;p51"/>
            <p:cNvSpPr/>
            <p:nvPr/>
          </p:nvSpPr>
          <p:spPr>
            <a:xfrm>
              <a:off x="5650650" y="2966625"/>
              <a:ext cx="107300" cy="114850"/>
            </a:xfrm>
            <a:custGeom>
              <a:rect b="b" l="l" r="r" t="t"/>
              <a:pathLst>
                <a:path extrusionOk="0" h="4594" w="4292">
                  <a:moveTo>
                    <a:pt x="1120" y="0"/>
                  </a:moveTo>
                  <a:lnTo>
                    <a:pt x="0" y="1022"/>
                  </a:lnTo>
                  <a:lnTo>
                    <a:pt x="3163" y="4594"/>
                  </a:lnTo>
                  <a:lnTo>
                    <a:pt x="4291" y="3678"/>
                  </a:lnTo>
                  <a:lnTo>
                    <a:pt x="1120" y="0"/>
                  </a:lnTo>
                  <a:close/>
                </a:path>
              </a:pathLst>
            </a:custGeom>
            <a:solidFill>
              <a:srgbClr val="FF78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4" name="Google Shape;2404;p51"/>
            <p:cNvSpPr/>
            <p:nvPr/>
          </p:nvSpPr>
          <p:spPr>
            <a:xfrm>
              <a:off x="5425875" y="3099425"/>
              <a:ext cx="176150" cy="189050"/>
            </a:xfrm>
            <a:custGeom>
              <a:rect b="b" l="l" r="r" t="t"/>
              <a:pathLst>
                <a:path extrusionOk="0" h="7562" w="7046">
                  <a:moveTo>
                    <a:pt x="1733" y="1"/>
                  </a:moveTo>
                  <a:lnTo>
                    <a:pt x="0" y="1529"/>
                  </a:lnTo>
                  <a:lnTo>
                    <a:pt x="5313" y="7561"/>
                  </a:lnTo>
                  <a:lnTo>
                    <a:pt x="7046" y="6025"/>
                  </a:lnTo>
                  <a:lnTo>
                    <a:pt x="1733" y="1"/>
                  </a:lnTo>
                  <a:close/>
                </a:path>
              </a:pathLst>
            </a:custGeom>
            <a:solidFill>
              <a:srgbClr val="FF78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5" name="Google Shape;2405;p51"/>
            <p:cNvSpPr/>
            <p:nvPr/>
          </p:nvSpPr>
          <p:spPr>
            <a:xfrm>
              <a:off x="5443650" y="3257800"/>
              <a:ext cx="69100" cy="74000"/>
            </a:xfrm>
            <a:custGeom>
              <a:rect b="b" l="l" r="r" t="t"/>
              <a:pathLst>
                <a:path extrusionOk="0" h="2960" w="2764">
                  <a:moveTo>
                    <a:pt x="409" y="0"/>
                  </a:moveTo>
                  <a:lnTo>
                    <a:pt x="0" y="303"/>
                  </a:lnTo>
                  <a:lnTo>
                    <a:pt x="2354" y="2959"/>
                  </a:lnTo>
                  <a:lnTo>
                    <a:pt x="2763" y="2657"/>
                  </a:lnTo>
                  <a:lnTo>
                    <a:pt x="409" y="0"/>
                  </a:lnTo>
                  <a:close/>
                </a:path>
              </a:pathLst>
            </a:custGeom>
            <a:solidFill>
              <a:srgbClr val="C2C2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6" name="Google Shape;2406;p51"/>
            <p:cNvSpPr/>
            <p:nvPr/>
          </p:nvSpPr>
          <p:spPr>
            <a:xfrm>
              <a:off x="5395225" y="3301125"/>
              <a:ext cx="66425" cy="74200"/>
            </a:xfrm>
            <a:custGeom>
              <a:rect b="b" l="l" r="r" t="t"/>
              <a:pathLst>
                <a:path extrusionOk="0" h="2968" w="2657">
                  <a:moveTo>
                    <a:pt x="409" y="0"/>
                  </a:moveTo>
                  <a:lnTo>
                    <a:pt x="0" y="311"/>
                  </a:lnTo>
                  <a:lnTo>
                    <a:pt x="2346" y="2967"/>
                  </a:lnTo>
                  <a:lnTo>
                    <a:pt x="2657" y="2656"/>
                  </a:lnTo>
                  <a:lnTo>
                    <a:pt x="409" y="0"/>
                  </a:lnTo>
                  <a:close/>
                </a:path>
              </a:pathLst>
            </a:custGeom>
            <a:solidFill>
              <a:srgbClr val="C2C2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7" name="Google Shape;2407;p51"/>
            <p:cNvSpPr/>
            <p:nvPr/>
          </p:nvSpPr>
          <p:spPr>
            <a:xfrm>
              <a:off x="5346600" y="3344650"/>
              <a:ext cx="66425" cy="73975"/>
            </a:xfrm>
            <a:custGeom>
              <a:rect b="b" l="l" r="r" t="t"/>
              <a:pathLst>
                <a:path extrusionOk="0" h="2959" w="2657">
                  <a:moveTo>
                    <a:pt x="409" y="0"/>
                  </a:moveTo>
                  <a:lnTo>
                    <a:pt x="0" y="302"/>
                  </a:lnTo>
                  <a:lnTo>
                    <a:pt x="2248" y="2959"/>
                  </a:lnTo>
                  <a:lnTo>
                    <a:pt x="2656" y="2656"/>
                  </a:lnTo>
                  <a:lnTo>
                    <a:pt x="409" y="0"/>
                  </a:lnTo>
                  <a:close/>
                </a:path>
              </a:pathLst>
            </a:custGeom>
            <a:solidFill>
              <a:srgbClr val="C2C2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8" name="Google Shape;2408;p51"/>
            <p:cNvSpPr/>
            <p:nvPr/>
          </p:nvSpPr>
          <p:spPr>
            <a:xfrm>
              <a:off x="5088725" y="3316450"/>
              <a:ext cx="268100" cy="252975"/>
            </a:xfrm>
            <a:custGeom>
              <a:rect b="b" l="l" r="r" t="t"/>
              <a:pathLst>
                <a:path extrusionOk="0" h="10119" w="10724">
                  <a:moveTo>
                    <a:pt x="6539" y="0"/>
                  </a:moveTo>
                  <a:lnTo>
                    <a:pt x="2142" y="3882"/>
                  </a:lnTo>
                  <a:lnTo>
                    <a:pt x="1226" y="7765"/>
                  </a:lnTo>
                  <a:lnTo>
                    <a:pt x="0" y="8688"/>
                  </a:lnTo>
                  <a:cubicBezTo>
                    <a:pt x="0" y="8688"/>
                    <a:pt x="0" y="9195"/>
                    <a:pt x="409" y="9604"/>
                  </a:cubicBezTo>
                  <a:cubicBezTo>
                    <a:pt x="818" y="10119"/>
                    <a:pt x="1226" y="10119"/>
                    <a:pt x="1226" y="10119"/>
                  </a:cubicBezTo>
                  <a:lnTo>
                    <a:pt x="2346" y="8991"/>
                  </a:lnTo>
                  <a:lnTo>
                    <a:pt x="6228" y="8688"/>
                  </a:lnTo>
                  <a:lnTo>
                    <a:pt x="10724" y="4700"/>
                  </a:lnTo>
                  <a:lnTo>
                    <a:pt x="6539" y="0"/>
                  </a:ln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9" name="Google Shape;2409;p51"/>
            <p:cNvSpPr/>
            <p:nvPr/>
          </p:nvSpPr>
          <p:spPr>
            <a:xfrm>
              <a:off x="5088725" y="3421275"/>
              <a:ext cx="268100" cy="148150"/>
            </a:xfrm>
            <a:custGeom>
              <a:rect b="b" l="l" r="r" t="t"/>
              <a:pathLst>
                <a:path extrusionOk="0" h="5926" w="10724">
                  <a:moveTo>
                    <a:pt x="10217" y="0"/>
                  </a:moveTo>
                  <a:lnTo>
                    <a:pt x="6228" y="3572"/>
                  </a:lnTo>
                  <a:lnTo>
                    <a:pt x="2346" y="3882"/>
                  </a:lnTo>
                  <a:lnTo>
                    <a:pt x="1226" y="5002"/>
                  </a:lnTo>
                  <a:cubicBezTo>
                    <a:pt x="1226" y="5002"/>
                    <a:pt x="818" y="5002"/>
                    <a:pt x="409" y="4495"/>
                  </a:cubicBezTo>
                  <a:cubicBezTo>
                    <a:pt x="303" y="4495"/>
                    <a:pt x="303" y="4389"/>
                    <a:pt x="205" y="4389"/>
                  </a:cubicBezTo>
                  <a:lnTo>
                    <a:pt x="0" y="4495"/>
                  </a:lnTo>
                  <a:cubicBezTo>
                    <a:pt x="0" y="4495"/>
                    <a:pt x="0" y="5002"/>
                    <a:pt x="409" y="5411"/>
                  </a:cubicBezTo>
                  <a:cubicBezTo>
                    <a:pt x="818" y="5926"/>
                    <a:pt x="1226" y="5926"/>
                    <a:pt x="1226" y="5926"/>
                  </a:cubicBezTo>
                  <a:lnTo>
                    <a:pt x="2346" y="4798"/>
                  </a:lnTo>
                  <a:lnTo>
                    <a:pt x="6228" y="4495"/>
                  </a:lnTo>
                  <a:lnTo>
                    <a:pt x="10724" y="507"/>
                  </a:lnTo>
                  <a:lnTo>
                    <a:pt x="10217" y="0"/>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0" name="Google Shape;2410;p51"/>
            <p:cNvSpPr/>
            <p:nvPr/>
          </p:nvSpPr>
          <p:spPr>
            <a:xfrm>
              <a:off x="4577875" y="3329325"/>
              <a:ext cx="125075" cy="112400"/>
            </a:xfrm>
            <a:custGeom>
              <a:rect b="b" l="l" r="r" t="t"/>
              <a:pathLst>
                <a:path extrusionOk="0" h="4496" w="5003">
                  <a:moveTo>
                    <a:pt x="4496" y="0"/>
                  </a:moveTo>
                  <a:lnTo>
                    <a:pt x="1" y="4185"/>
                  </a:lnTo>
                  <a:cubicBezTo>
                    <a:pt x="205" y="4291"/>
                    <a:pt x="507" y="4389"/>
                    <a:pt x="916" y="4495"/>
                  </a:cubicBezTo>
                  <a:lnTo>
                    <a:pt x="2657" y="2861"/>
                  </a:lnTo>
                  <a:lnTo>
                    <a:pt x="3573" y="3776"/>
                  </a:lnTo>
                  <a:cubicBezTo>
                    <a:pt x="4594" y="2959"/>
                    <a:pt x="5003" y="1635"/>
                    <a:pt x="4594" y="302"/>
                  </a:cubicBezTo>
                  <a:lnTo>
                    <a:pt x="4496" y="0"/>
                  </a:lnTo>
                  <a:close/>
                </a:path>
              </a:pathLst>
            </a:custGeom>
            <a:solidFill>
              <a:srgbClr val="E3E6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1" name="Google Shape;2411;p51"/>
            <p:cNvSpPr/>
            <p:nvPr/>
          </p:nvSpPr>
          <p:spPr>
            <a:xfrm>
              <a:off x="4600775" y="3400825"/>
              <a:ext cx="66425" cy="43350"/>
            </a:xfrm>
            <a:custGeom>
              <a:rect b="b" l="l" r="r" t="t"/>
              <a:pathLst>
                <a:path extrusionOk="0" h="1734" w="2657">
                  <a:moveTo>
                    <a:pt x="1741" y="1"/>
                  </a:moveTo>
                  <a:lnTo>
                    <a:pt x="0" y="1635"/>
                  </a:lnTo>
                  <a:cubicBezTo>
                    <a:pt x="204" y="1733"/>
                    <a:pt x="409" y="1733"/>
                    <a:pt x="613" y="1733"/>
                  </a:cubicBezTo>
                  <a:cubicBezTo>
                    <a:pt x="924" y="1733"/>
                    <a:pt x="1332" y="1635"/>
                    <a:pt x="1635" y="1529"/>
                  </a:cubicBezTo>
                  <a:cubicBezTo>
                    <a:pt x="2044" y="1431"/>
                    <a:pt x="2354" y="1227"/>
                    <a:pt x="2657" y="916"/>
                  </a:cubicBezTo>
                  <a:lnTo>
                    <a:pt x="174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2" name="Google Shape;2412;p51"/>
            <p:cNvSpPr/>
            <p:nvPr/>
          </p:nvSpPr>
          <p:spPr>
            <a:xfrm>
              <a:off x="4268725" y="2655000"/>
              <a:ext cx="209475" cy="130200"/>
            </a:xfrm>
            <a:custGeom>
              <a:rect b="b" l="l" r="r" t="t"/>
              <a:pathLst>
                <a:path extrusionOk="0" h="5208" w="8379">
                  <a:moveTo>
                    <a:pt x="7463" y="1"/>
                  </a:moveTo>
                  <a:lnTo>
                    <a:pt x="0" y="2551"/>
                  </a:lnTo>
                  <a:lnTo>
                    <a:pt x="924" y="5207"/>
                  </a:lnTo>
                  <a:lnTo>
                    <a:pt x="8378" y="2551"/>
                  </a:lnTo>
                  <a:lnTo>
                    <a:pt x="7463" y="1"/>
                  </a:lnTo>
                  <a:close/>
                </a:path>
              </a:pathLst>
            </a:custGeom>
            <a:solidFill>
              <a:srgbClr val="2854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3" name="Google Shape;2413;p51"/>
            <p:cNvSpPr/>
            <p:nvPr/>
          </p:nvSpPr>
          <p:spPr>
            <a:xfrm>
              <a:off x="4276475" y="2713650"/>
              <a:ext cx="30675" cy="69100"/>
            </a:xfrm>
            <a:custGeom>
              <a:rect b="b" l="l" r="r" t="t"/>
              <a:pathLst>
                <a:path extrusionOk="0" h="2764" w="1227">
                  <a:moveTo>
                    <a:pt x="303" y="1"/>
                  </a:moveTo>
                  <a:lnTo>
                    <a:pt x="1" y="107"/>
                  </a:lnTo>
                  <a:lnTo>
                    <a:pt x="916" y="2763"/>
                  </a:lnTo>
                  <a:lnTo>
                    <a:pt x="1227" y="2657"/>
                  </a:lnTo>
                  <a:lnTo>
                    <a:pt x="303" y="1"/>
                  </a:lnTo>
                  <a:close/>
                </a:path>
              </a:pathLst>
            </a:custGeom>
            <a:solidFill>
              <a:srgbClr val="306F9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4" name="Google Shape;2414;p51"/>
            <p:cNvSpPr/>
            <p:nvPr/>
          </p:nvSpPr>
          <p:spPr>
            <a:xfrm>
              <a:off x="4294275" y="2706100"/>
              <a:ext cx="30675" cy="68875"/>
            </a:xfrm>
            <a:custGeom>
              <a:rect b="b" l="l" r="r" t="t"/>
              <a:pathLst>
                <a:path extrusionOk="0" h="2755" w="1227">
                  <a:moveTo>
                    <a:pt x="311" y="0"/>
                  </a:moveTo>
                  <a:lnTo>
                    <a:pt x="0" y="205"/>
                  </a:lnTo>
                  <a:lnTo>
                    <a:pt x="924" y="2755"/>
                  </a:lnTo>
                  <a:lnTo>
                    <a:pt x="1226" y="2657"/>
                  </a:lnTo>
                  <a:lnTo>
                    <a:pt x="311" y="0"/>
                  </a:lnTo>
                  <a:close/>
                </a:path>
              </a:pathLst>
            </a:custGeom>
            <a:solidFill>
              <a:srgbClr val="306F9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5" name="Google Shape;2415;p51"/>
            <p:cNvSpPr/>
            <p:nvPr/>
          </p:nvSpPr>
          <p:spPr>
            <a:xfrm>
              <a:off x="4312250" y="2700975"/>
              <a:ext cx="30675" cy="68900"/>
            </a:xfrm>
            <a:custGeom>
              <a:rect b="b" l="l" r="r" t="t"/>
              <a:pathLst>
                <a:path extrusionOk="0" h="2756" w="1227">
                  <a:moveTo>
                    <a:pt x="303" y="1"/>
                  </a:moveTo>
                  <a:lnTo>
                    <a:pt x="0" y="99"/>
                  </a:lnTo>
                  <a:lnTo>
                    <a:pt x="916" y="2755"/>
                  </a:lnTo>
                  <a:lnTo>
                    <a:pt x="1226" y="2657"/>
                  </a:lnTo>
                  <a:lnTo>
                    <a:pt x="303" y="1"/>
                  </a:lnTo>
                  <a:close/>
                </a:path>
              </a:pathLst>
            </a:custGeom>
            <a:solidFill>
              <a:srgbClr val="306F9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6" name="Google Shape;2416;p51"/>
            <p:cNvSpPr/>
            <p:nvPr/>
          </p:nvSpPr>
          <p:spPr>
            <a:xfrm>
              <a:off x="4330025" y="2693225"/>
              <a:ext cx="33325" cy="69075"/>
            </a:xfrm>
            <a:custGeom>
              <a:rect b="b" l="l" r="r" t="t"/>
              <a:pathLst>
                <a:path extrusionOk="0" h="2763" w="1333">
                  <a:moveTo>
                    <a:pt x="409" y="0"/>
                  </a:moveTo>
                  <a:lnTo>
                    <a:pt x="0" y="205"/>
                  </a:lnTo>
                  <a:lnTo>
                    <a:pt x="924" y="2763"/>
                  </a:lnTo>
                  <a:lnTo>
                    <a:pt x="1333" y="2657"/>
                  </a:lnTo>
                  <a:lnTo>
                    <a:pt x="409" y="0"/>
                  </a:lnTo>
                  <a:close/>
                </a:path>
              </a:pathLst>
            </a:custGeom>
            <a:solidFill>
              <a:srgbClr val="306F9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7" name="Google Shape;2417;p51"/>
            <p:cNvSpPr/>
            <p:nvPr/>
          </p:nvSpPr>
          <p:spPr>
            <a:xfrm>
              <a:off x="4348000" y="2688100"/>
              <a:ext cx="33125" cy="69100"/>
            </a:xfrm>
            <a:custGeom>
              <a:rect b="b" l="l" r="r" t="t"/>
              <a:pathLst>
                <a:path extrusionOk="0" h="2764" w="1325">
                  <a:moveTo>
                    <a:pt x="409" y="1"/>
                  </a:moveTo>
                  <a:lnTo>
                    <a:pt x="1" y="107"/>
                  </a:lnTo>
                  <a:lnTo>
                    <a:pt x="916" y="2764"/>
                  </a:lnTo>
                  <a:lnTo>
                    <a:pt x="1325" y="2657"/>
                  </a:lnTo>
                  <a:lnTo>
                    <a:pt x="409" y="1"/>
                  </a:lnTo>
                  <a:close/>
                </a:path>
              </a:pathLst>
            </a:custGeom>
            <a:solidFill>
              <a:srgbClr val="306F9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8" name="Google Shape;2418;p51"/>
            <p:cNvSpPr/>
            <p:nvPr/>
          </p:nvSpPr>
          <p:spPr>
            <a:xfrm>
              <a:off x="4368450" y="2680550"/>
              <a:ext cx="30675" cy="68875"/>
            </a:xfrm>
            <a:custGeom>
              <a:rect b="b" l="l" r="r" t="t"/>
              <a:pathLst>
                <a:path extrusionOk="0" h="2755" w="1227">
                  <a:moveTo>
                    <a:pt x="302" y="1"/>
                  </a:moveTo>
                  <a:lnTo>
                    <a:pt x="0" y="205"/>
                  </a:lnTo>
                  <a:lnTo>
                    <a:pt x="915" y="2755"/>
                  </a:lnTo>
                  <a:lnTo>
                    <a:pt x="1226" y="2657"/>
                  </a:lnTo>
                  <a:lnTo>
                    <a:pt x="302" y="1"/>
                  </a:lnTo>
                  <a:close/>
                </a:path>
              </a:pathLst>
            </a:custGeom>
            <a:solidFill>
              <a:srgbClr val="306F9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9" name="Google Shape;2419;p51"/>
            <p:cNvSpPr/>
            <p:nvPr/>
          </p:nvSpPr>
          <p:spPr>
            <a:xfrm>
              <a:off x="4386225" y="2675450"/>
              <a:ext cx="30675" cy="68875"/>
            </a:xfrm>
            <a:custGeom>
              <a:rect b="b" l="l" r="r" t="t"/>
              <a:pathLst>
                <a:path extrusionOk="0" h="2755" w="1227">
                  <a:moveTo>
                    <a:pt x="311" y="0"/>
                  </a:moveTo>
                  <a:lnTo>
                    <a:pt x="0" y="98"/>
                  </a:lnTo>
                  <a:lnTo>
                    <a:pt x="924" y="2755"/>
                  </a:lnTo>
                  <a:lnTo>
                    <a:pt x="1226" y="2657"/>
                  </a:lnTo>
                  <a:lnTo>
                    <a:pt x="311" y="0"/>
                  </a:lnTo>
                  <a:close/>
                </a:path>
              </a:pathLst>
            </a:custGeom>
            <a:solidFill>
              <a:srgbClr val="306F9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0" name="Google Shape;2420;p51"/>
            <p:cNvSpPr/>
            <p:nvPr/>
          </p:nvSpPr>
          <p:spPr>
            <a:xfrm>
              <a:off x="4404200" y="2667675"/>
              <a:ext cx="33125" cy="69100"/>
            </a:xfrm>
            <a:custGeom>
              <a:rect b="b" l="l" r="r" t="t"/>
              <a:pathLst>
                <a:path extrusionOk="0" h="2764" w="1325">
                  <a:moveTo>
                    <a:pt x="409" y="1"/>
                  </a:moveTo>
                  <a:lnTo>
                    <a:pt x="0" y="205"/>
                  </a:lnTo>
                  <a:lnTo>
                    <a:pt x="916" y="2763"/>
                  </a:lnTo>
                  <a:lnTo>
                    <a:pt x="1324" y="2657"/>
                  </a:lnTo>
                  <a:lnTo>
                    <a:pt x="409" y="1"/>
                  </a:lnTo>
                  <a:close/>
                </a:path>
              </a:pathLst>
            </a:custGeom>
            <a:solidFill>
              <a:srgbClr val="306F9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1" name="Google Shape;2421;p51"/>
            <p:cNvSpPr/>
            <p:nvPr/>
          </p:nvSpPr>
          <p:spPr>
            <a:xfrm>
              <a:off x="4421975" y="2662575"/>
              <a:ext cx="33325" cy="69075"/>
            </a:xfrm>
            <a:custGeom>
              <a:rect b="b" l="l" r="r" t="t"/>
              <a:pathLst>
                <a:path extrusionOk="0" h="2763" w="1333">
                  <a:moveTo>
                    <a:pt x="409" y="0"/>
                  </a:moveTo>
                  <a:lnTo>
                    <a:pt x="0" y="107"/>
                  </a:lnTo>
                  <a:lnTo>
                    <a:pt x="924" y="2763"/>
                  </a:lnTo>
                  <a:lnTo>
                    <a:pt x="1333" y="2657"/>
                  </a:lnTo>
                  <a:lnTo>
                    <a:pt x="409" y="0"/>
                  </a:lnTo>
                  <a:close/>
                </a:path>
              </a:pathLst>
            </a:custGeom>
            <a:solidFill>
              <a:srgbClr val="306F9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2" name="Google Shape;2422;p51"/>
            <p:cNvSpPr/>
            <p:nvPr/>
          </p:nvSpPr>
          <p:spPr>
            <a:xfrm>
              <a:off x="4439950" y="2655000"/>
              <a:ext cx="33125" cy="68900"/>
            </a:xfrm>
            <a:custGeom>
              <a:rect b="b" l="l" r="r" t="t"/>
              <a:pathLst>
                <a:path extrusionOk="0" h="2756" w="1325">
                  <a:moveTo>
                    <a:pt x="409" y="1"/>
                  </a:moveTo>
                  <a:lnTo>
                    <a:pt x="1" y="99"/>
                  </a:lnTo>
                  <a:lnTo>
                    <a:pt x="1022" y="2755"/>
                  </a:lnTo>
                  <a:lnTo>
                    <a:pt x="1325" y="2657"/>
                  </a:lnTo>
                  <a:lnTo>
                    <a:pt x="409" y="1"/>
                  </a:lnTo>
                  <a:close/>
                </a:path>
              </a:pathLst>
            </a:custGeom>
            <a:solidFill>
              <a:srgbClr val="306F9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3" name="Google Shape;2423;p51"/>
            <p:cNvSpPr/>
            <p:nvPr/>
          </p:nvSpPr>
          <p:spPr>
            <a:xfrm>
              <a:off x="4314700" y="2741850"/>
              <a:ext cx="367825" cy="694425"/>
            </a:xfrm>
            <a:custGeom>
              <a:rect b="b" l="l" r="r" t="t"/>
              <a:pathLst>
                <a:path extrusionOk="0" h="27777" w="14713">
                  <a:moveTo>
                    <a:pt x="6032" y="1"/>
                  </a:moveTo>
                  <a:lnTo>
                    <a:pt x="0" y="2142"/>
                  </a:lnTo>
                  <a:lnTo>
                    <a:pt x="8076" y="25640"/>
                  </a:lnTo>
                  <a:cubicBezTo>
                    <a:pt x="8559" y="26929"/>
                    <a:pt x="9805" y="27776"/>
                    <a:pt x="11111" y="27776"/>
                  </a:cubicBezTo>
                  <a:cubicBezTo>
                    <a:pt x="11462" y="27776"/>
                    <a:pt x="11817" y="27715"/>
                    <a:pt x="12162" y="27586"/>
                  </a:cubicBezTo>
                  <a:cubicBezTo>
                    <a:pt x="13895" y="26973"/>
                    <a:pt x="14713" y="25134"/>
                    <a:pt x="14206" y="23499"/>
                  </a:cubicBezTo>
                  <a:lnTo>
                    <a:pt x="603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4" name="Google Shape;2424;p51"/>
            <p:cNvSpPr/>
            <p:nvPr/>
          </p:nvSpPr>
          <p:spPr>
            <a:xfrm>
              <a:off x="4391325" y="2910425"/>
              <a:ext cx="265650" cy="498700"/>
            </a:xfrm>
            <a:custGeom>
              <a:rect b="b" l="l" r="r" t="t"/>
              <a:pathLst>
                <a:path extrusionOk="0" h="19948" w="10626">
                  <a:moveTo>
                    <a:pt x="4398" y="1"/>
                  </a:moveTo>
                  <a:lnTo>
                    <a:pt x="0" y="1529"/>
                  </a:lnTo>
                  <a:lnTo>
                    <a:pt x="5828" y="18391"/>
                  </a:lnTo>
                  <a:cubicBezTo>
                    <a:pt x="6151" y="19361"/>
                    <a:pt x="7048" y="19947"/>
                    <a:pt x="8016" y="19947"/>
                  </a:cubicBezTo>
                  <a:cubicBezTo>
                    <a:pt x="8271" y="19947"/>
                    <a:pt x="8531" y="19906"/>
                    <a:pt x="8787" y="19821"/>
                  </a:cubicBezTo>
                  <a:cubicBezTo>
                    <a:pt x="10013" y="19412"/>
                    <a:pt x="10626" y="18080"/>
                    <a:pt x="10217" y="16854"/>
                  </a:cubicBezTo>
                  <a:lnTo>
                    <a:pt x="4398" y="1"/>
                  </a:ln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5" name="Google Shape;2425;p51"/>
            <p:cNvSpPr/>
            <p:nvPr/>
          </p:nvSpPr>
          <p:spPr>
            <a:xfrm>
              <a:off x="4289150" y="2718750"/>
              <a:ext cx="196800" cy="91975"/>
            </a:xfrm>
            <a:custGeom>
              <a:rect b="b" l="l" r="r" t="t"/>
              <a:pathLst>
                <a:path extrusionOk="0" h="3679" w="7872">
                  <a:moveTo>
                    <a:pt x="7561" y="1"/>
                  </a:moveTo>
                  <a:lnTo>
                    <a:pt x="1" y="2559"/>
                  </a:lnTo>
                  <a:lnTo>
                    <a:pt x="409" y="3679"/>
                  </a:lnTo>
                  <a:lnTo>
                    <a:pt x="7872" y="1023"/>
                  </a:lnTo>
                  <a:lnTo>
                    <a:pt x="7561" y="1"/>
                  </a:lnTo>
                  <a:close/>
                </a:path>
              </a:pathLst>
            </a:custGeom>
            <a:solidFill>
              <a:srgbClr val="E8E8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6" name="Google Shape;2426;p51"/>
            <p:cNvSpPr/>
            <p:nvPr/>
          </p:nvSpPr>
          <p:spPr>
            <a:xfrm>
              <a:off x="4519025" y="3280675"/>
              <a:ext cx="137950" cy="128450"/>
            </a:xfrm>
            <a:custGeom>
              <a:rect b="b" l="l" r="r" t="t"/>
              <a:pathLst>
                <a:path extrusionOk="0" h="5138" w="5518">
                  <a:moveTo>
                    <a:pt x="1" y="1537"/>
                  </a:moveTo>
                  <a:cubicBezTo>
                    <a:pt x="9" y="1562"/>
                    <a:pt x="18" y="1587"/>
                    <a:pt x="27" y="1611"/>
                  </a:cubicBezTo>
                  <a:lnTo>
                    <a:pt x="27" y="1611"/>
                  </a:lnTo>
                  <a:lnTo>
                    <a:pt x="1" y="1537"/>
                  </a:lnTo>
                  <a:close/>
                  <a:moveTo>
                    <a:pt x="4398" y="1"/>
                  </a:moveTo>
                  <a:cubicBezTo>
                    <a:pt x="4807" y="1227"/>
                    <a:pt x="4194" y="2559"/>
                    <a:pt x="2968" y="2968"/>
                  </a:cubicBezTo>
                  <a:cubicBezTo>
                    <a:pt x="2712" y="3053"/>
                    <a:pt x="2451" y="3094"/>
                    <a:pt x="2196" y="3094"/>
                  </a:cubicBezTo>
                  <a:cubicBezTo>
                    <a:pt x="1251" y="3094"/>
                    <a:pt x="370" y="2537"/>
                    <a:pt x="27" y="1611"/>
                  </a:cubicBezTo>
                  <a:lnTo>
                    <a:pt x="27" y="1611"/>
                  </a:lnTo>
                  <a:lnTo>
                    <a:pt x="720" y="3581"/>
                  </a:lnTo>
                  <a:cubicBezTo>
                    <a:pt x="1043" y="4551"/>
                    <a:pt x="1940" y="5137"/>
                    <a:pt x="2908" y="5137"/>
                  </a:cubicBezTo>
                  <a:cubicBezTo>
                    <a:pt x="3163" y="5137"/>
                    <a:pt x="3423" y="5096"/>
                    <a:pt x="3679" y="5011"/>
                  </a:cubicBezTo>
                  <a:cubicBezTo>
                    <a:pt x="4905" y="4602"/>
                    <a:pt x="5518" y="3270"/>
                    <a:pt x="5109" y="2044"/>
                  </a:cubicBezTo>
                  <a:lnTo>
                    <a:pt x="4398" y="1"/>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7" name="Google Shape;2427;p51"/>
            <p:cNvSpPr/>
            <p:nvPr/>
          </p:nvSpPr>
          <p:spPr>
            <a:xfrm>
              <a:off x="5469200" y="1536275"/>
              <a:ext cx="199250" cy="176175"/>
            </a:xfrm>
            <a:custGeom>
              <a:rect b="b" l="l" r="r" t="t"/>
              <a:pathLst>
                <a:path extrusionOk="0" h="7047" w="7970">
                  <a:moveTo>
                    <a:pt x="1741" y="1"/>
                  </a:moveTo>
                  <a:lnTo>
                    <a:pt x="0" y="2248"/>
                  </a:lnTo>
                  <a:lnTo>
                    <a:pt x="6334" y="7046"/>
                  </a:lnTo>
                  <a:lnTo>
                    <a:pt x="7969" y="4798"/>
                  </a:lnTo>
                  <a:lnTo>
                    <a:pt x="1741" y="1"/>
                  </a:lnTo>
                  <a:close/>
                </a:path>
              </a:pathLst>
            </a:custGeom>
            <a:solidFill>
              <a:srgbClr val="2854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8" name="Google Shape;2428;p51"/>
            <p:cNvSpPr/>
            <p:nvPr/>
          </p:nvSpPr>
          <p:spPr>
            <a:xfrm>
              <a:off x="5476950" y="1541375"/>
              <a:ext cx="48450" cy="61325"/>
            </a:xfrm>
            <a:custGeom>
              <a:rect b="b" l="l" r="r" t="t"/>
              <a:pathLst>
                <a:path extrusionOk="0" h="2453" w="1938">
                  <a:moveTo>
                    <a:pt x="1635" y="1"/>
                  </a:moveTo>
                  <a:lnTo>
                    <a:pt x="1" y="2249"/>
                  </a:lnTo>
                  <a:lnTo>
                    <a:pt x="205" y="2453"/>
                  </a:lnTo>
                  <a:lnTo>
                    <a:pt x="1938" y="205"/>
                  </a:lnTo>
                  <a:lnTo>
                    <a:pt x="1635" y="1"/>
                  </a:lnTo>
                  <a:close/>
                </a:path>
              </a:pathLst>
            </a:custGeom>
            <a:solidFill>
              <a:srgbClr val="306F9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9" name="Google Shape;2429;p51"/>
            <p:cNvSpPr/>
            <p:nvPr/>
          </p:nvSpPr>
          <p:spPr>
            <a:xfrm>
              <a:off x="5492275" y="1554050"/>
              <a:ext cx="48450" cy="61325"/>
            </a:xfrm>
            <a:custGeom>
              <a:rect b="b" l="l" r="r" t="t"/>
              <a:pathLst>
                <a:path extrusionOk="0" h="2453" w="1938">
                  <a:moveTo>
                    <a:pt x="1635" y="1"/>
                  </a:moveTo>
                  <a:lnTo>
                    <a:pt x="1" y="2150"/>
                  </a:lnTo>
                  <a:lnTo>
                    <a:pt x="303" y="2453"/>
                  </a:lnTo>
                  <a:lnTo>
                    <a:pt x="1938" y="205"/>
                  </a:lnTo>
                  <a:lnTo>
                    <a:pt x="1635" y="1"/>
                  </a:lnTo>
                  <a:close/>
                </a:path>
              </a:pathLst>
            </a:custGeom>
            <a:solidFill>
              <a:srgbClr val="306F9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0" name="Google Shape;2430;p51"/>
            <p:cNvSpPr/>
            <p:nvPr/>
          </p:nvSpPr>
          <p:spPr>
            <a:xfrm>
              <a:off x="5507600" y="1564275"/>
              <a:ext cx="48450" cy="61325"/>
            </a:xfrm>
            <a:custGeom>
              <a:rect b="b" l="l" r="r" t="t"/>
              <a:pathLst>
                <a:path extrusionOk="0" h="2453" w="1938">
                  <a:moveTo>
                    <a:pt x="1635" y="0"/>
                  </a:moveTo>
                  <a:lnTo>
                    <a:pt x="1" y="2248"/>
                  </a:lnTo>
                  <a:lnTo>
                    <a:pt x="303" y="2452"/>
                  </a:lnTo>
                  <a:lnTo>
                    <a:pt x="1938" y="311"/>
                  </a:lnTo>
                  <a:lnTo>
                    <a:pt x="1635" y="0"/>
                  </a:lnTo>
                  <a:close/>
                </a:path>
              </a:pathLst>
            </a:custGeom>
            <a:solidFill>
              <a:srgbClr val="306F9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1" name="Google Shape;2431;p51"/>
            <p:cNvSpPr/>
            <p:nvPr/>
          </p:nvSpPr>
          <p:spPr>
            <a:xfrm>
              <a:off x="5522925" y="1577150"/>
              <a:ext cx="48450" cy="61325"/>
            </a:xfrm>
            <a:custGeom>
              <a:rect b="b" l="l" r="r" t="t"/>
              <a:pathLst>
                <a:path extrusionOk="0" h="2453" w="1938">
                  <a:moveTo>
                    <a:pt x="1635" y="0"/>
                  </a:moveTo>
                  <a:lnTo>
                    <a:pt x="1" y="2248"/>
                  </a:lnTo>
                  <a:lnTo>
                    <a:pt x="303" y="2452"/>
                  </a:lnTo>
                  <a:lnTo>
                    <a:pt x="1938" y="205"/>
                  </a:lnTo>
                  <a:lnTo>
                    <a:pt x="1635" y="0"/>
                  </a:lnTo>
                  <a:close/>
                </a:path>
              </a:pathLst>
            </a:custGeom>
            <a:solidFill>
              <a:srgbClr val="306F9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2" name="Google Shape;2432;p51"/>
            <p:cNvSpPr/>
            <p:nvPr/>
          </p:nvSpPr>
          <p:spPr>
            <a:xfrm>
              <a:off x="5538250" y="1589825"/>
              <a:ext cx="48450" cy="61325"/>
            </a:xfrm>
            <a:custGeom>
              <a:rect b="b" l="l" r="r" t="t"/>
              <a:pathLst>
                <a:path extrusionOk="0" h="2453" w="1938">
                  <a:moveTo>
                    <a:pt x="1635" y="0"/>
                  </a:moveTo>
                  <a:lnTo>
                    <a:pt x="1" y="2150"/>
                  </a:lnTo>
                  <a:lnTo>
                    <a:pt x="303" y="2452"/>
                  </a:lnTo>
                  <a:lnTo>
                    <a:pt x="1938" y="204"/>
                  </a:lnTo>
                  <a:lnTo>
                    <a:pt x="1635" y="0"/>
                  </a:lnTo>
                  <a:close/>
                </a:path>
              </a:pathLst>
            </a:custGeom>
            <a:solidFill>
              <a:srgbClr val="306F9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3" name="Google Shape;2433;p51"/>
            <p:cNvSpPr/>
            <p:nvPr/>
          </p:nvSpPr>
          <p:spPr>
            <a:xfrm>
              <a:off x="5553575" y="1600025"/>
              <a:ext cx="48450" cy="61325"/>
            </a:xfrm>
            <a:custGeom>
              <a:rect b="b" l="l" r="r" t="t"/>
              <a:pathLst>
                <a:path extrusionOk="0" h="2453" w="1938">
                  <a:moveTo>
                    <a:pt x="1733" y="1"/>
                  </a:moveTo>
                  <a:lnTo>
                    <a:pt x="1" y="2248"/>
                  </a:lnTo>
                  <a:lnTo>
                    <a:pt x="303" y="2453"/>
                  </a:lnTo>
                  <a:lnTo>
                    <a:pt x="1938" y="311"/>
                  </a:lnTo>
                  <a:lnTo>
                    <a:pt x="1733" y="1"/>
                  </a:lnTo>
                  <a:close/>
                </a:path>
              </a:pathLst>
            </a:custGeom>
            <a:solidFill>
              <a:srgbClr val="306F9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4" name="Google Shape;2434;p51"/>
            <p:cNvSpPr/>
            <p:nvPr/>
          </p:nvSpPr>
          <p:spPr>
            <a:xfrm>
              <a:off x="5568900" y="1612900"/>
              <a:ext cx="51125" cy="61325"/>
            </a:xfrm>
            <a:custGeom>
              <a:rect b="b" l="l" r="r" t="t"/>
              <a:pathLst>
                <a:path extrusionOk="0" h="2453" w="2045">
                  <a:moveTo>
                    <a:pt x="1733" y="1"/>
                  </a:moveTo>
                  <a:lnTo>
                    <a:pt x="1" y="2248"/>
                  </a:lnTo>
                  <a:lnTo>
                    <a:pt x="303" y="2453"/>
                  </a:lnTo>
                  <a:lnTo>
                    <a:pt x="2044" y="205"/>
                  </a:lnTo>
                  <a:lnTo>
                    <a:pt x="1733" y="1"/>
                  </a:lnTo>
                  <a:close/>
                </a:path>
              </a:pathLst>
            </a:custGeom>
            <a:solidFill>
              <a:srgbClr val="306F9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5" name="Google Shape;2435;p51"/>
            <p:cNvSpPr/>
            <p:nvPr/>
          </p:nvSpPr>
          <p:spPr>
            <a:xfrm>
              <a:off x="5584225" y="1625575"/>
              <a:ext cx="51125" cy="61325"/>
            </a:xfrm>
            <a:custGeom>
              <a:rect b="b" l="l" r="r" t="t"/>
              <a:pathLst>
                <a:path extrusionOk="0" h="2453" w="2045">
                  <a:moveTo>
                    <a:pt x="1733" y="0"/>
                  </a:moveTo>
                  <a:lnTo>
                    <a:pt x="1" y="2150"/>
                  </a:lnTo>
                  <a:lnTo>
                    <a:pt x="303" y="2452"/>
                  </a:lnTo>
                  <a:lnTo>
                    <a:pt x="2044" y="205"/>
                  </a:lnTo>
                  <a:lnTo>
                    <a:pt x="1733" y="0"/>
                  </a:lnTo>
                  <a:close/>
                </a:path>
              </a:pathLst>
            </a:custGeom>
            <a:solidFill>
              <a:srgbClr val="306F9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6" name="Google Shape;2436;p51"/>
            <p:cNvSpPr/>
            <p:nvPr/>
          </p:nvSpPr>
          <p:spPr>
            <a:xfrm>
              <a:off x="5599550" y="1635800"/>
              <a:ext cx="51125" cy="61325"/>
            </a:xfrm>
            <a:custGeom>
              <a:rect b="b" l="l" r="r" t="t"/>
              <a:pathLst>
                <a:path extrusionOk="0" h="2453" w="2045">
                  <a:moveTo>
                    <a:pt x="1733" y="0"/>
                  </a:moveTo>
                  <a:lnTo>
                    <a:pt x="1" y="2248"/>
                  </a:lnTo>
                  <a:lnTo>
                    <a:pt x="303" y="2452"/>
                  </a:lnTo>
                  <a:lnTo>
                    <a:pt x="2044" y="204"/>
                  </a:lnTo>
                  <a:lnTo>
                    <a:pt x="1733" y="0"/>
                  </a:lnTo>
                  <a:close/>
                </a:path>
              </a:pathLst>
            </a:custGeom>
            <a:solidFill>
              <a:srgbClr val="306F9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7" name="Google Shape;2437;p51"/>
            <p:cNvSpPr/>
            <p:nvPr/>
          </p:nvSpPr>
          <p:spPr>
            <a:xfrm>
              <a:off x="5614875" y="1648650"/>
              <a:ext cx="51125" cy="61325"/>
            </a:xfrm>
            <a:custGeom>
              <a:rect b="b" l="l" r="r" t="t"/>
              <a:pathLst>
                <a:path extrusionOk="0" h="2453" w="2045">
                  <a:moveTo>
                    <a:pt x="1733" y="1"/>
                  </a:moveTo>
                  <a:lnTo>
                    <a:pt x="1" y="2249"/>
                  </a:lnTo>
                  <a:lnTo>
                    <a:pt x="303" y="2453"/>
                  </a:lnTo>
                  <a:lnTo>
                    <a:pt x="2044" y="205"/>
                  </a:lnTo>
                  <a:lnTo>
                    <a:pt x="1733" y="1"/>
                  </a:lnTo>
                  <a:close/>
                </a:path>
              </a:pathLst>
            </a:custGeom>
            <a:solidFill>
              <a:srgbClr val="306F9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8" name="Google Shape;2438;p51"/>
            <p:cNvSpPr/>
            <p:nvPr/>
          </p:nvSpPr>
          <p:spPr>
            <a:xfrm>
              <a:off x="5070725" y="1618000"/>
              <a:ext cx="531300" cy="621250"/>
            </a:xfrm>
            <a:custGeom>
              <a:rect b="b" l="l" r="r" t="t"/>
              <a:pathLst>
                <a:path extrusionOk="0" h="24850" w="21252">
                  <a:moveTo>
                    <a:pt x="16143" y="1"/>
                  </a:moveTo>
                  <a:lnTo>
                    <a:pt x="1023" y="19715"/>
                  </a:lnTo>
                  <a:cubicBezTo>
                    <a:pt x="1" y="21047"/>
                    <a:pt x="205" y="23091"/>
                    <a:pt x="1636" y="24211"/>
                  </a:cubicBezTo>
                  <a:cubicBezTo>
                    <a:pt x="2232" y="24636"/>
                    <a:pt x="2917" y="24849"/>
                    <a:pt x="3595" y="24849"/>
                  </a:cubicBezTo>
                  <a:cubicBezTo>
                    <a:pt x="4544" y="24849"/>
                    <a:pt x="5478" y="24432"/>
                    <a:pt x="6131" y="23598"/>
                  </a:cubicBezTo>
                  <a:lnTo>
                    <a:pt x="21252" y="3883"/>
                  </a:lnTo>
                  <a:lnTo>
                    <a:pt x="16143"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9" name="Google Shape;2439;p51"/>
            <p:cNvSpPr/>
            <p:nvPr/>
          </p:nvSpPr>
          <p:spPr>
            <a:xfrm>
              <a:off x="5096275" y="1766150"/>
              <a:ext cx="383150" cy="446850"/>
            </a:xfrm>
            <a:custGeom>
              <a:rect b="b" l="l" r="r" t="t"/>
              <a:pathLst>
                <a:path extrusionOk="0" h="17874" w="15326">
                  <a:moveTo>
                    <a:pt x="11648" y="1"/>
                  </a:moveTo>
                  <a:lnTo>
                    <a:pt x="818" y="14100"/>
                  </a:lnTo>
                  <a:cubicBezTo>
                    <a:pt x="1" y="15121"/>
                    <a:pt x="205" y="16650"/>
                    <a:pt x="1227" y="17369"/>
                  </a:cubicBezTo>
                  <a:cubicBezTo>
                    <a:pt x="1653" y="17710"/>
                    <a:pt x="2169" y="17873"/>
                    <a:pt x="2678" y="17873"/>
                  </a:cubicBezTo>
                  <a:cubicBezTo>
                    <a:pt x="3387" y="17873"/>
                    <a:pt x="4082" y="17556"/>
                    <a:pt x="4496" y="16960"/>
                  </a:cubicBezTo>
                  <a:lnTo>
                    <a:pt x="15326" y="2861"/>
                  </a:lnTo>
                  <a:lnTo>
                    <a:pt x="11648" y="1"/>
                  </a:ln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0" name="Google Shape;2440;p51"/>
            <p:cNvSpPr/>
            <p:nvPr/>
          </p:nvSpPr>
          <p:spPr>
            <a:xfrm>
              <a:off x="5453875" y="1589825"/>
              <a:ext cx="173700" cy="143050"/>
            </a:xfrm>
            <a:custGeom>
              <a:rect b="b" l="l" r="r" t="t"/>
              <a:pathLst>
                <a:path extrusionOk="0" h="5722" w="6948">
                  <a:moveTo>
                    <a:pt x="719" y="0"/>
                  </a:moveTo>
                  <a:lnTo>
                    <a:pt x="0" y="924"/>
                  </a:lnTo>
                  <a:lnTo>
                    <a:pt x="6236" y="5721"/>
                  </a:lnTo>
                  <a:lnTo>
                    <a:pt x="6947" y="4806"/>
                  </a:lnTo>
                  <a:lnTo>
                    <a:pt x="719" y="0"/>
                  </a:lnTo>
                  <a:close/>
                </a:path>
              </a:pathLst>
            </a:custGeom>
            <a:solidFill>
              <a:srgbClr val="E8E8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1" name="Google Shape;2441;p51"/>
            <p:cNvSpPr/>
            <p:nvPr/>
          </p:nvSpPr>
          <p:spPr>
            <a:xfrm>
              <a:off x="5096275" y="2075100"/>
              <a:ext cx="145725" cy="137900"/>
            </a:xfrm>
            <a:custGeom>
              <a:rect b="b" l="l" r="r" t="t"/>
              <a:pathLst>
                <a:path extrusionOk="0" h="5516" w="5829">
                  <a:moveTo>
                    <a:pt x="2150" y="1"/>
                  </a:moveTo>
                  <a:lnTo>
                    <a:pt x="2150" y="1"/>
                  </a:lnTo>
                  <a:cubicBezTo>
                    <a:pt x="2130" y="27"/>
                    <a:pt x="2110" y="53"/>
                    <a:pt x="2090" y="79"/>
                  </a:cubicBezTo>
                  <a:lnTo>
                    <a:pt x="2090" y="79"/>
                  </a:lnTo>
                  <a:lnTo>
                    <a:pt x="2150" y="1"/>
                  </a:lnTo>
                  <a:close/>
                  <a:moveTo>
                    <a:pt x="5828" y="2861"/>
                  </a:moveTo>
                  <a:lnTo>
                    <a:pt x="5728" y="2992"/>
                  </a:lnTo>
                  <a:lnTo>
                    <a:pt x="5728" y="2992"/>
                  </a:lnTo>
                  <a:cubicBezTo>
                    <a:pt x="5763" y="2950"/>
                    <a:pt x="5797" y="2907"/>
                    <a:pt x="5828" y="2861"/>
                  </a:cubicBezTo>
                  <a:close/>
                  <a:moveTo>
                    <a:pt x="2090" y="79"/>
                  </a:moveTo>
                  <a:lnTo>
                    <a:pt x="818" y="1742"/>
                  </a:lnTo>
                  <a:cubicBezTo>
                    <a:pt x="1" y="2763"/>
                    <a:pt x="205" y="4292"/>
                    <a:pt x="1227" y="5011"/>
                  </a:cubicBezTo>
                  <a:cubicBezTo>
                    <a:pt x="1653" y="5352"/>
                    <a:pt x="2169" y="5515"/>
                    <a:pt x="2678" y="5515"/>
                  </a:cubicBezTo>
                  <a:cubicBezTo>
                    <a:pt x="3387" y="5515"/>
                    <a:pt x="4082" y="5198"/>
                    <a:pt x="4496" y="4602"/>
                  </a:cubicBezTo>
                  <a:lnTo>
                    <a:pt x="5728" y="2992"/>
                  </a:lnTo>
                  <a:lnTo>
                    <a:pt x="5728" y="2992"/>
                  </a:lnTo>
                  <a:cubicBezTo>
                    <a:pt x="5304" y="3503"/>
                    <a:pt x="4662" y="3774"/>
                    <a:pt x="4008" y="3774"/>
                  </a:cubicBezTo>
                  <a:cubicBezTo>
                    <a:pt x="3500" y="3774"/>
                    <a:pt x="2985" y="3611"/>
                    <a:pt x="2559" y="3270"/>
                  </a:cubicBezTo>
                  <a:cubicBezTo>
                    <a:pt x="1563" y="2577"/>
                    <a:pt x="1344" y="1100"/>
                    <a:pt x="2090" y="79"/>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 Background 1">
  <p:cSld name="CUSTOM_3">
    <p:spTree>
      <p:nvGrpSpPr>
        <p:cNvPr id="2442" name="Shape 2442"/>
        <p:cNvGrpSpPr/>
        <p:nvPr/>
      </p:nvGrpSpPr>
      <p:grpSpPr>
        <a:xfrm>
          <a:off x="0" y="0"/>
          <a:ext cx="0" cy="0"/>
          <a:chOff x="0" y="0"/>
          <a:chExt cx="0" cy="0"/>
        </a:xfrm>
      </p:grpSpPr>
      <p:sp>
        <p:nvSpPr>
          <p:cNvPr id="2443" name="Google Shape;2443;p52"/>
          <p:cNvSpPr/>
          <p:nvPr/>
        </p:nvSpPr>
        <p:spPr>
          <a:xfrm>
            <a:off x="6115050" y="3258175"/>
            <a:ext cx="3028907" cy="1885295"/>
          </a:xfrm>
          <a:custGeom>
            <a:rect b="b" l="l" r="r" t="t"/>
            <a:pathLst>
              <a:path extrusionOk="0" h="55340" w="88909">
                <a:moveTo>
                  <a:pt x="88908" y="0"/>
                </a:moveTo>
                <a:cubicBezTo>
                  <a:pt x="88908" y="0"/>
                  <a:pt x="58168" y="5172"/>
                  <a:pt x="55339" y="24595"/>
                </a:cubicBezTo>
                <a:cubicBezTo>
                  <a:pt x="53680" y="35682"/>
                  <a:pt x="45717" y="37631"/>
                  <a:pt x="40161" y="37631"/>
                </a:cubicBezTo>
                <a:cubicBezTo>
                  <a:pt x="38791" y="37631"/>
                  <a:pt x="37568" y="37513"/>
                  <a:pt x="36621" y="37383"/>
                </a:cubicBezTo>
                <a:cubicBezTo>
                  <a:pt x="35777" y="37271"/>
                  <a:pt x="34940" y="37215"/>
                  <a:pt x="34112" y="37215"/>
                </a:cubicBezTo>
                <a:cubicBezTo>
                  <a:pt x="28107" y="37215"/>
                  <a:pt x="22606" y="40140"/>
                  <a:pt x="18826" y="45545"/>
                </a:cubicBezTo>
                <a:cubicBezTo>
                  <a:pt x="14530" y="51692"/>
                  <a:pt x="6151" y="54142"/>
                  <a:pt x="0" y="55339"/>
                </a:cubicBezTo>
                <a:lnTo>
                  <a:pt x="88908" y="55339"/>
                </a:lnTo>
                <a:lnTo>
                  <a:pt x="88908"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4" name="Google Shape;2444;p52"/>
          <p:cNvSpPr/>
          <p:nvPr/>
        </p:nvSpPr>
        <p:spPr>
          <a:xfrm>
            <a:off x="0" y="0"/>
            <a:ext cx="1943143" cy="2722018"/>
          </a:xfrm>
          <a:custGeom>
            <a:rect b="b" l="l" r="r" t="t"/>
            <a:pathLst>
              <a:path extrusionOk="0" h="69648" w="49719">
                <a:moveTo>
                  <a:pt x="0" y="1"/>
                </a:moveTo>
                <a:lnTo>
                  <a:pt x="0" y="69648"/>
                </a:lnTo>
                <a:cubicBezTo>
                  <a:pt x="7726" y="62086"/>
                  <a:pt x="13329" y="52510"/>
                  <a:pt x="9032" y="42442"/>
                </a:cubicBezTo>
                <a:cubicBezTo>
                  <a:pt x="684" y="23087"/>
                  <a:pt x="10447" y="12185"/>
                  <a:pt x="21914" y="12185"/>
                </a:cubicBezTo>
                <a:cubicBezTo>
                  <a:pt x="22406" y="12185"/>
                  <a:pt x="22900" y="12205"/>
                  <a:pt x="23397" y="12245"/>
                </a:cubicBezTo>
                <a:cubicBezTo>
                  <a:pt x="25475" y="12417"/>
                  <a:pt x="27419" y="12499"/>
                  <a:pt x="29233" y="12499"/>
                </a:cubicBezTo>
                <a:cubicBezTo>
                  <a:pt x="43567" y="12499"/>
                  <a:pt x="49719" y="7342"/>
                  <a:pt x="4875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45" name="Google Shape;2445;p52"/>
          <p:cNvGrpSpPr/>
          <p:nvPr/>
        </p:nvGrpSpPr>
        <p:grpSpPr>
          <a:xfrm>
            <a:off x="6873272" y="2960366"/>
            <a:ext cx="2214279" cy="2073916"/>
            <a:chOff x="5158247" y="4662291"/>
            <a:chExt cx="2214279" cy="2073916"/>
          </a:xfrm>
        </p:grpSpPr>
        <p:sp>
          <p:nvSpPr>
            <p:cNvPr id="2446" name="Google Shape;2446;p52"/>
            <p:cNvSpPr/>
            <p:nvPr/>
          </p:nvSpPr>
          <p:spPr>
            <a:xfrm>
              <a:off x="7115205" y="4662291"/>
              <a:ext cx="257321" cy="257560"/>
            </a:xfrm>
            <a:custGeom>
              <a:rect b="b" l="l" r="r" t="t"/>
              <a:pathLst>
                <a:path extrusionOk="0" h="3975" w="3971">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7" name="Google Shape;2447;p52"/>
            <p:cNvSpPr/>
            <p:nvPr/>
          </p:nvSpPr>
          <p:spPr>
            <a:xfrm>
              <a:off x="5637767" y="5768045"/>
              <a:ext cx="243518" cy="243435"/>
            </a:xfrm>
            <a:custGeom>
              <a:rect b="b" l="l" r="r" t="t"/>
              <a:pathLst>
                <a:path extrusionOk="0" h="3757" w="3758">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8" name="Google Shape;2448;p52"/>
            <p:cNvSpPr/>
            <p:nvPr/>
          </p:nvSpPr>
          <p:spPr>
            <a:xfrm>
              <a:off x="6458128" y="6676013"/>
              <a:ext cx="56441" cy="60195"/>
            </a:xfrm>
            <a:custGeom>
              <a:rect b="b" l="l" r="r" t="t"/>
              <a:pathLst>
                <a:path extrusionOk="0" h="929" w="871">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9" name="Google Shape;2449;p52"/>
            <p:cNvSpPr/>
            <p:nvPr/>
          </p:nvSpPr>
          <p:spPr>
            <a:xfrm>
              <a:off x="6910763" y="6282776"/>
              <a:ext cx="56506" cy="60130"/>
            </a:xfrm>
            <a:custGeom>
              <a:rect b="b" l="l" r="r" t="t"/>
              <a:pathLst>
                <a:path extrusionOk="0" h="928" w="872">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0" name="Google Shape;2450;p52"/>
            <p:cNvSpPr/>
            <p:nvPr/>
          </p:nvSpPr>
          <p:spPr>
            <a:xfrm>
              <a:off x="6812073" y="5866727"/>
              <a:ext cx="56441" cy="56501"/>
            </a:xfrm>
            <a:custGeom>
              <a:rect b="b" l="l" r="r" t="t"/>
              <a:pathLst>
                <a:path extrusionOk="0" h="872" w="871">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1" name="Google Shape;2451;p52"/>
            <p:cNvSpPr/>
            <p:nvPr/>
          </p:nvSpPr>
          <p:spPr>
            <a:xfrm>
              <a:off x="5158247" y="5976166"/>
              <a:ext cx="60199" cy="59871"/>
            </a:xfrm>
            <a:custGeom>
              <a:rect b="b" l="l" r="r" t="t"/>
              <a:pathLst>
                <a:path extrusionOk="0" h="924" w="929">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52" name="Google Shape;2452;p52"/>
          <p:cNvGrpSpPr/>
          <p:nvPr/>
        </p:nvGrpSpPr>
        <p:grpSpPr>
          <a:xfrm flipH="1">
            <a:off x="6873272" y="-5"/>
            <a:ext cx="2270722" cy="1272963"/>
            <a:chOff x="5158247" y="5768045"/>
            <a:chExt cx="2270722" cy="1272963"/>
          </a:xfrm>
        </p:grpSpPr>
        <p:sp>
          <p:nvSpPr>
            <p:cNvPr id="2453" name="Google Shape;2453;p52"/>
            <p:cNvSpPr/>
            <p:nvPr/>
          </p:nvSpPr>
          <p:spPr>
            <a:xfrm>
              <a:off x="5554655" y="6557766"/>
              <a:ext cx="257321" cy="257560"/>
            </a:xfrm>
            <a:custGeom>
              <a:rect b="b" l="l" r="r" t="t"/>
              <a:pathLst>
                <a:path extrusionOk="0" h="3975" w="3971">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4" name="Google Shape;2454;p52"/>
            <p:cNvSpPr/>
            <p:nvPr/>
          </p:nvSpPr>
          <p:spPr>
            <a:xfrm>
              <a:off x="5637767" y="5768045"/>
              <a:ext cx="243518" cy="243435"/>
            </a:xfrm>
            <a:custGeom>
              <a:rect b="b" l="l" r="r" t="t"/>
              <a:pathLst>
                <a:path extrusionOk="0" h="3757" w="3758">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5" name="Google Shape;2455;p52"/>
            <p:cNvSpPr/>
            <p:nvPr/>
          </p:nvSpPr>
          <p:spPr>
            <a:xfrm>
              <a:off x="7372528" y="6980813"/>
              <a:ext cx="56441" cy="60195"/>
            </a:xfrm>
            <a:custGeom>
              <a:rect b="b" l="l" r="r" t="t"/>
              <a:pathLst>
                <a:path extrusionOk="0" h="929" w="871">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6" name="Google Shape;2456;p52"/>
            <p:cNvSpPr/>
            <p:nvPr/>
          </p:nvSpPr>
          <p:spPr>
            <a:xfrm>
              <a:off x="6910763" y="6282776"/>
              <a:ext cx="56506" cy="60130"/>
            </a:xfrm>
            <a:custGeom>
              <a:rect b="b" l="l" r="r" t="t"/>
              <a:pathLst>
                <a:path extrusionOk="0" h="928" w="872">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7" name="Google Shape;2457;p52"/>
            <p:cNvSpPr/>
            <p:nvPr/>
          </p:nvSpPr>
          <p:spPr>
            <a:xfrm>
              <a:off x="6812073" y="5866727"/>
              <a:ext cx="56441" cy="56501"/>
            </a:xfrm>
            <a:custGeom>
              <a:rect b="b" l="l" r="r" t="t"/>
              <a:pathLst>
                <a:path extrusionOk="0" h="872" w="871">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8" name="Google Shape;2458;p52"/>
            <p:cNvSpPr/>
            <p:nvPr/>
          </p:nvSpPr>
          <p:spPr>
            <a:xfrm>
              <a:off x="5158247" y="5976166"/>
              <a:ext cx="60199" cy="59871"/>
            </a:xfrm>
            <a:custGeom>
              <a:rect b="b" l="l" r="r" t="t"/>
              <a:pathLst>
                <a:path extrusionOk="0" h="924" w="929">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 Background 2">
  <p:cSld name="CUSTOM_3_1">
    <p:spTree>
      <p:nvGrpSpPr>
        <p:cNvPr id="2459" name="Shape 2459"/>
        <p:cNvGrpSpPr/>
        <p:nvPr/>
      </p:nvGrpSpPr>
      <p:grpSpPr>
        <a:xfrm>
          <a:off x="0" y="0"/>
          <a:ext cx="0" cy="0"/>
          <a:chOff x="0" y="0"/>
          <a:chExt cx="0" cy="0"/>
        </a:xfrm>
      </p:grpSpPr>
      <p:sp>
        <p:nvSpPr>
          <p:cNvPr id="2460" name="Google Shape;2460;p53"/>
          <p:cNvSpPr/>
          <p:nvPr/>
        </p:nvSpPr>
        <p:spPr>
          <a:xfrm>
            <a:off x="5726630" y="4669766"/>
            <a:ext cx="257321" cy="257560"/>
          </a:xfrm>
          <a:custGeom>
            <a:rect b="b" l="l" r="r" t="t"/>
            <a:pathLst>
              <a:path extrusionOk="0" h="3975" w="3971">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1" name="Google Shape;2461;p53"/>
          <p:cNvSpPr/>
          <p:nvPr/>
        </p:nvSpPr>
        <p:spPr>
          <a:xfrm>
            <a:off x="4285742" y="4718245"/>
            <a:ext cx="243518" cy="243435"/>
          </a:xfrm>
          <a:custGeom>
            <a:rect b="b" l="l" r="r" t="t"/>
            <a:pathLst>
              <a:path extrusionOk="0" h="3757" w="3758">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2" name="Google Shape;2462;p53"/>
          <p:cNvSpPr/>
          <p:nvPr/>
        </p:nvSpPr>
        <p:spPr>
          <a:xfrm>
            <a:off x="6096703" y="5092813"/>
            <a:ext cx="56441" cy="60195"/>
          </a:xfrm>
          <a:custGeom>
            <a:rect b="b" l="l" r="r" t="t"/>
            <a:pathLst>
              <a:path extrusionOk="0" h="929" w="871">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3" name="Google Shape;2463;p53"/>
          <p:cNvSpPr/>
          <p:nvPr/>
        </p:nvSpPr>
        <p:spPr>
          <a:xfrm>
            <a:off x="5634938" y="4394776"/>
            <a:ext cx="56506" cy="60130"/>
          </a:xfrm>
          <a:custGeom>
            <a:rect b="b" l="l" r="r" t="t"/>
            <a:pathLst>
              <a:path extrusionOk="0" h="928" w="872">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4" name="Google Shape;2464;p53"/>
          <p:cNvSpPr/>
          <p:nvPr/>
        </p:nvSpPr>
        <p:spPr>
          <a:xfrm>
            <a:off x="5383848" y="4664527"/>
            <a:ext cx="56441" cy="56501"/>
          </a:xfrm>
          <a:custGeom>
            <a:rect b="b" l="l" r="r" t="t"/>
            <a:pathLst>
              <a:path extrusionOk="0" h="872" w="871">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5" name="Google Shape;2465;p53"/>
          <p:cNvSpPr/>
          <p:nvPr/>
        </p:nvSpPr>
        <p:spPr>
          <a:xfrm>
            <a:off x="3882422" y="4088166"/>
            <a:ext cx="60199" cy="59871"/>
          </a:xfrm>
          <a:custGeom>
            <a:rect b="b" l="l" r="r" t="t"/>
            <a:pathLst>
              <a:path extrusionOk="0" h="924" w="929">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6" name="Google Shape;2466;p53"/>
          <p:cNvSpPr/>
          <p:nvPr/>
        </p:nvSpPr>
        <p:spPr>
          <a:xfrm rot="-5400000">
            <a:off x="379925" y="2820412"/>
            <a:ext cx="1943143" cy="2722018"/>
          </a:xfrm>
          <a:custGeom>
            <a:rect b="b" l="l" r="r" t="t"/>
            <a:pathLst>
              <a:path extrusionOk="0" h="69648" w="49719">
                <a:moveTo>
                  <a:pt x="0" y="1"/>
                </a:moveTo>
                <a:lnTo>
                  <a:pt x="0" y="69648"/>
                </a:lnTo>
                <a:cubicBezTo>
                  <a:pt x="7726" y="62086"/>
                  <a:pt x="13329" y="52510"/>
                  <a:pt x="9032" y="42442"/>
                </a:cubicBezTo>
                <a:cubicBezTo>
                  <a:pt x="684" y="23087"/>
                  <a:pt x="10447" y="12185"/>
                  <a:pt x="21914" y="12185"/>
                </a:cubicBezTo>
                <a:cubicBezTo>
                  <a:pt x="22406" y="12185"/>
                  <a:pt x="22900" y="12205"/>
                  <a:pt x="23397" y="12245"/>
                </a:cubicBezTo>
                <a:cubicBezTo>
                  <a:pt x="25475" y="12417"/>
                  <a:pt x="27419" y="12499"/>
                  <a:pt x="29233" y="12499"/>
                </a:cubicBezTo>
                <a:cubicBezTo>
                  <a:pt x="43567" y="12499"/>
                  <a:pt x="49719" y="7342"/>
                  <a:pt x="4875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7" name="Google Shape;2467;p53"/>
          <p:cNvSpPr/>
          <p:nvPr/>
        </p:nvSpPr>
        <p:spPr>
          <a:xfrm rot="-5400000">
            <a:off x="6696375" y="562275"/>
            <a:ext cx="3028907" cy="1885295"/>
          </a:xfrm>
          <a:custGeom>
            <a:rect b="b" l="l" r="r" t="t"/>
            <a:pathLst>
              <a:path extrusionOk="0" h="55340" w="88909">
                <a:moveTo>
                  <a:pt x="88908" y="0"/>
                </a:moveTo>
                <a:cubicBezTo>
                  <a:pt x="88908" y="0"/>
                  <a:pt x="58168" y="5172"/>
                  <a:pt x="55339" y="24595"/>
                </a:cubicBezTo>
                <a:cubicBezTo>
                  <a:pt x="53680" y="35682"/>
                  <a:pt x="45717" y="37631"/>
                  <a:pt x="40161" y="37631"/>
                </a:cubicBezTo>
                <a:cubicBezTo>
                  <a:pt x="38791" y="37631"/>
                  <a:pt x="37568" y="37513"/>
                  <a:pt x="36621" y="37383"/>
                </a:cubicBezTo>
                <a:cubicBezTo>
                  <a:pt x="35777" y="37271"/>
                  <a:pt x="34940" y="37215"/>
                  <a:pt x="34112" y="37215"/>
                </a:cubicBezTo>
                <a:cubicBezTo>
                  <a:pt x="28107" y="37215"/>
                  <a:pt x="22606" y="40140"/>
                  <a:pt x="18826" y="45545"/>
                </a:cubicBezTo>
                <a:cubicBezTo>
                  <a:pt x="14530" y="51692"/>
                  <a:pt x="6151" y="54142"/>
                  <a:pt x="0" y="55339"/>
                </a:cubicBezTo>
                <a:lnTo>
                  <a:pt x="88908" y="55339"/>
                </a:lnTo>
                <a:lnTo>
                  <a:pt x="88908"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8" name="Google Shape;2468;p53"/>
          <p:cNvSpPr/>
          <p:nvPr/>
        </p:nvSpPr>
        <p:spPr>
          <a:xfrm>
            <a:off x="-9525" y="-9525"/>
            <a:ext cx="1943143" cy="2722018"/>
          </a:xfrm>
          <a:custGeom>
            <a:rect b="b" l="l" r="r" t="t"/>
            <a:pathLst>
              <a:path extrusionOk="0" h="69648" w="49719">
                <a:moveTo>
                  <a:pt x="0" y="1"/>
                </a:moveTo>
                <a:lnTo>
                  <a:pt x="0" y="69648"/>
                </a:lnTo>
                <a:cubicBezTo>
                  <a:pt x="7726" y="62086"/>
                  <a:pt x="13329" y="52510"/>
                  <a:pt x="9032" y="42442"/>
                </a:cubicBezTo>
                <a:cubicBezTo>
                  <a:pt x="684" y="23087"/>
                  <a:pt x="10447" y="12185"/>
                  <a:pt x="21914" y="12185"/>
                </a:cubicBezTo>
                <a:cubicBezTo>
                  <a:pt x="22406" y="12185"/>
                  <a:pt x="22900" y="12205"/>
                  <a:pt x="23397" y="12245"/>
                </a:cubicBezTo>
                <a:cubicBezTo>
                  <a:pt x="25475" y="12417"/>
                  <a:pt x="27419" y="12499"/>
                  <a:pt x="29233" y="12499"/>
                </a:cubicBezTo>
                <a:cubicBezTo>
                  <a:pt x="43567" y="12499"/>
                  <a:pt x="49719" y="7342"/>
                  <a:pt x="4875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9" name="Google Shape;2469;p53"/>
          <p:cNvSpPr/>
          <p:nvPr/>
        </p:nvSpPr>
        <p:spPr>
          <a:xfrm flipH="1" rot="-5400000">
            <a:off x="7042571" y="3042089"/>
            <a:ext cx="1707214" cy="2514607"/>
          </a:xfrm>
          <a:custGeom>
            <a:rect b="b" l="l" r="r" t="t"/>
            <a:pathLst>
              <a:path extrusionOk="0" h="72368" w="49132">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0" name="Google Shape;2470;p53"/>
          <p:cNvSpPr/>
          <p:nvPr/>
        </p:nvSpPr>
        <p:spPr>
          <a:xfrm flipH="1">
            <a:off x="6427115" y="310041"/>
            <a:ext cx="257321" cy="257560"/>
          </a:xfrm>
          <a:custGeom>
            <a:rect b="b" l="l" r="r" t="t"/>
            <a:pathLst>
              <a:path extrusionOk="0" h="3975" w="3971">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1" name="Google Shape;2471;p53"/>
          <p:cNvSpPr/>
          <p:nvPr/>
        </p:nvSpPr>
        <p:spPr>
          <a:xfrm flipH="1">
            <a:off x="4810122" y="1114088"/>
            <a:ext cx="56441" cy="60195"/>
          </a:xfrm>
          <a:custGeom>
            <a:rect b="b" l="l" r="r" t="t"/>
            <a:pathLst>
              <a:path extrusionOk="0" h="929" w="871">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2" name="Google Shape;2472;p53"/>
          <p:cNvSpPr/>
          <p:nvPr/>
        </p:nvSpPr>
        <p:spPr>
          <a:xfrm flipH="1">
            <a:off x="5271822" y="416051"/>
            <a:ext cx="56506" cy="60130"/>
          </a:xfrm>
          <a:custGeom>
            <a:rect b="b" l="l" r="r" t="t"/>
            <a:pathLst>
              <a:path extrusionOk="0" h="928" w="872">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3" name="Google Shape;2473;p53"/>
          <p:cNvSpPr/>
          <p:nvPr/>
        </p:nvSpPr>
        <p:spPr>
          <a:xfrm flipH="1">
            <a:off x="5370578" y="2"/>
            <a:ext cx="56441" cy="56501"/>
          </a:xfrm>
          <a:custGeom>
            <a:rect b="b" l="l" r="r" t="t"/>
            <a:pathLst>
              <a:path extrusionOk="0" h="872" w="871">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4" name="Google Shape;2474;p53"/>
          <p:cNvSpPr/>
          <p:nvPr/>
        </p:nvSpPr>
        <p:spPr>
          <a:xfrm flipH="1">
            <a:off x="7020645" y="109441"/>
            <a:ext cx="60199" cy="59871"/>
          </a:xfrm>
          <a:custGeom>
            <a:rect b="b" l="l" r="r" t="t"/>
            <a:pathLst>
              <a:path extrusionOk="0" h="924" w="929">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 Background 3">
  <p:cSld name="CUSTOM_3_1_1">
    <p:spTree>
      <p:nvGrpSpPr>
        <p:cNvPr id="2475" name="Shape 2475"/>
        <p:cNvGrpSpPr/>
        <p:nvPr/>
      </p:nvGrpSpPr>
      <p:grpSpPr>
        <a:xfrm>
          <a:off x="0" y="0"/>
          <a:ext cx="0" cy="0"/>
          <a:chOff x="0" y="0"/>
          <a:chExt cx="0" cy="0"/>
        </a:xfrm>
      </p:grpSpPr>
      <p:sp>
        <p:nvSpPr>
          <p:cNvPr id="2476" name="Google Shape;2476;p54"/>
          <p:cNvSpPr/>
          <p:nvPr/>
        </p:nvSpPr>
        <p:spPr>
          <a:xfrm>
            <a:off x="8317430" y="4498316"/>
            <a:ext cx="257321" cy="257560"/>
          </a:xfrm>
          <a:custGeom>
            <a:rect b="b" l="l" r="r" t="t"/>
            <a:pathLst>
              <a:path extrusionOk="0" h="3975" w="3971">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7" name="Google Shape;2477;p54"/>
          <p:cNvSpPr/>
          <p:nvPr/>
        </p:nvSpPr>
        <p:spPr>
          <a:xfrm>
            <a:off x="6876542" y="4546795"/>
            <a:ext cx="243518" cy="243435"/>
          </a:xfrm>
          <a:custGeom>
            <a:rect b="b" l="l" r="r" t="t"/>
            <a:pathLst>
              <a:path extrusionOk="0" h="3757" w="3758">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8" name="Google Shape;2478;p54"/>
          <p:cNvSpPr/>
          <p:nvPr/>
        </p:nvSpPr>
        <p:spPr>
          <a:xfrm>
            <a:off x="8687503" y="4921363"/>
            <a:ext cx="56441" cy="60195"/>
          </a:xfrm>
          <a:custGeom>
            <a:rect b="b" l="l" r="r" t="t"/>
            <a:pathLst>
              <a:path extrusionOk="0" h="929" w="871">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9" name="Google Shape;2479;p54"/>
          <p:cNvSpPr/>
          <p:nvPr/>
        </p:nvSpPr>
        <p:spPr>
          <a:xfrm>
            <a:off x="8225738" y="4223326"/>
            <a:ext cx="56506" cy="60130"/>
          </a:xfrm>
          <a:custGeom>
            <a:rect b="b" l="l" r="r" t="t"/>
            <a:pathLst>
              <a:path extrusionOk="0" h="928" w="872">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0" name="Google Shape;2480;p54"/>
          <p:cNvSpPr/>
          <p:nvPr/>
        </p:nvSpPr>
        <p:spPr>
          <a:xfrm>
            <a:off x="7974648" y="4493077"/>
            <a:ext cx="56441" cy="56501"/>
          </a:xfrm>
          <a:custGeom>
            <a:rect b="b" l="l" r="r" t="t"/>
            <a:pathLst>
              <a:path extrusionOk="0" h="872" w="871">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1" name="Google Shape;2481;p54"/>
          <p:cNvSpPr/>
          <p:nvPr/>
        </p:nvSpPr>
        <p:spPr>
          <a:xfrm>
            <a:off x="6473222" y="3916716"/>
            <a:ext cx="60199" cy="59871"/>
          </a:xfrm>
          <a:custGeom>
            <a:rect b="b" l="l" r="r" t="t"/>
            <a:pathLst>
              <a:path extrusionOk="0" h="924" w="929">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2" name="Google Shape;2482;p54"/>
          <p:cNvSpPr/>
          <p:nvPr/>
        </p:nvSpPr>
        <p:spPr>
          <a:xfrm flipH="1">
            <a:off x="8490265" y="310041"/>
            <a:ext cx="257321" cy="257560"/>
          </a:xfrm>
          <a:custGeom>
            <a:rect b="b" l="l" r="r" t="t"/>
            <a:pathLst>
              <a:path extrusionOk="0" h="3975" w="3971">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3" name="Google Shape;2483;p54"/>
          <p:cNvSpPr/>
          <p:nvPr/>
        </p:nvSpPr>
        <p:spPr>
          <a:xfrm flipH="1">
            <a:off x="6873272" y="1114088"/>
            <a:ext cx="56441" cy="60195"/>
          </a:xfrm>
          <a:custGeom>
            <a:rect b="b" l="l" r="r" t="t"/>
            <a:pathLst>
              <a:path extrusionOk="0" h="929" w="871">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4" name="Google Shape;2484;p54"/>
          <p:cNvSpPr/>
          <p:nvPr/>
        </p:nvSpPr>
        <p:spPr>
          <a:xfrm flipH="1">
            <a:off x="7334972" y="416051"/>
            <a:ext cx="56506" cy="60130"/>
          </a:xfrm>
          <a:custGeom>
            <a:rect b="b" l="l" r="r" t="t"/>
            <a:pathLst>
              <a:path extrusionOk="0" h="928" w="872">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5" name="Google Shape;2485;p54"/>
          <p:cNvSpPr/>
          <p:nvPr/>
        </p:nvSpPr>
        <p:spPr>
          <a:xfrm flipH="1">
            <a:off x="7433728" y="2"/>
            <a:ext cx="56441" cy="56501"/>
          </a:xfrm>
          <a:custGeom>
            <a:rect b="b" l="l" r="r" t="t"/>
            <a:pathLst>
              <a:path extrusionOk="0" h="872" w="871">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6" name="Google Shape;2486;p54"/>
          <p:cNvSpPr/>
          <p:nvPr/>
        </p:nvSpPr>
        <p:spPr>
          <a:xfrm flipH="1">
            <a:off x="9083795" y="109441"/>
            <a:ext cx="60199" cy="59871"/>
          </a:xfrm>
          <a:custGeom>
            <a:rect b="b" l="l" r="r" t="t"/>
            <a:pathLst>
              <a:path extrusionOk="0" h="924" w="929">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7" name="Google Shape;2487;p54"/>
          <p:cNvSpPr/>
          <p:nvPr/>
        </p:nvSpPr>
        <p:spPr>
          <a:xfrm rot="5400000">
            <a:off x="-571851" y="2686210"/>
            <a:ext cx="3029130" cy="1885434"/>
          </a:xfrm>
          <a:custGeom>
            <a:rect b="b" l="l" r="r" t="t"/>
            <a:pathLst>
              <a:path extrusionOk="0" h="55340" w="88909">
                <a:moveTo>
                  <a:pt x="88908" y="0"/>
                </a:moveTo>
                <a:cubicBezTo>
                  <a:pt x="88908" y="0"/>
                  <a:pt x="58168" y="5172"/>
                  <a:pt x="55339" y="24595"/>
                </a:cubicBezTo>
                <a:cubicBezTo>
                  <a:pt x="53680" y="35682"/>
                  <a:pt x="45717" y="37631"/>
                  <a:pt x="40161" y="37631"/>
                </a:cubicBezTo>
                <a:cubicBezTo>
                  <a:pt x="38791" y="37631"/>
                  <a:pt x="37568" y="37513"/>
                  <a:pt x="36621" y="37383"/>
                </a:cubicBezTo>
                <a:cubicBezTo>
                  <a:pt x="35777" y="37271"/>
                  <a:pt x="34940" y="37215"/>
                  <a:pt x="34112" y="37215"/>
                </a:cubicBezTo>
                <a:cubicBezTo>
                  <a:pt x="28107" y="37215"/>
                  <a:pt x="22606" y="40140"/>
                  <a:pt x="18826" y="45545"/>
                </a:cubicBezTo>
                <a:cubicBezTo>
                  <a:pt x="14530" y="51692"/>
                  <a:pt x="6151" y="54142"/>
                  <a:pt x="0" y="55339"/>
                </a:cubicBezTo>
                <a:lnTo>
                  <a:pt x="88908" y="55339"/>
                </a:lnTo>
                <a:lnTo>
                  <a:pt x="88908"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8" name="Google Shape;2488;p54"/>
          <p:cNvSpPr/>
          <p:nvPr/>
        </p:nvSpPr>
        <p:spPr>
          <a:xfrm flipH="1" rot="-5400000">
            <a:off x="7042571" y="3042089"/>
            <a:ext cx="1707214" cy="2514607"/>
          </a:xfrm>
          <a:custGeom>
            <a:rect b="b" l="l" r="r" t="t"/>
            <a:pathLst>
              <a:path extrusionOk="0" h="72368" w="49132">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9" name="Google Shape;2489;p54"/>
          <p:cNvSpPr/>
          <p:nvPr/>
        </p:nvSpPr>
        <p:spPr>
          <a:xfrm>
            <a:off x="0" y="-9525"/>
            <a:ext cx="4687105" cy="634373"/>
          </a:xfrm>
          <a:custGeom>
            <a:rect b="b" l="l" r="r" t="t"/>
            <a:pathLst>
              <a:path extrusionOk="0" h="16489" w="121830">
                <a:moveTo>
                  <a:pt x="0" y="0"/>
                </a:moveTo>
                <a:lnTo>
                  <a:pt x="0" y="16489"/>
                </a:lnTo>
                <a:cubicBezTo>
                  <a:pt x="6168" y="13464"/>
                  <a:pt x="26903" y="8978"/>
                  <a:pt x="43499" y="8978"/>
                </a:cubicBezTo>
                <a:cubicBezTo>
                  <a:pt x="49308" y="8978"/>
                  <a:pt x="54610" y="9528"/>
                  <a:pt x="58603" y="10882"/>
                </a:cubicBezTo>
                <a:cubicBezTo>
                  <a:pt x="64748" y="12941"/>
                  <a:pt x="68805" y="13769"/>
                  <a:pt x="71786" y="13769"/>
                </a:cubicBezTo>
                <a:cubicBezTo>
                  <a:pt x="79047" y="13769"/>
                  <a:pt x="79930" y="8856"/>
                  <a:pt x="89074" y="4845"/>
                </a:cubicBezTo>
                <a:cubicBezTo>
                  <a:pt x="95712" y="1907"/>
                  <a:pt x="117638" y="1741"/>
                  <a:pt x="12182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 Background 4">
  <p:cSld name="CUSTOM_3_1_1_1">
    <p:spTree>
      <p:nvGrpSpPr>
        <p:cNvPr id="2490" name="Shape 2490"/>
        <p:cNvGrpSpPr/>
        <p:nvPr/>
      </p:nvGrpSpPr>
      <p:grpSpPr>
        <a:xfrm>
          <a:off x="0" y="0"/>
          <a:ext cx="0" cy="0"/>
          <a:chOff x="0" y="0"/>
          <a:chExt cx="0" cy="0"/>
        </a:xfrm>
      </p:grpSpPr>
      <p:sp>
        <p:nvSpPr>
          <p:cNvPr id="2491" name="Google Shape;2491;p55"/>
          <p:cNvSpPr/>
          <p:nvPr/>
        </p:nvSpPr>
        <p:spPr>
          <a:xfrm rot="10800000">
            <a:off x="0" y="0"/>
            <a:ext cx="2623950" cy="1957425"/>
          </a:xfrm>
          <a:custGeom>
            <a:rect b="b" l="l" r="r" t="t"/>
            <a:pathLst>
              <a:path extrusionOk="0" h="78297" w="104958">
                <a:moveTo>
                  <a:pt x="104958" y="1"/>
                </a:moveTo>
                <a:cubicBezTo>
                  <a:pt x="104958" y="1"/>
                  <a:pt x="64314" y="12023"/>
                  <a:pt x="60558" y="37706"/>
                </a:cubicBezTo>
                <a:cubicBezTo>
                  <a:pt x="58414" y="52416"/>
                  <a:pt x="47851" y="54938"/>
                  <a:pt x="40487" y="54938"/>
                </a:cubicBezTo>
                <a:cubicBezTo>
                  <a:pt x="38699" y="54938"/>
                  <a:pt x="37100" y="54789"/>
                  <a:pt x="35855" y="54630"/>
                </a:cubicBezTo>
                <a:cubicBezTo>
                  <a:pt x="34728" y="54476"/>
                  <a:pt x="33609" y="54400"/>
                  <a:pt x="32504" y="54400"/>
                </a:cubicBezTo>
                <a:cubicBezTo>
                  <a:pt x="24597" y="54400"/>
                  <a:pt x="17364" y="58288"/>
                  <a:pt x="12349" y="65403"/>
                </a:cubicBezTo>
                <a:cubicBezTo>
                  <a:pt x="6638" y="73509"/>
                  <a:pt x="4623" y="75250"/>
                  <a:pt x="0" y="78297"/>
                </a:cubicBezTo>
                <a:lnTo>
                  <a:pt x="104958" y="78297"/>
                </a:lnTo>
                <a:lnTo>
                  <a:pt x="104958"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92" name="Google Shape;2492;p55"/>
          <p:cNvGrpSpPr/>
          <p:nvPr/>
        </p:nvGrpSpPr>
        <p:grpSpPr>
          <a:xfrm flipH="1">
            <a:off x="294513" y="168438"/>
            <a:ext cx="837425" cy="742113"/>
            <a:chOff x="6215925" y="6858088"/>
            <a:chExt cx="837425" cy="742113"/>
          </a:xfrm>
        </p:grpSpPr>
        <p:sp>
          <p:nvSpPr>
            <p:cNvPr id="2493" name="Google Shape;2493;p55"/>
            <p:cNvSpPr/>
            <p:nvPr/>
          </p:nvSpPr>
          <p:spPr>
            <a:xfrm>
              <a:off x="6215925" y="7421400"/>
              <a:ext cx="201900" cy="178800"/>
            </a:xfrm>
            <a:custGeom>
              <a:rect b="b" l="l" r="r" t="t"/>
              <a:pathLst>
                <a:path extrusionOk="0" h="7152" w="8076">
                  <a:moveTo>
                    <a:pt x="7561" y="0"/>
                  </a:moveTo>
                  <a:lnTo>
                    <a:pt x="0" y="6637"/>
                  </a:lnTo>
                  <a:lnTo>
                    <a:pt x="515" y="7152"/>
                  </a:lnTo>
                  <a:lnTo>
                    <a:pt x="8076" y="507"/>
                  </a:lnTo>
                  <a:lnTo>
                    <a:pt x="7561" y="0"/>
                  </a:lnTo>
                  <a:close/>
                </a:path>
              </a:pathLst>
            </a:custGeom>
            <a:solidFill>
              <a:srgbClr val="F1F0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4" name="Google Shape;2494;p55"/>
            <p:cNvSpPr/>
            <p:nvPr/>
          </p:nvSpPr>
          <p:spPr>
            <a:xfrm>
              <a:off x="6401775" y="7430925"/>
              <a:ext cx="25575" cy="22900"/>
            </a:xfrm>
            <a:custGeom>
              <a:rect b="b" l="l" r="r" t="t"/>
              <a:pathLst>
                <a:path extrusionOk="0" h="916" w="1023">
                  <a:moveTo>
                    <a:pt x="508" y="0"/>
                  </a:moveTo>
                  <a:lnTo>
                    <a:pt x="1" y="507"/>
                  </a:lnTo>
                  <a:lnTo>
                    <a:pt x="508" y="915"/>
                  </a:lnTo>
                  <a:lnTo>
                    <a:pt x="1023" y="507"/>
                  </a:lnTo>
                  <a:lnTo>
                    <a:pt x="508" y="0"/>
                  </a:lnTo>
                  <a:close/>
                </a:path>
              </a:pathLst>
            </a:custGeom>
            <a:solidFill>
              <a:srgbClr val="C1C0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95" name="Google Shape;2495;p55"/>
            <p:cNvGrpSpPr/>
            <p:nvPr/>
          </p:nvGrpSpPr>
          <p:grpSpPr>
            <a:xfrm>
              <a:off x="6361025" y="6858088"/>
              <a:ext cx="692325" cy="623250"/>
              <a:chOff x="6361025" y="6858088"/>
              <a:chExt cx="692325" cy="623250"/>
            </a:xfrm>
          </p:grpSpPr>
          <p:sp>
            <p:nvSpPr>
              <p:cNvPr id="2496" name="Google Shape;2496;p55"/>
              <p:cNvSpPr/>
              <p:nvPr/>
            </p:nvSpPr>
            <p:spPr>
              <a:xfrm>
                <a:off x="6361025" y="7011338"/>
                <a:ext cx="510875" cy="470000"/>
              </a:xfrm>
              <a:custGeom>
                <a:rect b="b" l="l" r="r" t="t"/>
                <a:pathLst>
                  <a:path extrusionOk="0" h="18800" w="20435">
                    <a:moveTo>
                      <a:pt x="15228" y="0"/>
                    </a:moveTo>
                    <a:lnTo>
                      <a:pt x="1946" y="11647"/>
                    </a:lnTo>
                    <a:lnTo>
                      <a:pt x="1129" y="15530"/>
                    </a:lnTo>
                    <a:lnTo>
                      <a:pt x="107" y="16445"/>
                    </a:lnTo>
                    <a:cubicBezTo>
                      <a:pt x="107" y="16445"/>
                      <a:pt x="1" y="17164"/>
                      <a:pt x="720" y="17982"/>
                    </a:cubicBezTo>
                    <a:cubicBezTo>
                      <a:pt x="1431" y="18799"/>
                      <a:pt x="2150" y="18799"/>
                      <a:pt x="2150" y="18799"/>
                    </a:cubicBezTo>
                    <a:lnTo>
                      <a:pt x="3172" y="17875"/>
                    </a:lnTo>
                    <a:lnTo>
                      <a:pt x="7152" y="17573"/>
                    </a:lnTo>
                    <a:lnTo>
                      <a:pt x="20434" y="5926"/>
                    </a:lnTo>
                    <a:lnTo>
                      <a:pt x="15228"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7" name="Google Shape;2497;p55"/>
              <p:cNvSpPr/>
              <p:nvPr/>
            </p:nvSpPr>
            <p:spPr>
              <a:xfrm>
                <a:off x="6795250" y="6896288"/>
                <a:ext cx="217225" cy="207025"/>
              </a:xfrm>
              <a:custGeom>
                <a:rect b="b" l="l" r="r" t="t"/>
                <a:pathLst>
                  <a:path extrusionOk="0" h="8281" w="8689">
                    <a:moveTo>
                      <a:pt x="6539" y="1"/>
                    </a:moveTo>
                    <a:lnTo>
                      <a:pt x="0" y="5828"/>
                    </a:lnTo>
                    <a:lnTo>
                      <a:pt x="2150" y="8280"/>
                    </a:lnTo>
                    <a:lnTo>
                      <a:pt x="8688" y="2453"/>
                    </a:lnTo>
                    <a:lnTo>
                      <a:pt x="6539" y="1"/>
                    </a:lnTo>
                    <a:close/>
                  </a:path>
                </a:pathLst>
              </a:custGeom>
              <a:solidFill>
                <a:srgbClr val="F1F0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8" name="Google Shape;2498;p55"/>
              <p:cNvSpPr/>
              <p:nvPr/>
            </p:nvSpPr>
            <p:spPr>
              <a:xfrm>
                <a:off x="6795250" y="7018888"/>
                <a:ext cx="79300" cy="84425"/>
              </a:xfrm>
              <a:custGeom>
                <a:rect b="b" l="l" r="r" t="t"/>
                <a:pathLst>
                  <a:path extrusionOk="0" h="3377" w="3172">
                    <a:moveTo>
                      <a:pt x="1022" y="1"/>
                    </a:moveTo>
                    <a:lnTo>
                      <a:pt x="0" y="924"/>
                    </a:lnTo>
                    <a:lnTo>
                      <a:pt x="2150" y="3376"/>
                    </a:lnTo>
                    <a:lnTo>
                      <a:pt x="3171" y="2453"/>
                    </a:lnTo>
                    <a:lnTo>
                      <a:pt x="1022" y="1"/>
                    </a:lnTo>
                    <a:close/>
                  </a:path>
                </a:pathLst>
              </a:custGeom>
              <a:solidFill>
                <a:srgbClr val="C2C2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9" name="Google Shape;2499;p55"/>
              <p:cNvSpPr/>
              <p:nvPr/>
            </p:nvSpPr>
            <p:spPr>
              <a:xfrm>
                <a:off x="6946050" y="6858088"/>
                <a:ext cx="107300" cy="114850"/>
              </a:xfrm>
              <a:custGeom>
                <a:rect b="b" l="l" r="r" t="t"/>
                <a:pathLst>
                  <a:path extrusionOk="0" h="4594" w="4292">
                    <a:moveTo>
                      <a:pt x="1120" y="0"/>
                    </a:moveTo>
                    <a:lnTo>
                      <a:pt x="0" y="1022"/>
                    </a:lnTo>
                    <a:lnTo>
                      <a:pt x="3163" y="4594"/>
                    </a:lnTo>
                    <a:lnTo>
                      <a:pt x="4291" y="3678"/>
                    </a:lnTo>
                    <a:lnTo>
                      <a:pt x="1120" y="0"/>
                    </a:lnTo>
                    <a:close/>
                  </a:path>
                </a:pathLst>
              </a:custGeom>
              <a:solidFill>
                <a:srgbClr val="FF78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0" name="Google Shape;2500;p55"/>
              <p:cNvSpPr/>
              <p:nvPr/>
            </p:nvSpPr>
            <p:spPr>
              <a:xfrm>
                <a:off x="6721275" y="6990888"/>
                <a:ext cx="176150" cy="189050"/>
              </a:xfrm>
              <a:custGeom>
                <a:rect b="b" l="l" r="r" t="t"/>
                <a:pathLst>
                  <a:path extrusionOk="0" h="7562" w="7046">
                    <a:moveTo>
                      <a:pt x="1733" y="1"/>
                    </a:moveTo>
                    <a:lnTo>
                      <a:pt x="0" y="1529"/>
                    </a:lnTo>
                    <a:lnTo>
                      <a:pt x="5313" y="7561"/>
                    </a:lnTo>
                    <a:lnTo>
                      <a:pt x="7046" y="6025"/>
                    </a:lnTo>
                    <a:lnTo>
                      <a:pt x="1733" y="1"/>
                    </a:lnTo>
                    <a:close/>
                  </a:path>
                </a:pathLst>
              </a:custGeom>
              <a:solidFill>
                <a:srgbClr val="FF78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1" name="Google Shape;2501;p55"/>
              <p:cNvSpPr/>
              <p:nvPr/>
            </p:nvSpPr>
            <p:spPr>
              <a:xfrm>
                <a:off x="6739050" y="7149263"/>
                <a:ext cx="69100" cy="74000"/>
              </a:xfrm>
              <a:custGeom>
                <a:rect b="b" l="l" r="r" t="t"/>
                <a:pathLst>
                  <a:path extrusionOk="0" h="2960" w="2764">
                    <a:moveTo>
                      <a:pt x="409" y="0"/>
                    </a:moveTo>
                    <a:lnTo>
                      <a:pt x="0" y="303"/>
                    </a:lnTo>
                    <a:lnTo>
                      <a:pt x="2354" y="2959"/>
                    </a:lnTo>
                    <a:lnTo>
                      <a:pt x="2763" y="2657"/>
                    </a:lnTo>
                    <a:lnTo>
                      <a:pt x="409" y="0"/>
                    </a:lnTo>
                    <a:close/>
                  </a:path>
                </a:pathLst>
              </a:custGeom>
              <a:solidFill>
                <a:srgbClr val="C2C2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2" name="Google Shape;2502;p55"/>
              <p:cNvSpPr/>
              <p:nvPr/>
            </p:nvSpPr>
            <p:spPr>
              <a:xfrm>
                <a:off x="6690625" y="7192588"/>
                <a:ext cx="66425" cy="74200"/>
              </a:xfrm>
              <a:custGeom>
                <a:rect b="b" l="l" r="r" t="t"/>
                <a:pathLst>
                  <a:path extrusionOk="0" h="2968" w="2657">
                    <a:moveTo>
                      <a:pt x="409" y="0"/>
                    </a:moveTo>
                    <a:lnTo>
                      <a:pt x="0" y="311"/>
                    </a:lnTo>
                    <a:lnTo>
                      <a:pt x="2346" y="2967"/>
                    </a:lnTo>
                    <a:lnTo>
                      <a:pt x="2657" y="2656"/>
                    </a:lnTo>
                    <a:lnTo>
                      <a:pt x="409" y="0"/>
                    </a:lnTo>
                    <a:close/>
                  </a:path>
                </a:pathLst>
              </a:custGeom>
              <a:solidFill>
                <a:srgbClr val="C2C2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3" name="Google Shape;2503;p55"/>
              <p:cNvSpPr/>
              <p:nvPr/>
            </p:nvSpPr>
            <p:spPr>
              <a:xfrm>
                <a:off x="6642000" y="7236113"/>
                <a:ext cx="66425" cy="73975"/>
              </a:xfrm>
              <a:custGeom>
                <a:rect b="b" l="l" r="r" t="t"/>
                <a:pathLst>
                  <a:path extrusionOk="0" h="2959" w="2657">
                    <a:moveTo>
                      <a:pt x="409" y="0"/>
                    </a:moveTo>
                    <a:lnTo>
                      <a:pt x="0" y="302"/>
                    </a:lnTo>
                    <a:lnTo>
                      <a:pt x="2248" y="2959"/>
                    </a:lnTo>
                    <a:lnTo>
                      <a:pt x="2656" y="2656"/>
                    </a:lnTo>
                    <a:lnTo>
                      <a:pt x="409" y="0"/>
                    </a:lnTo>
                    <a:close/>
                  </a:path>
                </a:pathLst>
              </a:custGeom>
              <a:solidFill>
                <a:srgbClr val="C2C2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4" name="Google Shape;2504;p55"/>
              <p:cNvSpPr/>
              <p:nvPr/>
            </p:nvSpPr>
            <p:spPr>
              <a:xfrm>
                <a:off x="6384125" y="7207913"/>
                <a:ext cx="268100" cy="252975"/>
              </a:xfrm>
              <a:custGeom>
                <a:rect b="b" l="l" r="r" t="t"/>
                <a:pathLst>
                  <a:path extrusionOk="0" h="10119" w="10724">
                    <a:moveTo>
                      <a:pt x="6539" y="0"/>
                    </a:moveTo>
                    <a:lnTo>
                      <a:pt x="2142" y="3882"/>
                    </a:lnTo>
                    <a:lnTo>
                      <a:pt x="1226" y="7765"/>
                    </a:lnTo>
                    <a:lnTo>
                      <a:pt x="0" y="8688"/>
                    </a:lnTo>
                    <a:cubicBezTo>
                      <a:pt x="0" y="8688"/>
                      <a:pt x="0" y="9195"/>
                      <a:pt x="409" y="9604"/>
                    </a:cubicBezTo>
                    <a:cubicBezTo>
                      <a:pt x="818" y="10119"/>
                      <a:pt x="1226" y="10119"/>
                      <a:pt x="1226" y="10119"/>
                    </a:cubicBezTo>
                    <a:lnTo>
                      <a:pt x="2346" y="8991"/>
                    </a:lnTo>
                    <a:lnTo>
                      <a:pt x="6228" y="8688"/>
                    </a:lnTo>
                    <a:lnTo>
                      <a:pt x="10724" y="4700"/>
                    </a:lnTo>
                    <a:lnTo>
                      <a:pt x="6539" y="0"/>
                    </a:ln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5" name="Google Shape;2505;p55"/>
              <p:cNvSpPr/>
              <p:nvPr/>
            </p:nvSpPr>
            <p:spPr>
              <a:xfrm>
                <a:off x="6384125" y="7312738"/>
                <a:ext cx="268100" cy="148150"/>
              </a:xfrm>
              <a:custGeom>
                <a:rect b="b" l="l" r="r" t="t"/>
                <a:pathLst>
                  <a:path extrusionOk="0" h="5926" w="10724">
                    <a:moveTo>
                      <a:pt x="10217" y="0"/>
                    </a:moveTo>
                    <a:lnTo>
                      <a:pt x="6228" y="3572"/>
                    </a:lnTo>
                    <a:lnTo>
                      <a:pt x="2346" y="3882"/>
                    </a:lnTo>
                    <a:lnTo>
                      <a:pt x="1226" y="5002"/>
                    </a:lnTo>
                    <a:cubicBezTo>
                      <a:pt x="1226" y="5002"/>
                      <a:pt x="818" y="5002"/>
                      <a:pt x="409" y="4495"/>
                    </a:cubicBezTo>
                    <a:cubicBezTo>
                      <a:pt x="303" y="4495"/>
                      <a:pt x="303" y="4389"/>
                      <a:pt x="205" y="4389"/>
                    </a:cubicBezTo>
                    <a:lnTo>
                      <a:pt x="0" y="4495"/>
                    </a:lnTo>
                    <a:cubicBezTo>
                      <a:pt x="0" y="4495"/>
                      <a:pt x="0" y="5002"/>
                      <a:pt x="409" y="5411"/>
                    </a:cubicBezTo>
                    <a:cubicBezTo>
                      <a:pt x="818" y="5926"/>
                      <a:pt x="1226" y="5926"/>
                      <a:pt x="1226" y="5926"/>
                    </a:cubicBezTo>
                    <a:lnTo>
                      <a:pt x="2346" y="4798"/>
                    </a:lnTo>
                    <a:lnTo>
                      <a:pt x="6228" y="4495"/>
                    </a:lnTo>
                    <a:lnTo>
                      <a:pt x="10724" y="507"/>
                    </a:lnTo>
                    <a:lnTo>
                      <a:pt x="10217" y="0"/>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506" name="Google Shape;2506;p55"/>
          <p:cNvSpPr/>
          <p:nvPr/>
        </p:nvSpPr>
        <p:spPr>
          <a:xfrm flipH="1">
            <a:off x="1460188" y="643424"/>
            <a:ext cx="261014" cy="257301"/>
          </a:xfrm>
          <a:custGeom>
            <a:rect b="b" l="l" r="r" t="t"/>
            <a:pathLst>
              <a:path extrusionOk="0" h="3971" w="4028">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7" name="Google Shape;2507;p55"/>
          <p:cNvSpPr/>
          <p:nvPr/>
        </p:nvSpPr>
        <p:spPr>
          <a:xfrm flipH="1">
            <a:off x="1530690" y="357743"/>
            <a:ext cx="60199" cy="60130"/>
          </a:xfrm>
          <a:custGeom>
            <a:rect b="b" l="l" r="r" t="t"/>
            <a:pathLst>
              <a:path extrusionOk="0" h="928" w="929">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8" name="Google Shape;2508;p55"/>
          <p:cNvSpPr/>
          <p:nvPr/>
        </p:nvSpPr>
        <p:spPr>
          <a:xfrm flipH="1">
            <a:off x="1372189" y="1292152"/>
            <a:ext cx="59875" cy="59871"/>
          </a:xfrm>
          <a:custGeom>
            <a:rect b="b" l="l" r="r" t="t"/>
            <a:pathLst>
              <a:path extrusionOk="0" h="924" w="924">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9" name="Google Shape;2509;p55"/>
          <p:cNvSpPr/>
          <p:nvPr/>
        </p:nvSpPr>
        <p:spPr>
          <a:xfrm flipH="1">
            <a:off x="1131937" y="692519"/>
            <a:ext cx="60134" cy="60130"/>
          </a:xfrm>
          <a:custGeom>
            <a:rect b="b" l="l" r="r" t="t"/>
            <a:pathLst>
              <a:path extrusionOk="0" h="928" w="928">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0" name="Google Shape;2510;p55"/>
          <p:cNvSpPr/>
          <p:nvPr/>
        </p:nvSpPr>
        <p:spPr>
          <a:xfrm>
            <a:off x="8540889" y="875441"/>
            <a:ext cx="257321" cy="257560"/>
          </a:xfrm>
          <a:custGeom>
            <a:rect b="b" l="l" r="r" t="t"/>
            <a:pathLst>
              <a:path extrusionOk="0" h="3975" w="3971">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1" name="Google Shape;2511;p55"/>
          <p:cNvSpPr/>
          <p:nvPr/>
        </p:nvSpPr>
        <p:spPr>
          <a:xfrm>
            <a:off x="7176201" y="85720"/>
            <a:ext cx="243518" cy="243435"/>
          </a:xfrm>
          <a:custGeom>
            <a:rect b="b" l="l" r="r" t="t"/>
            <a:pathLst>
              <a:path extrusionOk="0" h="3757" w="3758">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2" name="Google Shape;2512;p55"/>
          <p:cNvSpPr/>
          <p:nvPr/>
        </p:nvSpPr>
        <p:spPr>
          <a:xfrm>
            <a:off x="8910962" y="1298488"/>
            <a:ext cx="56441" cy="60195"/>
          </a:xfrm>
          <a:custGeom>
            <a:rect b="b" l="l" r="r" t="t"/>
            <a:pathLst>
              <a:path extrusionOk="0" h="929" w="871">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3" name="Google Shape;2513;p55"/>
          <p:cNvSpPr/>
          <p:nvPr/>
        </p:nvSpPr>
        <p:spPr>
          <a:xfrm>
            <a:off x="8449197" y="600451"/>
            <a:ext cx="56506" cy="60130"/>
          </a:xfrm>
          <a:custGeom>
            <a:rect b="b" l="l" r="r" t="t"/>
            <a:pathLst>
              <a:path extrusionOk="0" h="928" w="872">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4" name="Google Shape;2514;p55"/>
          <p:cNvSpPr/>
          <p:nvPr/>
        </p:nvSpPr>
        <p:spPr>
          <a:xfrm>
            <a:off x="8350507" y="184402"/>
            <a:ext cx="56441" cy="56501"/>
          </a:xfrm>
          <a:custGeom>
            <a:rect b="b" l="l" r="r" t="t"/>
            <a:pathLst>
              <a:path extrusionOk="0" h="872" w="871">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5" name="Google Shape;2515;p55"/>
          <p:cNvSpPr/>
          <p:nvPr/>
        </p:nvSpPr>
        <p:spPr>
          <a:xfrm>
            <a:off x="6696681" y="293841"/>
            <a:ext cx="60199" cy="59871"/>
          </a:xfrm>
          <a:custGeom>
            <a:rect b="b" l="l" r="r" t="t"/>
            <a:pathLst>
              <a:path extrusionOk="0" h="924" w="929">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6" name="Google Shape;2516;p55"/>
          <p:cNvSpPr/>
          <p:nvPr/>
        </p:nvSpPr>
        <p:spPr>
          <a:xfrm flipH="1">
            <a:off x="236474" y="4645166"/>
            <a:ext cx="257321" cy="257560"/>
          </a:xfrm>
          <a:custGeom>
            <a:rect b="b" l="l" r="r" t="t"/>
            <a:pathLst>
              <a:path extrusionOk="0" h="3975" w="3971">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7" name="Google Shape;2517;p55"/>
          <p:cNvSpPr/>
          <p:nvPr/>
        </p:nvSpPr>
        <p:spPr>
          <a:xfrm flipH="1">
            <a:off x="1614964" y="3855445"/>
            <a:ext cx="243518" cy="243435"/>
          </a:xfrm>
          <a:custGeom>
            <a:rect b="b" l="l" r="r" t="t"/>
            <a:pathLst>
              <a:path extrusionOk="0" h="3757" w="3758">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8" name="Google Shape;2518;p55"/>
          <p:cNvSpPr/>
          <p:nvPr/>
        </p:nvSpPr>
        <p:spPr>
          <a:xfrm flipH="1">
            <a:off x="67281" y="5068213"/>
            <a:ext cx="56441" cy="60195"/>
          </a:xfrm>
          <a:custGeom>
            <a:rect b="b" l="l" r="r" t="t"/>
            <a:pathLst>
              <a:path extrusionOk="0" h="929" w="871">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9" name="Google Shape;2519;p55"/>
          <p:cNvSpPr/>
          <p:nvPr/>
        </p:nvSpPr>
        <p:spPr>
          <a:xfrm flipH="1">
            <a:off x="528981" y="4370176"/>
            <a:ext cx="56506" cy="60130"/>
          </a:xfrm>
          <a:custGeom>
            <a:rect b="b" l="l" r="r" t="t"/>
            <a:pathLst>
              <a:path extrusionOk="0" h="928" w="872">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0" name="Google Shape;2520;p55"/>
          <p:cNvSpPr/>
          <p:nvPr/>
        </p:nvSpPr>
        <p:spPr>
          <a:xfrm flipH="1">
            <a:off x="627736" y="3954127"/>
            <a:ext cx="56441" cy="56501"/>
          </a:xfrm>
          <a:custGeom>
            <a:rect b="b" l="l" r="r" t="t"/>
            <a:pathLst>
              <a:path extrusionOk="0" h="872" w="871">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1" name="Google Shape;2521;p55"/>
          <p:cNvSpPr/>
          <p:nvPr/>
        </p:nvSpPr>
        <p:spPr>
          <a:xfrm flipH="1">
            <a:off x="2277803" y="4063566"/>
            <a:ext cx="60199" cy="59871"/>
          </a:xfrm>
          <a:custGeom>
            <a:rect b="b" l="l" r="r" t="t"/>
            <a:pathLst>
              <a:path extrusionOk="0" h="924" w="929">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2" name="Google Shape;2522;p55"/>
          <p:cNvSpPr/>
          <p:nvPr/>
        </p:nvSpPr>
        <p:spPr>
          <a:xfrm>
            <a:off x="6520050" y="3186075"/>
            <a:ext cx="2623950" cy="1957425"/>
          </a:xfrm>
          <a:custGeom>
            <a:rect b="b" l="l" r="r" t="t"/>
            <a:pathLst>
              <a:path extrusionOk="0" h="78297" w="104958">
                <a:moveTo>
                  <a:pt x="104958" y="1"/>
                </a:moveTo>
                <a:cubicBezTo>
                  <a:pt x="104958" y="1"/>
                  <a:pt x="64314" y="12023"/>
                  <a:pt x="60558" y="37706"/>
                </a:cubicBezTo>
                <a:cubicBezTo>
                  <a:pt x="58414" y="52416"/>
                  <a:pt x="47851" y="54938"/>
                  <a:pt x="40487" y="54938"/>
                </a:cubicBezTo>
                <a:cubicBezTo>
                  <a:pt x="38699" y="54938"/>
                  <a:pt x="37100" y="54789"/>
                  <a:pt x="35855" y="54630"/>
                </a:cubicBezTo>
                <a:cubicBezTo>
                  <a:pt x="34728" y="54476"/>
                  <a:pt x="33609" y="54400"/>
                  <a:pt x="32504" y="54400"/>
                </a:cubicBezTo>
                <a:cubicBezTo>
                  <a:pt x="24597" y="54400"/>
                  <a:pt x="17364" y="58288"/>
                  <a:pt x="12349" y="65403"/>
                </a:cubicBezTo>
                <a:cubicBezTo>
                  <a:pt x="6638" y="73509"/>
                  <a:pt x="4623" y="75250"/>
                  <a:pt x="0" y="78297"/>
                </a:cubicBezTo>
                <a:lnTo>
                  <a:pt x="104958" y="78297"/>
                </a:lnTo>
                <a:lnTo>
                  <a:pt x="104958"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3" name="Google Shape;2523;p55"/>
          <p:cNvSpPr/>
          <p:nvPr/>
        </p:nvSpPr>
        <p:spPr>
          <a:xfrm>
            <a:off x="7792737" y="3471749"/>
            <a:ext cx="261014" cy="257301"/>
          </a:xfrm>
          <a:custGeom>
            <a:rect b="b" l="l" r="r" t="t"/>
            <a:pathLst>
              <a:path extrusionOk="0" h="3971" w="4028">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4" name="Google Shape;2524;p55"/>
          <p:cNvSpPr/>
          <p:nvPr/>
        </p:nvSpPr>
        <p:spPr>
          <a:xfrm>
            <a:off x="7923050" y="3186068"/>
            <a:ext cx="60199" cy="60130"/>
          </a:xfrm>
          <a:custGeom>
            <a:rect b="b" l="l" r="r" t="t"/>
            <a:pathLst>
              <a:path extrusionOk="0" h="928" w="929">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5" name="Google Shape;2525;p55"/>
          <p:cNvSpPr/>
          <p:nvPr/>
        </p:nvSpPr>
        <p:spPr>
          <a:xfrm>
            <a:off x="8081875" y="4120477"/>
            <a:ext cx="59875" cy="59871"/>
          </a:xfrm>
          <a:custGeom>
            <a:rect b="b" l="l" r="r" t="t"/>
            <a:pathLst>
              <a:path extrusionOk="0" h="924" w="924">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6" name="Google Shape;2526;p55"/>
          <p:cNvSpPr/>
          <p:nvPr/>
        </p:nvSpPr>
        <p:spPr>
          <a:xfrm>
            <a:off x="8321868" y="3520844"/>
            <a:ext cx="60134" cy="60130"/>
          </a:xfrm>
          <a:custGeom>
            <a:rect b="b" l="l" r="r" t="t"/>
            <a:pathLst>
              <a:path extrusionOk="0" h="928" w="928">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27" name="Google Shape;2527;p55"/>
          <p:cNvGrpSpPr/>
          <p:nvPr/>
        </p:nvGrpSpPr>
        <p:grpSpPr>
          <a:xfrm flipH="1">
            <a:off x="7339075" y="4119838"/>
            <a:ext cx="985925" cy="744150"/>
            <a:chOff x="1666700" y="5967688"/>
            <a:chExt cx="985925" cy="744150"/>
          </a:xfrm>
        </p:grpSpPr>
        <p:sp>
          <p:nvSpPr>
            <p:cNvPr id="2528" name="Google Shape;2528;p55"/>
            <p:cNvSpPr/>
            <p:nvPr/>
          </p:nvSpPr>
          <p:spPr>
            <a:xfrm>
              <a:off x="1666700" y="5967688"/>
              <a:ext cx="985925" cy="744150"/>
            </a:xfrm>
            <a:custGeom>
              <a:rect b="b" l="l" r="r" t="t"/>
              <a:pathLst>
                <a:path extrusionOk="0" h="29766" w="39437">
                  <a:moveTo>
                    <a:pt x="31419" y="0"/>
                  </a:moveTo>
                  <a:cubicBezTo>
                    <a:pt x="30988" y="0"/>
                    <a:pt x="30551" y="105"/>
                    <a:pt x="30144" y="326"/>
                  </a:cubicBezTo>
                  <a:lnTo>
                    <a:pt x="1839" y="15340"/>
                  </a:lnTo>
                  <a:cubicBezTo>
                    <a:pt x="515" y="16060"/>
                    <a:pt x="0" y="17694"/>
                    <a:pt x="720" y="19018"/>
                  </a:cubicBezTo>
                  <a:lnTo>
                    <a:pt x="5624" y="28320"/>
                  </a:lnTo>
                  <a:cubicBezTo>
                    <a:pt x="6116" y="29236"/>
                    <a:pt x="7051" y="29765"/>
                    <a:pt x="8022" y="29765"/>
                  </a:cubicBezTo>
                  <a:cubicBezTo>
                    <a:pt x="8453" y="29765"/>
                    <a:pt x="8892" y="29661"/>
                    <a:pt x="9302" y="29440"/>
                  </a:cubicBezTo>
                  <a:lnTo>
                    <a:pt x="37598" y="14523"/>
                  </a:lnTo>
                  <a:cubicBezTo>
                    <a:pt x="38930" y="13812"/>
                    <a:pt x="39437" y="12177"/>
                    <a:pt x="38726" y="10845"/>
                  </a:cubicBezTo>
                  <a:lnTo>
                    <a:pt x="33822" y="1446"/>
                  </a:lnTo>
                  <a:cubicBezTo>
                    <a:pt x="33324" y="529"/>
                    <a:pt x="32387" y="0"/>
                    <a:pt x="31419" y="0"/>
                  </a:cubicBezTo>
                  <a:close/>
                </a:path>
              </a:pathLst>
            </a:custGeom>
            <a:solidFill>
              <a:srgbClr val="F1F0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9" name="Google Shape;2529;p55"/>
            <p:cNvSpPr/>
            <p:nvPr/>
          </p:nvSpPr>
          <p:spPr>
            <a:xfrm>
              <a:off x="1758650" y="6363863"/>
              <a:ext cx="130375" cy="130375"/>
            </a:xfrm>
            <a:custGeom>
              <a:rect b="b" l="l" r="r" t="t"/>
              <a:pathLst>
                <a:path extrusionOk="0" h="5215" w="5215">
                  <a:moveTo>
                    <a:pt x="2555" y="0"/>
                  </a:moveTo>
                  <a:cubicBezTo>
                    <a:pt x="1305" y="0"/>
                    <a:pt x="194" y="901"/>
                    <a:pt x="0" y="2256"/>
                  </a:cubicBezTo>
                  <a:lnTo>
                    <a:pt x="0" y="2354"/>
                  </a:lnTo>
                  <a:lnTo>
                    <a:pt x="0" y="2460"/>
                  </a:lnTo>
                  <a:lnTo>
                    <a:pt x="0" y="2558"/>
                  </a:lnTo>
                  <a:lnTo>
                    <a:pt x="0" y="2665"/>
                  </a:lnTo>
                  <a:lnTo>
                    <a:pt x="0" y="2763"/>
                  </a:lnTo>
                  <a:cubicBezTo>
                    <a:pt x="0" y="2967"/>
                    <a:pt x="0" y="3171"/>
                    <a:pt x="107" y="3376"/>
                  </a:cubicBezTo>
                  <a:cubicBezTo>
                    <a:pt x="107" y="3482"/>
                    <a:pt x="107" y="3580"/>
                    <a:pt x="205" y="3580"/>
                  </a:cubicBezTo>
                  <a:lnTo>
                    <a:pt x="205" y="3686"/>
                  </a:lnTo>
                  <a:cubicBezTo>
                    <a:pt x="205" y="3686"/>
                    <a:pt x="205" y="3784"/>
                    <a:pt x="311" y="3784"/>
                  </a:cubicBezTo>
                  <a:lnTo>
                    <a:pt x="311" y="3891"/>
                  </a:lnTo>
                  <a:cubicBezTo>
                    <a:pt x="311" y="3989"/>
                    <a:pt x="409" y="3989"/>
                    <a:pt x="409" y="4095"/>
                  </a:cubicBezTo>
                  <a:cubicBezTo>
                    <a:pt x="409" y="4193"/>
                    <a:pt x="515" y="4193"/>
                    <a:pt x="515" y="4299"/>
                  </a:cubicBezTo>
                  <a:lnTo>
                    <a:pt x="613" y="4299"/>
                  </a:lnTo>
                  <a:cubicBezTo>
                    <a:pt x="613" y="4397"/>
                    <a:pt x="613" y="4397"/>
                    <a:pt x="720" y="4397"/>
                  </a:cubicBezTo>
                  <a:lnTo>
                    <a:pt x="720" y="4504"/>
                  </a:lnTo>
                  <a:cubicBezTo>
                    <a:pt x="818" y="4504"/>
                    <a:pt x="818" y="4602"/>
                    <a:pt x="924" y="4602"/>
                  </a:cubicBezTo>
                  <a:lnTo>
                    <a:pt x="1128" y="4806"/>
                  </a:lnTo>
                  <a:cubicBezTo>
                    <a:pt x="1226" y="4806"/>
                    <a:pt x="1226" y="4912"/>
                    <a:pt x="1333" y="4912"/>
                  </a:cubicBezTo>
                  <a:cubicBezTo>
                    <a:pt x="1431" y="4912"/>
                    <a:pt x="1537" y="5010"/>
                    <a:pt x="1537" y="5010"/>
                  </a:cubicBezTo>
                  <a:cubicBezTo>
                    <a:pt x="1635" y="5010"/>
                    <a:pt x="1741" y="5117"/>
                    <a:pt x="1741" y="5117"/>
                  </a:cubicBezTo>
                  <a:lnTo>
                    <a:pt x="2044" y="5117"/>
                  </a:lnTo>
                  <a:lnTo>
                    <a:pt x="2044" y="5215"/>
                  </a:lnTo>
                  <a:lnTo>
                    <a:pt x="2354" y="5215"/>
                  </a:lnTo>
                  <a:cubicBezTo>
                    <a:pt x="2763" y="5215"/>
                    <a:pt x="3172" y="5215"/>
                    <a:pt x="3580" y="5010"/>
                  </a:cubicBezTo>
                  <a:cubicBezTo>
                    <a:pt x="3678" y="5010"/>
                    <a:pt x="3785" y="4912"/>
                    <a:pt x="3785" y="4912"/>
                  </a:cubicBezTo>
                  <a:cubicBezTo>
                    <a:pt x="3883" y="4912"/>
                    <a:pt x="3989" y="4806"/>
                    <a:pt x="3989" y="4806"/>
                  </a:cubicBezTo>
                  <a:cubicBezTo>
                    <a:pt x="4087" y="4708"/>
                    <a:pt x="4193" y="4708"/>
                    <a:pt x="4193" y="4602"/>
                  </a:cubicBezTo>
                  <a:cubicBezTo>
                    <a:pt x="4398" y="4504"/>
                    <a:pt x="4496" y="4397"/>
                    <a:pt x="4602" y="4299"/>
                  </a:cubicBezTo>
                  <a:cubicBezTo>
                    <a:pt x="4806" y="3989"/>
                    <a:pt x="5011" y="3580"/>
                    <a:pt x="5109" y="3171"/>
                  </a:cubicBezTo>
                  <a:lnTo>
                    <a:pt x="5109" y="3073"/>
                  </a:lnTo>
                  <a:lnTo>
                    <a:pt x="5109" y="2967"/>
                  </a:lnTo>
                  <a:lnTo>
                    <a:pt x="5109" y="2869"/>
                  </a:lnTo>
                  <a:cubicBezTo>
                    <a:pt x="5215" y="2763"/>
                    <a:pt x="5215" y="2763"/>
                    <a:pt x="5215" y="2665"/>
                  </a:cubicBezTo>
                  <a:lnTo>
                    <a:pt x="5215" y="2558"/>
                  </a:lnTo>
                  <a:cubicBezTo>
                    <a:pt x="5215" y="2460"/>
                    <a:pt x="5215" y="2460"/>
                    <a:pt x="5109" y="2354"/>
                  </a:cubicBezTo>
                  <a:lnTo>
                    <a:pt x="5109" y="2256"/>
                  </a:lnTo>
                  <a:lnTo>
                    <a:pt x="5109" y="2150"/>
                  </a:lnTo>
                  <a:lnTo>
                    <a:pt x="5109" y="2052"/>
                  </a:lnTo>
                  <a:cubicBezTo>
                    <a:pt x="5109" y="1945"/>
                    <a:pt x="5109" y="1945"/>
                    <a:pt x="5011" y="1847"/>
                  </a:cubicBezTo>
                  <a:lnTo>
                    <a:pt x="5011" y="1741"/>
                  </a:lnTo>
                  <a:lnTo>
                    <a:pt x="5011" y="1643"/>
                  </a:lnTo>
                  <a:lnTo>
                    <a:pt x="4904" y="1537"/>
                  </a:lnTo>
                  <a:lnTo>
                    <a:pt x="4904" y="1439"/>
                  </a:lnTo>
                  <a:lnTo>
                    <a:pt x="4806" y="1332"/>
                  </a:lnTo>
                  <a:cubicBezTo>
                    <a:pt x="4398" y="621"/>
                    <a:pt x="3678" y="106"/>
                    <a:pt x="2763" y="8"/>
                  </a:cubicBezTo>
                  <a:cubicBezTo>
                    <a:pt x="2693" y="3"/>
                    <a:pt x="2624" y="0"/>
                    <a:pt x="2555"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0" name="Google Shape;2530;p55"/>
            <p:cNvSpPr/>
            <p:nvPr/>
          </p:nvSpPr>
          <p:spPr>
            <a:xfrm>
              <a:off x="1735750" y="6361013"/>
              <a:ext cx="148175" cy="131150"/>
            </a:xfrm>
            <a:custGeom>
              <a:rect b="b" l="l" r="r" t="t"/>
              <a:pathLst>
                <a:path extrusionOk="0" h="5246" w="5927">
                  <a:moveTo>
                    <a:pt x="2940" y="1"/>
                  </a:moveTo>
                  <a:cubicBezTo>
                    <a:pt x="2527" y="1"/>
                    <a:pt x="2111" y="105"/>
                    <a:pt x="1734" y="327"/>
                  </a:cubicBezTo>
                  <a:cubicBezTo>
                    <a:pt x="410" y="940"/>
                    <a:pt x="1" y="2574"/>
                    <a:pt x="614" y="3800"/>
                  </a:cubicBezTo>
                  <a:cubicBezTo>
                    <a:pt x="1106" y="4717"/>
                    <a:pt x="1994" y="5246"/>
                    <a:pt x="2901" y="5246"/>
                  </a:cubicBezTo>
                  <a:cubicBezTo>
                    <a:pt x="3304" y="5246"/>
                    <a:pt x="3710" y="5141"/>
                    <a:pt x="4088" y="4920"/>
                  </a:cubicBezTo>
                  <a:cubicBezTo>
                    <a:pt x="5412" y="4307"/>
                    <a:pt x="5927" y="2672"/>
                    <a:pt x="5207" y="1446"/>
                  </a:cubicBezTo>
                  <a:cubicBezTo>
                    <a:pt x="4783" y="530"/>
                    <a:pt x="3869" y="1"/>
                    <a:pt x="2940" y="1"/>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1" name="Google Shape;2531;p55"/>
            <p:cNvSpPr/>
            <p:nvPr/>
          </p:nvSpPr>
          <p:spPr>
            <a:xfrm>
              <a:off x="1766400" y="6369163"/>
              <a:ext cx="117525" cy="122175"/>
            </a:xfrm>
            <a:custGeom>
              <a:rect b="b" l="l" r="r" t="t"/>
              <a:pathLst>
                <a:path extrusionOk="0" h="4887" w="4701">
                  <a:moveTo>
                    <a:pt x="2862" y="1"/>
                  </a:moveTo>
                  <a:lnTo>
                    <a:pt x="2862" y="1"/>
                  </a:lnTo>
                  <a:cubicBezTo>
                    <a:pt x="3164" y="205"/>
                    <a:pt x="3368" y="409"/>
                    <a:pt x="3573" y="818"/>
                  </a:cubicBezTo>
                  <a:cubicBezTo>
                    <a:pt x="4186" y="2044"/>
                    <a:pt x="3679" y="3572"/>
                    <a:pt x="2453" y="4292"/>
                  </a:cubicBezTo>
                  <a:cubicBezTo>
                    <a:pt x="2044" y="4496"/>
                    <a:pt x="1636" y="4598"/>
                    <a:pt x="1227" y="4598"/>
                  </a:cubicBezTo>
                  <a:cubicBezTo>
                    <a:pt x="818" y="4598"/>
                    <a:pt x="410" y="4496"/>
                    <a:pt x="1" y="4292"/>
                  </a:cubicBezTo>
                  <a:lnTo>
                    <a:pt x="1" y="4292"/>
                  </a:lnTo>
                  <a:cubicBezTo>
                    <a:pt x="499" y="4665"/>
                    <a:pt x="1109" y="4887"/>
                    <a:pt x="1718" y="4887"/>
                  </a:cubicBezTo>
                  <a:cubicBezTo>
                    <a:pt x="2109" y="4887"/>
                    <a:pt x="2501" y="4795"/>
                    <a:pt x="2862" y="4594"/>
                  </a:cubicBezTo>
                  <a:cubicBezTo>
                    <a:pt x="4186" y="3981"/>
                    <a:pt x="4701" y="2346"/>
                    <a:pt x="3981" y="1120"/>
                  </a:cubicBezTo>
                  <a:cubicBezTo>
                    <a:pt x="3777" y="614"/>
                    <a:pt x="3368" y="205"/>
                    <a:pt x="2862" y="1"/>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2" name="Google Shape;2532;p55"/>
            <p:cNvSpPr/>
            <p:nvPr/>
          </p:nvSpPr>
          <p:spPr>
            <a:xfrm>
              <a:off x="1751075" y="6397163"/>
              <a:ext cx="119975" cy="66425"/>
            </a:xfrm>
            <a:custGeom>
              <a:rect b="b" l="l" r="r" t="t"/>
              <a:pathLst>
                <a:path extrusionOk="0" h="2657" w="4799">
                  <a:moveTo>
                    <a:pt x="4594" y="0"/>
                  </a:moveTo>
                  <a:lnTo>
                    <a:pt x="1" y="2354"/>
                  </a:lnTo>
                  <a:cubicBezTo>
                    <a:pt x="1" y="2354"/>
                    <a:pt x="1" y="2452"/>
                    <a:pt x="99" y="2452"/>
                  </a:cubicBezTo>
                  <a:cubicBezTo>
                    <a:pt x="99" y="2559"/>
                    <a:pt x="99" y="2559"/>
                    <a:pt x="205" y="2657"/>
                  </a:cubicBezTo>
                  <a:lnTo>
                    <a:pt x="4799" y="311"/>
                  </a:lnTo>
                  <a:cubicBezTo>
                    <a:pt x="4701" y="205"/>
                    <a:pt x="4701" y="107"/>
                    <a:pt x="4701" y="107"/>
                  </a:cubicBezTo>
                  <a:cubicBezTo>
                    <a:pt x="4701" y="0"/>
                    <a:pt x="4594" y="0"/>
                    <a:pt x="4594"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3" name="Google Shape;2533;p55"/>
            <p:cNvSpPr/>
            <p:nvPr/>
          </p:nvSpPr>
          <p:spPr>
            <a:xfrm>
              <a:off x="1748425" y="6392063"/>
              <a:ext cx="120175" cy="69075"/>
            </a:xfrm>
            <a:custGeom>
              <a:rect b="b" l="l" r="r" t="t"/>
              <a:pathLst>
                <a:path extrusionOk="0" h="2763" w="4807">
                  <a:moveTo>
                    <a:pt x="4602" y="0"/>
                  </a:moveTo>
                  <a:lnTo>
                    <a:pt x="1" y="2452"/>
                  </a:lnTo>
                  <a:cubicBezTo>
                    <a:pt x="107" y="2452"/>
                    <a:pt x="107" y="2558"/>
                    <a:pt x="107" y="2558"/>
                  </a:cubicBezTo>
                  <a:cubicBezTo>
                    <a:pt x="107" y="2656"/>
                    <a:pt x="205" y="2656"/>
                    <a:pt x="205" y="2763"/>
                  </a:cubicBezTo>
                  <a:lnTo>
                    <a:pt x="4807" y="311"/>
                  </a:lnTo>
                  <a:cubicBezTo>
                    <a:pt x="4807" y="311"/>
                    <a:pt x="4807" y="204"/>
                    <a:pt x="4700" y="204"/>
                  </a:cubicBezTo>
                  <a:cubicBezTo>
                    <a:pt x="4700" y="106"/>
                    <a:pt x="4700" y="106"/>
                    <a:pt x="4602" y="0"/>
                  </a:cubicBez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4" name="Google Shape;2534;p55"/>
            <p:cNvSpPr/>
            <p:nvPr/>
          </p:nvSpPr>
          <p:spPr>
            <a:xfrm>
              <a:off x="1911900" y="6282113"/>
              <a:ext cx="130375" cy="130400"/>
            </a:xfrm>
            <a:custGeom>
              <a:rect b="b" l="l" r="r" t="t"/>
              <a:pathLst>
                <a:path extrusionOk="0" h="5216" w="5215">
                  <a:moveTo>
                    <a:pt x="2654" y="1"/>
                  </a:moveTo>
                  <a:cubicBezTo>
                    <a:pt x="1412" y="1"/>
                    <a:pt x="300" y="901"/>
                    <a:pt x="107" y="2257"/>
                  </a:cubicBezTo>
                  <a:lnTo>
                    <a:pt x="107" y="2150"/>
                  </a:lnTo>
                  <a:cubicBezTo>
                    <a:pt x="0" y="2257"/>
                    <a:pt x="0" y="2355"/>
                    <a:pt x="0" y="2355"/>
                  </a:cubicBezTo>
                  <a:lnTo>
                    <a:pt x="0" y="2461"/>
                  </a:lnTo>
                  <a:lnTo>
                    <a:pt x="0" y="2559"/>
                  </a:lnTo>
                  <a:lnTo>
                    <a:pt x="0" y="2665"/>
                  </a:lnTo>
                  <a:cubicBezTo>
                    <a:pt x="0" y="2968"/>
                    <a:pt x="107" y="3172"/>
                    <a:pt x="107" y="3376"/>
                  </a:cubicBezTo>
                  <a:cubicBezTo>
                    <a:pt x="205" y="3483"/>
                    <a:pt x="205" y="3581"/>
                    <a:pt x="205" y="3581"/>
                  </a:cubicBezTo>
                  <a:lnTo>
                    <a:pt x="205" y="3687"/>
                  </a:lnTo>
                  <a:cubicBezTo>
                    <a:pt x="311" y="3687"/>
                    <a:pt x="311" y="3785"/>
                    <a:pt x="311" y="3785"/>
                  </a:cubicBezTo>
                  <a:lnTo>
                    <a:pt x="311" y="3891"/>
                  </a:lnTo>
                  <a:lnTo>
                    <a:pt x="515" y="4096"/>
                  </a:lnTo>
                  <a:cubicBezTo>
                    <a:pt x="515" y="4194"/>
                    <a:pt x="515" y="4194"/>
                    <a:pt x="613" y="4300"/>
                  </a:cubicBezTo>
                  <a:lnTo>
                    <a:pt x="720" y="4398"/>
                  </a:lnTo>
                  <a:cubicBezTo>
                    <a:pt x="818" y="4398"/>
                    <a:pt x="818" y="4504"/>
                    <a:pt x="818" y="4504"/>
                  </a:cubicBezTo>
                  <a:cubicBezTo>
                    <a:pt x="818" y="4504"/>
                    <a:pt x="924" y="4602"/>
                    <a:pt x="1022" y="4602"/>
                  </a:cubicBezTo>
                  <a:cubicBezTo>
                    <a:pt x="1022" y="4709"/>
                    <a:pt x="1128" y="4709"/>
                    <a:pt x="1128" y="4807"/>
                  </a:cubicBezTo>
                  <a:lnTo>
                    <a:pt x="1226" y="4807"/>
                  </a:lnTo>
                  <a:lnTo>
                    <a:pt x="1333" y="4913"/>
                  </a:lnTo>
                  <a:lnTo>
                    <a:pt x="1431" y="4913"/>
                  </a:lnTo>
                  <a:cubicBezTo>
                    <a:pt x="1431" y="4913"/>
                    <a:pt x="1537" y="5011"/>
                    <a:pt x="1635" y="5011"/>
                  </a:cubicBezTo>
                  <a:cubicBezTo>
                    <a:pt x="1741" y="5011"/>
                    <a:pt x="1741" y="5117"/>
                    <a:pt x="1839" y="5117"/>
                  </a:cubicBezTo>
                  <a:lnTo>
                    <a:pt x="2044" y="5117"/>
                  </a:lnTo>
                  <a:cubicBezTo>
                    <a:pt x="2150" y="5117"/>
                    <a:pt x="2150" y="5215"/>
                    <a:pt x="2150" y="5215"/>
                  </a:cubicBezTo>
                  <a:lnTo>
                    <a:pt x="2354" y="5215"/>
                  </a:lnTo>
                  <a:cubicBezTo>
                    <a:pt x="2861" y="5215"/>
                    <a:pt x="3270" y="5215"/>
                    <a:pt x="3678" y="5011"/>
                  </a:cubicBezTo>
                  <a:cubicBezTo>
                    <a:pt x="3678" y="5011"/>
                    <a:pt x="3785" y="4913"/>
                    <a:pt x="3883" y="4913"/>
                  </a:cubicBezTo>
                  <a:cubicBezTo>
                    <a:pt x="3989" y="4913"/>
                    <a:pt x="3989" y="4807"/>
                    <a:pt x="4087" y="4807"/>
                  </a:cubicBezTo>
                  <a:lnTo>
                    <a:pt x="4291" y="4602"/>
                  </a:lnTo>
                  <a:lnTo>
                    <a:pt x="4602" y="4300"/>
                  </a:lnTo>
                  <a:cubicBezTo>
                    <a:pt x="4904" y="3989"/>
                    <a:pt x="5109" y="3581"/>
                    <a:pt x="5215" y="3172"/>
                  </a:cubicBezTo>
                  <a:lnTo>
                    <a:pt x="5215" y="3074"/>
                  </a:lnTo>
                  <a:lnTo>
                    <a:pt x="5215" y="2968"/>
                  </a:lnTo>
                  <a:lnTo>
                    <a:pt x="5215" y="2870"/>
                  </a:lnTo>
                  <a:lnTo>
                    <a:pt x="5215" y="2665"/>
                  </a:lnTo>
                  <a:lnTo>
                    <a:pt x="5215" y="2559"/>
                  </a:lnTo>
                  <a:lnTo>
                    <a:pt x="5215" y="2355"/>
                  </a:lnTo>
                  <a:lnTo>
                    <a:pt x="5215" y="2257"/>
                  </a:lnTo>
                  <a:lnTo>
                    <a:pt x="5215" y="2150"/>
                  </a:lnTo>
                  <a:lnTo>
                    <a:pt x="5215" y="2052"/>
                  </a:lnTo>
                  <a:cubicBezTo>
                    <a:pt x="5109" y="1946"/>
                    <a:pt x="5109" y="1946"/>
                    <a:pt x="5109" y="1848"/>
                  </a:cubicBezTo>
                  <a:lnTo>
                    <a:pt x="5109" y="1742"/>
                  </a:lnTo>
                  <a:lnTo>
                    <a:pt x="5011" y="1644"/>
                  </a:lnTo>
                  <a:lnTo>
                    <a:pt x="5011" y="1537"/>
                  </a:lnTo>
                  <a:cubicBezTo>
                    <a:pt x="5011" y="1537"/>
                    <a:pt x="5011" y="1439"/>
                    <a:pt x="4904" y="1439"/>
                  </a:cubicBezTo>
                  <a:lnTo>
                    <a:pt x="4904" y="1333"/>
                  </a:lnTo>
                  <a:cubicBezTo>
                    <a:pt x="4496" y="622"/>
                    <a:pt x="3785" y="107"/>
                    <a:pt x="2861" y="9"/>
                  </a:cubicBezTo>
                  <a:cubicBezTo>
                    <a:pt x="2792" y="3"/>
                    <a:pt x="2723" y="1"/>
                    <a:pt x="2654" y="1"/>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5" name="Google Shape;2535;p55"/>
            <p:cNvSpPr/>
            <p:nvPr/>
          </p:nvSpPr>
          <p:spPr>
            <a:xfrm>
              <a:off x="1889000" y="6279288"/>
              <a:ext cx="148175" cy="129975"/>
            </a:xfrm>
            <a:custGeom>
              <a:rect b="b" l="l" r="r" t="t"/>
              <a:pathLst>
                <a:path extrusionOk="0" h="5199" w="5927">
                  <a:moveTo>
                    <a:pt x="3025" y="1"/>
                  </a:moveTo>
                  <a:cubicBezTo>
                    <a:pt x="2623" y="1"/>
                    <a:pt x="2217" y="105"/>
                    <a:pt x="1840" y="326"/>
                  </a:cubicBezTo>
                  <a:cubicBezTo>
                    <a:pt x="508" y="939"/>
                    <a:pt x="1" y="2574"/>
                    <a:pt x="712" y="3800"/>
                  </a:cubicBezTo>
                  <a:cubicBezTo>
                    <a:pt x="1138" y="4721"/>
                    <a:pt x="2058" y="5199"/>
                    <a:pt x="2991" y="5199"/>
                  </a:cubicBezTo>
                  <a:cubicBezTo>
                    <a:pt x="3400" y="5199"/>
                    <a:pt x="3812" y="5107"/>
                    <a:pt x="4186" y="4920"/>
                  </a:cubicBezTo>
                  <a:cubicBezTo>
                    <a:pt x="5518" y="4209"/>
                    <a:pt x="5927" y="2672"/>
                    <a:pt x="5314" y="1446"/>
                  </a:cubicBezTo>
                  <a:cubicBezTo>
                    <a:pt x="4816" y="529"/>
                    <a:pt x="3930" y="1"/>
                    <a:pt x="3025" y="1"/>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6" name="Google Shape;2536;p55"/>
            <p:cNvSpPr/>
            <p:nvPr/>
          </p:nvSpPr>
          <p:spPr>
            <a:xfrm>
              <a:off x="1922125" y="6287438"/>
              <a:ext cx="115050" cy="122175"/>
            </a:xfrm>
            <a:custGeom>
              <a:rect b="b" l="l" r="r" t="t"/>
              <a:pathLst>
                <a:path extrusionOk="0" h="4887" w="4602">
                  <a:moveTo>
                    <a:pt x="2861" y="0"/>
                  </a:moveTo>
                  <a:lnTo>
                    <a:pt x="2861" y="0"/>
                  </a:lnTo>
                  <a:cubicBezTo>
                    <a:pt x="3065" y="205"/>
                    <a:pt x="3376" y="409"/>
                    <a:pt x="3474" y="711"/>
                  </a:cubicBezTo>
                  <a:cubicBezTo>
                    <a:pt x="4193" y="2044"/>
                    <a:pt x="3678" y="3572"/>
                    <a:pt x="2354" y="4291"/>
                  </a:cubicBezTo>
                  <a:cubicBezTo>
                    <a:pt x="1994" y="4496"/>
                    <a:pt x="1586" y="4598"/>
                    <a:pt x="1177" y="4598"/>
                  </a:cubicBezTo>
                  <a:cubicBezTo>
                    <a:pt x="768" y="4598"/>
                    <a:pt x="360" y="4496"/>
                    <a:pt x="0" y="4291"/>
                  </a:cubicBezTo>
                  <a:lnTo>
                    <a:pt x="0" y="4291"/>
                  </a:lnTo>
                  <a:cubicBezTo>
                    <a:pt x="498" y="4665"/>
                    <a:pt x="1111" y="4886"/>
                    <a:pt x="1721" y="4886"/>
                  </a:cubicBezTo>
                  <a:cubicBezTo>
                    <a:pt x="2112" y="4886"/>
                    <a:pt x="2503" y="4795"/>
                    <a:pt x="2861" y="4594"/>
                  </a:cubicBezTo>
                  <a:cubicBezTo>
                    <a:pt x="4193" y="3883"/>
                    <a:pt x="4602" y="2346"/>
                    <a:pt x="3989" y="1120"/>
                  </a:cubicBezTo>
                  <a:cubicBezTo>
                    <a:pt x="3678" y="613"/>
                    <a:pt x="3269" y="205"/>
                    <a:pt x="2861"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7" name="Google Shape;2537;p55"/>
            <p:cNvSpPr/>
            <p:nvPr/>
          </p:nvSpPr>
          <p:spPr>
            <a:xfrm>
              <a:off x="1906800" y="6315438"/>
              <a:ext cx="117500" cy="66425"/>
            </a:xfrm>
            <a:custGeom>
              <a:rect b="b" l="l" r="r" t="t"/>
              <a:pathLst>
                <a:path extrusionOk="0" h="2657" w="4700">
                  <a:moveTo>
                    <a:pt x="4602" y="0"/>
                  </a:moveTo>
                  <a:lnTo>
                    <a:pt x="0" y="2354"/>
                  </a:lnTo>
                  <a:lnTo>
                    <a:pt x="0" y="2452"/>
                  </a:lnTo>
                  <a:cubicBezTo>
                    <a:pt x="106" y="2558"/>
                    <a:pt x="106" y="2558"/>
                    <a:pt x="106" y="2656"/>
                  </a:cubicBezTo>
                  <a:lnTo>
                    <a:pt x="4700" y="311"/>
                  </a:lnTo>
                  <a:cubicBezTo>
                    <a:pt x="4700" y="204"/>
                    <a:pt x="4700" y="106"/>
                    <a:pt x="4602"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8" name="Google Shape;2538;p55"/>
            <p:cNvSpPr/>
            <p:nvPr/>
          </p:nvSpPr>
          <p:spPr>
            <a:xfrm>
              <a:off x="1904325" y="6310313"/>
              <a:ext cx="119975" cy="69100"/>
            </a:xfrm>
            <a:custGeom>
              <a:rect b="b" l="l" r="r" t="t"/>
              <a:pathLst>
                <a:path extrusionOk="0" h="2764" w="4799">
                  <a:moveTo>
                    <a:pt x="4594" y="1"/>
                  </a:moveTo>
                  <a:lnTo>
                    <a:pt x="1" y="2453"/>
                  </a:lnTo>
                  <a:cubicBezTo>
                    <a:pt x="1" y="2453"/>
                    <a:pt x="1" y="2559"/>
                    <a:pt x="99" y="2559"/>
                  </a:cubicBezTo>
                  <a:cubicBezTo>
                    <a:pt x="99" y="2657"/>
                    <a:pt x="99" y="2657"/>
                    <a:pt x="205" y="2763"/>
                  </a:cubicBezTo>
                  <a:lnTo>
                    <a:pt x="4799" y="311"/>
                  </a:lnTo>
                  <a:cubicBezTo>
                    <a:pt x="4701" y="311"/>
                    <a:pt x="4701" y="205"/>
                    <a:pt x="4701" y="205"/>
                  </a:cubicBezTo>
                  <a:cubicBezTo>
                    <a:pt x="4701" y="107"/>
                    <a:pt x="4594" y="107"/>
                    <a:pt x="4594" y="1"/>
                  </a:cubicBez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9" name="Google Shape;2539;p55"/>
            <p:cNvSpPr/>
            <p:nvPr/>
          </p:nvSpPr>
          <p:spPr>
            <a:xfrm>
              <a:off x="2067800" y="6200388"/>
              <a:ext cx="130200" cy="130400"/>
            </a:xfrm>
            <a:custGeom>
              <a:rect b="b" l="l" r="r" t="t"/>
              <a:pathLst>
                <a:path extrusionOk="0" h="5216" w="5208">
                  <a:moveTo>
                    <a:pt x="2638" y="0"/>
                  </a:moveTo>
                  <a:cubicBezTo>
                    <a:pt x="1305" y="0"/>
                    <a:pt x="194" y="895"/>
                    <a:pt x="1" y="2150"/>
                  </a:cubicBezTo>
                  <a:lnTo>
                    <a:pt x="1" y="2354"/>
                  </a:lnTo>
                  <a:lnTo>
                    <a:pt x="1" y="2461"/>
                  </a:lnTo>
                  <a:lnTo>
                    <a:pt x="1" y="2559"/>
                  </a:lnTo>
                  <a:lnTo>
                    <a:pt x="1" y="2665"/>
                  </a:lnTo>
                  <a:cubicBezTo>
                    <a:pt x="1" y="2967"/>
                    <a:pt x="1" y="3172"/>
                    <a:pt x="99" y="3376"/>
                  </a:cubicBezTo>
                  <a:cubicBezTo>
                    <a:pt x="99" y="3482"/>
                    <a:pt x="205" y="3580"/>
                    <a:pt x="205" y="3580"/>
                  </a:cubicBezTo>
                  <a:lnTo>
                    <a:pt x="205" y="3687"/>
                  </a:lnTo>
                  <a:lnTo>
                    <a:pt x="303" y="3785"/>
                  </a:lnTo>
                  <a:lnTo>
                    <a:pt x="303" y="3891"/>
                  </a:lnTo>
                  <a:cubicBezTo>
                    <a:pt x="303" y="3989"/>
                    <a:pt x="409" y="3989"/>
                    <a:pt x="409" y="4095"/>
                  </a:cubicBezTo>
                  <a:lnTo>
                    <a:pt x="614" y="4300"/>
                  </a:lnTo>
                  <a:lnTo>
                    <a:pt x="712" y="4398"/>
                  </a:lnTo>
                  <a:cubicBezTo>
                    <a:pt x="712" y="4398"/>
                    <a:pt x="712" y="4504"/>
                    <a:pt x="818" y="4504"/>
                  </a:cubicBezTo>
                  <a:lnTo>
                    <a:pt x="916" y="4602"/>
                  </a:lnTo>
                  <a:lnTo>
                    <a:pt x="1120" y="4806"/>
                  </a:lnTo>
                  <a:cubicBezTo>
                    <a:pt x="1227" y="4806"/>
                    <a:pt x="1227" y="4806"/>
                    <a:pt x="1325" y="4913"/>
                  </a:cubicBezTo>
                  <a:cubicBezTo>
                    <a:pt x="1431" y="4913"/>
                    <a:pt x="1529" y="5011"/>
                    <a:pt x="1529" y="5011"/>
                  </a:cubicBezTo>
                  <a:lnTo>
                    <a:pt x="1635" y="5011"/>
                  </a:lnTo>
                  <a:cubicBezTo>
                    <a:pt x="1635" y="5011"/>
                    <a:pt x="1733" y="5117"/>
                    <a:pt x="1840" y="5117"/>
                  </a:cubicBezTo>
                  <a:lnTo>
                    <a:pt x="2044" y="5117"/>
                  </a:lnTo>
                  <a:cubicBezTo>
                    <a:pt x="2044" y="5117"/>
                    <a:pt x="2044" y="5215"/>
                    <a:pt x="2142" y="5215"/>
                  </a:cubicBezTo>
                  <a:lnTo>
                    <a:pt x="2346" y="5215"/>
                  </a:lnTo>
                  <a:cubicBezTo>
                    <a:pt x="2755" y="5215"/>
                    <a:pt x="3270" y="5215"/>
                    <a:pt x="3572" y="5011"/>
                  </a:cubicBezTo>
                  <a:cubicBezTo>
                    <a:pt x="3679" y="5011"/>
                    <a:pt x="3777" y="4913"/>
                    <a:pt x="3883" y="4913"/>
                  </a:cubicBezTo>
                  <a:cubicBezTo>
                    <a:pt x="3883" y="4913"/>
                    <a:pt x="3981" y="4806"/>
                    <a:pt x="4087" y="4806"/>
                  </a:cubicBezTo>
                  <a:cubicBezTo>
                    <a:pt x="4087" y="4708"/>
                    <a:pt x="4185" y="4708"/>
                    <a:pt x="4292" y="4602"/>
                  </a:cubicBezTo>
                  <a:lnTo>
                    <a:pt x="4594" y="4300"/>
                  </a:lnTo>
                  <a:cubicBezTo>
                    <a:pt x="4798" y="3989"/>
                    <a:pt x="5003" y="3580"/>
                    <a:pt x="5109" y="3172"/>
                  </a:cubicBezTo>
                  <a:lnTo>
                    <a:pt x="5109" y="3074"/>
                  </a:lnTo>
                  <a:cubicBezTo>
                    <a:pt x="5109" y="2967"/>
                    <a:pt x="5207" y="2967"/>
                    <a:pt x="5207" y="2967"/>
                  </a:cubicBezTo>
                  <a:lnTo>
                    <a:pt x="5207" y="2869"/>
                  </a:lnTo>
                  <a:lnTo>
                    <a:pt x="5207" y="2665"/>
                  </a:lnTo>
                  <a:lnTo>
                    <a:pt x="5207" y="2559"/>
                  </a:lnTo>
                  <a:lnTo>
                    <a:pt x="5207" y="2354"/>
                  </a:lnTo>
                  <a:lnTo>
                    <a:pt x="5207" y="2256"/>
                  </a:lnTo>
                  <a:lnTo>
                    <a:pt x="5109" y="2150"/>
                  </a:lnTo>
                  <a:lnTo>
                    <a:pt x="5109" y="2052"/>
                  </a:lnTo>
                  <a:lnTo>
                    <a:pt x="5109" y="1848"/>
                  </a:lnTo>
                  <a:lnTo>
                    <a:pt x="5003" y="1741"/>
                  </a:lnTo>
                  <a:lnTo>
                    <a:pt x="5003" y="1643"/>
                  </a:lnTo>
                  <a:lnTo>
                    <a:pt x="5003" y="1537"/>
                  </a:lnTo>
                  <a:cubicBezTo>
                    <a:pt x="4905" y="1537"/>
                    <a:pt x="4905" y="1439"/>
                    <a:pt x="4905" y="1439"/>
                  </a:cubicBezTo>
                  <a:cubicBezTo>
                    <a:pt x="4905" y="1439"/>
                    <a:pt x="4905" y="1333"/>
                    <a:pt x="4798" y="1333"/>
                  </a:cubicBezTo>
                  <a:cubicBezTo>
                    <a:pt x="4390" y="622"/>
                    <a:pt x="3679" y="107"/>
                    <a:pt x="2861" y="9"/>
                  </a:cubicBezTo>
                  <a:cubicBezTo>
                    <a:pt x="2786" y="3"/>
                    <a:pt x="2712" y="0"/>
                    <a:pt x="2638"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0" name="Google Shape;2540;p55"/>
            <p:cNvSpPr/>
            <p:nvPr/>
          </p:nvSpPr>
          <p:spPr>
            <a:xfrm>
              <a:off x="2044725" y="6197563"/>
              <a:ext cx="148150" cy="129975"/>
            </a:xfrm>
            <a:custGeom>
              <a:rect b="b" l="l" r="r" t="t"/>
              <a:pathLst>
                <a:path extrusionOk="0" h="5199" w="5926">
                  <a:moveTo>
                    <a:pt x="2993" y="0"/>
                  </a:moveTo>
                  <a:cubicBezTo>
                    <a:pt x="2576" y="0"/>
                    <a:pt x="2148" y="105"/>
                    <a:pt x="1741" y="326"/>
                  </a:cubicBezTo>
                  <a:cubicBezTo>
                    <a:pt x="515" y="939"/>
                    <a:pt x="0" y="2574"/>
                    <a:pt x="613" y="3800"/>
                  </a:cubicBezTo>
                  <a:cubicBezTo>
                    <a:pt x="1113" y="4720"/>
                    <a:pt x="2004" y="5198"/>
                    <a:pt x="2948" y="5198"/>
                  </a:cubicBezTo>
                  <a:cubicBezTo>
                    <a:pt x="3363" y="5198"/>
                    <a:pt x="3787" y="5106"/>
                    <a:pt x="4193" y="4919"/>
                  </a:cubicBezTo>
                  <a:cubicBezTo>
                    <a:pt x="5419" y="4208"/>
                    <a:pt x="5926" y="2672"/>
                    <a:pt x="5313" y="1446"/>
                  </a:cubicBezTo>
                  <a:cubicBezTo>
                    <a:pt x="4821" y="529"/>
                    <a:pt x="3933" y="0"/>
                    <a:pt x="2993" y="0"/>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1" name="Google Shape;2541;p55"/>
            <p:cNvSpPr/>
            <p:nvPr/>
          </p:nvSpPr>
          <p:spPr>
            <a:xfrm>
              <a:off x="2078025" y="6205713"/>
              <a:ext cx="114850" cy="122175"/>
            </a:xfrm>
            <a:custGeom>
              <a:rect b="b" l="l" r="r" t="t"/>
              <a:pathLst>
                <a:path extrusionOk="0" h="4887" w="4594">
                  <a:moveTo>
                    <a:pt x="2755" y="0"/>
                  </a:moveTo>
                  <a:lnTo>
                    <a:pt x="2755" y="0"/>
                  </a:lnTo>
                  <a:cubicBezTo>
                    <a:pt x="3065" y="204"/>
                    <a:pt x="3270" y="409"/>
                    <a:pt x="3474" y="711"/>
                  </a:cubicBezTo>
                  <a:cubicBezTo>
                    <a:pt x="4087" y="2043"/>
                    <a:pt x="3572" y="3572"/>
                    <a:pt x="2346" y="4291"/>
                  </a:cubicBezTo>
                  <a:cubicBezTo>
                    <a:pt x="1937" y="4495"/>
                    <a:pt x="1529" y="4598"/>
                    <a:pt x="1133" y="4598"/>
                  </a:cubicBezTo>
                  <a:cubicBezTo>
                    <a:pt x="738" y="4598"/>
                    <a:pt x="356" y="4495"/>
                    <a:pt x="0" y="4291"/>
                  </a:cubicBezTo>
                  <a:lnTo>
                    <a:pt x="0" y="4291"/>
                  </a:lnTo>
                  <a:cubicBezTo>
                    <a:pt x="433" y="4664"/>
                    <a:pt x="1021" y="4886"/>
                    <a:pt x="1645" y="4886"/>
                  </a:cubicBezTo>
                  <a:cubicBezTo>
                    <a:pt x="2046" y="4886"/>
                    <a:pt x="2462" y="4795"/>
                    <a:pt x="2861" y="4593"/>
                  </a:cubicBezTo>
                  <a:cubicBezTo>
                    <a:pt x="4087" y="3882"/>
                    <a:pt x="4594" y="2346"/>
                    <a:pt x="3981" y="1120"/>
                  </a:cubicBezTo>
                  <a:cubicBezTo>
                    <a:pt x="3678" y="613"/>
                    <a:pt x="3270" y="204"/>
                    <a:pt x="2755"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2" name="Google Shape;2542;p55"/>
            <p:cNvSpPr/>
            <p:nvPr/>
          </p:nvSpPr>
          <p:spPr>
            <a:xfrm>
              <a:off x="2060050" y="6233688"/>
              <a:ext cx="120175" cy="66450"/>
            </a:xfrm>
            <a:custGeom>
              <a:rect b="b" l="l" r="r" t="t"/>
              <a:pathLst>
                <a:path extrusionOk="0" h="2658" w="4807">
                  <a:moveTo>
                    <a:pt x="4602" y="1"/>
                  </a:moveTo>
                  <a:lnTo>
                    <a:pt x="0" y="2355"/>
                  </a:lnTo>
                  <a:cubicBezTo>
                    <a:pt x="106" y="2355"/>
                    <a:pt x="106" y="2453"/>
                    <a:pt x="106" y="2453"/>
                  </a:cubicBezTo>
                  <a:cubicBezTo>
                    <a:pt x="106" y="2559"/>
                    <a:pt x="204" y="2559"/>
                    <a:pt x="204" y="2657"/>
                  </a:cubicBezTo>
                  <a:lnTo>
                    <a:pt x="4806" y="311"/>
                  </a:lnTo>
                  <a:cubicBezTo>
                    <a:pt x="4806" y="205"/>
                    <a:pt x="4700" y="107"/>
                    <a:pt x="4700" y="1"/>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3" name="Google Shape;2543;p55"/>
            <p:cNvSpPr/>
            <p:nvPr/>
          </p:nvSpPr>
          <p:spPr>
            <a:xfrm>
              <a:off x="2060050" y="6228588"/>
              <a:ext cx="117500" cy="69100"/>
            </a:xfrm>
            <a:custGeom>
              <a:rect b="b" l="l" r="r" t="t"/>
              <a:pathLst>
                <a:path extrusionOk="0" h="2764" w="4700">
                  <a:moveTo>
                    <a:pt x="4602" y="0"/>
                  </a:moveTo>
                  <a:lnTo>
                    <a:pt x="0" y="2452"/>
                  </a:lnTo>
                  <a:lnTo>
                    <a:pt x="0" y="2559"/>
                  </a:lnTo>
                  <a:cubicBezTo>
                    <a:pt x="106" y="2657"/>
                    <a:pt x="106" y="2657"/>
                    <a:pt x="106" y="2763"/>
                  </a:cubicBezTo>
                  <a:lnTo>
                    <a:pt x="4700" y="311"/>
                  </a:lnTo>
                  <a:lnTo>
                    <a:pt x="4700" y="205"/>
                  </a:lnTo>
                  <a:cubicBezTo>
                    <a:pt x="4602" y="107"/>
                    <a:pt x="4602" y="107"/>
                    <a:pt x="4602" y="0"/>
                  </a:cubicBez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4" name="Google Shape;2544;p55"/>
            <p:cNvSpPr/>
            <p:nvPr/>
          </p:nvSpPr>
          <p:spPr>
            <a:xfrm>
              <a:off x="2221050" y="6118663"/>
              <a:ext cx="130200" cy="130375"/>
            </a:xfrm>
            <a:custGeom>
              <a:rect b="b" l="l" r="r" t="t"/>
              <a:pathLst>
                <a:path extrusionOk="0" h="5215" w="5208">
                  <a:moveTo>
                    <a:pt x="2653" y="0"/>
                  </a:moveTo>
                  <a:cubicBezTo>
                    <a:pt x="1403" y="0"/>
                    <a:pt x="292" y="895"/>
                    <a:pt x="99" y="2150"/>
                  </a:cubicBezTo>
                  <a:lnTo>
                    <a:pt x="99" y="2354"/>
                  </a:lnTo>
                  <a:lnTo>
                    <a:pt x="99" y="2460"/>
                  </a:lnTo>
                  <a:lnTo>
                    <a:pt x="1" y="2460"/>
                  </a:lnTo>
                  <a:lnTo>
                    <a:pt x="1" y="2558"/>
                  </a:lnTo>
                  <a:lnTo>
                    <a:pt x="1" y="2665"/>
                  </a:lnTo>
                  <a:cubicBezTo>
                    <a:pt x="99" y="2967"/>
                    <a:pt x="99" y="3171"/>
                    <a:pt x="205" y="3376"/>
                  </a:cubicBezTo>
                  <a:lnTo>
                    <a:pt x="205" y="3580"/>
                  </a:lnTo>
                  <a:lnTo>
                    <a:pt x="303" y="3686"/>
                  </a:lnTo>
                  <a:lnTo>
                    <a:pt x="303" y="3784"/>
                  </a:lnTo>
                  <a:lnTo>
                    <a:pt x="409" y="3891"/>
                  </a:lnTo>
                  <a:cubicBezTo>
                    <a:pt x="409" y="3989"/>
                    <a:pt x="409" y="3989"/>
                    <a:pt x="507" y="4095"/>
                  </a:cubicBezTo>
                  <a:lnTo>
                    <a:pt x="614" y="4193"/>
                  </a:lnTo>
                  <a:cubicBezTo>
                    <a:pt x="614" y="4299"/>
                    <a:pt x="614" y="4299"/>
                    <a:pt x="712" y="4299"/>
                  </a:cubicBezTo>
                  <a:cubicBezTo>
                    <a:pt x="712" y="4299"/>
                    <a:pt x="712" y="4397"/>
                    <a:pt x="818" y="4397"/>
                  </a:cubicBezTo>
                  <a:lnTo>
                    <a:pt x="818" y="4504"/>
                  </a:lnTo>
                  <a:cubicBezTo>
                    <a:pt x="916" y="4504"/>
                    <a:pt x="916" y="4602"/>
                    <a:pt x="1022" y="4602"/>
                  </a:cubicBezTo>
                  <a:cubicBezTo>
                    <a:pt x="1022" y="4708"/>
                    <a:pt x="1120" y="4708"/>
                    <a:pt x="1227" y="4708"/>
                  </a:cubicBezTo>
                  <a:lnTo>
                    <a:pt x="1227" y="4806"/>
                  </a:lnTo>
                  <a:cubicBezTo>
                    <a:pt x="1325" y="4806"/>
                    <a:pt x="1325" y="4806"/>
                    <a:pt x="1325" y="4912"/>
                  </a:cubicBezTo>
                  <a:lnTo>
                    <a:pt x="1431" y="4912"/>
                  </a:lnTo>
                  <a:cubicBezTo>
                    <a:pt x="1529" y="4912"/>
                    <a:pt x="1529" y="5010"/>
                    <a:pt x="1635" y="5010"/>
                  </a:cubicBezTo>
                  <a:cubicBezTo>
                    <a:pt x="1733" y="5010"/>
                    <a:pt x="1840" y="5117"/>
                    <a:pt x="1840" y="5117"/>
                  </a:cubicBezTo>
                  <a:lnTo>
                    <a:pt x="2142" y="5117"/>
                  </a:lnTo>
                  <a:lnTo>
                    <a:pt x="2142" y="5215"/>
                  </a:lnTo>
                  <a:lnTo>
                    <a:pt x="2453" y="5215"/>
                  </a:lnTo>
                  <a:cubicBezTo>
                    <a:pt x="2861" y="5215"/>
                    <a:pt x="3270" y="5215"/>
                    <a:pt x="3679" y="5010"/>
                  </a:cubicBezTo>
                  <a:cubicBezTo>
                    <a:pt x="3777" y="5010"/>
                    <a:pt x="3777" y="4912"/>
                    <a:pt x="3883" y="4912"/>
                  </a:cubicBezTo>
                  <a:cubicBezTo>
                    <a:pt x="3981" y="4806"/>
                    <a:pt x="4087" y="4806"/>
                    <a:pt x="4087" y="4806"/>
                  </a:cubicBezTo>
                  <a:cubicBezTo>
                    <a:pt x="4186" y="4708"/>
                    <a:pt x="4292" y="4708"/>
                    <a:pt x="4292" y="4602"/>
                  </a:cubicBezTo>
                  <a:cubicBezTo>
                    <a:pt x="4390" y="4504"/>
                    <a:pt x="4594" y="4397"/>
                    <a:pt x="4700" y="4299"/>
                  </a:cubicBezTo>
                  <a:cubicBezTo>
                    <a:pt x="4905" y="3989"/>
                    <a:pt x="5109" y="3580"/>
                    <a:pt x="5207" y="3171"/>
                  </a:cubicBezTo>
                  <a:lnTo>
                    <a:pt x="5207" y="3073"/>
                  </a:lnTo>
                  <a:lnTo>
                    <a:pt x="5207" y="2967"/>
                  </a:lnTo>
                  <a:lnTo>
                    <a:pt x="5207" y="2869"/>
                  </a:lnTo>
                  <a:lnTo>
                    <a:pt x="5207" y="2665"/>
                  </a:lnTo>
                  <a:lnTo>
                    <a:pt x="5207" y="2558"/>
                  </a:lnTo>
                  <a:lnTo>
                    <a:pt x="5207" y="2354"/>
                  </a:lnTo>
                  <a:lnTo>
                    <a:pt x="5207" y="2256"/>
                  </a:lnTo>
                  <a:lnTo>
                    <a:pt x="5207" y="2150"/>
                  </a:lnTo>
                  <a:lnTo>
                    <a:pt x="5207" y="2052"/>
                  </a:lnTo>
                  <a:cubicBezTo>
                    <a:pt x="5207" y="1945"/>
                    <a:pt x="5109" y="1945"/>
                    <a:pt x="5109" y="1847"/>
                  </a:cubicBezTo>
                  <a:lnTo>
                    <a:pt x="5109" y="1741"/>
                  </a:lnTo>
                  <a:lnTo>
                    <a:pt x="5109" y="1643"/>
                  </a:lnTo>
                  <a:cubicBezTo>
                    <a:pt x="5003" y="1643"/>
                    <a:pt x="5003" y="1537"/>
                    <a:pt x="5003" y="1537"/>
                  </a:cubicBezTo>
                  <a:lnTo>
                    <a:pt x="5003" y="1439"/>
                  </a:lnTo>
                  <a:cubicBezTo>
                    <a:pt x="4905" y="1439"/>
                    <a:pt x="4905" y="1332"/>
                    <a:pt x="4905" y="1332"/>
                  </a:cubicBezTo>
                  <a:cubicBezTo>
                    <a:pt x="4496" y="621"/>
                    <a:pt x="3777" y="106"/>
                    <a:pt x="2861" y="8"/>
                  </a:cubicBezTo>
                  <a:cubicBezTo>
                    <a:pt x="2792" y="3"/>
                    <a:pt x="2722" y="0"/>
                    <a:pt x="2653"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5" name="Google Shape;2545;p55"/>
            <p:cNvSpPr/>
            <p:nvPr/>
          </p:nvSpPr>
          <p:spPr>
            <a:xfrm>
              <a:off x="2197975" y="6115813"/>
              <a:ext cx="150825" cy="129975"/>
            </a:xfrm>
            <a:custGeom>
              <a:rect b="b" l="l" r="r" t="t"/>
              <a:pathLst>
                <a:path extrusionOk="0" h="5199" w="6033">
                  <a:moveTo>
                    <a:pt x="3045" y="1"/>
                  </a:moveTo>
                  <a:cubicBezTo>
                    <a:pt x="2632" y="1"/>
                    <a:pt x="2216" y="105"/>
                    <a:pt x="1839" y="327"/>
                  </a:cubicBezTo>
                  <a:cubicBezTo>
                    <a:pt x="515" y="940"/>
                    <a:pt x="0" y="2574"/>
                    <a:pt x="719" y="3800"/>
                  </a:cubicBezTo>
                  <a:cubicBezTo>
                    <a:pt x="1146" y="4721"/>
                    <a:pt x="2065" y="5199"/>
                    <a:pt x="2998" y="5199"/>
                  </a:cubicBezTo>
                  <a:cubicBezTo>
                    <a:pt x="3408" y="5199"/>
                    <a:pt x="3819" y="5107"/>
                    <a:pt x="4193" y="4920"/>
                  </a:cubicBezTo>
                  <a:cubicBezTo>
                    <a:pt x="5517" y="4209"/>
                    <a:pt x="6032" y="2672"/>
                    <a:pt x="5313" y="1446"/>
                  </a:cubicBezTo>
                  <a:cubicBezTo>
                    <a:pt x="4888" y="530"/>
                    <a:pt x="3974" y="1"/>
                    <a:pt x="3045" y="1"/>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6" name="Google Shape;2546;p55"/>
            <p:cNvSpPr/>
            <p:nvPr/>
          </p:nvSpPr>
          <p:spPr>
            <a:xfrm>
              <a:off x="2231275" y="6123963"/>
              <a:ext cx="117525" cy="122175"/>
            </a:xfrm>
            <a:custGeom>
              <a:rect b="b" l="l" r="r" t="t"/>
              <a:pathLst>
                <a:path extrusionOk="0" h="4887" w="4701">
                  <a:moveTo>
                    <a:pt x="2861" y="1"/>
                  </a:moveTo>
                  <a:lnTo>
                    <a:pt x="2861" y="1"/>
                  </a:lnTo>
                  <a:cubicBezTo>
                    <a:pt x="3163" y="205"/>
                    <a:pt x="3368" y="409"/>
                    <a:pt x="3474" y="712"/>
                  </a:cubicBezTo>
                  <a:cubicBezTo>
                    <a:pt x="4185" y="2044"/>
                    <a:pt x="3678" y="3572"/>
                    <a:pt x="2452" y="4292"/>
                  </a:cubicBezTo>
                  <a:cubicBezTo>
                    <a:pt x="2044" y="4496"/>
                    <a:pt x="1609" y="4598"/>
                    <a:pt x="1187" y="4598"/>
                  </a:cubicBezTo>
                  <a:cubicBezTo>
                    <a:pt x="765" y="4598"/>
                    <a:pt x="356" y="4496"/>
                    <a:pt x="0" y="4292"/>
                  </a:cubicBezTo>
                  <a:lnTo>
                    <a:pt x="0" y="4292"/>
                  </a:lnTo>
                  <a:cubicBezTo>
                    <a:pt x="498" y="4665"/>
                    <a:pt x="1108" y="4887"/>
                    <a:pt x="1718" y="4887"/>
                  </a:cubicBezTo>
                  <a:cubicBezTo>
                    <a:pt x="2109" y="4887"/>
                    <a:pt x="2500" y="4795"/>
                    <a:pt x="2861" y="4594"/>
                  </a:cubicBezTo>
                  <a:cubicBezTo>
                    <a:pt x="4185" y="3883"/>
                    <a:pt x="4700" y="2346"/>
                    <a:pt x="3981" y="1120"/>
                  </a:cubicBezTo>
                  <a:cubicBezTo>
                    <a:pt x="3777" y="614"/>
                    <a:pt x="3368" y="205"/>
                    <a:pt x="2861" y="1"/>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7" name="Google Shape;2547;p55"/>
            <p:cNvSpPr/>
            <p:nvPr/>
          </p:nvSpPr>
          <p:spPr>
            <a:xfrm>
              <a:off x="2215950" y="6151963"/>
              <a:ext cx="117525" cy="66425"/>
            </a:xfrm>
            <a:custGeom>
              <a:rect b="b" l="l" r="r" t="t"/>
              <a:pathLst>
                <a:path extrusionOk="0" h="2657" w="4701">
                  <a:moveTo>
                    <a:pt x="4594" y="0"/>
                  </a:moveTo>
                  <a:lnTo>
                    <a:pt x="0" y="2354"/>
                  </a:lnTo>
                  <a:lnTo>
                    <a:pt x="0" y="2452"/>
                  </a:lnTo>
                  <a:lnTo>
                    <a:pt x="205" y="2657"/>
                  </a:lnTo>
                  <a:lnTo>
                    <a:pt x="4700" y="311"/>
                  </a:lnTo>
                  <a:lnTo>
                    <a:pt x="4700" y="0"/>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8" name="Google Shape;2548;p55"/>
            <p:cNvSpPr/>
            <p:nvPr/>
          </p:nvSpPr>
          <p:spPr>
            <a:xfrm>
              <a:off x="2213300" y="6146863"/>
              <a:ext cx="120175" cy="69075"/>
            </a:xfrm>
            <a:custGeom>
              <a:rect b="b" l="l" r="r" t="t"/>
              <a:pathLst>
                <a:path extrusionOk="0" h="2763" w="4807">
                  <a:moveTo>
                    <a:pt x="4602" y="0"/>
                  </a:moveTo>
                  <a:lnTo>
                    <a:pt x="0" y="2452"/>
                  </a:lnTo>
                  <a:lnTo>
                    <a:pt x="106" y="2558"/>
                  </a:lnTo>
                  <a:cubicBezTo>
                    <a:pt x="106" y="2656"/>
                    <a:pt x="106" y="2656"/>
                    <a:pt x="204" y="2763"/>
                  </a:cubicBezTo>
                  <a:lnTo>
                    <a:pt x="4806" y="311"/>
                  </a:lnTo>
                  <a:lnTo>
                    <a:pt x="4700" y="204"/>
                  </a:lnTo>
                  <a:cubicBezTo>
                    <a:pt x="4700" y="106"/>
                    <a:pt x="4700" y="106"/>
                    <a:pt x="4602" y="0"/>
                  </a:cubicBez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9" name="Google Shape;2549;p55"/>
            <p:cNvSpPr/>
            <p:nvPr/>
          </p:nvSpPr>
          <p:spPr>
            <a:xfrm>
              <a:off x="2376750" y="6036913"/>
              <a:ext cx="130400" cy="130400"/>
            </a:xfrm>
            <a:custGeom>
              <a:rect b="b" l="l" r="r" t="t"/>
              <a:pathLst>
                <a:path extrusionOk="0" h="5216" w="5216">
                  <a:moveTo>
                    <a:pt x="2654" y="1"/>
                  </a:moveTo>
                  <a:cubicBezTo>
                    <a:pt x="1411" y="1"/>
                    <a:pt x="295" y="896"/>
                    <a:pt x="1" y="2150"/>
                  </a:cubicBezTo>
                  <a:lnTo>
                    <a:pt x="1" y="2355"/>
                  </a:lnTo>
                  <a:lnTo>
                    <a:pt x="1" y="2461"/>
                  </a:lnTo>
                  <a:lnTo>
                    <a:pt x="1" y="2559"/>
                  </a:lnTo>
                  <a:lnTo>
                    <a:pt x="1" y="2665"/>
                  </a:lnTo>
                  <a:cubicBezTo>
                    <a:pt x="1" y="2968"/>
                    <a:pt x="107" y="3172"/>
                    <a:pt x="107" y="3376"/>
                  </a:cubicBezTo>
                  <a:cubicBezTo>
                    <a:pt x="205" y="3483"/>
                    <a:pt x="205" y="3581"/>
                    <a:pt x="205" y="3581"/>
                  </a:cubicBezTo>
                  <a:lnTo>
                    <a:pt x="205" y="3687"/>
                  </a:lnTo>
                  <a:cubicBezTo>
                    <a:pt x="311" y="3687"/>
                    <a:pt x="311" y="3785"/>
                    <a:pt x="311" y="3785"/>
                  </a:cubicBezTo>
                  <a:lnTo>
                    <a:pt x="311" y="3891"/>
                  </a:lnTo>
                  <a:cubicBezTo>
                    <a:pt x="410" y="3891"/>
                    <a:pt x="410" y="3989"/>
                    <a:pt x="410" y="4096"/>
                  </a:cubicBezTo>
                  <a:lnTo>
                    <a:pt x="516" y="4096"/>
                  </a:lnTo>
                  <a:cubicBezTo>
                    <a:pt x="516" y="4096"/>
                    <a:pt x="516" y="4194"/>
                    <a:pt x="614" y="4194"/>
                  </a:cubicBezTo>
                  <a:lnTo>
                    <a:pt x="614" y="4300"/>
                  </a:lnTo>
                  <a:cubicBezTo>
                    <a:pt x="720" y="4300"/>
                    <a:pt x="720" y="4398"/>
                    <a:pt x="720" y="4398"/>
                  </a:cubicBezTo>
                  <a:lnTo>
                    <a:pt x="818" y="4504"/>
                  </a:lnTo>
                  <a:lnTo>
                    <a:pt x="924" y="4602"/>
                  </a:lnTo>
                  <a:cubicBezTo>
                    <a:pt x="1023" y="4709"/>
                    <a:pt x="1129" y="4709"/>
                    <a:pt x="1129" y="4709"/>
                  </a:cubicBezTo>
                  <a:cubicBezTo>
                    <a:pt x="1129" y="4807"/>
                    <a:pt x="1227" y="4807"/>
                    <a:pt x="1227" y="4807"/>
                  </a:cubicBezTo>
                  <a:cubicBezTo>
                    <a:pt x="1227" y="4807"/>
                    <a:pt x="1333" y="4807"/>
                    <a:pt x="1333" y="4913"/>
                  </a:cubicBezTo>
                  <a:lnTo>
                    <a:pt x="1431" y="4913"/>
                  </a:lnTo>
                  <a:cubicBezTo>
                    <a:pt x="1431" y="4913"/>
                    <a:pt x="1537" y="5011"/>
                    <a:pt x="1636" y="5011"/>
                  </a:cubicBezTo>
                  <a:cubicBezTo>
                    <a:pt x="1636" y="5011"/>
                    <a:pt x="1742" y="5117"/>
                    <a:pt x="1840" y="5117"/>
                  </a:cubicBezTo>
                  <a:lnTo>
                    <a:pt x="2150" y="5117"/>
                  </a:lnTo>
                  <a:cubicBezTo>
                    <a:pt x="2249" y="5215"/>
                    <a:pt x="2249" y="5215"/>
                    <a:pt x="2355" y="5215"/>
                  </a:cubicBezTo>
                  <a:cubicBezTo>
                    <a:pt x="2862" y="5215"/>
                    <a:pt x="3270" y="5215"/>
                    <a:pt x="3679" y="5011"/>
                  </a:cubicBezTo>
                  <a:cubicBezTo>
                    <a:pt x="3679" y="5011"/>
                    <a:pt x="3785" y="4913"/>
                    <a:pt x="3883" y="4913"/>
                  </a:cubicBezTo>
                  <a:cubicBezTo>
                    <a:pt x="3883" y="4807"/>
                    <a:pt x="3989" y="4807"/>
                    <a:pt x="4088" y="4807"/>
                  </a:cubicBezTo>
                  <a:lnTo>
                    <a:pt x="4292" y="4602"/>
                  </a:lnTo>
                  <a:lnTo>
                    <a:pt x="4602" y="4300"/>
                  </a:lnTo>
                  <a:cubicBezTo>
                    <a:pt x="4905" y="3989"/>
                    <a:pt x="5011" y="3581"/>
                    <a:pt x="5109" y="3172"/>
                  </a:cubicBezTo>
                  <a:lnTo>
                    <a:pt x="5215" y="3074"/>
                  </a:lnTo>
                  <a:lnTo>
                    <a:pt x="5215" y="2968"/>
                  </a:lnTo>
                  <a:lnTo>
                    <a:pt x="5215" y="2870"/>
                  </a:lnTo>
                  <a:lnTo>
                    <a:pt x="5215" y="2665"/>
                  </a:lnTo>
                  <a:lnTo>
                    <a:pt x="5215" y="2559"/>
                  </a:lnTo>
                  <a:lnTo>
                    <a:pt x="5215" y="2355"/>
                  </a:lnTo>
                  <a:lnTo>
                    <a:pt x="5215" y="2257"/>
                  </a:lnTo>
                  <a:lnTo>
                    <a:pt x="5215" y="2150"/>
                  </a:lnTo>
                  <a:lnTo>
                    <a:pt x="5109" y="2052"/>
                  </a:lnTo>
                  <a:lnTo>
                    <a:pt x="5109" y="1848"/>
                  </a:lnTo>
                  <a:lnTo>
                    <a:pt x="5109" y="1742"/>
                  </a:lnTo>
                  <a:cubicBezTo>
                    <a:pt x="5011" y="1742"/>
                    <a:pt x="5011" y="1644"/>
                    <a:pt x="5011" y="1644"/>
                  </a:cubicBezTo>
                  <a:lnTo>
                    <a:pt x="5011" y="1537"/>
                  </a:lnTo>
                  <a:lnTo>
                    <a:pt x="4905" y="1439"/>
                  </a:lnTo>
                  <a:lnTo>
                    <a:pt x="4905" y="1333"/>
                  </a:lnTo>
                  <a:cubicBezTo>
                    <a:pt x="4496" y="622"/>
                    <a:pt x="3679" y="107"/>
                    <a:pt x="2862" y="9"/>
                  </a:cubicBezTo>
                  <a:cubicBezTo>
                    <a:pt x="2792" y="3"/>
                    <a:pt x="2723" y="1"/>
                    <a:pt x="2654" y="1"/>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0" name="Google Shape;2550;p55"/>
            <p:cNvSpPr/>
            <p:nvPr/>
          </p:nvSpPr>
          <p:spPr>
            <a:xfrm>
              <a:off x="2353875" y="6034013"/>
              <a:ext cx="148175" cy="130050"/>
            </a:xfrm>
            <a:custGeom>
              <a:rect b="b" l="l" r="r" t="t"/>
              <a:pathLst>
                <a:path extrusionOk="0" h="5202" w="5927">
                  <a:moveTo>
                    <a:pt x="3007" y="1"/>
                  </a:moveTo>
                  <a:cubicBezTo>
                    <a:pt x="2584" y="1"/>
                    <a:pt x="2149" y="105"/>
                    <a:pt x="1733" y="329"/>
                  </a:cubicBezTo>
                  <a:cubicBezTo>
                    <a:pt x="507" y="942"/>
                    <a:pt x="0" y="2577"/>
                    <a:pt x="712" y="3803"/>
                  </a:cubicBezTo>
                  <a:cubicBezTo>
                    <a:pt x="1138" y="4723"/>
                    <a:pt x="2010" y="5202"/>
                    <a:pt x="2947" y="5202"/>
                  </a:cubicBezTo>
                  <a:cubicBezTo>
                    <a:pt x="3358" y="5202"/>
                    <a:pt x="3782" y="5110"/>
                    <a:pt x="4185" y="4923"/>
                  </a:cubicBezTo>
                  <a:cubicBezTo>
                    <a:pt x="5411" y="4212"/>
                    <a:pt x="5926" y="2675"/>
                    <a:pt x="5313" y="1351"/>
                  </a:cubicBezTo>
                  <a:cubicBezTo>
                    <a:pt x="4818" y="508"/>
                    <a:pt x="3940" y="1"/>
                    <a:pt x="3007" y="1"/>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1" name="Google Shape;2551;p55"/>
            <p:cNvSpPr/>
            <p:nvPr/>
          </p:nvSpPr>
          <p:spPr>
            <a:xfrm>
              <a:off x="2386975" y="6042238"/>
              <a:ext cx="115075" cy="122175"/>
            </a:xfrm>
            <a:custGeom>
              <a:rect b="b" l="l" r="r" t="t"/>
              <a:pathLst>
                <a:path extrusionOk="0" h="4887" w="4603">
                  <a:moveTo>
                    <a:pt x="2861" y="0"/>
                  </a:moveTo>
                  <a:cubicBezTo>
                    <a:pt x="3066" y="205"/>
                    <a:pt x="3270" y="409"/>
                    <a:pt x="3474" y="711"/>
                  </a:cubicBezTo>
                  <a:cubicBezTo>
                    <a:pt x="4193" y="2044"/>
                    <a:pt x="3679" y="3572"/>
                    <a:pt x="2354" y="4291"/>
                  </a:cubicBezTo>
                  <a:cubicBezTo>
                    <a:pt x="2021" y="4481"/>
                    <a:pt x="1646" y="4559"/>
                    <a:pt x="1268" y="4559"/>
                  </a:cubicBezTo>
                  <a:cubicBezTo>
                    <a:pt x="829" y="4559"/>
                    <a:pt x="387" y="4454"/>
                    <a:pt x="1" y="4291"/>
                  </a:cubicBezTo>
                  <a:lnTo>
                    <a:pt x="1" y="4291"/>
                  </a:lnTo>
                  <a:cubicBezTo>
                    <a:pt x="498" y="4665"/>
                    <a:pt x="1111" y="4886"/>
                    <a:pt x="1721" y="4886"/>
                  </a:cubicBezTo>
                  <a:cubicBezTo>
                    <a:pt x="2113" y="4886"/>
                    <a:pt x="2503" y="4795"/>
                    <a:pt x="2861" y="4594"/>
                  </a:cubicBezTo>
                  <a:cubicBezTo>
                    <a:pt x="4087" y="3883"/>
                    <a:pt x="4602" y="2346"/>
                    <a:pt x="3989" y="1022"/>
                  </a:cubicBezTo>
                  <a:cubicBezTo>
                    <a:pt x="3679" y="613"/>
                    <a:pt x="3270" y="205"/>
                    <a:pt x="2861"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2" name="Google Shape;2552;p55"/>
            <p:cNvSpPr/>
            <p:nvPr/>
          </p:nvSpPr>
          <p:spPr>
            <a:xfrm>
              <a:off x="2371650" y="6070238"/>
              <a:ext cx="117525" cy="66425"/>
            </a:xfrm>
            <a:custGeom>
              <a:rect b="b" l="l" r="r" t="t"/>
              <a:pathLst>
                <a:path extrusionOk="0" h="2657" w="4701">
                  <a:moveTo>
                    <a:pt x="4602" y="0"/>
                  </a:moveTo>
                  <a:lnTo>
                    <a:pt x="1" y="2354"/>
                  </a:lnTo>
                  <a:lnTo>
                    <a:pt x="1" y="2452"/>
                  </a:lnTo>
                  <a:cubicBezTo>
                    <a:pt x="1" y="2558"/>
                    <a:pt x="107" y="2558"/>
                    <a:pt x="107" y="2656"/>
                  </a:cubicBezTo>
                  <a:lnTo>
                    <a:pt x="4700" y="311"/>
                  </a:lnTo>
                  <a:cubicBezTo>
                    <a:pt x="4700" y="204"/>
                    <a:pt x="4700" y="106"/>
                    <a:pt x="4602"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3" name="Google Shape;2553;p55"/>
            <p:cNvSpPr/>
            <p:nvPr/>
          </p:nvSpPr>
          <p:spPr>
            <a:xfrm>
              <a:off x="2369200" y="6065113"/>
              <a:ext cx="117525" cy="69100"/>
            </a:xfrm>
            <a:custGeom>
              <a:rect b="b" l="l" r="r" t="t"/>
              <a:pathLst>
                <a:path extrusionOk="0" h="2764" w="4701">
                  <a:moveTo>
                    <a:pt x="4594" y="1"/>
                  </a:moveTo>
                  <a:lnTo>
                    <a:pt x="0" y="2453"/>
                  </a:lnTo>
                  <a:cubicBezTo>
                    <a:pt x="0" y="2453"/>
                    <a:pt x="0" y="2559"/>
                    <a:pt x="99" y="2559"/>
                  </a:cubicBezTo>
                  <a:lnTo>
                    <a:pt x="99" y="2763"/>
                  </a:lnTo>
                  <a:lnTo>
                    <a:pt x="4700" y="311"/>
                  </a:lnTo>
                  <a:lnTo>
                    <a:pt x="4700" y="107"/>
                  </a:lnTo>
                  <a:cubicBezTo>
                    <a:pt x="4700" y="107"/>
                    <a:pt x="4594" y="107"/>
                    <a:pt x="4594" y="1"/>
                  </a:cubicBez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4" name="Google Shape;2554;p55"/>
            <p:cNvSpPr/>
            <p:nvPr/>
          </p:nvSpPr>
          <p:spPr>
            <a:xfrm>
              <a:off x="1832825" y="6506888"/>
              <a:ext cx="130175" cy="130400"/>
            </a:xfrm>
            <a:custGeom>
              <a:rect b="b" l="l" r="r" t="t"/>
              <a:pathLst>
                <a:path extrusionOk="0" h="5216" w="5207">
                  <a:moveTo>
                    <a:pt x="2652" y="0"/>
                  </a:moveTo>
                  <a:cubicBezTo>
                    <a:pt x="1403" y="0"/>
                    <a:pt x="292" y="896"/>
                    <a:pt x="98" y="2150"/>
                  </a:cubicBezTo>
                  <a:lnTo>
                    <a:pt x="0" y="2150"/>
                  </a:lnTo>
                  <a:lnTo>
                    <a:pt x="0" y="2355"/>
                  </a:lnTo>
                  <a:lnTo>
                    <a:pt x="0" y="2461"/>
                  </a:lnTo>
                  <a:lnTo>
                    <a:pt x="0" y="2559"/>
                  </a:lnTo>
                  <a:lnTo>
                    <a:pt x="0" y="2665"/>
                  </a:lnTo>
                  <a:cubicBezTo>
                    <a:pt x="0" y="2968"/>
                    <a:pt x="98" y="3172"/>
                    <a:pt x="98" y="3376"/>
                  </a:cubicBezTo>
                  <a:cubicBezTo>
                    <a:pt x="205" y="3482"/>
                    <a:pt x="205" y="3581"/>
                    <a:pt x="205" y="3581"/>
                  </a:cubicBezTo>
                  <a:lnTo>
                    <a:pt x="205" y="3687"/>
                  </a:lnTo>
                  <a:cubicBezTo>
                    <a:pt x="303" y="3687"/>
                    <a:pt x="303" y="3785"/>
                    <a:pt x="303" y="3785"/>
                  </a:cubicBezTo>
                  <a:lnTo>
                    <a:pt x="303" y="3891"/>
                  </a:lnTo>
                  <a:lnTo>
                    <a:pt x="507" y="4095"/>
                  </a:lnTo>
                  <a:cubicBezTo>
                    <a:pt x="507" y="4095"/>
                    <a:pt x="507" y="4194"/>
                    <a:pt x="613" y="4300"/>
                  </a:cubicBezTo>
                  <a:cubicBezTo>
                    <a:pt x="711" y="4300"/>
                    <a:pt x="711" y="4398"/>
                    <a:pt x="711" y="4398"/>
                  </a:cubicBezTo>
                  <a:cubicBezTo>
                    <a:pt x="818" y="4398"/>
                    <a:pt x="818" y="4504"/>
                    <a:pt x="818" y="4504"/>
                  </a:cubicBezTo>
                  <a:lnTo>
                    <a:pt x="916" y="4602"/>
                  </a:lnTo>
                  <a:lnTo>
                    <a:pt x="1022" y="4602"/>
                  </a:lnTo>
                  <a:cubicBezTo>
                    <a:pt x="1022" y="4708"/>
                    <a:pt x="1120" y="4708"/>
                    <a:pt x="1120" y="4807"/>
                  </a:cubicBezTo>
                  <a:lnTo>
                    <a:pt x="1226" y="4807"/>
                  </a:lnTo>
                  <a:cubicBezTo>
                    <a:pt x="1226" y="4807"/>
                    <a:pt x="1324" y="4807"/>
                    <a:pt x="1324" y="4913"/>
                  </a:cubicBezTo>
                  <a:lnTo>
                    <a:pt x="1431" y="4913"/>
                  </a:lnTo>
                  <a:cubicBezTo>
                    <a:pt x="1431" y="4913"/>
                    <a:pt x="1529" y="5011"/>
                    <a:pt x="1635" y="5011"/>
                  </a:cubicBezTo>
                  <a:cubicBezTo>
                    <a:pt x="1733" y="5011"/>
                    <a:pt x="1733" y="5117"/>
                    <a:pt x="1839" y="5117"/>
                  </a:cubicBezTo>
                  <a:lnTo>
                    <a:pt x="2044" y="5117"/>
                  </a:lnTo>
                  <a:cubicBezTo>
                    <a:pt x="2044" y="5117"/>
                    <a:pt x="2142" y="5117"/>
                    <a:pt x="2142" y="5215"/>
                  </a:cubicBezTo>
                  <a:lnTo>
                    <a:pt x="2346" y="5215"/>
                  </a:lnTo>
                  <a:cubicBezTo>
                    <a:pt x="2861" y="5215"/>
                    <a:pt x="3270" y="5215"/>
                    <a:pt x="3678" y="5011"/>
                  </a:cubicBezTo>
                  <a:cubicBezTo>
                    <a:pt x="3678" y="5011"/>
                    <a:pt x="3776" y="4913"/>
                    <a:pt x="3883" y="4913"/>
                  </a:cubicBezTo>
                  <a:cubicBezTo>
                    <a:pt x="3981" y="4807"/>
                    <a:pt x="3981" y="4807"/>
                    <a:pt x="4087" y="4807"/>
                  </a:cubicBezTo>
                  <a:lnTo>
                    <a:pt x="4291" y="4602"/>
                  </a:lnTo>
                  <a:lnTo>
                    <a:pt x="4594" y="4300"/>
                  </a:lnTo>
                  <a:cubicBezTo>
                    <a:pt x="4904" y="3989"/>
                    <a:pt x="5109" y="3581"/>
                    <a:pt x="5109" y="3172"/>
                  </a:cubicBezTo>
                  <a:lnTo>
                    <a:pt x="5207" y="3172"/>
                  </a:lnTo>
                  <a:lnTo>
                    <a:pt x="5207" y="3074"/>
                  </a:lnTo>
                  <a:lnTo>
                    <a:pt x="5207" y="2968"/>
                  </a:lnTo>
                  <a:lnTo>
                    <a:pt x="5207" y="2869"/>
                  </a:lnTo>
                  <a:lnTo>
                    <a:pt x="5207" y="2665"/>
                  </a:lnTo>
                  <a:lnTo>
                    <a:pt x="5207" y="2559"/>
                  </a:lnTo>
                  <a:lnTo>
                    <a:pt x="5207" y="2355"/>
                  </a:lnTo>
                  <a:lnTo>
                    <a:pt x="5207" y="2256"/>
                  </a:lnTo>
                  <a:lnTo>
                    <a:pt x="5207" y="2150"/>
                  </a:lnTo>
                  <a:lnTo>
                    <a:pt x="5207" y="2052"/>
                  </a:lnTo>
                  <a:cubicBezTo>
                    <a:pt x="5109" y="1946"/>
                    <a:pt x="5109" y="1946"/>
                    <a:pt x="5109" y="1848"/>
                  </a:cubicBezTo>
                  <a:lnTo>
                    <a:pt x="5109" y="1742"/>
                  </a:lnTo>
                  <a:lnTo>
                    <a:pt x="5002" y="1643"/>
                  </a:lnTo>
                  <a:lnTo>
                    <a:pt x="5002" y="1537"/>
                  </a:lnTo>
                  <a:lnTo>
                    <a:pt x="4904" y="1439"/>
                  </a:lnTo>
                  <a:lnTo>
                    <a:pt x="4904" y="1333"/>
                  </a:lnTo>
                  <a:cubicBezTo>
                    <a:pt x="4496" y="622"/>
                    <a:pt x="3776" y="107"/>
                    <a:pt x="2861" y="9"/>
                  </a:cubicBezTo>
                  <a:cubicBezTo>
                    <a:pt x="2791" y="3"/>
                    <a:pt x="2722" y="0"/>
                    <a:pt x="2652"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5" name="Google Shape;2555;p55"/>
            <p:cNvSpPr/>
            <p:nvPr/>
          </p:nvSpPr>
          <p:spPr>
            <a:xfrm>
              <a:off x="1809725" y="6504063"/>
              <a:ext cx="148175" cy="129975"/>
            </a:xfrm>
            <a:custGeom>
              <a:rect b="b" l="l" r="r" t="t"/>
              <a:pathLst>
                <a:path extrusionOk="0" h="5199" w="5927">
                  <a:moveTo>
                    <a:pt x="2994" y="0"/>
                  </a:moveTo>
                  <a:cubicBezTo>
                    <a:pt x="2577" y="0"/>
                    <a:pt x="2149" y="105"/>
                    <a:pt x="1742" y="326"/>
                  </a:cubicBezTo>
                  <a:cubicBezTo>
                    <a:pt x="516" y="939"/>
                    <a:pt x="1" y="2574"/>
                    <a:pt x="720" y="3800"/>
                  </a:cubicBezTo>
                  <a:cubicBezTo>
                    <a:pt x="1146" y="4720"/>
                    <a:pt x="2066" y="5198"/>
                    <a:pt x="2999" y="5198"/>
                  </a:cubicBezTo>
                  <a:cubicBezTo>
                    <a:pt x="3408" y="5198"/>
                    <a:pt x="3820" y="5106"/>
                    <a:pt x="4194" y="4920"/>
                  </a:cubicBezTo>
                  <a:cubicBezTo>
                    <a:pt x="5518" y="4208"/>
                    <a:pt x="5926" y="2672"/>
                    <a:pt x="5313" y="1446"/>
                  </a:cubicBezTo>
                  <a:cubicBezTo>
                    <a:pt x="4821" y="529"/>
                    <a:pt x="3933" y="0"/>
                    <a:pt x="2994" y="0"/>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6" name="Google Shape;2556;p55"/>
            <p:cNvSpPr/>
            <p:nvPr/>
          </p:nvSpPr>
          <p:spPr>
            <a:xfrm>
              <a:off x="1843025" y="6512213"/>
              <a:ext cx="114875" cy="122175"/>
            </a:xfrm>
            <a:custGeom>
              <a:rect b="b" l="l" r="r" t="t"/>
              <a:pathLst>
                <a:path extrusionOk="0" h="4887" w="4595">
                  <a:moveTo>
                    <a:pt x="2862" y="0"/>
                  </a:moveTo>
                  <a:lnTo>
                    <a:pt x="2862" y="0"/>
                  </a:lnTo>
                  <a:cubicBezTo>
                    <a:pt x="3066" y="204"/>
                    <a:pt x="3270" y="409"/>
                    <a:pt x="3475" y="711"/>
                  </a:cubicBezTo>
                  <a:cubicBezTo>
                    <a:pt x="4186" y="2043"/>
                    <a:pt x="3679" y="3572"/>
                    <a:pt x="2347" y="4291"/>
                  </a:cubicBezTo>
                  <a:cubicBezTo>
                    <a:pt x="1991" y="4495"/>
                    <a:pt x="1582" y="4598"/>
                    <a:pt x="1174" y="4598"/>
                  </a:cubicBezTo>
                  <a:cubicBezTo>
                    <a:pt x="765" y="4598"/>
                    <a:pt x="356" y="4495"/>
                    <a:pt x="1" y="4291"/>
                  </a:cubicBezTo>
                  <a:lnTo>
                    <a:pt x="1" y="4291"/>
                  </a:lnTo>
                  <a:cubicBezTo>
                    <a:pt x="499" y="4664"/>
                    <a:pt x="1109" y="4886"/>
                    <a:pt x="1718" y="4886"/>
                  </a:cubicBezTo>
                  <a:cubicBezTo>
                    <a:pt x="2109" y="4886"/>
                    <a:pt x="2501" y="4795"/>
                    <a:pt x="2862" y="4594"/>
                  </a:cubicBezTo>
                  <a:cubicBezTo>
                    <a:pt x="4186" y="3882"/>
                    <a:pt x="4594" y="2346"/>
                    <a:pt x="3981" y="1120"/>
                  </a:cubicBezTo>
                  <a:cubicBezTo>
                    <a:pt x="3679" y="613"/>
                    <a:pt x="3270" y="204"/>
                    <a:pt x="2862"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7" name="Google Shape;2557;p55"/>
            <p:cNvSpPr/>
            <p:nvPr/>
          </p:nvSpPr>
          <p:spPr>
            <a:xfrm>
              <a:off x="1827700" y="6540188"/>
              <a:ext cx="117525" cy="66450"/>
            </a:xfrm>
            <a:custGeom>
              <a:rect b="b" l="l" r="r" t="t"/>
              <a:pathLst>
                <a:path extrusionOk="0" h="2658" w="4701">
                  <a:moveTo>
                    <a:pt x="4594" y="1"/>
                  </a:moveTo>
                  <a:lnTo>
                    <a:pt x="1" y="2355"/>
                  </a:lnTo>
                  <a:lnTo>
                    <a:pt x="1" y="2453"/>
                  </a:lnTo>
                  <a:cubicBezTo>
                    <a:pt x="99" y="2559"/>
                    <a:pt x="99" y="2559"/>
                    <a:pt x="99" y="2657"/>
                  </a:cubicBezTo>
                  <a:lnTo>
                    <a:pt x="4701" y="311"/>
                  </a:lnTo>
                  <a:cubicBezTo>
                    <a:pt x="4701" y="205"/>
                    <a:pt x="4701" y="107"/>
                    <a:pt x="4594" y="1"/>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8" name="Google Shape;2558;p55"/>
            <p:cNvSpPr/>
            <p:nvPr/>
          </p:nvSpPr>
          <p:spPr>
            <a:xfrm>
              <a:off x="1825050" y="6535088"/>
              <a:ext cx="120175" cy="69100"/>
            </a:xfrm>
            <a:custGeom>
              <a:rect b="b" l="l" r="r" t="t"/>
              <a:pathLst>
                <a:path extrusionOk="0" h="2764" w="4807">
                  <a:moveTo>
                    <a:pt x="4602" y="1"/>
                  </a:moveTo>
                  <a:lnTo>
                    <a:pt x="1" y="2453"/>
                  </a:lnTo>
                  <a:cubicBezTo>
                    <a:pt x="1" y="2453"/>
                    <a:pt x="1" y="2559"/>
                    <a:pt x="107" y="2559"/>
                  </a:cubicBezTo>
                  <a:lnTo>
                    <a:pt x="107" y="2763"/>
                  </a:lnTo>
                  <a:lnTo>
                    <a:pt x="4807" y="311"/>
                  </a:lnTo>
                  <a:cubicBezTo>
                    <a:pt x="4700" y="311"/>
                    <a:pt x="4700" y="205"/>
                    <a:pt x="4700" y="205"/>
                  </a:cubicBezTo>
                  <a:cubicBezTo>
                    <a:pt x="4700" y="107"/>
                    <a:pt x="4602" y="107"/>
                    <a:pt x="4602" y="1"/>
                  </a:cubicBez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9" name="Google Shape;2559;p55"/>
            <p:cNvSpPr/>
            <p:nvPr/>
          </p:nvSpPr>
          <p:spPr>
            <a:xfrm>
              <a:off x="1988525" y="6425163"/>
              <a:ext cx="130400" cy="130375"/>
            </a:xfrm>
            <a:custGeom>
              <a:rect b="b" l="l" r="r" t="t"/>
              <a:pathLst>
                <a:path extrusionOk="0" h="5215" w="5216">
                  <a:moveTo>
                    <a:pt x="2638" y="0"/>
                  </a:moveTo>
                  <a:cubicBezTo>
                    <a:pt x="1305" y="0"/>
                    <a:pt x="194" y="895"/>
                    <a:pt x="0" y="2150"/>
                  </a:cubicBezTo>
                  <a:lnTo>
                    <a:pt x="0" y="2354"/>
                  </a:lnTo>
                  <a:lnTo>
                    <a:pt x="0" y="2460"/>
                  </a:lnTo>
                  <a:lnTo>
                    <a:pt x="0" y="2558"/>
                  </a:lnTo>
                  <a:lnTo>
                    <a:pt x="0" y="2665"/>
                  </a:lnTo>
                  <a:cubicBezTo>
                    <a:pt x="0" y="2967"/>
                    <a:pt x="0" y="3171"/>
                    <a:pt x="107" y="3376"/>
                  </a:cubicBezTo>
                  <a:cubicBezTo>
                    <a:pt x="107" y="3482"/>
                    <a:pt x="107" y="3580"/>
                    <a:pt x="205" y="3580"/>
                  </a:cubicBezTo>
                  <a:lnTo>
                    <a:pt x="205" y="3686"/>
                  </a:lnTo>
                  <a:cubicBezTo>
                    <a:pt x="205" y="3686"/>
                    <a:pt x="205" y="3785"/>
                    <a:pt x="311" y="3785"/>
                  </a:cubicBezTo>
                  <a:lnTo>
                    <a:pt x="311" y="3891"/>
                  </a:lnTo>
                  <a:cubicBezTo>
                    <a:pt x="311" y="3989"/>
                    <a:pt x="409" y="3989"/>
                    <a:pt x="409" y="4095"/>
                  </a:cubicBezTo>
                  <a:cubicBezTo>
                    <a:pt x="515" y="4095"/>
                    <a:pt x="515" y="4193"/>
                    <a:pt x="515" y="4193"/>
                  </a:cubicBezTo>
                  <a:lnTo>
                    <a:pt x="613" y="4299"/>
                  </a:lnTo>
                  <a:lnTo>
                    <a:pt x="720" y="4398"/>
                  </a:lnTo>
                  <a:lnTo>
                    <a:pt x="720" y="4504"/>
                  </a:lnTo>
                  <a:cubicBezTo>
                    <a:pt x="818" y="4504"/>
                    <a:pt x="818" y="4602"/>
                    <a:pt x="924" y="4602"/>
                  </a:cubicBezTo>
                  <a:cubicBezTo>
                    <a:pt x="1022" y="4708"/>
                    <a:pt x="1022" y="4708"/>
                    <a:pt x="1128" y="4708"/>
                  </a:cubicBezTo>
                  <a:lnTo>
                    <a:pt x="1128" y="4806"/>
                  </a:lnTo>
                  <a:cubicBezTo>
                    <a:pt x="1226" y="4806"/>
                    <a:pt x="1226" y="4806"/>
                    <a:pt x="1333" y="4912"/>
                  </a:cubicBezTo>
                  <a:cubicBezTo>
                    <a:pt x="1431" y="4912"/>
                    <a:pt x="1537" y="5011"/>
                    <a:pt x="1537" y="5011"/>
                  </a:cubicBezTo>
                  <a:cubicBezTo>
                    <a:pt x="1635" y="5011"/>
                    <a:pt x="1741" y="5117"/>
                    <a:pt x="1839" y="5117"/>
                  </a:cubicBezTo>
                  <a:lnTo>
                    <a:pt x="2150" y="5117"/>
                  </a:lnTo>
                  <a:cubicBezTo>
                    <a:pt x="2150" y="5215"/>
                    <a:pt x="2248" y="5215"/>
                    <a:pt x="2354" y="5215"/>
                  </a:cubicBezTo>
                  <a:cubicBezTo>
                    <a:pt x="2763" y="5215"/>
                    <a:pt x="3172" y="5215"/>
                    <a:pt x="3580" y="5011"/>
                  </a:cubicBezTo>
                  <a:cubicBezTo>
                    <a:pt x="3678" y="5011"/>
                    <a:pt x="3785" y="4912"/>
                    <a:pt x="3785" y="4912"/>
                  </a:cubicBezTo>
                  <a:cubicBezTo>
                    <a:pt x="3883" y="4806"/>
                    <a:pt x="3989" y="4806"/>
                    <a:pt x="4087" y="4806"/>
                  </a:cubicBezTo>
                  <a:cubicBezTo>
                    <a:pt x="4087" y="4708"/>
                    <a:pt x="4193" y="4708"/>
                    <a:pt x="4193" y="4602"/>
                  </a:cubicBezTo>
                  <a:cubicBezTo>
                    <a:pt x="4398" y="4504"/>
                    <a:pt x="4496" y="4398"/>
                    <a:pt x="4602" y="4299"/>
                  </a:cubicBezTo>
                  <a:cubicBezTo>
                    <a:pt x="4806" y="3989"/>
                    <a:pt x="5011" y="3580"/>
                    <a:pt x="5109" y="3171"/>
                  </a:cubicBezTo>
                  <a:lnTo>
                    <a:pt x="5109" y="3073"/>
                  </a:lnTo>
                  <a:lnTo>
                    <a:pt x="5109" y="2967"/>
                  </a:lnTo>
                  <a:lnTo>
                    <a:pt x="5215" y="2967"/>
                  </a:lnTo>
                  <a:lnTo>
                    <a:pt x="5215" y="2869"/>
                  </a:lnTo>
                  <a:lnTo>
                    <a:pt x="5215" y="2665"/>
                  </a:lnTo>
                  <a:lnTo>
                    <a:pt x="5215" y="2558"/>
                  </a:lnTo>
                  <a:lnTo>
                    <a:pt x="5215" y="2354"/>
                  </a:lnTo>
                  <a:lnTo>
                    <a:pt x="5215" y="2256"/>
                  </a:lnTo>
                  <a:cubicBezTo>
                    <a:pt x="5109" y="2256"/>
                    <a:pt x="5109" y="2150"/>
                    <a:pt x="5109" y="2150"/>
                  </a:cubicBezTo>
                  <a:lnTo>
                    <a:pt x="5109" y="2052"/>
                  </a:lnTo>
                  <a:lnTo>
                    <a:pt x="5109" y="1847"/>
                  </a:lnTo>
                  <a:lnTo>
                    <a:pt x="5011" y="1741"/>
                  </a:lnTo>
                  <a:lnTo>
                    <a:pt x="5011" y="1643"/>
                  </a:lnTo>
                  <a:cubicBezTo>
                    <a:pt x="5011" y="1643"/>
                    <a:pt x="5011" y="1537"/>
                    <a:pt x="4904" y="1537"/>
                  </a:cubicBezTo>
                  <a:lnTo>
                    <a:pt x="4904" y="1439"/>
                  </a:lnTo>
                  <a:cubicBezTo>
                    <a:pt x="4904" y="1439"/>
                    <a:pt x="4904" y="1332"/>
                    <a:pt x="4806" y="1332"/>
                  </a:cubicBezTo>
                  <a:cubicBezTo>
                    <a:pt x="4398" y="621"/>
                    <a:pt x="3678" y="106"/>
                    <a:pt x="2861" y="8"/>
                  </a:cubicBezTo>
                  <a:cubicBezTo>
                    <a:pt x="2786" y="3"/>
                    <a:pt x="2712" y="0"/>
                    <a:pt x="2638"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0" name="Google Shape;2560;p55"/>
            <p:cNvSpPr/>
            <p:nvPr/>
          </p:nvSpPr>
          <p:spPr>
            <a:xfrm>
              <a:off x="1965625" y="6422313"/>
              <a:ext cx="148175" cy="129975"/>
            </a:xfrm>
            <a:custGeom>
              <a:rect b="b" l="l" r="r" t="t"/>
              <a:pathLst>
                <a:path extrusionOk="0" h="5199" w="5927">
                  <a:moveTo>
                    <a:pt x="2987" y="1"/>
                  </a:moveTo>
                  <a:cubicBezTo>
                    <a:pt x="2572" y="1"/>
                    <a:pt x="2144" y="105"/>
                    <a:pt x="1734" y="327"/>
                  </a:cubicBezTo>
                  <a:cubicBezTo>
                    <a:pt x="508" y="940"/>
                    <a:pt x="1" y="2574"/>
                    <a:pt x="614" y="3800"/>
                  </a:cubicBezTo>
                  <a:cubicBezTo>
                    <a:pt x="1108" y="4721"/>
                    <a:pt x="2002" y="5199"/>
                    <a:pt x="2945" y="5199"/>
                  </a:cubicBezTo>
                  <a:cubicBezTo>
                    <a:pt x="3359" y="5199"/>
                    <a:pt x="3782" y="5107"/>
                    <a:pt x="4186" y="4920"/>
                  </a:cubicBezTo>
                  <a:cubicBezTo>
                    <a:pt x="5412" y="4209"/>
                    <a:pt x="5927" y="2672"/>
                    <a:pt x="5207" y="1446"/>
                  </a:cubicBezTo>
                  <a:cubicBezTo>
                    <a:pt x="4783" y="530"/>
                    <a:pt x="3920" y="1"/>
                    <a:pt x="2987" y="1"/>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1" name="Google Shape;2561;p55"/>
            <p:cNvSpPr/>
            <p:nvPr/>
          </p:nvSpPr>
          <p:spPr>
            <a:xfrm>
              <a:off x="1998750" y="6430463"/>
              <a:ext cx="115050" cy="122175"/>
            </a:xfrm>
            <a:custGeom>
              <a:rect b="b" l="l" r="r" t="t"/>
              <a:pathLst>
                <a:path extrusionOk="0" h="4887" w="4602">
                  <a:moveTo>
                    <a:pt x="2763" y="1"/>
                  </a:moveTo>
                  <a:lnTo>
                    <a:pt x="2763" y="1"/>
                  </a:lnTo>
                  <a:cubicBezTo>
                    <a:pt x="3065" y="205"/>
                    <a:pt x="3269" y="409"/>
                    <a:pt x="3474" y="712"/>
                  </a:cubicBezTo>
                  <a:cubicBezTo>
                    <a:pt x="4087" y="2044"/>
                    <a:pt x="3580" y="3573"/>
                    <a:pt x="2354" y="4292"/>
                  </a:cubicBezTo>
                  <a:cubicBezTo>
                    <a:pt x="1945" y="4496"/>
                    <a:pt x="1537" y="4598"/>
                    <a:pt x="1140" y="4598"/>
                  </a:cubicBezTo>
                  <a:cubicBezTo>
                    <a:pt x="744" y="4598"/>
                    <a:pt x="360" y="4496"/>
                    <a:pt x="0" y="4292"/>
                  </a:cubicBezTo>
                  <a:lnTo>
                    <a:pt x="0" y="4292"/>
                  </a:lnTo>
                  <a:cubicBezTo>
                    <a:pt x="438" y="4665"/>
                    <a:pt x="1025" y="4887"/>
                    <a:pt x="1647" y="4887"/>
                  </a:cubicBezTo>
                  <a:cubicBezTo>
                    <a:pt x="2047" y="4887"/>
                    <a:pt x="2461" y="4795"/>
                    <a:pt x="2861" y="4594"/>
                  </a:cubicBezTo>
                  <a:cubicBezTo>
                    <a:pt x="4087" y="3883"/>
                    <a:pt x="4602" y="2346"/>
                    <a:pt x="3882" y="1120"/>
                  </a:cubicBezTo>
                  <a:cubicBezTo>
                    <a:pt x="3678" y="614"/>
                    <a:pt x="3269" y="205"/>
                    <a:pt x="2763" y="1"/>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2" name="Google Shape;2562;p55"/>
            <p:cNvSpPr/>
            <p:nvPr/>
          </p:nvSpPr>
          <p:spPr>
            <a:xfrm>
              <a:off x="1980950" y="6458463"/>
              <a:ext cx="119975" cy="66425"/>
            </a:xfrm>
            <a:custGeom>
              <a:rect b="b" l="l" r="r" t="t"/>
              <a:pathLst>
                <a:path extrusionOk="0" h="2657" w="4799">
                  <a:moveTo>
                    <a:pt x="4594" y="0"/>
                  </a:moveTo>
                  <a:lnTo>
                    <a:pt x="1" y="2354"/>
                  </a:lnTo>
                  <a:lnTo>
                    <a:pt x="99" y="2453"/>
                  </a:lnTo>
                  <a:cubicBezTo>
                    <a:pt x="99" y="2559"/>
                    <a:pt x="205" y="2559"/>
                    <a:pt x="205" y="2657"/>
                  </a:cubicBezTo>
                  <a:lnTo>
                    <a:pt x="4799" y="311"/>
                  </a:lnTo>
                  <a:cubicBezTo>
                    <a:pt x="4799" y="205"/>
                    <a:pt x="4701" y="107"/>
                    <a:pt x="4701"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3" name="Google Shape;2563;p55"/>
            <p:cNvSpPr/>
            <p:nvPr/>
          </p:nvSpPr>
          <p:spPr>
            <a:xfrm>
              <a:off x="1980950" y="6453363"/>
              <a:ext cx="117525" cy="69075"/>
            </a:xfrm>
            <a:custGeom>
              <a:rect b="b" l="l" r="r" t="t"/>
              <a:pathLst>
                <a:path extrusionOk="0" h="2763" w="4701">
                  <a:moveTo>
                    <a:pt x="4594" y="0"/>
                  </a:moveTo>
                  <a:lnTo>
                    <a:pt x="1" y="2452"/>
                  </a:lnTo>
                  <a:lnTo>
                    <a:pt x="1" y="2558"/>
                  </a:lnTo>
                  <a:cubicBezTo>
                    <a:pt x="99" y="2657"/>
                    <a:pt x="99" y="2657"/>
                    <a:pt x="99" y="2763"/>
                  </a:cubicBezTo>
                  <a:lnTo>
                    <a:pt x="4701" y="311"/>
                  </a:lnTo>
                  <a:cubicBezTo>
                    <a:pt x="4701" y="311"/>
                    <a:pt x="4701" y="204"/>
                    <a:pt x="4594" y="204"/>
                  </a:cubicBezTo>
                  <a:lnTo>
                    <a:pt x="4594" y="0"/>
                  </a:ln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4" name="Google Shape;2564;p55"/>
            <p:cNvSpPr/>
            <p:nvPr/>
          </p:nvSpPr>
          <p:spPr>
            <a:xfrm>
              <a:off x="2141775" y="6343413"/>
              <a:ext cx="130400" cy="130400"/>
            </a:xfrm>
            <a:custGeom>
              <a:rect b="b" l="l" r="r" t="t"/>
              <a:pathLst>
                <a:path extrusionOk="0" h="5216" w="5216">
                  <a:moveTo>
                    <a:pt x="2654" y="1"/>
                  </a:moveTo>
                  <a:cubicBezTo>
                    <a:pt x="1411" y="1"/>
                    <a:pt x="300" y="896"/>
                    <a:pt x="107" y="2150"/>
                  </a:cubicBezTo>
                  <a:lnTo>
                    <a:pt x="107" y="2355"/>
                  </a:lnTo>
                  <a:cubicBezTo>
                    <a:pt x="0" y="2355"/>
                    <a:pt x="0" y="2461"/>
                    <a:pt x="0" y="2461"/>
                  </a:cubicBezTo>
                  <a:lnTo>
                    <a:pt x="0" y="2559"/>
                  </a:lnTo>
                  <a:lnTo>
                    <a:pt x="0" y="2665"/>
                  </a:lnTo>
                  <a:cubicBezTo>
                    <a:pt x="107" y="2968"/>
                    <a:pt x="107" y="3172"/>
                    <a:pt x="205" y="3376"/>
                  </a:cubicBezTo>
                  <a:lnTo>
                    <a:pt x="205" y="3581"/>
                  </a:lnTo>
                  <a:lnTo>
                    <a:pt x="311" y="3687"/>
                  </a:lnTo>
                  <a:lnTo>
                    <a:pt x="311" y="3785"/>
                  </a:lnTo>
                  <a:lnTo>
                    <a:pt x="409" y="3891"/>
                  </a:lnTo>
                  <a:cubicBezTo>
                    <a:pt x="409" y="3891"/>
                    <a:pt x="409" y="3989"/>
                    <a:pt x="515" y="4096"/>
                  </a:cubicBezTo>
                  <a:lnTo>
                    <a:pt x="613" y="4194"/>
                  </a:lnTo>
                  <a:cubicBezTo>
                    <a:pt x="613" y="4300"/>
                    <a:pt x="613" y="4300"/>
                    <a:pt x="720" y="4300"/>
                  </a:cubicBezTo>
                  <a:cubicBezTo>
                    <a:pt x="720" y="4300"/>
                    <a:pt x="720" y="4398"/>
                    <a:pt x="818" y="4398"/>
                  </a:cubicBezTo>
                  <a:lnTo>
                    <a:pt x="818" y="4504"/>
                  </a:lnTo>
                  <a:cubicBezTo>
                    <a:pt x="924" y="4504"/>
                    <a:pt x="924" y="4602"/>
                    <a:pt x="1022" y="4602"/>
                  </a:cubicBezTo>
                  <a:cubicBezTo>
                    <a:pt x="1022" y="4709"/>
                    <a:pt x="1128" y="4709"/>
                    <a:pt x="1128" y="4709"/>
                  </a:cubicBezTo>
                  <a:lnTo>
                    <a:pt x="1226" y="4807"/>
                  </a:lnTo>
                  <a:cubicBezTo>
                    <a:pt x="1226" y="4807"/>
                    <a:pt x="1333" y="4807"/>
                    <a:pt x="1333" y="4913"/>
                  </a:cubicBezTo>
                  <a:lnTo>
                    <a:pt x="1431" y="4913"/>
                  </a:lnTo>
                  <a:cubicBezTo>
                    <a:pt x="1537" y="4913"/>
                    <a:pt x="1537" y="5011"/>
                    <a:pt x="1635" y="5011"/>
                  </a:cubicBezTo>
                  <a:cubicBezTo>
                    <a:pt x="1741" y="5011"/>
                    <a:pt x="1741" y="5011"/>
                    <a:pt x="1839" y="5117"/>
                  </a:cubicBezTo>
                  <a:lnTo>
                    <a:pt x="2150" y="5117"/>
                  </a:lnTo>
                  <a:cubicBezTo>
                    <a:pt x="2248" y="5215"/>
                    <a:pt x="2354" y="5215"/>
                    <a:pt x="2354" y="5215"/>
                  </a:cubicBezTo>
                  <a:cubicBezTo>
                    <a:pt x="2861" y="5215"/>
                    <a:pt x="3270" y="5117"/>
                    <a:pt x="3678" y="5011"/>
                  </a:cubicBezTo>
                  <a:cubicBezTo>
                    <a:pt x="3785" y="5011"/>
                    <a:pt x="3785" y="4913"/>
                    <a:pt x="3883" y="4913"/>
                  </a:cubicBezTo>
                  <a:cubicBezTo>
                    <a:pt x="3989" y="4807"/>
                    <a:pt x="3989" y="4807"/>
                    <a:pt x="4087" y="4807"/>
                  </a:cubicBezTo>
                  <a:lnTo>
                    <a:pt x="4291" y="4602"/>
                  </a:lnTo>
                  <a:cubicBezTo>
                    <a:pt x="4398" y="4504"/>
                    <a:pt x="4602" y="4398"/>
                    <a:pt x="4700" y="4300"/>
                  </a:cubicBezTo>
                  <a:cubicBezTo>
                    <a:pt x="4904" y="3989"/>
                    <a:pt x="5109" y="3581"/>
                    <a:pt x="5215" y="3172"/>
                  </a:cubicBezTo>
                  <a:lnTo>
                    <a:pt x="5215" y="3074"/>
                  </a:lnTo>
                  <a:lnTo>
                    <a:pt x="5215" y="2968"/>
                  </a:lnTo>
                  <a:lnTo>
                    <a:pt x="5215" y="2870"/>
                  </a:lnTo>
                  <a:lnTo>
                    <a:pt x="5215" y="2665"/>
                  </a:lnTo>
                  <a:lnTo>
                    <a:pt x="5215" y="2559"/>
                  </a:lnTo>
                  <a:lnTo>
                    <a:pt x="5215" y="2355"/>
                  </a:lnTo>
                  <a:lnTo>
                    <a:pt x="5215" y="2257"/>
                  </a:lnTo>
                  <a:lnTo>
                    <a:pt x="5215" y="2150"/>
                  </a:lnTo>
                  <a:lnTo>
                    <a:pt x="5215" y="2052"/>
                  </a:lnTo>
                  <a:cubicBezTo>
                    <a:pt x="5215" y="1946"/>
                    <a:pt x="5109" y="1946"/>
                    <a:pt x="5109" y="1848"/>
                  </a:cubicBezTo>
                  <a:lnTo>
                    <a:pt x="5109" y="1742"/>
                  </a:lnTo>
                  <a:cubicBezTo>
                    <a:pt x="5109" y="1742"/>
                    <a:pt x="5109" y="1644"/>
                    <a:pt x="5011" y="1644"/>
                  </a:cubicBezTo>
                  <a:lnTo>
                    <a:pt x="5011" y="1537"/>
                  </a:lnTo>
                  <a:lnTo>
                    <a:pt x="5011" y="1439"/>
                  </a:lnTo>
                  <a:cubicBezTo>
                    <a:pt x="4904" y="1439"/>
                    <a:pt x="4904" y="1333"/>
                    <a:pt x="4904" y="1333"/>
                  </a:cubicBezTo>
                  <a:cubicBezTo>
                    <a:pt x="4496" y="622"/>
                    <a:pt x="3785" y="107"/>
                    <a:pt x="2861" y="9"/>
                  </a:cubicBezTo>
                  <a:cubicBezTo>
                    <a:pt x="2792" y="3"/>
                    <a:pt x="2723" y="1"/>
                    <a:pt x="2654" y="1"/>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5" name="Google Shape;2565;p55"/>
            <p:cNvSpPr/>
            <p:nvPr/>
          </p:nvSpPr>
          <p:spPr>
            <a:xfrm>
              <a:off x="2118900" y="6340513"/>
              <a:ext cx="150600" cy="130050"/>
            </a:xfrm>
            <a:custGeom>
              <a:rect b="b" l="l" r="r" t="t"/>
              <a:pathLst>
                <a:path extrusionOk="0" h="5202" w="6024">
                  <a:moveTo>
                    <a:pt x="3063" y="1"/>
                  </a:moveTo>
                  <a:cubicBezTo>
                    <a:pt x="2644" y="1"/>
                    <a:pt x="2222" y="105"/>
                    <a:pt x="1839" y="329"/>
                  </a:cubicBezTo>
                  <a:cubicBezTo>
                    <a:pt x="507" y="942"/>
                    <a:pt x="0" y="2577"/>
                    <a:pt x="711" y="3803"/>
                  </a:cubicBezTo>
                  <a:cubicBezTo>
                    <a:pt x="1137" y="4724"/>
                    <a:pt x="2057" y="5202"/>
                    <a:pt x="2990" y="5202"/>
                  </a:cubicBezTo>
                  <a:cubicBezTo>
                    <a:pt x="3399" y="5202"/>
                    <a:pt x="3811" y="5110"/>
                    <a:pt x="4185" y="4923"/>
                  </a:cubicBezTo>
                  <a:cubicBezTo>
                    <a:pt x="5517" y="4212"/>
                    <a:pt x="6024" y="2675"/>
                    <a:pt x="5313" y="1351"/>
                  </a:cubicBezTo>
                  <a:cubicBezTo>
                    <a:pt x="4891" y="508"/>
                    <a:pt x="3986" y="1"/>
                    <a:pt x="3063" y="1"/>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6" name="Google Shape;2566;p55"/>
            <p:cNvSpPr/>
            <p:nvPr/>
          </p:nvSpPr>
          <p:spPr>
            <a:xfrm>
              <a:off x="2152000" y="6348738"/>
              <a:ext cx="117500" cy="122175"/>
            </a:xfrm>
            <a:custGeom>
              <a:rect b="b" l="l" r="r" t="t"/>
              <a:pathLst>
                <a:path extrusionOk="0" h="4887" w="4700">
                  <a:moveTo>
                    <a:pt x="2861" y="0"/>
                  </a:moveTo>
                  <a:lnTo>
                    <a:pt x="2861" y="0"/>
                  </a:lnTo>
                  <a:cubicBezTo>
                    <a:pt x="3171" y="205"/>
                    <a:pt x="3376" y="409"/>
                    <a:pt x="3474" y="711"/>
                  </a:cubicBezTo>
                  <a:cubicBezTo>
                    <a:pt x="4193" y="2044"/>
                    <a:pt x="3678" y="3572"/>
                    <a:pt x="2452" y="4291"/>
                  </a:cubicBezTo>
                  <a:cubicBezTo>
                    <a:pt x="2074" y="4481"/>
                    <a:pt x="1674" y="4560"/>
                    <a:pt x="1282" y="4560"/>
                  </a:cubicBezTo>
                  <a:cubicBezTo>
                    <a:pt x="829" y="4560"/>
                    <a:pt x="386" y="4454"/>
                    <a:pt x="0" y="4291"/>
                  </a:cubicBezTo>
                  <a:lnTo>
                    <a:pt x="0" y="4291"/>
                  </a:lnTo>
                  <a:cubicBezTo>
                    <a:pt x="498" y="4665"/>
                    <a:pt x="1111" y="4887"/>
                    <a:pt x="1721" y="4887"/>
                  </a:cubicBezTo>
                  <a:cubicBezTo>
                    <a:pt x="2113" y="4887"/>
                    <a:pt x="2503" y="4795"/>
                    <a:pt x="2861" y="4594"/>
                  </a:cubicBezTo>
                  <a:cubicBezTo>
                    <a:pt x="4193" y="3883"/>
                    <a:pt x="4700" y="2346"/>
                    <a:pt x="3989" y="1022"/>
                  </a:cubicBezTo>
                  <a:cubicBezTo>
                    <a:pt x="3784" y="613"/>
                    <a:pt x="3376" y="205"/>
                    <a:pt x="2861"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7" name="Google Shape;2567;p55"/>
            <p:cNvSpPr/>
            <p:nvPr/>
          </p:nvSpPr>
          <p:spPr>
            <a:xfrm>
              <a:off x="2136675" y="6376738"/>
              <a:ext cx="117500" cy="66425"/>
            </a:xfrm>
            <a:custGeom>
              <a:rect b="b" l="l" r="r" t="t"/>
              <a:pathLst>
                <a:path extrusionOk="0" h="2657" w="4700">
                  <a:moveTo>
                    <a:pt x="4602" y="0"/>
                  </a:moveTo>
                  <a:lnTo>
                    <a:pt x="0" y="2354"/>
                  </a:lnTo>
                  <a:lnTo>
                    <a:pt x="0" y="2452"/>
                  </a:lnTo>
                  <a:lnTo>
                    <a:pt x="204" y="2656"/>
                  </a:lnTo>
                  <a:lnTo>
                    <a:pt x="4700" y="311"/>
                  </a:lnTo>
                  <a:lnTo>
                    <a:pt x="4700" y="0"/>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8" name="Google Shape;2568;p55"/>
            <p:cNvSpPr/>
            <p:nvPr/>
          </p:nvSpPr>
          <p:spPr>
            <a:xfrm>
              <a:off x="2134225" y="6371613"/>
              <a:ext cx="119950" cy="66450"/>
            </a:xfrm>
            <a:custGeom>
              <a:rect b="b" l="l" r="r" t="t"/>
              <a:pathLst>
                <a:path extrusionOk="0" h="2658" w="4798">
                  <a:moveTo>
                    <a:pt x="4593" y="1"/>
                  </a:moveTo>
                  <a:lnTo>
                    <a:pt x="0" y="2453"/>
                  </a:lnTo>
                  <a:lnTo>
                    <a:pt x="98" y="2559"/>
                  </a:lnTo>
                  <a:cubicBezTo>
                    <a:pt x="98" y="2657"/>
                    <a:pt x="98" y="2657"/>
                    <a:pt x="204" y="2657"/>
                  </a:cubicBezTo>
                  <a:lnTo>
                    <a:pt x="4798" y="311"/>
                  </a:lnTo>
                  <a:cubicBezTo>
                    <a:pt x="4798" y="205"/>
                    <a:pt x="4700" y="205"/>
                    <a:pt x="4700" y="107"/>
                  </a:cubicBezTo>
                  <a:lnTo>
                    <a:pt x="4593" y="1"/>
                  </a:ln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9" name="Google Shape;2569;p55"/>
            <p:cNvSpPr/>
            <p:nvPr/>
          </p:nvSpPr>
          <p:spPr>
            <a:xfrm>
              <a:off x="2297675" y="6261688"/>
              <a:ext cx="130200" cy="130400"/>
            </a:xfrm>
            <a:custGeom>
              <a:rect b="b" l="l" r="r" t="t"/>
              <a:pathLst>
                <a:path extrusionOk="0" h="5216" w="5208">
                  <a:moveTo>
                    <a:pt x="2638" y="0"/>
                  </a:moveTo>
                  <a:cubicBezTo>
                    <a:pt x="1305" y="0"/>
                    <a:pt x="194" y="895"/>
                    <a:pt x="1" y="2150"/>
                  </a:cubicBezTo>
                  <a:lnTo>
                    <a:pt x="1" y="2354"/>
                  </a:lnTo>
                  <a:lnTo>
                    <a:pt x="1" y="2461"/>
                  </a:lnTo>
                  <a:lnTo>
                    <a:pt x="1" y="2559"/>
                  </a:lnTo>
                  <a:lnTo>
                    <a:pt x="1" y="2665"/>
                  </a:lnTo>
                  <a:cubicBezTo>
                    <a:pt x="1" y="2967"/>
                    <a:pt x="1" y="3172"/>
                    <a:pt x="99" y="3376"/>
                  </a:cubicBezTo>
                  <a:cubicBezTo>
                    <a:pt x="99" y="3482"/>
                    <a:pt x="205" y="3580"/>
                    <a:pt x="205" y="3580"/>
                  </a:cubicBezTo>
                  <a:lnTo>
                    <a:pt x="205" y="3687"/>
                  </a:lnTo>
                  <a:lnTo>
                    <a:pt x="303" y="3785"/>
                  </a:lnTo>
                  <a:lnTo>
                    <a:pt x="303" y="3891"/>
                  </a:lnTo>
                  <a:cubicBezTo>
                    <a:pt x="409" y="3891"/>
                    <a:pt x="409" y="3989"/>
                    <a:pt x="409" y="4095"/>
                  </a:cubicBezTo>
                  <a:lnTo>
                    <a:pt x="507" y="4095"/>
                  </a:lnTo>
                  <a:cubicBezTo>
                    <a:pt x="507" y="4095"/>
                    <a:pt x="507" y="4193"/>
                    <a:pt x="614" y="4193"/>
                  </a:cubicBezTo>
                  <a:lnTo>
                    <a:pt x="614" y="4300"/>
                  </a:lnTo>
                  <a:lnTo>
                    <a:pt x="712" y="4398"/>
                  </a:lnTo>
                  <a:cubicBezTo>
                    <a:pt x="712" y="4398"/>
                    <a:pt x="818" y="4398"/>
                    <a:pt x="818" y="4504"/>
                  </a:cubicBezTo>
                  <a:lnTo>
                    <a:pt x="916" y="4602"/>
                  </a:lnTo>
                  <a:cubicBezTo>
                    <a:pt x="1022" y="4708"/>
                    <a:pt x="1022" y="4708"/>
                    <a:pt x="1121" y="4708"/>
                  </a:cubicBezTo>
                  <a:cubicBezTo>
                    <a:pt x="1121" y="4806"/>
                    <a:pt x="1121" y="4806"/>
                    <a:pt x="1227" y="4806"/>
                  </a:cubicBezTo>
                  <a:cubicBezTo>
                    <a:pt x="1227" y="4806"/>
                    <a:pt x="1325" y="4806"/>
                    <a:pt x="1325" y="4913"/>
                  </a:cubicBezTo>
                  <a:lnTo>
                    <a:pt x="1431" y="4913"/>
                  </a:lnTo>
                  <a:cubicBezTo>
                    <a:pt x="1431" y="4913"/>
                    <a:pt x="1529" y="5011"/>
                    <a:pt x="1635" y="5011"/>
                  </a:cubicBezTo>
                  <a:cubicBezTo>
                    <a:pt x="1635" y="5011"/>
                    <a:pt x="1734" y="5011"/>
                    <a:pt x="1840" y="5117"/>
                  </a:cubicBezTo>
                  <a:lnTo>
                    <a:pt x="2142" y="5117"/>
                  </a:lnTo>
                  <a:cubicBezTo>
                    <a:pt x="2248" y="5215"/>
                    <a:pt x="2248" y="5215"/>
                    <a:pt x="2347" y="5215"/>
                  </a:cubicBezTo>
                  <a:cubicBezTo>
                    <a:pt x="2755" y="5215"/>
                    <a:pt x="3270" y="5117"/>
                    <a:pt x="3573" y="5011"/>
                  </a:cubicBezTo>
                  <a:cubicBezTo>
                    <a:pt x="3679" y="5011"/>
                    <a:pt x="3777" y="4913"/>
                    <a:pt x="3883" y="4913"/>
                  </a:cubicBezTo>
                  <a:cubicBezTo>
                    <a:pt x="3883" y="4806"/>
                    <a:pt x="3981" y="4806"/>
                    <a:pt x="4087" y="4806"/>
                  </a:cubicBezTo>
                  <a:cubicBezTo>
                    <a:pt x="4087" y="4708"/>
                    <a:pt x="4186" y="4708"/>
                    <a:pt x="4292" y="4602"/>
                  </a:cubicBezTo>
                  <a:lnTo>
                    <a:pt x="4594" y="4300"/>
                  </a:lnTo>
                  <a:cubicBezTo>
                    <a:pt x="4905" y="3989"/>
                    <a:pt x="5003" y="3580"/>
                    <a:pt x="5109" y="3172"/>
                  </a:cubicBezTo>
                  <a:cubicBezTo>
                    <a:pt x="5109" y="3074"/>
                    <a:pt x="5207" y="3074"/>
                    <a:pt x="5207" y="2967"/>
                  </a:cubicBezTo>
                  <a:lnTo>
                    <a:pt x="5207" y="2869"/>
                  </a:lnTo>
                  <a:lnTo>
                    <a:pt x="5207" y="2665"/>
                  </a:lnTo>
                  <a:lnTo>
                    <a:pt x="5207" y="2559"/>
                  </a:lnTo>
                  <a:lnTo>
                    <a:pt x="5207" y="2354"/>
                  </a:lnTo>
                  <a:lnTo>
                    <a:pt x="5207" y="2256"/>
                  </a:lnTo>
                  <a:lnTo>
                    <a:pt x="5207" y="2150"/>
                  </a:lnTo>
                  <a:lnTo>
                    <a:pt x="5109" y="2052"/>
                  </a:lnTo>
                  <a:lnTo>
                    <a:pt x="5109" y="1848"/>
                  </a:lnTo>
                  <a:lnTo>
                    <a:pt x="5109" y="1741"/>
                  </a:lnTo>
                  <a:cubicBezTo>
                    <a:pt x="5003" y="1741"/>
                    <a:pt x="5003" y="1643"/>
                    <a:pt x="5003" y="1643"/>
                  </a:cubicBezTo>
                  <a:lnTo>
                    <a:pt x="5003" y="1537"/>
                  </a:lnTo>
                  <a:lnTo>
                    <a:pt x="4905" y="1439"/>
                  </a:lnTo>
                  <a:lnTo>
                    <a:pt x="4905" y="1333"/>
                  </a:lnTo>
                  <a:cubicBezTo>
                    <a:pt x="4496" y="622"/>
                    <a:pt x="3679" y="107"/>
                    <a:pt x="2861" y="9"/>
                  </a:cubicBezTo>
                  <a:cubicBezTo>
                    <a:pt x="2786" y="3"/>
                    <a:pt x="2712" y="0"/>
                    <a:pt x="2638"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0" name="Google Shape;2570;p55"/>
            <p:cNvSpPr/>
            <p:nvPr/>
          </p:nvSpPr>
          <p:spPr>
            <a:xfrm>
              <a:off x="2274600" y="6258788"/>
              <a:ext cx="148150" cy="129600"/>
            </a:xfrm>
            <a:custGeom>
              <a:rect b="b" l="l" r="r" t="t"/>
              <a:pathLst>
                <a:path extrusionOk="0" h="5184" w="5926">
                  <a:moveTo>
                    <a:pt x="3011" y="0"/>
                  </a:moveTo>
                  <a:cubicBezTo>
                    <a:pt x="2588" y="0"/>
                    <a:pt x="2154" y="105"/>
                    <a:pt x="1741" y="329"/>
                  </a:cubicBezTo>
                  <a:cubicBezTo>
                    <a:pt x="515" y="942"/>
                    <a:pt x="0" y="2577"/>
                    <a:pt x="719" y="3803"/>
                  </a:cubicBezTo>
                  <a:cubicBezTo>
                    <a:pt x="1155" y="4675"/>
                    <a:pt x="2055" y="5183"/>
                    <a:pt x="3017" y="5183"/>
                  </a:cubicBezTo>
                  <a:cubicBezTo>
                    <a:pt x="3408" y="5183"/>
                    <a:pt x="3809" y="5099"/>
                    <a:pt x="4193" y="4922"/>
                  </a:cubicBezTo>
                  <a:cubicBezTo>
                    <a:pt x="5419" y="4211"/>
                    <a:pt x="5926" y="2675"/>
                    <a:pt x="5313" y="1351"/>
                  </a:cubicBezTo>
                  <a:cubicBezTo>
                    <a:pt x="4824" y="507"/>
                    <a:pt x="3944" y="0"/>
                    <a:pt x="3011" y="0"/>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1" name="Google Shape;2571;p55"/>
            <p:cNvSpPr/>
            <p:nvPr/>
          </p:nvSpPr>
          <p:spPr>
            <a:xfrm>
              <a:off x="2307900" y="6267013"/>
              <a:ext cx="114850" cy="122175"/>
            </a:xfrm>
            <a:custGeom>
              <a:rect b="b" l="l" r="r" t="t"/>
              <a:pathLst>
                <a:path extrusionOk="0" h="4887" w="4594">
                  <a:moveTo>
                    <a:pt x="2861" y="0"/>
                  </a:moveTo>
                  <a:lnTo>
                    <a:pt x="2861" y="0"/>
                  </a:lnTo>
                  <a:cubicBezTo>
                    <a:pt x="3065" y="204"/>
                    <a:pt x="3270" y="409"/>
                    <a:pt x="3474" y="711"/>
                  </a:cubicBezTo>
                  <a:cubicBezTo>
                    <a:pt x="4087" y="2043"/>
                    <a:pt x="3678" y="3572"/>
                    <a:pt x="2346" y="4291"/>
                  </a:cubicBezTo>
                  <a:cubicBezTo>
                    <a:pt x="2017" y="4480"/>
                    <a:pt x="1642" y="4559"/>
                    <a:pt x="1263" y="4559"/>
                  </a:cubicBezTo>
                  <a:cubicBezTo>
                    <a:pt x="825" y="4559"/>
                    <a:pt x="382" y="4453"/>
                    <a:pt x="0" y="4291"/>
                  </a:cubicBezTo>
                  <a:lnTo>
                    <a:pt x="0" y="4291"/>
                  </a:lnTo>
                  <a:cubicBezTo>
                    <a:pt x="433" y="4664"/>
                    <a:pt x="1058" y="4886"/>
                    <a:pt x="1688" y="4886"/>
                  </a:cubicBezTo>
                  <a:cubicBezTo>
                    <a:pt x="2093" y="4886"/>
                    <a:pt x="2500" y="4795"/>
                    <a:pt x="2861" y="4593"/>
                  </a:cubicBezTo>
                  <a:cubicBezTo>
                    <a:pt x="4087" y="3882"/>
                    <a:pt x="4594" y="2346"/>
                    <a:pt x="3981" y="1022"/>
                  </a:cubicBezTo>
                  <a:cubicBezTo>
                    <a:pt x="3678" y="613"/>
                    <a:pt x="3270" y="204"/>
                    <a:pt x="2861"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2" name="Google Shape;2572;p55"/>
            <p:cNvSpPr/>
            <p:nvPr/>
          </p:nvSpPr>
          <p:spPr>
            <a:xfrm>
              <a:off x="2292575" y="6292538"/>
              <a:ext cx="117525" cy="68900"/>
            </a:xfrm>
            <a:custGeom>
              <a:rect b="b" l="l" r="r" t="t"/>
              <a:pathLst>
                <a:path extrusionOk="0" h="2756" w="4701">
                  <a:moveTo>
                    <a:pt x="4594" y="1"/>
                  </a:moveTo>
                  <a:lnTo>
                    <a:pt x="0" y="2453"/>
                  </a:lnTo>
                  <a:lnTo>
                    <a:pt x="0" y="2551"/>
                  </a:lnTo>
                  <a:cubicBezTo>
                    <a:pt x="0" y="2657"/>
                    <a:pt x="98" y="2657"/>
                    <a:pt x="98" y="2755"/>
                  </a:cubicBezTo>
                  <a:lnTo>
                    <a:pt x="4700" y="303"/>
                  </a:lnTo>
                  <a:cubicBezTo>
                    <a:pt x="4700" y="303"/>
                    <a:pt x="4594" y="205"/>
                    <a:pt x="4594" y="99"/>
                  </a:cubicBezTo>
                  <a:lnTo>
                    <a:pt x="4594" y="1"/>
                  </a:ln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3" name="Google Shape;2573;p55"/>
            <p:cNvSpPr/>
            <p:nvPr/>
          </p:nvSpPr>
          <p:spPr>
            <a:xfrm>
              <a:off x="2289925" y="6289888"/>
              <a:ext cx="117500" cy="66425"/>
            </a:xfrm>
            <a:custGeom>
              <a:rect b="b" l="l" r="r" t="t"/>
              <a:pathLst>
                <a:path extrusionOk="0" h="2657" w="4700">
                  <a:moveTo>
                    <a:pt x="4602" y="0"/>
                  </a:moveTo>
                  <a:lnTo>
                    <a:pt x="0" y="2452"/>
                  </a:lnTo>
                  <a:cubicBezTo>
                    <a:pt x="0" y="2452"/>
                    <a:pt x="0" y="2559"/>
                    <a:pt x="106" y="2559"/>
                  </a:cubicBezTo>
                  <a:lnTo>
                    <a:pt x="106" y="2657"/>
                  </a:lnTo>
                  <a:lnTo>
                    <a:pt x="4700" y="311"/>
                  </a:lnTo>
                  <a:lnTo>
                    <a:pt x="4700" y="107"/>
                  </a:lnTo>
                  <a:cubicBezTo>
                    <a:pt x="4602" y="107"/>
                    <a:pt x="4602" y="0"/>
                    <a:pt x="4602" y="0"/>
                  </a:cubicBez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4" name="Google Shape;2574;p55"/>
            <p:cNvSpPr/>
            <p:nvPr/>
          </p:nvSpPr>
          <p:spPr>
            <a:xfrm>
              <a:off x="2453375" y="6179963"/>
              <a:ext cx="130400" cy="130375"/>
            </a:xfrm>
            <a:custGeom>
              <a:rect b="b" l="l" r="r" t="t"/>
              <a:pathLst>
                <a:path extrusionOk="0" h="5215" w="5216">
                  <a:moveTo>
                    <a:pt x="2638" y="0"/>
                  </a:moveTo>
                  <a:cubicBezTo>
                    <a:pt x="1305" y="0"/>
                    <a:pt x="194" y="895"/>
                    <a:pt x="1" y="2150"/>
                  </a:cubicBezTo>
                  <a:lnTo>
                    <a:pt x="1" y="2354"/>
                  </a:lnTo>
                  <a:lnTo>
                    <a:pt x="1" y="2460"/>
                  </a:lnTo>
                  <a:lnTo>
                    <a:pt x="1" y="2558"/>
                  </a:lnTo>
                  <a:lnTo>
                    <a:pt x="1" y="2665"/>
                  </a:lnTo>
                  <a:cubicBezTo>
                    <a:pt x="1" y="2967"/>
                    <a:pt x="1" y="3171"/>
                    <a:pt x="107" y="3376"/>
                  </a:cubicBezTo>
                  <a:cubicBezTo>
                    <a:pt x="107" y="3482"/>
                    <a:pt x="107" y="3482"/>
                    <a:pt x="205" y="3580"/>
                  </a:cubicBezTo>
                  <a:lnTo>
                    <a:pt x="205" y="3686"/>
                  </a:lnTo>
                  <a:cubicBezTo>
                    <a:pt x="205" y="3686"/>
                    <a:pt x="205" y="3784"/>
                    <a:pt x="311" y="3784"/>
                  </a:cubicBezTo>
                  <a:lnTo>
                    <a:pt x="311" y="3891"/>
                  </a:lnTo>
                  <a:cubicBezTo>
                    <a:pt x="311" y="3891"/>
                    <a:pt x="410" y="3989"/>
                    <a:pt x="410" y="4095"/>
                  </a:cubicBezTo>
                  <a:lnTo>
                    <a:pt x="516" y="4193"/>
                  </a:lnTo>
                  <a:cubicBezTo>
                    <a:pt x="516" y="4299"/>
                    <a:pt x="614" y="4299"/>
                    <a:pt x="614" y="4299"/>
                  </a:cubicBezTo>
                  <a:cubicBezTo>
                    <a:pt x="614" y="4299"/>
                    <a:pt x="614" y="4397"/>
                    <a:pt x="720" y="4397"/>
                  </a:cubicBezTo>
                  <a:lnTo>
                    <a:pt x="720" y="4504"/>
                  </a:lnTo>
                  <a:cubicBezTo>
                    <a:pt x="818" y="4504"/>
                    <a:pt x="818" y="4602"/>
                    <a:pt x="924" y="4602"/>
                  </a:cubicBezTo>
                  <a:cubicBezTo>
                    <a:pt x="1023" y="4708"/>
                    <a:pt x="1023" y="4708"/>
                    <a:pt x="1129" y="4708"/>
                  </a:cubicBezTo>
                  <a:lnTo>
                    <a:pt x="1129" y="4806"/>
                  </a:lnTo>
                  <a:cubicBezTo>
                    <a:pt x="1227" y="4806"/>
                    <a:pt x="1227" y="4806"/>
                    <a:pt x="1333" y="4912"/>
                  </a:cubicBezTo>
                  <a:cubicBezTo>
                    <a:pt x="1431" y="4912"/>
                    <a:pt x="1537" y="5010"/>
                    <a:pt x="1537" y="5010"/>
                  </a:cubicBezTo>
                  <a:cubicBezTo>
                    <a:pt x="1636" y="5010"/>
                    <a:pt x="1742" y="5010"/>
                    <a:pt x="1742" y="5117"/>
                  </a:cubicBezTo>
                  <a:lnTo>
                    <a:pt x="2044" y="5117"/>
                  </a:lnTo>
                  <a:cubicBezTo>
                    <a:pt x="2150" y="5215"/>
                    <a:pt x="2249" y="5215"/>
                    <a:pt x="2355" y="5215"/>
                  </a:cubicBezTo>
                  <a:cubicBezTo>
                    <a:pt x="2763" y="5215"/>
                    <a:pt x="3172" y="5117"/>
                    <a:pt x="3581" y="5010"/>
                  </a:cubicBezTo>
                  <a:cubicBezTo>
                    <a:pt x="3679" y="4912"/>
                    <a:pt x="3785" y="4912"/>
                    <a:pt x="3785" y="4912"/>
                  </a:cubicBezTo>
                  <a:cubicBezTo>
                    <a:pt x="3883" y="4806"/>
                    <a:pt x="3989" y="4806"/>
                    <a:pt x="3989" y="4708"/>
                  </a:cubicBezTo>
                  <a:cubicBezTo>
                    <a:pt x="4088" y="4708"/>
                    <a:pt x="4194" y="4708"/>
                    <a:pt x="4194" y="4602"/>
                  </a:cubicBezTo>
                  <a:cubicBezTo>
                    <a:pt x="4398" y="4504"/>
                    <a:pt x="4496" y="4397"/>
                    <a:pt x="4602" y="4299"/>
                  </a:cubicBezTo>
                  <a:cubicBezTo>
                    <a:pt x="4807" y="3989"/>
                    <a:pt x="5011" y="3580"/>
                    <a:pt x="5109" y="3171"/>
                  </a:cubicBezTo>
                  <a:lnTo>
                    <a:pt x="5109" y="2967"/>
                  </a:lnTo>
                  <a:lnTo>
                    <a:pt x="5109" y="2869"/>
                  </a:lnTo>
                  <a:cubicBezTo>
                    <a:pt x="5215" y="2763"/>
                    <a:pt x="5215" y="2763"/>
                    <a:pt x="5215" y="2665"/>
                  </a:cubicBezTo>
                  <a:lnTo>
                    <a:pt x="5215" y="2558"/>
                  </a:lnTo>
                  <a:cubicBezTo>
                    <a:pt x="5215" y="2460"/>
                    <a:pt x="5215" y="2460"/>
                    <a:pt x="5109" y="2354"/>
                  </a:cubicBezTo>
                  <a:lnTo>
                    <a:pt x="5109" y="2256"/>
                  </a:lnTo>
                  <a:lnTo>
                    <a:pt x="5109" y="2150"/>
                  </a:lnTo>
                  <a:lnTo>
                    <a:pt x="5109" y="2052"/>
                  </a:lnTo>
                  <a:cubicBezTo>
                    <a:pt x="5109" y="1945"/>
                    <a:pt x="5109" y="1945"/>
                    <a:pt x="5011" y="1847"/>
                  </a:cubicBezTo>
                  <a:lnTo>
                    <a:pt x="5011" y="1741"/>
                  </a:lnTo>
                  <a:lnTo>
                    <a:pt x="5011" y="1643"/>
                  </a:lnTo>
                  <a:cubicBezTo>
                    <a:pt x="5011" y="1537"/>
                    <a:pt x="4905" y="1537"/>
                    <a:pt x="4905" y="1537"/>
                  </a:cubicBezTo>
                  <a:lnTo>
                    <a:pt x="4905" y="1439"/>
                  </a:lnTo>
                  <a:cubicBezTo>
                    <a:pt x="4905" y="1332"/>
                    <a:pt x="4807" y="1332"/>
                    <a:pt x="4807" y="1332"/>
                  </a:cubicBezTo>
                  <a:cubicBezTo>
                    <a:pt x="4398" y="621"/>
                    <a:pt x="3679" y="106"/>
                    <a:pt x="2862" y="8"/>
                  </a:cubicBezTo>
                  <a:cubicBezTo>
                    <a:pt x="2787" y="3"/>
                    <a:pt x="2712" y="0"/>
                    <a:pt x="2638" y="0"/>
                  </a:cubicBezTo>
                  <a:close/>
                </a:path>
              </a:pathLst>
            </a:custGeom>
            <a:solidFill>
              <a:srgbClr val="D9D8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5" name="Google Shape;2575;p55"/>
            <p:cNvSpPr/>
            <p:nvPr/>
          </p:nvSpPr>
          <p:spPr>
            <a:xfrm>
              <a:off x="2430500" y="6177038"/>
              <a:ext cx="148175" cy="129600"/>
            </a:xfrm>
            <a:custGeom>
              <a:rect b="b" l="l" r="r" t="t"/>
              <a:pathLst>
                <a:path extrusionOk="0" h="5184" w="5927">
                  <a:moveTo>
                    <a:pt x="2957" y="1"/>
                  </a:moveTo>
                  <a:cubicBezTo>
                    <a:pt x="2538" y="1"/>
                    <a:pt x="2116" y="105"/>
                    <a:pt x="1733" y="330"/>
                  </a:cubicBezTo>
                  <a:cubicBezTo>
                    <a:pt x="409" y="943"/>
                    <a:pt x="0" y="2577"/>
                    <a:pt x="613" y="3803"/>
                  </a:cubicBezTo>
                  <a:cubicBezTo>
                    <a:pt x="1119" y="4676"/>
                    <a:pt x="2043" y="5184"/>
                    <a:pt x="3011" y="5184"/>
                  </a:cubicBezTo>
                  <a:cubicBezTo>
                    <a:pt x="3403" y="5184"/>
                    <a:pt x="3803" y="5100"/>
                    <a:pt x="4185" y="4923"/>
                  </a:cubicBezTo>
                  <a:cubicBezTo>
                    <a:pt x="5411" y="4212"/>
                    <a:pt x="5926" y="2675"/>
                    <a:pt x="5207" y="1351"/>
                  </a:cubicBezTo>
                  <a:cubicBezTo>
                    <a:pt x="4785" y="508"/>
                    <a:pt x="3880" y="1"/>
                    <a:pt x="2957" y="1"/>
                  </a:cubicBezTo>
                  <a:close/>
                </a:path>
              </a:pathLst>
            </a:custGeom>
            <a:solidFill>
              <a:srgbClr val="4675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6" name="Google Shape;2576;p55"/>
            <p:cNvSpPr/>
            <p:nvPr/>
          </p:nvSpPr>
          <p:spPr>
            <a:xfrm>
              <a:off x="2461150" y="6182613"/>
              <a:ext cx="117525" cy="124825"/>
            </a:xfrm>
            <a:custGeom>
              <a:rect b="b" l="l" r="r" t="t"/>
              <a:pathLst>
                <a:path extrusionOk="0" h="4993" w="4701">
                  <a:moveTo>
                    <a:pt x="2861" y="0"/>
                  </a:moveTo>
                  <a:lnTo>
                    <a:pt x="2861" y="0"/>
                  </a:lnTo>
                  <a:cubicBezTo>
                    <a:pt x="3164" y="311"/>
                    <a:pt x="3368" y="515"/>
                    <a:pt x="3572" y="818"/>
                  </a:cubicBezTo>
                  <a:cubicBezTo>
                    <a:pt x="4185" y="2150"/>
                    <a:pt x="3678" y="3678"/>
                    <a:pt x="2452" y="4398"/>
                  </a:cubicBezTo>
                  <a:cubicBezTo>
                    <a:pt x="2074" y="4587"/>
                    <a:pt x="1695" y="4666"/>
                    <a:pt x="1317" y="4666"/>
                  </a:cubicBezTo>
                  <a:cubicBezTo>
                    <a:pt x="878" y="4666"/>
                    <a:pt x="439" y="4560"/>
                    <a:pt x="0" y="4398"/>
                  </a:cubicBezTo>
                  <a:lnTo>
                    <a:pt x="0" y="4398"/>
                  </a:lnTo>
                  <a:cubicBezTo>
                    <a:pt x="498" y="4771"/>
                    <a:pt x="1108" y="4993"/>
                    <a:pt x="1740" y="4993"/>
                  </a:cubicBezTo>
                  <a:cubicBezTo>
                    <a:pt x="2145" y="4993"/>
                    <a:pt x="2560" y="4901"/>
                    <a:pt x="2959" y="4700"/>
                  </a:cubicBezTo>
                  <a:cubicBezTo>
                    <a:pt x="4185" y="3989"/>
                    <a:pt x="4700" y="2452"/>
                    <a:pt x="3981" y="1128"/>
                  </a:cubicBezTo>
                  <a:cubicBezTo>
                    <a:pt x="3777" y="720"/>
                    <a:pt x="3368" y="311"/>
                    <a:pt x="2861"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7" name="Google Shape;2577;p55"/>
            <p:cNvSpPr/>
            <p:nvPr/>
          </p:nvSpPr>
          <p:spPr>
            <a:xfrm>
              <a:off x="2445825" y="6210813"/>
              <a:ext cx="119975" cy="68875"/>
            </a:xfrm>
            <a:custGeom>
              <a:rect b="b" l="l" r="r" t="t"/>
              <a:pathLst>
                <a:path extrusionOk="0" h="2755" w="4799">
                  <a:moveTo>
                    <a:pt x="4594" y="0"/>
                  </a:moveTo>
                  <a:lnTo>
                    <a:pt x="0" y="2452"/>
                  </a:lnTo>
                  <a:cubicBezTo>
                    <a:pt x="0" y="2452"/>
                    <a:pt x="0" y="2550"/>
                    <a:pt x="99" y="2550"/>
                  </a:cubicBezTo>
                  <a:cubicBezTo>
                    <a:pt x="99" y="2657"/>
                    <a:pt x="99" y="2657"/>
                    <a:pt x="205" y="2755"/>
                  </a:cubicBezTo>
                  <a:lnTo>
                    <a:pt x="4798" y="303"/>
                  </a:lnTo>
                  <a:cubicBezTo>
                    <a:pt x="4700" y="303"/>
                    <a:pt x="4700" y="205"/>
                    <a:pt x="4700" y="98"/>
                  </a:cubicBezTo>
                  <a:cubicBezTo>
                    <a:pt x="4700" y="98"/>
                    <a:pt x="4594" y="98"/>
                    <a:pt x="4594" y="0"/>
                  </a:cubicBezTo>
                  <a:close/>
                </a:path>
              </a:pathLst>
            </a:custGeom>
            <a:solidFill>
              <a:srgbClr val="3D69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8" name="Google Shape;2578;p55"/>
            <p:cNvSpPr/>
            <p:nvPr/>
          </p:nvSpPr>
          <p:spPr>
            <a:xfrm>
              <a:off x="2443175" y="6208163"/>
              <a:ext cx="120175" cy="66425"/>
            </a:xfrm>
            <a:custGeom>
              <a:rect b="b" l="l" r="r" t="t"/>
              <a:pathLst>
                <a:path extrusionOk="0" h="2657" w="4807">
                  <a:moveTo>
                    <a:pt x="4602" y="0"/>
                  </a:moveTo>
                  <a:lnTo>
                    <a:pt x="0" y="2354"/>
                  </a:lnTo>
                  <a:cubicBezTo>
                    <a:pt x="106" y="2452"/>
                    <a:pt x="106" y="2452"/>
                    <a:pt x="106" y="2558"/>
                  </a:cubicBezTo>
                  <a:lnTo>
                    <a:pt x="205" y="2656"/>
                  </a:lnTo>
                  <a:lnTo>
                    <a:pt x="4806" y="311"/>
                  </a:lnTo>
                  <a:cubicBezTo>
                    <a:pt x="4806" y="204"/>
                    <a:pt x="4806" y="204"/>
                    <a:pt x="4700" y="106"/>
                  </a:cubicBezTo>
                  <a:cubicBezTo>
                    <a:pt x="4700" y="106"/>
                    <a:pt x="4700" y="0"/>
                    <a:pt x="4602" y="0"/>
                  </a:cubicBezTo>
                  <a:close/>
                </a:path>
              </a:pathLst>
            </a:custGeom>
            <a:solidFill>
              <a:srgbClr val="324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 Background 5">
  <p:cSld name="CUSTOM_3_1_1_1_1">
    <p:spTree>
      <p:nvGrpSpPr>
        <p:cNvPr id="2579" name="Shape 2579"/>
        <p:cNvGrpSpPr/>
        <p:nvPr/>
      </p:nvGrpSpPr>
      <p:grpSpPr>
        <a:xfrm>
          <a:off x="0" y="0"/>
          <a:ext cx="0" cy="0"/>
          <a:chOff x="0" y="0"/>
          <a:chExt cx="0" cy="0"/>
        </a:xfrm>
      </p:grpSpPr>
      <p:grpSp>
        <p:nvGrpSpPr>
          <p:cNvPr id="2580" name="Google Shape;2580;p56"/>
          <p:cNvGrpSpPr/>
          <p:nvPr/>
        </p:nvGrpSpPr>
        <p:grpSpPr>
          <a:xfrm flipH="1">
            <a:off x="0" y="4066120"/>
            <a:ext cx="2270722" cy="1272963"/>
            <a:chOff x="5158247" y="5768045"/>
            <a:chExt cx="2270722" cy="1272963"/>
          </a:xfrm>
        </p:grpSpPr>
        <p:sp>
          <p:nvSpPr>
            <p:cNvPr id="2581" name="Google Shape;2581;p56"/>
            <p:cNvSpPr/>
            <p:nvPr/>
          </p:nvSpPr>
          <p:spPr>
            <a:xfrm>
              <a:off x="7002455" y="6557766"/>
              <a:ext cx="257321" cy="257560"/>
            </a:xfrm>
            <a:custGeom>
              <a:rect b="b" l="l" r="r" t="t"/>
              <a:pathLst>
                <a:path extrusionOk="0" h="3975" w="3971">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2" name="Google Shape;2582;p56"/>
            <p:cNvSpPr/>
            <p:nvPr/>
          </p:nvSpPr>
          <p:spPr>
            <a:xfrm>
              <a:off x="5637767" y="5768045"/>
              <a:ext cx="243518" cy="243435"/>
            </a:xfrm>
            <a:custGeom>
              <a:rect b="b" l="l" r="r" t="t"/>
              <a:pathLst>
                <a:path extrusionOk="0" h="3757" w="3758">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3" name="Google Shape;2583;p56"/>
            <p:cNvSpPr/>
            <p:nvPr/>
          </p:nvSpPr>
          <p:spPr>
            <a:xfrm>
              <a:off x="7372528" y="6980813"/>
              <a:ext cx="56441" cy="60195"/>
            </a:xfrm>
            <a:custGeom>
              <a:rect b="b" l="l" r="r" t="t"/>
              <a:pathLst>
                <a:path extrusionOk="0" h="929" w="871">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4" name="Google Shape;2584;p56"/>
            <p:cNvSpPr/>
            <p:nvPr/>
          </p:nvSpPr>
          <p:spPr>
            <a:xfrm>
              <a:off x="6910763" y="6282776"/>
              <a:ext cx="56506" cy="60130"/>
            </a:xfrm>
            <a:custGeom>
              <a:rect b="b" l="l" r="r" t="t"/>
              <a:pathLst>
                <a:path extrusionOk="0" h="928" w="872">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5" name="Google Shape;2585;p56"/>
            <p:cNvSpPr/>
            <p:nvPr/>
          </p:nvSpPr>
          <p:spPr>
            <a:xfrm>
              <a:off x="6812073" y="5866727"/>
              <a:ext cx="56441" cy="56501"/>
            </a:xfrm>
            <a:custGeom>
              <a:rect b="b" l="l" r="r" t="t"/>
              <a:pathLst>
                <a:path extrusionOk="0" h="872" w="871">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6" name="Google Shape;2586;p56"/>
            <p:cNvSpPr/>
            <p:nvPr/>
          </p:nvSpPr>
          <p:spPr>
            <a:xfrm>
              <a:off x="5158247" y="5976166"/>
              <a:ext cx="60199" cy="59871"/>
            </a:xfrm>
            <a:custGeom>
              <a:rect b="b" l="l" r="r" t="t"/>
              <a:pathLst>
                <a:path extrusionOk="0" h="924" w="929">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87" name="Google Shape;2587;p56"/>
          <p:cNvGrpSpPr/>
          <p:nvPr/>
        </p:nvGrpSpPr>
        <p:grpSpPr>
          <a:xfrm>
            <a:off x="0" y="-5"/>
            <a:ext cx="2270722" cy="1272963"/>
            <a:chOff x="5158247" y="5768045"/>
            <a:chExt cx="2270722" cy="1272963"/>
          </a:xfrm>
        </p:grpSpPr>
        <p:sp>
          <p:nvSpPr>
            <p:cNvPr id="2588" name="Google Shape;2588;p56"/>
            <p:cNvSpPr/>
            <p:nvPr/>
          </p:nvSpPr>
          <p:spPr>
            <a:xfrm>
              <a:off x="5554655" y="6557766"/>
              <a:ext cx="257321" cy="257560"/>
            </a:xfrm>
            <a:custGeom>
              <a:rect b="b" l="l" r="r" t="t"/>
              <a:pathLst>
                <a:path extrusionOk="0" h="3975" w="3971">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9" name="Google Shape;2589;p56"/>
            <p:cNvSpPr/>
            <p:nvPr/>
          </p:nvSpPr>
          <p:spPr>
            <a:xfrm>
              <a:off x="5637767" y="5768045"/>
              <a:ext cx="243518" cy="243435"/>
            </a:xfrm>
            <a:custGeom>
              <a:rect b="b" l="l" r="r" t="t"/>
              <a:pathLst>
                <a:path extrusionOk="0" h="3757" w="3758">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0" name="Google Shape;2590;p56"/>
            <p:cNvSpPr/>
            <p:nvPr/>
          </p:nvSpPr>
          <p:spPr>
            <a:xfrm>
              <a:off x="7372528" y="6980813"/>
              <a:ext cx="56441" cy="60195"/>
            </a:xfrm>
            <a:custGeom>
              <a:rect b="b" l="l" r="r" t="t"/>
              <a:pathLst>
                <a:path extrusionOk="0" h="929" w="871">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1" name="Google Shape;2591;p56"/>
            <p:cNvSpPr/>
            <p:nvPr/>
          </p:nvSpPr>
          <p:spPr>
            <a:xfrm>
              <a:off x="6910763" y="6282776"/>
              <a:ext cx="56506" cy="60130"/>
            </a:xfrm>
            <a:custGeom>
              <a:rect b="b" l="l" r="r" t="t"/>
              <a:pathLst>
                <a:path extrusionOk="0" h="928" w="872">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2" name="Google Shape;2592;p56"/>
            <p:cNvSpPr/>
            <p:nvPr/>
          </p:nvSpPr>
          <p:spPr>
            <a:xfrm>
              <a:off x="6812073" y="5866727"/>
              <a:ext cx="56441" cy="56501"/>
            </a:xfrm>
            <a:custGeom>
              <a:rect b="b" l="l" r="r" t="t"/>
              <a:pathLst>
                <a:path extrusionOk="0" h="872" w="871">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3" name="Google Shape;2593;p56"/>
            <p:cNvSpPr/>
            <p:nvPr/>
          </p:nvSpPr>
          <p:spPr>
            <a:xfrm>
              <a:off x="5158247" y="5976166"/>
              <a:ext cx="60199" cy="59871"/>
            </a:xfrm>
            <a:custGeom>
              <a:rect b="b" l="l" r="r" t="t"/>
              <a:pathLst>
                <a:path extrusionOk="0" h="924" w="929">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594" name="Google Shape;2594;p56"/>
          <p:cNvSpPr/>
          <p:nvPr/>
        </p:nvSpPr>
        <p:spPr>
          <a:xfrm flipH="1">
            <a:off x="37" y="3258175"/>
            <a:ext cx="3028907" cy="1885295"/>
          </a:xfrm>
          <a:custGeom>
            <a:rect b="b" l="l" r="r" t="t"/>
            <a:pathLst>
              <a:path extrusionOk="0" h="55340" w="88909">
                <a:moveTo>
                  <a:pt x="88908" y="0"/>
                </a:moveTo>
                <a:cubicBezTo>
                  <a:pt x="88908" y="0"/>
                  <a:pt x="58168" y="5172"/>
                  <a:pt x="55339" y="24595"/>
                </a:cubicBezTo>
                <a:cubicBezTo>
                  <a:pt x="53680" y="35682"/>
                  <a:pt x="45717" y="37631"/>
                  <a:pt x="40161" y="37631"/>
                </a:cubicBezTo>
                <a:cubicBezTo>
                  <a:pt x="38791" y="37631"/>
                  <a:pt x="37568" y="37513"/>
                  <a:pt x="36621" y="37383"/>
                </a:cubicBezTo>
                <a:cubicBezTo>
                  <a:pt x="35777" y="37271"/>
                  <a:pt x="34940" y="37215"/>
                  <a:pt x="34112" y="37215"/>
                </a:cubicBezTo>
                <a:cubicBezTo>
                  <a:pt x="28107" y="37215"/>
                  <a:pt x="22606" y="40140"/>
                  <a:pt x="18826" y="45545"/>
                </a:cubicBezTo>
                <a:cubicBezTo>
                  <a:pt x="14530" y="51692"/>
                  <a:pt x="6151" y="54142"/>
                  <a:pt x="0" y="55339"/>
                </a:cubicBezTo>
                <a:lnTo>
                  <a:pt x="88908" y="55339"/>
                </a:lnTo>
                <a:lnTo>
                  <a:pt x="88908"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5" name="Google Shape;2595;p56"/>
          <p:cNvSpPr/>
          <p:nvPr/>
        </p:nvSpPr>
        <p:spPr>
          <a:xfrm flipH="1">
            <a:off x="7200851" y="0"/>
            <a:ext cx="1943143" cy="2722018"/>
          </a:xfrm>
          <a:custGeom>
            <a:rect b="b" l="l" r="r" t="t"/>
            <a:pathLst>
              <a:path extrusionOk="0" h="69648" w="49719">
                <a:moveTo>
                  <a:pt x="0" y="1"/>
                </a:moveTo>
                <a:lnTo>
                  <a:pt x="0" y="69648"/>
                </a:lnTo>
                <a:cubicBezTo>
                  <a:pt x="7726" y="62086"/>
                  <a:pt x="13329" y="52510"/>
                  <a:pt x="9032" y="42442"/>
                </a:cubicBezTo>
                <a:cubicBezTo>
                  <a:pt x="684" y="23087"/>
                  <a:pt x="10447" y="12185"/>
                  <a:pt x="21914" y="12185"/>
                </a:cubicBezTo>
                <a:cubicBezTo>
                  <a:pt x="22406" y="12185"/>
                  <a:pt x="22900" y="12205"/>
                  <a:pt x="23397" y="12245"/>
                </a:cubicBezTo>
                <a:cubicBezTo>
                  <a:pt x="25475" y="12417"/>
                  <a:pt x="27419" y="12499"/>
                  <a:pt x="29233" y="12499"/>
                </a:cubicBezTo>
                <a:cubicBezTo>
                  <a:pt x="43567" y="12499"/>
                  <a:pt x="49719" y="7342"/>
                  <a:pt x="4875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3" Type="http://schemas.openxmlformats.org/officeDocument/2006/relationships/slideLayout" Target="../slideLayouts/slideLayout53.xml"/><Relationship Id="rId52" Type="http://schemas.openxmlformats.org/officeDocument/2006/relationships/slideLayout" Target="../slideLayouts/slideLayout52.xml"/><Relationship Id="rId11" Type="http://schemas.openxmlformats.org/officeDocument/2006/relationships/slideLayout" Target="../slideLayouts/slideLayout11.xml"/><Relationship Id="rId55" Type="http://schemas.openxmlformats.org/officeDocument/2006/relationships/slideLayout" Target="../slideLayouts/slideLayout55.xml"/><Relationship Id="rId10" Type="http://schemas.openxmlformats.org/officeDocument/2006/relationships/slideLayout" Target="../slideLayouts/slideLayout10.xml"/><Relationship Id="rId54" Type="http://schemas.openxmlformats.org/officeDocument/2006/relationships/slideLayout" Target="../slideLayouts/slideLayout5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56" Type="http://schemas.openxmlformats.org/officeDocument/2006/relationships/theme" Target="../theme/theme1.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539500"/>
            <a:ext cx="7717500" cy="4782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Clr>
                <a:schemeClr val="lt2"/>
              </a:buClr>
              <a:buSzPts val="2800"/>
              <a:buFont typeface="Lilita One"/>
              <a:buNone/>
              <a:defRPr sz="2800">
                <a:solidFill>
                  <a:schemeClr val="lt2"/>
                </a:solidFill>
                <a:latin typeface="Lilita One"/>
                <a:ea typeface="Lilita One"/>
                <a:cs typeface="Lilita One"/>
                <a:sym typeface="Lilita One"/>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713225" y="1152475"/>
            <a:ext cx="7717500" cy="34470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chemeClr val="lt2"/>
              </a:buClr>
              <a:buSzPts val="1800"/>
              <a:buFont typeface="Nunito"/>
              <a:buChar char="●"/>
              <a:defRPr sz="1800">
                <a:solidFill>
                  <a:schemeClr val="lt2"/>
                </a:solidFill>
                <a:latin typeface="Nunito"/>
                <a:ea typeface="Nunito"/>
                <a:cs typeface="Nunito"/>
                <a:sym typeface="Nunito"/>
              </a:defRPr>
            </a:lvl1pPr>
            <a:lvl2pPr indent="-317500" lvl="1" marL="914400" rtl="0">
              <a:lnSpc>
                <a:spcPct val="115000"/>
              </a:lnSpc>
              <a:spcBef>
                <a:spcPts val="1600"/>
              </a:spcBef>
              <a:spcAft>
                <a:spcPts val="0"/>
              </a:spcAft>
              <a:buClr>
                <a:schemeClr val="lt2"/>
              </a:buClr>
              <a:buSzPts val="1400"/>
              <a:buFont typeface="Nunito"/>
              <a:buChar char="○"/>
              <a:defRPr>
                <a:solidFill>
                  <a:schemeClr val="lt2"/>
                </a:solidFill>
                <a:latin typeface="Nunito"/>
                <a:ea typeface="Nunito"/>
                <a:cs typeface="Nunito"/>
                <a:sym typeface="Nunito"/>
              </a:defRPr>
            </a:lvl2pPr>
            <a:lvl3pPr indent="-317500" lvl="2" marL="1371600" rtl="0">
              <a:lnSpc>
                <a:spcPct val="115000"/>
              </a:lnSpc>
              <a:spcBef>
                <a:spcPts val="1600"/>
              </a:spcBef>
              <a:spcAft>
                <a:spcPts val="0"/>
              </a:spcAft>
              <a:buClr>
                <a:schemeClr val="lt2"/>
              </a:buClr>
              <a:buSzPts val="1400"/>
              <a:buFont typeface="Nunito"/>
              <a:buChar char="■"/>
              <a:defRPr>
                <a:solidFill>
                  <a:schemeClr val="lt2"/>
                </a:solidFill>
                <a:latin typeface="Nunito"/>
                <a:ea typeface="Nunito"/>
                <a:cs typeface="Nunito"/>
                <a:sym typeface="Nunito"/>
              </a:defRPr>
            </a:lvl3pPr>
            <a:lvl4pPr indent="-317500" lvl="3" marL="1828800" rtl="0">
              <a:lnSpc>
                <a:spcPct val="115000"/>
              </a:lnSpc>
              <a:spcBef>
                <a:spcPts val="1600"/>
              </a:spcBef>
              <a:spcAft>
                <a:spcPts val="0"/>
              </a:spcAft>
              <a:buClr>
                <a:schemeClr val="lt2"/>
              </a:buClr>
              <a:buSzPts val="1400"/>
              <a:buFont typeface="Nunito"/>
              <a:buChar char="●"/>
              <a:defRPr>
                <a:solidFill>
                  <a:schemeClr val="lt2"/>
                </a:solidFill>
                <a:latin typeface="Nunito"/>
                <a:ea typeface="Nunito"/>
                <a:cs typeface="Nunito"/>
                <a:sym typeface="Nunito"/>
              </a:defRPr>
            </a:lvl4pPr>
            <a:lvl5pPr indent="-317500" lvl="4" marL="2286000" rtl="0">
              <a:lnSpc>
                <a:spcPct val="115000"/>
              </a:lnSpc>
              <a:spcBef>
                <a:spcPts val="1600"/>
              </a:spcBef>
              <a:spcAft>
                <a:spcPts val="0"/>
              </a:spcAft>
              <a:buClr>
                <a:schemeClr val="lt2"/>
              </a:buClr>
              <a:buSzPts val="1400"/>
              <a:buFont typeface="Nunito"/>
              <a:buChar char="○"/>
              <a:defRPr>
                <a:solidFill>
                  <a:schemeClr val="lt2"/>
                </a:solidFill>
                <a:latin typeface="Nunito"/>
                <a:ea typeface="Nunito"/>
                <a:cs typeface="Nunito"/>
                <a:sym typeface="Nunito"/>
              </a:defRPr>
            </a:lvl5pPr>
            <a:lvl6pPr indent="-317500" lvl="5" marL="2743200" rtl="0">
              <a:lnSpc>
                <a:spcPct val="115000"/>
              </a:lnSpc>
              <a:spcBef>
                <a:spcPts val="1600"/>
              </a:spcBef>
              <a:spcAft>
                <a:spcPts val="0"/>
              </a:spcAft>
              <a:buClr>
                <a:schemeClr val="lt2"/>
              </a:buClr>
              <a:buSzPts val="1400"/>
              <a:buFont typeface="Nunito"/>
              <a:buChar char="■"/>
              <a:defRPr>
                <a:solidFill>
                  <a:schemeClr val="lt2"/>
                </a:solidFill>
                <a:latin typeface="Nunito"/>
                <a:ea typeface="Nunito"/>
                <a:cs typeface="Nunito"/>
                <a:sym typeface="Nunito"/>
              </a:defRPr>
            </a:lvl6pPr>
            <a:lvl7pPr indent="-317500" lvl="6" marL="3200400" rtl="0">
              <a:lnSpc>
                <a:spcPct val="115000"/>
              </a:lnSpc>
              <a:spcBef>
                <a:spcPts val="1600"/>
              </a:spcBef>
              <a:spcAft>
                <a:spcPts val="0"/>
              </a:spcAft>
              <a:buClr>
                <a:schemeClr val="lt2"/>
              </a:buClr>
              <a:buSzPts val="1400"/>
              <a:buFont typeface="Nunito"/>
              <a:buChar char="●"/>
              <a:defRPr>
                <a:solidFill>
                  <a:schemeClr val="lt2"/>
                </a:solidFill>
                <a:latin typeface="Nunito"/>
                <a:ea typeface="Nunito"/>
                <a:cs typeface="Nunito"/>
                <a:sym typeface="Nunito"/>
              </a:defRPr>
            </a:lvl7pPr>
            <a:lvl8pPr indent="-317500" lvl="7" marL="3657600" rtl="0">
              <a:lnSpc>
                <a:spcPct val="115000"/>
              </a:lnSpc>
              <a:spcBef>
                <a:spcPts val="1600"/>
              </a:spcBef>
              <a:spcAft>
                <a:spcPts val="0"/>
              </a:spcAft>
              <a:buClr>
                <a:schemeClr val="lt2"/>
              </a:buClr>
              <a:buSzPts val="1400"/>
              <a:buFont typeface="Nunito"/>
              <a:buChar char="○"/>
              <a:defRPr>
                <a:solidFill>
                  <a:schemeClr val="lt2"/>
                </a:solidFill>
                <a:latin typeface="Nunito"/>
                <a:ea typeface="Nunito"/>
                <a:cs typeface="Nunito"/>
                <a:sym typeface="Nunito"/>
              </a:defRPr>
            </a:lvl8pPr>
            <a:lvl9pPr indent="-317500" lvl="8" marL="4114800" rtl="0">
              <a:lnSpc>
                <a:spcPct val="115000"/>
              </a:lnSpc>
              <a:spcBef>
                <a:spcPts val="1600"/>
              </a:spcBef>
              <a:spcAft>
                <a:spcPts val="1600"/>
              </a:spcAft>
              <a:buClr>
                <a:schemeClr val="lt2"/>
              </a:buClr>
              <a:buSzPts val="1400"/>
              <a:buFont typeface="Nunito"/>
              <a:buChar char="■"/>
              <a:defRPr>
                <a:solidFill>
                  <a:schemeClr val="lt2"/>
                </a:solidFill>
                <a:latin typeface="Nunito"/>
                <a:ea typeface="Nunito"/>
                <a:cs typeface="Nunito"/>
                <a:sym typeface="Nunito"/>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 id="2147483701" r:id="rId54"/>
    <p:sldLayoutId id="2147483702" r:id="rId5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2.xml"/><Relationship Id="rId3" Type="http://schemas.openxmlformats.org/officeDocument/2006/relationships/image" Target="../media/image6.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3.xml"/><Relationship Id="rId3" Type="http://schemas.openxmlformats.org/officeDocument/2006/relationships/image" Target="../media/image7.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5.xml"/><Relationship Id="rId3" Type="http://schemas.openxmlformats.org/officeDocument/2006/relationships/image" Target="../media/image9.png"/><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9" name="Shape 2599"/>
        <p:cNvGrpSpPr/>
        <p:nvPr/>
      </p:nvGrpSpPr>
      <p:grpSpPr>
        <a:xfrm>
          <a:off x="0" y="0"/>
          <a:ext cx="0" cy="0"/>
          <a:chOff x="0" y="0"/>
          <a:chExt cx="0" cy="0"/>
        </a:xfrm>
      </p:grpSpPr>
      <p:sp>
        <p:nvSpPr>
          <p:cNvPr id="2600" name="Google Shape;2600;p57"/>
          <p:cNvSpPr/>
          <p:nvPr/>
        </p:nvSpPr>
        <p:spPr>
          <a:xfrm>
            <a:off x="2311275" y="3901209"/>
            <a:ext cx="1230000" cy="3006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01" name="Google Shape;2601;p57"/>
          <p:cNvSpPr/>
          <p:nvPr/>
        </p:nvSpPr>
        <p:spPr>
          <a:xfrm>
            <a:off x="4775026" y="1490069"/>
            <a:ext cx="3911444" cy="2686158"/>
          </a:xfrm>
          <a:custGeom>
            <a:rect b="b" l="l" r="r" t="t"/>
            <a:pathLst>
              <a:path extrusionOk="0" h="42712" w="62195">
                <a:moveTo>
                  <a:pt x="44566" y="1"/>
                </a:moveTo>
                <a:cubicBezTo>
                  <a:pt x="27424" y="1"/>
                  <a:pt x="0" y="16215"/>
                  <a:pt x="0" y="27150"/>
                </a:cubicBezTo>
                <a:cubicBezTo>
                  <a:pt x="0" y="38089"/>
                  <a:pt x="13930" y="42712"/>
                  <a:pt x="31072" y="42712"/>
                </a:cubicBezTo>
                <a:cubicBezTo>
                  <a:pt x="48266" y="42712"/>
                  <a:pt x="62195" y="38089"/>
                  <a:pt x="62195" y="27150"/>
                </a:cubicBezTo>
                <a:cubicBezTo>
                  <a:pt x="62195" y="16215"/>
                  <a:pt x="61760" y="1"/>
                  <a:pt x="4456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602" name="Google Shape;2602;p57"/>
          <p:cNvGrpSpPr/>
          <p:nvPr/>
        </p:nvGrpSpPr>
        <p:grpSpPr>
          <a:xfrm>
            <a:off x="5536125" y="740450"/>
            <a:ext cx="2389225" cy="3530725"/>
            <a:chOff x="582175" y="1028475"/>
            <a:chExt cx="2389225" cy="3530725"/>
          </a:xfrm>
        </p:grpSpPr>
        <p:sp>
          <p:nvSpPr>
            <p:cNvPr id="2603" name="Google Shape;2603;p57"/>
            <p:cNvSpPr/>
            <p:nvPr/>
          </p:nvSpPr>
          <p:spPr>
            <a:xfrm>
              <a:off x="582175" y="1223250"/>
              <a:ext cx="2389225" cy="3335950"/>
            </a:xfrm>
            <a:custGeom>
              <a:rect b="b" l="l" r="r" t="t"/>
              <a:pathLst>
                <a:path extrusionOk="0" h="133438" w="95569">
                  <a:moveTo>
                    <a:pt x="1" y="1"/>
                  </a:moveTo>
                  <a:lnTo>
                    <a:pt x="1" y="133437"/>
                  </a:lnTo>
                  <a:lnTo>
                    <a:pt x="95569" y="133437"/>
                  </a:lnTo>
                  <a:lnTo>
                    <a:pt x="95569"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4" name="Google Shape;2604;p57"/>
            <p:cNvSpPr/>
            <p:nvPr/>
          </p:nvSpPr>
          <p:spPr>
            <a:xfrm>
              <a:off x="828600" y="1488175"/>
              <a:ext cx="1893225" cy="2806325"/>
            </a:xfrm>
            <a:custGeom>
              <a:rect b="b" l="l" r="r" t="t"/>
              <a:pathLst>
                <a:path extrusionOk="0" h="112253" w="75729">
                  <a:moveTo>
                    <a:pt x="0" y="1"/>
                  </a:moveTo>
                  <a:lnTo>
                    <a:pt x="0" y="107256"/>
                  </a:lnTo>
                  <a:lnTo>
                    <a:pt x="4997" y="107256"/>
                  </a:lnTo>
                  <a:lnTo>
                    <a:pt x="4997" y="112253"/>
                  </a:lnTo>
                  <a:lnTo>
                    <a:pt x="75728" y="112253"/>
                  </a:lnTo>
                  <a:lnTo>
                    <a:pt x="75728"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5" name="Google Shape;2605;p57"/>
            <p:cNvSpPr/>
            <p:nvPr/>
          </p:nvSpPr>
          <p:spPr>
            <a:xfrm>
              <a:off x="828600" y="4169575"/>
              <a:ext cx="124925" cy="124925"/>
            </a:xfrm>
            <a:custGeom>
              <a:rect b="b" l="l" r="r" t="t"/>
              <a:pathLst>
                <a:path extrusionOk="0" h="4997" w="4997">
                  <a:moveTo>
                    <a:pt x="0" y="0"/>
                  </a:moveTo>
                  <a:lnTo>
                    <a:pt x="4997" y="4997"/>
                  </a:lnTo>
                  <a:lnTo>
                    <a:pt x="4997" y="0"/>
                  </a:lnTo>
                  <a:close/>
                </a:path>
              </a:pathLst>
            </a:custGeom>
            <a:solidFill>
              <a:srgbClr val="ECEB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6" name="Google Shape;2606;p57"/>
            <p:cNvSpPr/>
            <p:nvPr/>
          </p:nvSpPr>
          <p:spPr>
            <a:xfrm>
              <a:off x="1376475" y="1125850"/>
              <a:ext cx="800650" cy="213100"/>
            </a:xfrm>
            <a:custGeom>
              <a:rect b="b" l="l" r="r" t="t"/>
              <a:pathLst>
                <a:path extrusionOk="0" h="8524" w="32026">
                  <a:moveTo>
                    <a:pt x="4627" y="1"/>
                  </a:moveTo>
                  <a:cubicBezTo>
                    <a:pt x="2075" y="1"/>
                    <a:pt x="0" y="2076"/>
                    <a:pt x="0" y="4627"/>
                  </a:cubicBezTo>
                  <a:lnTo>
                    <a:pt x="0" y="8523"/>
                  </a:lnTo>
                  <a:lnTo>
                    <a:pt x="32025" y="8523"/>
                  </a:lnTo>
                  <a:lnTo>
                    <a:pt x="32025" y="4627"/>
                  </a:lnTo>
                  <a:cubicBezTo>
                    <a:pt x="32025" y="2076"/>
                    <a:pt x="29950" y="1"/>
                    <a:pt x="27399" y="1"/>
                  </a:cubicBezTo>
                  <a:lnTo>
                    <a:pt x="17659" y="1"/>
                  </a:lnTo>
                  <a:cubicBezTo>
                    <a:pt x="17659" y="975"/>
                    <a:pt x="16928" y="1705"/>
                    <a:pt x="15954" y="1705"/>
                  </a:cubicBezTo>
                  <a:cubicBezTo>
                    <a:pt x="15097" y="1705"/>
                    <a:pt x="14367" y="975"/>
                    <a:pt x="1436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7" name="Google Shape;2607;p57"/>
            <p:cNvSpPr/>
            <p:nvPr/>
          </p:nvSpPr>
          <p:spPr>
            <a:xfrm>
              <a:off x="2177100" y="1238600"/>
              <a:ext cx="25" cy="100350"/>
            </a:xfrm>
            <a:custGeom>
              <a:rect b="b" l="l" r="r" t="t"/>
              <a:pathLst>
                <a:path extrusionOk="0" h="4014" w="1">
                  <a:moveTo>
                    <a:pt x="0" y="117"/>
                  </a:moveTo>
                  <a:lnTo>
                    <a:pt x="0" y="117"/>
                  </a:lnTo>
                  <a:lnTo>
                    <a:pt x="0" y="4013"/>
                  </a:lnTo>
                  <a:lnTo>
                    <a:pt x="0" y="117"/>
                  </a:lnTo>
                  <a:lnTo>
                    <a:pt x="0" y="117"/>
                  </a:lnTo>
                  <a:close/>
                  <a:moveTo>
                    <a:pt x="0" y="117"/>
                  </a:moveTo>
                  <a:lnTo>
                    <a:pt x="0" y="117"/>
                  </a:lnTo>
                  <a:lnTo>
                    <a:pt x="0" y="117"/>
                  </a:lnTo>
                  <a:close/>
                  <a:moveTo>
                    <a:pt x="0" y="117"/>
                  </a:moveTo>
                  <a:lnTo>
                    <a:pt x="0" y="117"/>
                  </a:lnTo>
                  <a:lnTo>
                    <a:pt x="0" y="117"/>
                  </a:lnTo>
                  <a:close/>
                  <a:moveTo>
                    <a:pt x="0" y="117"/>
                  </a:moveTo>
                  <a:lnTo>
                    <a:pt x="0" y="117"/>
                  </a:lnTo>
                  <a:lnTo>
                    <a:pt x="0" y="117"/>
                  </a:lnTo>
                  <a:close/>
                  <a:moveTo>
                    <a:pt x="0" y="117"/>
                  </a:moveTo>
                  <a:lnTo>
                    <a:pt x="0" y="117"/>
                  </a:lnTo>
                  <a:lnTo>
                    <a:pt x="0" y="117"/>
                  </a:lnTo>
                  <a:close/>
                  <a:moveTo>
                    <a:pt x="0" y="117"/>
                  </a:moveTo>
                  <a:lnTo>
                    <a:pt x="0" y="117"/>
                  </a:lnTo>
                  <a:lnTo>
                    <a:pt x="0" y="117"/>
                  </a:lnTo>
                  <a:close/>
                  <a:moveTo>
                    <a:pt x="0" y="117"/>
                  </a:moveTo>
                  <a:lnTo>
                    <a:pt x="0" y="117"/>
                  </a:lnTo>
                  <a:lnTo>
                    <a:pt x="0" y="117"/>
                  </a:lnTo>
                  <a:close/>
                  <a:moveTo>
                    <a:pt x="0" y="1"/>
                  </a:moveTo>
                  <a:lnTo>
                    <a:pt x="0" y="1"/>
                  </a:lnTo>
                  <a:lnTo>
                    <a:pt x="0" y="1"/>
                  </a:lnTo>
                  <a:close/>
                  <a:moveTo>
                    <a:pt x="0" y="1"/>
                  </a:moveTo>
                  <a:lnTo>
                    <a:pt x="0" y="1"/>
                  </a:lnTo>
                  <a:lnTo>
                    <a:pt x="0" y="1"/>
                  </a:lnTo>
                  <a:close/>
                  <a:moveTo>
                    <a:pt x="0" y="1"/>
                  </a:moveTo>
                  <a:lnTo>
                    <a:pt x="0" y="1"/>
                  </a:lnTo>
                  <a:lnTo>
                    <a:pt x="0" y="1"/>
                  </a:lnTo>
                  <a:close/>
                  <a:moveTo>
                    <a:pt x="0" y="1"/>
                  </a:moveTo>
                  <a:lnTo>
                    <a:pt x="0" y="1"/>
                  </a:lnTo>
                  <a:lnTo>
                    <a:pt x="0" y="1"/>
                  </a:lnTo>
                  <a:close/>
                  <a:moveTo>
                    <a:pt x="0" y="1"/>
                  </a:moveTo>
                  <a:lnTo>
                    <a:pt x="0" y="1"/>
                  </a:lnTo>
                  <a:close/>
                </a:path>
              </a:pathLst>
            </a:custGeom>
            <a:solidFill>
              <a:srgbClr val="CC968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8" name="Google Shape;2608;p57"/>
            <p:cNvSpPr/>
            <p:nvPr/>
          </p:nvSpPr>
          <p:spPr>
            <a:xfrm>
              <a:off x="1376475" y="1131950"/>
              <a:ext cx="800650" cy="207000"/>
            </a:xfrm>
            <a:custGeom>
              <a:rect b="b" l="l" r="r" t="t"/>
              <a:pathLst>
                <a:path extrusionOk="0" h="8280" w="32026">
                  <a:moveTo>
                    <a:pt x="28616" y="0"/>
                  </a:moveTo>
                  <a:cubicBezTo>
                    <a:pt x="25207" y="5844"/>
                    <a:pt x="17532" y="7062"/>
                    <a:pt x="9984" y="7062"/>
                  </a:cubicBezTo>
                  <a:cubicBezTo>
                    <a:pt x="6458" y="7062"/>
                    <a:pt x="3049" y="6818"/>
                    <a:pt x="0" y="6701"/>
                  </a:cubicBezTo>
                  <a:lnTo>
                    <a:pt x="0" y="8279"/>
                  </a:lnTo>
                  <a:lnTo>
                    <a:pt x="32025" y="8279"/>
                  </a:lnTo>
                  <a:lnTo>
                    <a:pt x="32025" y="4383"/>
                  </a:lnTo>
                  <a:lnTo>
                    <a:pt x="32025" y="4267"/>
                  </a:lnTo>
                  <a:cubicBezTo>
                    <a:pt x="31898" y="2192"/>
                    <a:pt x="30437" y="487"/>
                    <a:pt x="28616" y="0"/>
                  </a:cubicBezTo>
                  <a:close/>
                </a:path>
              </a:pathLst>
            </a:custGeom>
            <a:solidFill>
              <a:srgbClr val="A8B4C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9" name="Google Shape;2609;p57"/>
            <p:cNvSpPr/>
            <p:nvPr/>
          </p:nvSpPr>
          <p:spPr>
            <a:xfrm>
              <a:off x="1677925" y="1028475"/>
              <a:ext cx="194825" cy="194800"/>
            </a:xfrm>
            <a:custGeom>
              <a:rect b="b" l="l" r="r" t="t"/>
              <a:pathLst>
                <a:path extrusionOk="0" h="7792" w="7793">
                  <a:moveTo>
                    <a:pt x="3896" y="2318"/>
                  </a:moveTo>
                  <a:cubicBezTo>
                    <a:pt x="4870" y="2318"/>
                    <a:pt x="5601" y="3049"/>
                    <a:pt x="5601" y="3896"/>
                  </a:cubicBezTo>
                  <a:cubicBezTo>
                    <a:pt x="5601" y="4870"/>
                    <a:pt x="4870" y="5600"/>
                    <a:pt x="3896" y="5600"/>
                  </a:cubicBezTo>
                  <a:cubicBezTo>
                    <a:pt x="3039" y="5600"/>
                    <a:pt x="2309" y="4870"/>
                    <a:pt x="2309" y="3896"/>
                  </a:cubicBezTo>
                  <a:cubicBezTo>
                    <a:pt x="2309" y="3049"/>
                    <a:pt x="3039" y="2318"/>
                    <a:pt x="3896" y="2318"/>
                  </a:cubicBezTo>
                  <a:close/>
                  <a:moveTo>
                    <a:pt x="3896" y="0"/>
                  </a:moveTo>
                  <a:cubicBezTo>
                    <a:pt x="1822" y="0"/>
                    <a:pt x="0" y="1831"/>
                    <a:pt x="0" y="3896"/>
                  </a:cubicBezTo>
                  <a:cubicBezTo>
                    <a:pt x="0" y="6087"/>
                    <a:pt x="1822" y="7792"/>
                    <a:pt x="3896" y="7792"/>
                  </a:cubicBezTo>
                  <a:cubicBezTo>
                    <a:pt x="6088" y="7792"/>
                    <a:pt x="7792" y="6087"/>
                    <a:pt x="7792" y="3896"/>
                  </a:cubicBezTo>
                  <a:cubicBezTo>
                    <a:pt x="7792" y="1831"/>
                    <a:pt x="6088" y="0"/>
                    <a:pt x="389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0" name="Google Shape;2610;p57"/>
            <p:cNvSpPr/>
            <p:nvPr/>
          </p:nvSpPr>
          <p:spPr>
            <a:xfrm>
              <a:off x="1355275" y="1326750"/>
              <a:ext cx="843025" cy="33625"/>
            </a:xfrm>
            <a:custGeom>
              <a:rect b="b" l="l" r="r" t="t"/>
              <a:pathLst>
                <a:path extrusionOk="0" h="1345" w="33721">
                  <a:moveTo>
                    <a:pt x="731" y="0"/>
                  </a:moveTo>
                  <a:cubicBezTo>
                    <a:pt x="361" y="0"/>
                    <a:pt x="1" y="244"/>
                    <a:pt x="1" y="614"/>
                  </a:cubicBezTo>
                  <a:cubicBezTo>
                    <a:pt x="1" y="974"/>
                    <a:pt x="361" y="1344"/>
                    <a:pt x="731" y="1344"/>
                  </a:cubicBezTo>
                  <a:lnTo>
                    <a:pt x="32990" y="1344"/>
                  </a:lnTo>
                  <a:cubicBezTo>
                    <a:pt x="33360" y="1344"/>
                    <a:pt x="33720" y="974"/>
                    <a:pt x="33720" y="614"/>
                  </a:cubicBezTo>
                  <a:cubicBezTo>
                    <a:pt x="33720" y="244"/>
                    <a:pt x="33360" y="0"/>
                    <a:pt x="32990" y="0"/>
                  </a:cubicBezTo>
                  <a:close/>
                </a:path>
              </a:pathLst>
            </a:custGeom>
            <a:solidFill>
              <a:srgbClr val="B1C0C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11" name="Google Shape;2611;p57"/>
          <p:cNvSpPr txBox="1"/>
          <p:nvPr>
            <p:ph type="ctrTitle"/>
          </p:nvPr>
        </p:nvSpPr>
        <p:spPr>
          <a:xfrm>
            <a:off x="713325" y="1242425"/>
            <a:ext cx="4425900" cy="2052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4400"/>
              <a:t>HeartWatch: AFib Monitoring</a:t>
            </a:r>
            <a:endParaRPr sz="4400"/>
          </a:p>
        </p:txBody>
      </p:sp>
      <p:sp>
        <p:nvSpPr>
          <p:cNvPr id="2612" name="Google Shape;2612;p57"/>
          <p:cNvSpPr txBox="1"/>
          <p:nvPr>
            <p:ph idx="1" type="subTitle"/>
          </p:nvPr>
        </p:nvSpPr>
        <p:spPr>
          <a:xfrm>
            <a:off x="1396725" y="3157475"/>
            <a:ext cx="3059100" cy="717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400"/>
              <a:t>Brian Ngo, Ammar Khakoo, Desmond Patrick Bolia, Yuxuan Lu</a:t>
            </a:r>
            <a:endParaRPr sz="1400"/>
          </a:p>
        </p:txBody>
      </p:sp>
      <p:grpSp>
        <p:nvGrpSpPr>
          <p:cNvPr id="2613" name="Google Shape;2613;p57"/>
          <p:cNvGrpSpPr/>
          <p:nvPr/>
        </p:nvGrpSpPr>
        <p:grpSpPr>
          <a:xfrm>
            <a:off x="4708008" y="664245"/>
            <a:ext cx="4223988" cy="3765367"/>
            <a:chOff x="1607575" y="3957150"/>
            <a:chExt cx="1629625" cy="1452800"/>
          </a:xfrm>
        </p:grpSpPr>
        <p:sp>
          <p:nvSpPr>
            <p:cNvPr id="2614" name="Google Shape;2614;p57"/>
            <p:cNvSpPr/>
            <p:nvPr/>
          </p:nvSpPr>
          <p:spPr>
            <a:xfrm>
              <a:off x="1681025" y="3984350"/>
              <a:ext cx="100675" cy="99375"/>
            </a:xfrm>
            <a:custGeom>
              <a:rect b="b" l="l" r="r" t="t"/>
              <a:pathLst>
                <a:path extrusionOk="0" h="3975" w="4027">
                  <a:moveTo>
                    <a:pt x="2016" y="1"/>
                  </a:moveTo>
                  <a:lnTo>
                    <a:pt x="1633" y="1198"/>
                  </a:lnTo>
                  <a:lnTo>
                    <a:pt x="436" y="762"/>
                  </a:lnTo>
                  <a:lnTo>
                    <a:pt x="0" y="1959"/>
                  </a:lnTo>
                  <a:lnTo>
                    <a:pt x="1197" y="2395"/>
                  </a:lnTo>
                  <a:lnTo>
                    <a:pt x="819" y="3592"/>
                  </a:lnTo>
                  <a:lnTo>
                    <a:pt x="2016" y="3975"/>
                  </a:lnTo>
                  <a:lnTo>
                    <a:pt x="2394" y="2778"/>
                  </a:lnTo>
                  <a:lnTo>
                    <a:pt x="3591" y="3213"/>
                  </a:lnTo>
                  <a:lnTo>
                    <a:pt x="4027" y="2016"/>
                  </a:lnTo>
                  <a:lnTo>
                    <a:pt x="2830" y="1581"/>
                  </a:lnTo>
                  <a:lnTo>
                    <a:pt x="3213" y="384"/>
                  </a:lnTo>
                  <a:lnTo>
                    <a:pt x="20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5" name="Google Shape;2615;p57"/>
            <p:cNvSpPr/>
            <p:nvPr/>
          </p:nvSpPr>
          <p:spPr>
            <a:xfrm>
              <a:off x="3072650" y="4261850"/>
              <a:ext cx="99275" cy="99375"/>
            </a:xfrm>
            <a:custGeom>
              <a:rect b="b" l="l" r="r" t="t"/>
              <a:pathLst>
                <a:path extrusionOk="0" h="3975" w="3971">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6" name="Google Shape;2616;p57"/>
            <p:cNvSpPr/>
            <p:nvPr/>
          </p:nvSpPr>
          <p:spPr>
            <a:xfrm>
              <a:off x="2546150" y="3957150"/>
              <a:ext cx="93950" cy="93925"/>
            </a:xfrm>
            <a:custGeom>
              <a:rect b="b" l="l" r="r" t="t"/>
              <a:pathLst>
                <a:path extrusionOk="0" h="3757" w="3758">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7" name="Google Shape;2617;p57"/>
            <p:cNvSpPr/>
            <p:nvPr/>
          </p:nvSpPr>
          <p:spPr>
            <a:xfrm>
              <a:off x="2710800" y="5329725"/>
              <a:ext cx="80225" cy="80225"/>
            </a:xfrm>
            <a:custGeom>
              <a:rect b="b" l="l" r="r" t="t"/>
              <a:pathLst>
                <a:path extrusionOk="0" h="3209" w="3209">
                  <a:moveTo>
                    <a:pt x="1524" y="1"/>
                  </a:moveTo>
                  <a:lnTo>
                    <a:pt x="1250" y="980"/>
                  </a:lnTo>
                  <a:lnTo>
                    <a:pt x="271" y="706"/>
                  </a:lnTo>
                  <a:lnTo>
                    <a:pt x="1" y="1685"/>
                  </a:lnTo>
                  <a:lnTo>
                    <a:pt x="980" y="1960"/>
                  </a:lnTo>
                  <a:lnTo>
                    <a:pt x="706" y="2939"/>
                  </a:lnTo>
                  <a:lnTo>
                    <a:pt x="1685" y="3209"/>
                  </a:lnTo>
                  <a:lnTo>
                    <a:pt x="1960" y="2230"/>
                  </a:lnTo>
                  <a:lnTo>
                    <a:pt x="2939" y="2504"/>
                  </a:lnTo>
                  <a:lnTo>
                    <a:pt x="3209" y="1524"/>
                  </a:lnTo>
                  <a:lnTo>
                    <a:pt x="2230" y="1250"/>
                  </a:lnTo>
                  <a:lnTo>
                    <a:pt x="2504" y="271"/>
                  </a:lnTo>
                  <a:lnTo>
                    <a:pt x="15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8" name="Google Shape;2618;p57"/>
            <p:cNvSpPr/>
            <p:nvPr/>
          </p:nvSpPr>
          <p:spPr>
            <a:xfrm>
              <a:off x="1619850" y="4758400"/>
              <a:ext cx="100700" cy="99275"/>
            </a:xfrm>
            <a:custGeom>
              <a:rect b="b" l="l" r="r" t="t"/>
              <a:pathLst>
                <a:path extrusionOk="0" h="3971" w="4028">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9" name="Google Shape;2619;p57"/>
            <p:cNvSpPr/>
            <p:nvPr/>
          </p:nvSpPr>
          <p:spPr>
            <a:xfrm>
              <a:off x="3188225" y="4985525"/>
              <a:ext cx="23200" cy="21800"/>
            </a:xfrm>
            <a:custGeom>
              <a:rect b="b" l="l" r="r" t="t"/>
              <a:pathLst>
                <a:path extrusionOk="0" h="872" w="928">
                  <a:moveTo>
                    <a:pt x="435" y="1"/>
                  </a:moveTo>
                  <a:cubicBezTo>
                    <a:pt x="218" y="1"/>
                    <a:pt x="0" y="166"/>
                    <a:pt x="0" y="436"/>
                  </a:cubicBezTo>
                  <a:cubicBezTo>
                    <a:pt x="0" y="710"/>
                    <a:pt x="218" y="871"/>
                    <a:pt x="435" y="871"/>
                  </a:cubicBezTo>
                  <a:cubicBezTo>
                    <a:pt x="710" y="871"/>
                    <a:pt x="927" y="710"/>
                    <a:pt x="927" y="436"/>
                  </a:cubicBezTo>
                  <a:cubicBezTo>
                    <a:pt x="927" y="166"/>
                    <a:pt x="710" y="1"/>
                    <a:pt x="435" y="1"/>
                  </a:cubicBezTo>
                  <a:close/>
                </a:path>
              </a:pathLst>
            </a:custGeom>
            <a:solidFill>
              <a:srgbClr val="FFFFFF"/>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0" name="Google Shape;2620;p57"/>
            <p:cNvSpPr/>
            <p:nvPr/>
          </p:nvSpPr>
          <p:spPr>
            <a:xfrm>
              <a:off x="3215425" y="4425075"/>
              <a:ext cx="21775" cy="23225"/>
            </a:xfrm>
            <a:custGeom>
              <a:rect b="b" l="l" r="r" t="t"/>
              <a:pathLst>
                <a:path extrusionOk="0" h="929" w="871">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1" name="Google Shape;2621;p57"/>
            <p:cNvSpPr/>
            <p:nvPr/>
          </p:nvSpPr>
          <p:spPr>
            <a:xfrm>
              <a:off x="3037275" y="4155750"/>
              <a:ext cx="21800" cy="23200"/>
            </a:xfrm>
            <a:custGeom>
              <a:rect b="b" l="l" r="r" t="t"/>
              <a:pathLst>
                <a:path extrusionOk="0" h="928" w="872">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2" name="Google Shape;2622;p57"/>
            <p:cNvSpPr/>
            <p:nvPr/>
          </p:nvSpPr>
          <p:spPr>
            <a:xfrm>
              <a:off x="2999200" y="3995225"/>
              <a:ext cx="21775" cy="21800"/>
            </a:xfrm>
            <a:custGeom>
              <a:rect b="b" l="l" r="r" t="t"/>
              <a:pathLst>
                <a:path extrusionOk="0" h="872" w="871">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3" name="Google Shape;2623;p57"/>
            <p:cNvSpPr/>
            <p:nvPr/>
          </p:nvSpPr>
          <p:spPr>
            <a:xfrm>
              <a:off x="2361150" y="4037450"/>
              <a:ext cx="23225" cy="23100"/>
            </a:xfrm>
            <a:custGeom>
              <a:rect b="b" l="l" r="r" t="t"/>
              <a:pathLst>
                <a:path extrusionOk="0" h="924" w="929">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4" name="Google Shape;2624;p57"/>
            <p:cNvSpPr/>
            <p:nvPr/>
          </p:nvSpPr>
          <p:spPr>
            <a:xfrm>
              <a:off x="1957200" y="4012975"/>
              <a:ext cx="23100" cy="21775"/>
            </a:xfrm>
            <a:custGeom>
              <a:rect b="b" l="l" r="r" t="t"/>
              <a:pathLst>
                <a:path extrusionOk="0" h="871" w="924">
                  <a:moveTo>
                    <a:pt x="436" y="0"/>
                  </a:moveTo>
                  <a:cubicBezTo>
                    <a:pt x="219" y="0"/>
                    <a:pt x="1" y="161"/>
                    <a:pt x="1" y="436"/>
                  </a:cubicBezTo>
                  <a:cubicBezTo>
                    <a:pt x="1" y="653"/>
                    <a:pt x="219" y="871"/>
                    <a:pt x="436" y="871"/>
                  </a:cubicBezTo>
                  <a:cubicBezTo>
                    <a:pt x="706" y="871"/>
                    <a:pt x="924" y="653"/>
                    <a:pt x="924" y="436"/>
                  </a:cubicBezTo>
                  <a:cubicBezTo>
                    <a:pt x="924" y="161"/>
                    <a:pt x="706" y="0"/>
                    <a:pt x="436" y="0"/>
                  </a:cubicBezTo>
                  <a:close/>
                </a:path>
              </a:pathLst>
            </a:custGeom>
            <a:solidFill>
              <a:srgbClr val="FFFFFF"/>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5" name="Google Shape;2625;p57"/>
            <p:cNvSpPr/>
            <p:nvPr/>
          </p:nvSpPr>
          <p:spPr>
            <a:xfrm>
              <a:off x="1607575" y="4143550"/>
              <a:ext cx="23200" cy="21800"/>
            </a:xfrm>
            <a:custGeom>
              <a:rect b="b" l="l" r="r" t="t"/>
              <a:pathLst>
                <a:path extrusionOk="0" h="872" w="928">
                  <a:moveTo>
                    <a:pt x="492" y="1"/>
                  </a:moveTo>
                  <a:cubicBezTo>
                    <a:pt x="218" y="1"/>
                    <a:pt x="0" y="162"/>
                    <a:pt x="0" y="436"/>
                  </a:cubicBezTo>
                  <a:cubicBezTo>
                    <a:pt x="0" y="706"/>
                    <a:pt x="218" y="872"/>
                    <a:pt x="492" y="872"/>
                  </a:cubicBezTo>
                  <a:cubicBezTo>
                    <a:pt x="710" y="872"/>
                    <a:pt x="927" y="706"/>
                    <a:pt x="927" y="436"/>
                  </a:cubicBezTo>
                  <a:cubicBezTo>
                    <a:pt x="927" y="162"/>
                    <a:pt x="710" y="1"/>
                    <a:pt x="492" y="1"/>
                  </a:cubicBezTo>
                  <a:close/>
                </a:path>
              </a:pathLst>
            </a:custGeom>
            <a:solidFill>
              <a:srgbClr val="FFFFFF"/>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6" name="Google Shape;2626;p57"/>
            <p:cNvSpPr/>
            <p:nvPr/>
          </p:nvSpPr>
          <p:spPr>
            <a:xfrm>
              <a:off x="1670125" y="4648175"/>
              <a:ext cx="23225" cy="23200"/>
            </a:xfrm>
            <a:custGeom>
              <a:rect b="b" l="l" r="r" t="t"/>
              <a:pathLst>
                <a:path extrusionOk="0" h="928" w="929">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7" name="Google Shape;2627;p57"/>
            <p:cNvSpPr/>
            <p:nvPr/>
          </p:nvSpPr>
          <p:spPr>
            <a:xfrm>
              <a:off x="1731400" y="5008700"/>
              <a:ext cx="23100" cy="23100"/>
            </a:xfrm>
            <a:custGeom>
              <a:rect b="b" l="l" r="r" t="t"/>
              <a:pathLst>
                <a:path extrusionOk="0" h="924" w="924">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8" name="Google Shape;2628;p57"/>
            <p:cNvSpPr/>
            <p:nvPr/>
          </p:nvSpPr>
          <p:spPr>
            <a:xfrm>
              <a:off x="2567925" y="5377300"/>
              <a:ext cx="23200" cy="23200"/>
            </a:xfrm>
            <a:custGeom>
              <a:rect b="b" l="l" r="r" t="t"/>
              <a:pathLst>
                <a:path extrusionOk="0" h="928" w="928">
                  <a:moveTo>
                    <a:pt x="436" y="0"/>
                  </a:moveTo>
                  <a:cubicBezTo>
                    <a:pt x="218" y="0"/>
                    <a:pt x="1" y="218"/>
                    <a:pt x="1" y="492"/>
                  </a:cubicBezTo>
                  <a:cubicBezTo>
                    <a:pt x="1" y="710"/>
                    <a:pt x="218" y="927"/>
                    <a:pt x="436" y="927"/>
                  </a:cubicBezTo>
                  <a:cubicBezTo>
                    <a:pt x="710" y="927"/>
                    <a:pt x="928" y="710"/>
                    <a:pt x="928" y="492"/>
                  </a:cubicBezTo>
                  <a:cubicBezTo>
                    <a:pt x="928" y="218"/>
                    <a:pt x="710" y="0"/>
                    <a:pt x="436" y="0"/>
                  </a:cubicBezTo>
                  <a:close/>
                </a:path>
              </a:pathLst>
            </a:custGeom>
            <a:solidFill>
              <a:srgbClr val="FFFFFF"/>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9" name="Google Shape;2629;p57"/>
            <p:cNvSpPr/>
            <p:nvPr/>
          </p:nvSpPr>
          <p:spPr>
            <a:xfrm>
              <a:off x="2925725" y="5284800"/>
              <a:ext cx="23100" cy="21775"/>
            </a:xfrm>
            <a:custGeom>
              <a:rect b="b" l="l" r="r" t="t"/>
              <a:pathLst>
                <a:path extrusionOk="0" h="871" w="924">
                  <a:moveTo>
                    <a:pt x="436" y="0"/>
                  </a:moveTo>
                  <a:cubicBezTo>
                    <a:pt x="219" y="0"/>
                    <a:pt x="1" y="165"/>
                    <a:pt x="1" y="435"/>
                  </a:cubicBezTo>
                  <a:cubicBezTo>
                    <a:pt x="1" y="710"/>
                    <a:pt x="219" y="871"/>
                    <a:pt x="436" y="871"/>
                  </a:cubicBezTo>
                  <a:cubicBezTo>
                    <a:pt x="706" y="871"/>
                    <a:pt x="924" y="710"/>
                    <a:pt x="924" y="435"/>
                  </a:cubicBezTo>
                  <a:cubicBezTo>
                    <a:pt x="924" y="165"/>
                    <a:pt x="706" y="0"/>
                    <a:pt x="436" y="0"/>
                  </a:cubicBezTo>
                  <a:close/>
                </a:path>
              </a:pathLst>
            </a:custGeom>
            <a:solidFill>
              <a:srgbClr val="FFFFFF"/>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0" name="Google Shape;2630;p57"/>
            <p:cNvSpPr/>
            <p:nvPr/>
          </p:nvSpPr>
          <p:spPr>
            <a:xfrm>
              <a:off x="2059175" y="5306550"/>
              <a:ext cx="23200" cy="23200"/>
            </a:xfrm>
            <a:custGeom>
              <a:rect b="b" l="l" r="r" t="t"/>
              <a:pathLst>
                <a:path extrusionOk="0" h="928" w="928">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1" name="Google Shape;2631;p57"/>
            <p:cNvSpPr/>
            <p:nvPr/>
          </p:nvSpPr>
          <p:spPr>
            <a:xfrm>
              <a:off x="1829350" y="4488700"/>
              <a:ext cx="821625" cy="674250"/>
            </a:xfrm>
            <a:custGeom>
              <a:rect b="b" l="l" r="r" t="t"/>
              <a:pathLst>
                <a:path extrusionOk="0" h="26970" w="32865">
                  <a:moveTo>
                    <a:pt x="23324" y="1"/>
                  </a:moveTo>
                  <a:cubicBezTo>
                    <a:pt x="18865" y="1"/>
                    <a:pt x="15117" y="3451"/>
                    <a:pt x="14852" y="7960"/>
                  </a:cubicBezTo>
                  <a:cubicBezTo>
                    <a:pt x="13225" y="6484"/>
                    <a:pt x="11181" y="5758"/>
                    <a:pt x="9144" y="5758"/>
                  </a:cubicBezTo>
                  <a:cubicBezTo>
                    <a:pt x="6823" y="5758"/>
                    <a:pt x="4510" y="6701"/>
                    <a:pt x="2830" y="8556"/>
                  </a:cubicBezTo>
                  <a:cubicBezTo>
                    <a:pt x="379" y="11224"/>
                    <a:pt x="0" y="15033"/>
                    <a:pt x="1524" y="18080"/>
                  </a:cubicBezTo>
                  <a:lnTo>
                    <a:pt x="1467" y="18080"/>
                  </a:lnTo>
                  <a:cubicBezTo>
                    <a:pt x="3265" y="21889"/>
                    <a:pt x="6856" y="24392"/>
                    <a:pt x="12188" y="25859"/>
                  </a:cubicBezTo>
                  <a:cubicBezTo>
                    <a:pt x="15573" y="26788"/>
                    <a:pt x="18673" y="26969"/>
                    <a:pt x="20578" y="26969"/>
                  </a:cubicBezTo>
                  <a:cubicBezTo>
                    <a:pt x="21797" y="26969"/>
                    <a:pt x="22527" y="26895"/>
                    <a:pt x="22527" y="26895"/>
                  </a:cubicBezTo>
                  <a:cubicBezTo>
                    <a:pt x="22527" y="26895"/>
                    <a:pt x="26335" y="23900"/>
                    <a:pt x="29217" y="18951"/>
                  </a:cubicBezTo>
                  <a:cubicBezTo>
                    <a:pt x="32046" y="14162"/>
                    <a:pt x="32865" y="9862"/>
                    <a:pt x="31450" y="5892"/>
                  </a:cubicBezTo>
                  <a:cubicBezTo>
                    <a:pt x="30414" y="2679"/>
                    <a:pt x="27476" y="233"/>
                    <a:pt x="23832" y="15"/>
                  </a:cubicBezTo>
                  <a:cubicBezTo>
                    <a:pt x="23662" y="5"/>
                    <a:pt x="23492" y="1"/>
                    <a:pt x="233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2" name="Google Shape;2632;p57"/>
            <p:cNvSpPr/>
            <p:nvPr/>
          </p:nvSpPr>
          <p:spPr>
            <a:xfrm>
              <a:off x="1829350" y="4697150"/>
              <a:ext cx="810750" cy="465800"/>
            </a:xfrm>
            <a:custGeom>
              <a:rect b="b" l="l" r="r" t="t"/>
              <a:pathLst>
                <a:path extrusionOk="0" h="18632" w="32430">
                  <a:moveTo>
                    <a:pt x="32046" y="0"/>
                  </a:moveTo>
                  <a:lnTo>
                    <a:pt x="32046" y="0"/>
                  </a:lnTo>
                  <a:cubicBezTo>
                    <a:pt x="31450" y="7130"/>
                    <a:pt x="26771" y="11862"/>
                    <a:pt x="23449" y="13769"/>
                  </a:cubicBezTo>
                  <a:cubicBezTo>
                    <a:pt x="21827" y="14708"/>
                    <a:pt x="20069" y="15095"/>
                    <a:pt x="18114" y="15095"/>
                  </a:cubicBezTo>
                  <a:cubicBezTo>
                    <a:pt x="16335" y="15095"/>
                    <a:pt x="14393" y="14775"/>
                    <a:pt x="12241" y="14256"/>
                  </a:cubicBezTo>
                  <a:cubicBezTo>
                    <a:pt x="2938" y="11919"/>
                    <a:pt x="814" y="4027"/>
                    <a:pt x="2830" y="218"/>
                  </a:cubicBezTo>
                  <a:lnTo>
                    <a:pt x="2830" y="218"/>
                  </a:lnTo>
                  <a:cubicBezTo>
                    <a:pt x="379" y="2886"/>
                    <a:pt x="0" y="6695"/>
                    <a:pt x="1524" y="9742"/>
                  </a:cubicBezTo>
                  <a:lnTo>
                    <a:pt x="1467" y="9742"/>
                  </a:lnTo>
                  <a:cubicBezTo>
                    <a:pt x="3265" y="13551"/>
                    <a:pt x="6856" y="16054"/>
                    <a:pt x="12188" y="17521"/>
                  </a:cubicBezTo>
                  <a:cubicBezTo>
                    <a:pt x="15573" y="18450"/>
                    <a:pt x="18673" y="18631"/>
                    <a:pt x="20578" y="18631"/>
                  </a:cubicBezTo>
                  <a:cubicBezTo>
                    <a:pt x="21797" y="18631"/>
                    <a:pt x="22527" y="18557"/>
                    <a:pt x="22527" y="18557"/>
                  </a:cubicBezTo>
                  <a:cubicBezTo>
                    <a:pt x="22527" y="18557"/>
                    <a:pt x="26335" y="15562"/>
                    <a:pt x="29217" y="10613"/>
                  </a:cubicBezTo>
                  <a:cubicBezTo>
                    <a:pt x="31502" y="6804"/>
                    <a:pt x="32429" y="3265"/>
                    <a:pt x="3204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3" name="Google Shape;2633;p57"/>
            <p:cNvSpPr/>
            <p:nvPr/>
          </p:nvSpPr>
          <p:spPr>
            <a:xfrm>
              <a:off x="1976250" y="4829000"/>
              <a:ext cx="167300" cy="163450"/>
            </a:xfrm>
            <a:custGeom>
              <a:rect b="b" l="l" r="r" t="t"/>
              <a:pathLst>
                <a:path extrusionOk="0" h="6538" w="6692">
                  <a:moveTo>
                    <a:pt x="3358" y="0"/>
                  </a:moveTo>
                  <a:cubicBezTo>
                    <a:pt x="3291" y="0"/>
                    <a:pt x="3224" y="2"/>
                    <a:pt x="3157" y="6"/>
                  </a:cubicBezTo>
                  <a:cubicBezTo>
                    <a:pt x="1359" y="115"/>
                    <a:pt x="1" y="1639"/>
                    <a:pt x="110" y="3432"/>
                  </a:cubicBezTo>
                  <a:cubicBezTo>
                    <a:pt x="161" y="5196"/>
                    <a:pt x="1684" y="6537"/>
                    <a:pt x="3435" y="6537"/>
                  </a:cubicBezTo>
                  <a:cubicBezTo>
                    <a:pt x="3469" y="6537"/>
                    <a:pt x="3502" y="6537"/>
                    <a:pt x="3535" y="6536"/>
                  </a:cubicBezTo>
                  <a:cubicBezTo>
                    <a:pt x="5333" y="6427"/>
                    <a:pt x="6691" y="4847"/>
                    <a:pt x="6582" y="3053"/>
                  </a:cubicBezTo>
                  <a:cubicBezTo>
                    <a:pt x="6478" y="1323"/>
                    <a:pt x="5063" y="0"/>
                    <a:pt x="335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4" name="Google Shape;2634;p57"/>
            <p:cNvSpPr/>
            <p:nvPr/>
          </p:nvSpPr>
          <p:spPr>
            <a:xfrm>
              <a:off x="2053725" y="4965175"/>
              <a:ext cx="44975" cy="88400"/>
            </a:xfrm>
            <a:custGeom>
              <a:rect b="b" l="l" r="r" t="t"/>
              <a:pathLst>
                <a:path extrusionOk="0" h="3536" w="1799">
                  <a:moveTo>
                    <a:pt x="1" y="1"/>
                  </a:moveTo>
                  <a:lnTo>
                    <a:pt x="493" y="3535"/>
                  </a:lnTo>
                  <a:lnTo>
                    <a:pt x="1799" y="3535"/>
                  </a:lnTo>
                  <a:cubicBezTo>
                    <a:pt x="1416" y="2503"/>
                    <a:pt x="1255" y="218"/>
                    <a:pt x="1255" y="218"/>
                  </a:cubicBezTo>
                  <a:lnTo>
                    <a:pt x="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5" name="Google Shape;2635;p57"/>
            <p:cNvSpPr/>
            <p:nvPr/>
          </p:nvSpPr>
          <p:spPr>
            <a:xfrm>
              <a:off x="2200650" y="4488700"/>
              <a:ext cx="330625" cy="283350"/>
            </a:xfrm>
            <a:custGeom>
              <a:rect b="b" l="l" r="r" t="t"/>
              <a:pathLst>
                <a:path extrusionOk="0" h="11334" w="13225">
                  <a:moveTo>
                    <a:pt x="8472" y="1"/>
                  </a:moveTo>
                  <a:cubicBezTo>
                    <a:pt x="4013" y="1"/>
                    <a:pt x="265" y="3451"/>
                    <a:pt x="0" y="7960"/>
                  </a:cubicBezTo>
                  <a:cubicBezTo>
                    <a:pt x="0" y="9862"/>
                    <a:pt x="1089" y="10898"/>
                    <a:pt x="2068" y="11333"/>
                  </a:cubicBezTo>
                  <a:cubicBezTo>
                    <a:pt x="2068" y="11333"/>
                    <a:pt x="492" y="6488"/>
                    <a:pt x="3648" y="3006"/>
                  </a:cubicBezTo>
                  <a:cubicBezTo>
                    <a:pt x="5326" y="1127"/>
                    <a:pt x="7433" y="539"/>
                    <a:pt x="9302" y="539"/>
                  </a:cubicBezTo>
                  <a:cubicBezTo>
                    <a:pt x="10948" y="539"/>
                    <a:pt x="12409" y="996"/>
                    <a:pt x="13225" y="1430"/>
                  </a:cubicBezTo>
                  <a:cubicBezTo>
                    <a:pt x="12028" y="612"/>
                    <a:pt x="10556" y="68"/>
                    <a:pt x="8980" y="15"/>
                  </a:cubicBezTo>
                  <a:cubicBezTo>
                    <a:pt x="8810" y="5"/>
                    <a:pt x="8640" y="1"/>
                    <a:pt x="847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6" name="Google Shape;2636;p57"/>
            <p:cNvSpPr/>
            <p:nvPr/>
          </p:nvSpPr>
          <p:spPr>
            <a:xfrm>
              <a:off x="2347550" y="4528475"/>
              <a:ext cx="236725" cy="174125"/>
            </a:xfrm>
            <a:custGeom>
              <a:rect b="b" l="l" r="r" t="t"/>
              <a:pathLst>
                <a:path extrusionOk="0" h="6965" w="9469">
                  <a:moveTo>
                    <a:pt x="3592" y="0"/>
                  </a:moveTo>
                  <a:cubicBezTo>
                    <a:pt x="2721" y="0"/>
                    <a:pt x="1799" y="218"/>
                    <a:pt x="1037" y="710"/>
                  </a:cubicBezTo>
                  <a:cubicBezTo>
                    <a:pt x="545" y="1036"/>
                    <a:pt x="57" y="1472"/>
                    <a:pt x="1" y="2068"/>
                  </a:cubicBezTo>
                  <a:cubicBezTo>
                    <a:pt x="1" y="2612"/>
                    <a:pt x="384" y="3104"/>
                    <a:pt x="819" y="3430"/>
                  </a:cubicBezTo>
                  <a:cubicBezTo>
                    <a:pt x="1254" y="3757"/>
                    <a:pt x="1799" y="3866"/>
                    <a:pt x="2343" y="4083"/>
                  </a:cubicBezTo>
                  <a:cubicBezTo>
                    <a:pt x="3866" y="4571"/>
                    <a:pt x="5281" y="5333"/>
                    <a:pt x="6530" y="6369"/>
                  </a:cubicBezTo>
                  <a:cubicBezTo>
                    <a:pt x="6804" y="6586"/>
                    <a:pt x="7074" y="6856"/>
                    <a:pt x="7457" y="6913"/>
                  </a:cubicBezTo>
                  <a:cubicBezTo>
                    <a:pt x="7510" y="6965"/>
                    <a:pt x="7566" y="6965"/>
                    <a:pt x="7618" y="6965"/>
                  </a:cubicBezTo>
                  <a:cubicBezTo>
                    <a:pt x="8002" y="6965"/>
                    <a:pt x="8328" y="6747"/>
                    <a:pt x="8598" y="6477"/>
                  </a:cubicBezTo>
                  <a:cubicBezTo>
                    <a:pt x="8872" y="6151"/>
                    <a:pt x="8981" y="5716"/>
                    <a:pt x="9033" y="5280"/>
                  </a:cubicBezTo>
                  <a:cubicBezTo>
                    <a:pt x="9468" y="2177"/>
                    <a:pt x="6478" y="0"/>
                    <a:pt x="3592" y="0"/>
                  </a:cubicBezTo>
                  <a:close/>
                </a:path>
              </a:pathLst>
            </a:custGeom>
            <a:solidFill>
              <a:srgbClr val="EE747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7" name="Google Shape;2637;p57"/>
            <p:cNvSpPr/>
            <p:nvPr/>
          </p:nvSpPr>
          <p:spPr>
            <a:xfrm>
              <a:off x="2523100" y="4735225"/>
              <a:ext cx="58450" cy="58575"/>
            </a:xfrm>
            <a:custGeom>
              <a:rect b="b" l="l" r="r" t="t"/>
              <a:pathLst>
                <a:path extrusionOk="0" h="2343" w="2338">
                  <a:moveTo>
                    <a:pt x="1358" y="1"/>
                  </a:moveTo>
                  <a:cubicBezTo>
                    <a:pt x="1141" y="1"/>
                    <a:pt x="923" y="57"/>
                    <a:pt x="705" y="166"/>
                  </a:cubicBezTo>
                  <a:cubicBezTo>
                    <a:pt x="218" y="436"/>
                    <a:pt x="0" y="1146"/>
                    <a:pt x="218" y="1690"/>
                  </a:cubicBezTo>
                  <a:cubicBezTo>
                    <a:pt x="270" y="1799"/>
                    <a:pt x="327" y="1960"/>
                    <a:pt x="435" y="2016"/>
                  </a:cubicBezTo>
                  <a:cubicBezTo>
                    <a:pt x="705" y="2286"/>
                    <a:pt x="923" y="2343"/>
                    <a:pt x="1197" y="2343"/>
                  </a:cubicBezTo>
                  <a:cubicBezTo>
                    <a:pt x="1850" y="2343"/>
                    <a:pt x="2338" y="1524"/>
                    <a:pt x="2229" y="763"/>
                  </a:cubicBezTo>
                  <a:cubicBezTo>
                    <a:pt x="2229" y="602"/>
                    <a:pt x="2177" y="436"/>
                    <a:pt x="2068" y="275"/>
                  </a:cubicBezTo>
                  <a:cubicBezTo>
                    <a:pt x="1959" y="57"/>
                    <a:pt x="1685" y="1"/>
                    <a:pt x="1358" y="1"/>
                  </a:cubicBezTo>
                  <a:close/>
                </a:path>
              </a:pathLst>
            </a:custGeom>
            <a:solidFill>
              <a:srgbClr val="EE747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8" name="Google Shape;2638;p57"/>
            <p:cNvSpPr/>
            <p:nvPr/>
          </p:nvSpPr>
          <p:spPr>
            <a:xfrm>
              <a:off x="1957200" y="4653625"/>
              <a:ext cx="198650" cy="66725"/>
            </a:xfrm>
            <a:custGeom>
              <a:rect b="b" l="l" r="r" t="t"/>
              <a:pathLst>
                <a:path extrusionOk="0" h="2669" w="7946">
                  <a:moveTo>
                    <a:pt x="3810" y="0"/>
                  </a:moveTo>
                  <a:cubicBezTo>
                    <a:pt x="3048" y="0"/>
                    <a:pt x="2177" y="57"/>
                    <a:pt x="1468" y="435"/>
                  </a:cubicBezTo>
                  <a:cubicBezTo>
                    <a:pt x="872" y="710"/>
                    <a:pt x="1" y="1471"/>
                    <a:pt x="488" y="2233"/>
                  </a:cubicBezTo>
                  <a:cubicBezTo>
                    <a:pt x="706" y="2560"/>
                    <a:pt x="1141" y="2668"/>
                    <a:pt x="1577" y="2668"/>
                  </a:cubicBezTo>
                  <a:lnTo>
                    <a:pt x="1633" y="2668"/>
                  </a:lnTo>
                  <a:cubicBezTo>
                    <a:pt x="2286" y="2612"/>
                    <a:pt x="2883" y="2503"/>
                    <a:pt x="3536" y="2394"/>
                  </a:cubicBezTo>
                  <a:cubicBezTo>
                    <a:pt x="3592" y="2394"/>
                    <a:pt x="3644" y="2342"/>
                    <a:pt x="3644" y="2342"/>
                  </a:cubicBezTo>
                  <a:cubicBezTo>
                    <a:pt x="4297" y="2285"/>
                    <a:pt x="4950" y="2233"/>
                    <a:pt x="5603" y="2233"/>
                  </a:cubicBezTo>
                  <a:cubicBezTo>
                    <a:pt x="6147" y="2233"/>
                    <a:pt x="6639" y="2233"/>
                    <a:pt x="7127" y="2285"/>
                  </a:cubicBezTo>
                  <a:cubicBezTo>
                    <a:pt x="7235" y="2285"/>
                    <a:pt x="7344" y="2342"/>
                    <a:pt x="7453" y="2342"/>
                  </a:cubicBezTo>
                  <a:cubicBezTo>
                    <a:pt x="7510" y="2342"/>
                    <a:pt x="7562" y="2342"/>
                    <a:pt x="7671" y="2285"/>
                  </a:cubicBezTo>
                  <a:cubicBezTo>
                    <a:pt x="7780" y="2233"/>
                    <a:pt x="7945" y="2124"/>
                    <a:pt x="7945" y="1959"/>
                  </a:cubicBezTo>
                  <a:cubicBezTo>
                    <a:pt x="7945" y="1850"/>
                    <a:pt x="7888" y="1741"/>
                    <a:pt x="7836" y="1632"/>
                  </a:cubicBezTo>
                  <a:cubicBezTo>
                    <a:pt x="7018" y="383"/>
                    <a:pt x="5277" y="0"/>
                    <a:pt x="3862" y="0"/>
                  </a:cubicBezTo>
                  <a:close/>
                </a:path>
              </a:pathLst>
            </a:custGeom>
            <a:solidFill>
              <a:srgbClr val="EE747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9" name="Google Shape;2639;p57"/>
            <p:cNvSpPr/>
            <p:nvPr/>
          </p:nvSpPr>
          <p:spPr>
            <a:xfrm>
              <a:off x="1906825" y="4706725"/>
              <a:ext cx="46275" cy="51700"/>
            </a:xfrm>
            <a:custGeom>
              <a:rect b="b" l="l" r="r" t="t"/>
              <a:pathLst>
                <a:path extrusionOk="0" h="2068" w="1851">
                  <a:moveTo>
                    <a:pt x="1198" y="0"/>
                  </a:moveTo>
                  <a:cubicBezTo>
                    <a:pt x="1089" y="0"/>
                    <a:pt x="928" y="53"/>
                    <a:pt x="762" y="161"/>
                  </a:cubicBezTo>
                  <a:cubicBezTo>
                    <a:pt x="436" y="488"/>
                    <a:pt x="1" y="1250"/>
                    <a:pt x="218" y="1742"/>
                  </a:cubicBezTo>
                  <a:cubicBezTo>
                    <a:pt x="327" y="1959"/>
                    <a:pt x="601" y="2068"/>
                    <a:pt x="871" y="2068"/>
                  </a:cubicBezTo>
                  <a:lnTo>
                    <a:pt x="980" y="2068"/>
                  </a:lnTo>
                  <a:cubicBezTo>
                    <a:pt x="1306" y="2011"/>
                    <a:pt x="1524" y="1794"/>
                    <a:pt x="1689" y="1524"/>
                  </a:cubicBezTo>
                  <a:cubicBezTo>
                    <a:pt x="1798" y="1250"/>
                    <a:pt x="1851" y="980"/>
                    <a:pt x="1851" y="653"/>
                  </a:cubicBezTo>
                  <a:cubicBezTo>
                    <a:pt x="1798" y="270"/>
                    <a:pt x="1524" y="0"/>
                    <a:pt x="1198" y="0"/>
                  </a:cubicBezTo>
                  <a:close/>
                </a:path>
              </a:pathLst>
            </a:custGeom>
            <a:solidFill>
              <a:srgbClr val="EE747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0" name="Google Shape;2640;p57"/>
            <p:cNvSpPr/>
            <p:nvPr/>
          </p:nvSpPr>
          <p:spPr>
            <a:xfrm>
              <a:off x="2585675" y="4294500"/>
              <a:ext cx="405375" cy="178275"/>
            </a:xfrm>
            <a:custGeom>
              <a:rect b="b" l="l" r="r" t="t"/>
              <a:pathLst>
                <a:path extrusionOk="0" h="7131" w="16215">
                  <a:moveTo>
                    <a:pt x="15779" y="0"/>
                  </a:moveTo>
                  <a:cubicBezTo>
                    <a:pt x="14852" y="2886"/>
                    <a:pt x="12406" y="5172"/>
                    <a:pt x="9250" y="6151"/>
                  </a:cubicBezTo>
                  <a:cubicBezTo>
                    <a:pt x="8179" y="6484"/>
                    <a:pt x="7088" y="6647"/>
                    <a:pt x="6017" y="6647"/>
                  </a:cubicBezTo>
                  <a:cubicBezTo>
                    <a:pt x="3933" y="6647"/>
                    <a:pt x="1923" y="6030"/>
                    <a:pt x="270" y="4845"/>
                  </a:cubicBezTo>
                  <a:lnTo>
                    <a:pt x="0" y="5224"/>
                  </a:lnTo>
                  <a:cubicBezTo>
                    <a:pt x="1741" y="6478"/>
                    <a:pt x="3809" y="7131"/>
                    <a:pt x="5985" y="7131"/>
                  </a:cubicBezTo>
                  <a:cubicBezTo>
                    <a:pt x="7126" y="7131"/>
                    <a:pt x="8271" y="6913"/>
                    <a:pt x="9411" y="6586"/>
                  </a:cubicBezTo>
                  <a:cubicBezTo>
                    <a:pt x="12676" y="5550"/>
                    <a:pt x="15235" y="3156"/>
                    <a:pt x="16215" y="166"/>
                  </a:cubicBezTo>
                  <a:lnTo>
                    <a:pt x="15779" y="0"/>
                  </a:lnTo>
                  <a:close/>
                </a:path>
              </a:pathLst>
            </a:custGeom>
            <a:solidFill>
              <a:srgbClr val="D9E5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1" name="Google Shape;2641;p57"/>
            <p:cNvSpPr/>
            <p:nvPr/>
          </p:nvSpPr>
          <p:spPr>
            <a:xfrm>
              <a:off x="2463250" y="4133475"/>
              <a:ext cx="253025" cy="399150"/>
            </a:xfrm>
            <a:custGeom>
              <a:rect b="b" l="l" r="r" t="t"/>
              <a:pathLst>
                <a:path extrusionOk="0" h="15966" w="10121">
                  <a:moveTo>
                    <a:pt x="2698" y="0"/>
                  </a:moveTo>
                  <a:cubicBezTo>
                    <a:pt x="2670" y="0"/>
                    <a:pt x="2641" y="7"/>
                    <a:pt x="2612" y="21"/>
                  </a:cubicBezTo>
                  <a:cubicBezTo>
                    <a:pt x="1306" y="456"/>
                    <a:pt x="0" y="1819"/>
                    <a:pt x="544" y="3995"/>
                  </a:cubicBezTo>
                  <a:cubicBezTo>
                    <a:pt x="1306" y="7151"/>
                    <a:pt x="5276" y="13354"/>
                    <a:pt x="9737" y="15909"/>
                  </a:cubicBezTo>
                  <a:cubicBezTo>
                    <a:pt x="9794" y="15909"/>
                    <a:pt x="9846" y="15966"/>
                    <a:pt x="9903" y="15966"/>
                  </a:cubicBezTo>
                  <a:cubicBezTo>
                    <a:pt x="9955" y="15966"/>
                    <a:pt x="10012" y="15909"/>
                    <a:pt x="10064" y="15800"/>
                  </a:cubicBezTo>
                  <a:cubicBezTo>
                    <a:pt x="10121" y="15691"/>
                    <a:pt x="10121" y="15583"/>
                    <a:pt x="10012" y="15530"/>
                  </a:cubicBezTo>
                  <a:cubicBezTo>
                    <a:pt x="5602" y="13027"/>
                    <a:pt x="1741" y="6986"/>
                    <a:pt x="979" y="3886"/>
                  </a:cubicBezTo>
                  <a:cubicBezTo>
                    <a:pt x="544" y="1980"/>
                    <a:pt x="1685" y="839"/>
                    <a:pt x="2773" y="456"/>
                  </a:cubicBezTo>
                  <a:cubicBezTo>
                    <a:pt x="2882" y="404"/>
                    <a:pt x="2938" y="239"/>
                    <a:pt x="2882" y="130"/>
                  </a:cubicBezTo>
                  <a:cubicBezTo>
                    <a:pt x="2843" y="50"/>
                    <a:pt x="2775" y="0"/>
                    <a:pt x="2698" y="0"/>
                  </a:cubicBezTo>
                  <a:close/>
                </a:path>
              </a:pathLst>
            </a:custGeom>
            <a:solidFill>
              <a:srgbClr val="DFEB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2" name="Google Shape;2642;p57"/>
            <p:cNvSpPr/>
            <p:nvPr/>
          </p:nvSpPr>
          <p:spPr>
            <a:xfrm>
              <a:off x="2472700" y="4132675"/>
              <a:ext cx="238125" cy="399950"/>
            </a:xfrm>
            <a:custGeom>
              <a:rect b="b" l="l" r="r" t="t"/>
              <a:pathLst>
                <a:path extrusionOk="0" h="15998" w="9525">
                  <a:moveTo>
                    <a:pt x="2286" y="1"/>
                  </a:moveTo>
                  <a:cubicBezTo>
                    <a:pt x="2068" y="53"/>
                    <a:pt x="1907" y="162"/>
                    <a:pt x="1690" y="271"/>
                  </a:cubicBezTo>
                  <a:cubicBezTo>
                    <a:pt x="1633" y="327"/>
                    <a:pt x="1524" y="379"/>
                    <a:pt x="1415" y="436"/>
                  </a:cubicBezTo>
                  <a:lnTo>
                    <a:pt x="1307" y="545"/>
                  </a:lnTo>
                  <a:lnTo>
                    <a:pt x="1472" y="436"/>
                  </a:lnTo>
                  <a:cubicBezTo>
                    <a:pt x="1524" y="379"/>
                    <a:pt x="1633" y="327"/>
                    <a:pt x="1742" y="271"/>
                  </a:cubicBezTo>
                  <a:cubicBezTo>
                    <a:pt x="1798" y="218"/>
                    <a:pt x="1907" y="218"/>
                    <a:pt x="2016" y="162"/>
                  </a:cubicBezTo>
                  <a:lnTo>
                    <a:pt x="2177" y="109"/>
                  </a:lnTo>
                  <a:lnTo>
                    <a:pt x="2234" y="53"/>
                  </a:lnTo>
                  <a:lnTo>
                    <a:pt x="2286" y="53"/>
                  </a:lnTo>
                  <a:cubicBezTo>
                    <a:pt x="2395" y="53"/>
                    <a:pt x="2504" y="109"/>
                    <a:pt x="2504" y="218"/>
                  </a:cubicBezTo>
                  <a:cubicBezTo>
                    <a:pt x="2504" y="327"/>
                    <a:pt x="2451" y="436"/>
                    <a:pt x="2395" y="436"/>
                  </a:cubicBezTo>
                  <a:cubicBezTo>
                    <a:pt x="2177" y="545"/>
                    <a:pt x="1960" y="597"/>
                    <a:pt x="1798" y="762"/>
                  </a:cubicBezTo>
                  <a:cubicBezTo>
                    <a:pt x="2016" y="654"/>
                    <a:pt x="2177" y="545"/>
                    <a:pt x="2395" y="488"/>
                  </a:cubicBezTo>
                  <a:cubicBezTo>
                    <a:pt x="2451" y="488"/>
                    <a:pt x="2504" y="436"/>
                    <a:pt x="2504" y="379"/>
                  </a:cubicBezTo>
                  <a:cubicBezTo>
                    <a:pt x="2560" y="327"/>
                    <a:pt x="2560" y="271"/>
                    <a:pt x="2560" y="218"/>
                  </a:cubicBezTo>
                  <a:cubicBezTo>
                    <a:pt x="2504" y="109"/>
                    <a:pt x="2395" y="1"/>
                    <a:pt x="2286" y="1"/>
                  </a:cubicBezTo>
                  <a:close/>
                  <a:moveTo>
                    <a:pt x="1798" y="762"/>
                  </a:moveTo>
                  <a:cubicBezTo>
                    <a:pt x="1633" y="871"/>
                    <a:pt x="1472" y="980"/>
                    <a:pt x="1307" y="1141"/>
                  </a:cubicBezTo>
                  <a:cubicBezTo>
                    <a:pt x="1472" y="1032"/>
                    <a:pt x="1633" y="871"/>
                    <a:pt x="1798" y="762"/>
                  </a:cubicBezTo>
                  <a:close/>
                  <a:moveTo>
                    <a:pt x="1307" y="1141"/>
                  </a:moveTo>
                  <a:lnTo>
                    <a:pt x="1307" y="1141"/>
                  </a:lnTo>
                  <a:cubicBezTo>
                    <a:pt x="1198" y="1198"/>
                    <a:pt x="1146" y="1307"/>
                    <a:pt x="1089" y="1359"/>
                  </a:cubicBezTo>
                  <a:cubicBezTo>
                    <a:pt x="1037" y="1415"/>
                    <a:pt x="1037" y="1468"/>
                    <a:pt x="980" y="1524"/>
                  </a:cubicBezTo>
                  <a:lnTo>
                    <a:pt x="1089" y="1415"/>
                  </a:lnTo>
                  <a:cubicBezTo>
                    <a:pt x="1146" y="1307"/>
                    <a:pt x="1254" y="1250"/>
                    <a:pt x="1307" y="1141"/>
                  </a:cubicBezTo>
                  <a:close/>
                  <a:moveTo>
                    <a:pt x="1307" y="545"/>
                  </a:moveTo>
                  <a:cubicBezTo>
                    <a:pt x="1254" y="545"/>
                    <a:pt x="1198" y="597"/>
                    <a:pt x="1198" y="597"/>
                  </a:cubicBezTo>
                  <a:cubicBezTo>
                    <a:pt x="871" y="871"/>
                    <a:pt x="545" y="1250"/>
                    <a:pt x="384" y="1633"/>
                  </a:cubicBezTo>
                  <a:cubicBezTo>
                    <a:pt x="601" y="1250"/>
                    <a:pt x="871" y="923"/>
                    <a:pt x="1198" y="654"/>
                  </a:cubicBezTo>
                  <a:cubicBezTo>
                    <a:pt x="1254" y="597"/>
                    <a:pt x="1307" y="597"/>
                    <a:pt x="1307" y="545"/>
                  </a:cubicBezTo>
                  <a:close/>
                  <a:moveTo>
                    <a:pt x="384" y="1633"/>
                  </a:moveTo>
                  <a:lnTo>
                    <a:pt x="384" y="1633"/>
                  </a:lnTo>
                  <a:cubicBezTo>
                    <a:pt x="166" y="2012"/>
                    <a:pt x="57" y="2447"/>
                    <a:pt x="57" y="2830"/>
                  </a:cubicBezTo>
                  <a:cubicBezTo>
                    <a:pt x="110" y="2447"/>
                    <a:pt x="218" y="2012"/>
                    <a:pt x="384" y="1633"/>
                  </a:cubicBezTo>
                  <a:close/>
                  <a:moveTo>
                    <a:pt x="980" y="1524"/>
                  </a:moveTo>
                  <a:lnTo>
                    <a:pt x="871" y="1633"/>
                  </a:lnTo>
                  <a:cubicBezTo>
                    <a:pt x="654" y="2012"/>
                    <a:pt x="545" y="2447"/>
                    <a:pt x="493" y="2882"/>
                  </a:cubicBezTo>
                  <a:lnTo>
                    <a:pt x="493" y="2991"/>
                  </a:lnTo>
                  <a:lnTo>
                    <a:pt x="493" y="3157"/>
                  </a:lnTo>
                  <a:lnTo>
                    <a:pt x="493" y="3318"/>
                  </a:lnTo>
                  <a:lnTo>
                    <a:pt x="545" y="3483"/>
                  </a:lnTo>
                  <a:lnTo>
                    <a:pt x="545" y="3318"/>
                  </a:lnTo>
                  <a:lnTo>
                    <a:pt x="545" y="3157"/>
                  </a:lnTo>
                  <a:lnTo>
                    <a:pt x="545" y="2991"/>
                  </a:lnTo>
                  <a:lnTo>
                    <a:pt x="545" y="2882"/>
                  </a:lnTo>
                  <a:cubicBezTo>
                    <a:pt x="545" y="2447"/>
                    <a:pt x="710" y="2012"/>
                    <a:pt x="928" y="1633"/>
                  </a:cubicBezTo>
                  <a:cubicBezTo>
                    <a:pt x="928" y="1633"/>
                    <a:pt x="980" y="1576"/>
                    <a:pt x="980" y="1524"/>
                  </a:cubicBezTo>
                  <a:close/>
                  <a:moveTo>
                    <a:pt x="545" y="3483"/>
                  </a:moveTo>
                  <a:cubicBezTo>
                    <a:pt x="545" y="3701"/>
                    <a:pt x="601" y="3918"/>
                    <a:pt x="654" y="4136"/>
                  </a:cubicBezTo>
                  <a:cubicBezTo>
                    <a:pt x="762" y="4515"/>
                    <a:pt x="928" y="4950"/>
                    <a:pt x="1089" y="5333"/>
                  </a:cubicBezTo>
                  <a:cubicBezTo>
                    <a:pt x="928" y="4950"/>
                    <a:pt x="819" y="4515"/>
                    <a:pt x="710" y="4136"/>
                  </a:cubicBezTo>
                  <a:lnTo>
                    <a:pt x="545" y="3483"/>
                  </a:lnTo>
                  <a:close/>
                  <a:moveTo>
                    <a:pt x="1089" y="5333"/>
                  </a:moveTo>
                  <a:cubicBezTo>
                    <a:pt x="1254" y="5712"/>
                    <a:pt x="1415" y="6147"/>
                    <a:pt x="1633" y="6530"/>
                  </a:cubicBezTo>
                  <a:cubicBezTo>
                    <a:pt x="2016" y="7292"/>
                    <a:pt x="2451" y="7997"/>
                    <a:pt x="2887" y="8706"/>
                  </a:cubicBezTo>
                  <a:cubicBezTo>
                    <a:pt x="2451" y="7997"/>
                    <a:pt x="2016" y="7235"/>
                    <a:pt x="1633" y="6473"/>
                  </a:cubicBezTo>
                  <a:cubicBezTo>
                    <a:pt x="1472" y="6095"/>
                    <a:pt x="1254" y="5712"/>
                    <a:pt x="1089" y="5333"/>
                  </a:cubicBezTo>
                  <a:close/>
                  <a:moveTo>
                    <a:pt x="2887" y="8706"/>
                  </a:moveTo>
                  <a:cubicBezTo>
                    <a:pt x="3374" y="9468"/>
                    <a:pt x="3866" y="10121"/>
                    <a:pt x="4410" y="10826"/>
                  </a:cubicBezTo>
                  <a:cubicBezTo>
                    <a:pt x="3866" y="10121"/>
                    <a:pt x="3374" y="9412"/>
                    <a:pt x="2887" y="8706"/>
                  </a:cubicBezTo>
                  <a:close/>
                  <a:moveTo>
                    <a:pt x="57" y="2830"/>
                  </a:moveTo>
                  <a:lnTo>
                    <a:pt x="57" y="2830"/>
                  </a:lnTo>
                  <a:cubicBezTo>
                    <a:pt x="1" y="3265"/>
                    <a:pt x="57" y="3701"/>
                    <a:pt x="166" y="4136"/>
                  </a:cubicBezTo>
                  <a:cubicBezTo>
                    <a:pt x="384" y="4950"/>
                    <a:pt x="710" y="5768"/>
                    <a:pt x="1089" y="6530"/>
                  </a:cubicBezTo>
                  <a:cubicBezTo>
                    <a:pt x="1472" y="7292"/>
                    <a:pt x="1907" y="8054"/>
                    <a:pt x="2343" y="8759"/>
                  </a:cubicBezTo>
                  <a:lnTo>
                    <a:pt x="3810" y="10883"/>
                  </a:lnTo>
                  <a:cubicBezTo>
                    <a:pt x="4354" y="11536"/>
                    <a:pt x="4898" y="12189"/>
                    <a:pt x="5498" y="12842"/>
                  </a:cubicBezTo>
                  <a:cubicBezTo>
                    <a:pt x="6095" y="13438"/>
                    <a:pt x="6695" y="14039"/>
                    <a:pt x="7348" y="14583"/>
                  </a:cubicBezTo>
                  <a:cubicBezTo>
                    <a:pt x="7509" y="14692"/>
                    <a:pt x="7675" y="14853"/>
                    <a:pt x="7836" y="14962"/>
                  </a:cubicBezTo>
                  <a:lnTo>
                    <a:pt x="8110" y="15179"/>
                  </a:lnTo>
                  <a:lnTo>
                    <a:pt x="8380" y="15345"/>
                  </a:lnTo>
                  <a:cubicBezTo>
                    <a:pt x="8545" y="15454"/>
                    <a:pt x="8763" y="15615"/>
                    <a:pt x="8924" y="15723"/>
                  </a:cubicBezTo>
                  <a:cubicBezTo>
                    <a:pt x="9033" y="15780"/>
                    <a:pt x="9090" y="15832"/>
                    <a:pt x="9198" y="15889"/>
                  </a:cubicBezTo>
                  <a:lnTo>
                    <a:pt x="9307" y="15941"/>
                  </a:lnTo>
                  <a:lnTo>
                    <a:pt x="9359" y="15998"/>
                  </a:lnTo>
                  <a:lnTo>
                    <a:pt x="9525" y="15998"/>
                  </a:lnTo>
                  <a:lnTo>
                    <a:pt x="9525" y="15941"/>
                  </a:lnTo>
                  <a:lnTo>
                    <a:pt x="9416" y="15941"/>
                  </a:lnTo>
                  <a:lnTo>
                    <a:pt x="9416" y="15889"/>
                  </a:lnTo>
                  <a:lnTo>
                    <a:pt x="9359" y="15889"/>
                  </a:lnTo>
                  <a:lnTo>
                    <a:pt x="9251" y="15832"/>
                  </a:lnTo>
                  <a:cubicBezTo>
                    <a:pt x="9142" y="15780"/>
                    <a:pt x="9033" y="15723"/>
                    <a:pt x="8981" y="15671"/>
                  </a:cubicBezTo>
                  <a:cubicBezTo>
                    <a:pt x="8763" y="15506"/>
                    <a:pt x="8598" y="15397"/>
                    <a:pt x="8437" y="15288"/>
                  </a:cubicBezTo>
                  <a:lnTo>
                    <a:pt x="8162" y="15127"/>
                  </a:lnTo>
                  <a:lnTo>
                    <a:pt x="7893" y="14909"/>
                  </a:lnTo>
                  <a:cubicBezTo>
                    <a:pt x="7727" y="14801"/>
                    <a:pt x="7566" y="14635"/>
                    <a:pt x="7401" y="14526"/>
                  </a:cubicBezTo>
                  <a:cubicBezTo>
                    <a:pt x="6748" y="13982"/>
                    <a:pt x="6095" y="13386"/>
                    <a:pt x="5551" y="12785"/>
                  </a:cubicBezTo>
                  <a:cubicBezTo>
                    <a:pt x="4954" y="12132"/>
                    <a:pt x="4410" y="11479"/>
                    <a:pt x="3866" y="10826"/>
                  </a:cubicBezTo>
                  <a:cubicBezTo>
                    <a:pt x="3374" y="10173"/>
                    <a:pt x="2887" y="9468"/>
                    <a:pt x="2395" y="8706"/>
                  </a:cubicBezTo>
                  <a:cubicBezTo>
                    <a:pt x="1960" y="7997"/>
                    <a:pt x="1524" y="7292"/>
                    <a:pt x="1146" y="6473"/>
                  </a:cubicBezTo>
                  <a:cubicBezTo>
                    <a:pt x="762" y="5712"/>
                    <a:pt x="436" y="4950"/>
                    <a:pt x="218" y="4136"/>
                  </a:cubicBezTo>
                  <a:cubicBezTo>
                    <a:pt x="110" y="3701"/>
                    <a:pt x="57" y="3265"/>
                    <a:pt x="57" y="2830"/>
                  </a:cubicBezTo>
                  <a:close/>
                </a:path>
              </a:pathLst>
            </a:custGeom>
            <a:solidFill>
              <a:srgbClr val="BAC4C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3" name="Google Shape;2643;p57"/>
            <p:cNvSpPr/>
            <p:nvPr/>
          </p:nvSpPr>
          <p:spPr>
            <a:xfrm>
              <a:off x="2524400" y="4120700"/>
              <a:ext cx="35400" cy="28650"/>
            </a:xfrm>
            <a:custGeom>
              <a:rect b="b" l="l" r="r" t="t"/>
              <a:pathLst>
                <a:path extrusionOk="0" h="1146" w="1416">
                  <a:moveTo>
                    <a:pt x="962" y="0"/>
                  </a:moveTo>
                  <a:cubicBezTo>
                    <a:pt x="913" y="0"/>
                    <a:pt x="864" y="14"/>
                    <a:pt x="819" y="44"/>
                  </a:cubicBezTo>
                  <a:lnTo>
                    <a:pt x="275" y="205"/>
                  </a:lnTo>
                  <a:cubicBezTo>
                    <a:pt x="57" y="314"/>
                    <a:pt x="0" y="480"/>
                    <a:pt x="57" y="697"/>
                  </a:cubicBezTo>
                  <a:lnTo>
                    <a:pt x="109" y="915"/>
                  </a:lnTo>
                  <a:cubicBezTo>
                    <a:pt x="199" y="1048"/>
                    <a:pt x="328" y="1146"/>
                    <a:pt x="493" y="1146"/>
                  </a:cubicBezTo>
                  <a:cubicBezTo>
                    <a:pt x="528" y="1146"/>
                    <a:pt x="564" y="1142"/>
                    <a:pt x="601" y="1133"/>
                  </a:cubicBezTo>
                  <a:lnTo>
                    <a:pt x="1145" y="915"/>
                  </a:lnTo>
                  <a:cubicBezTo>
                    <a:pt x="1306" y="858"/>
                    <a:pt x="1415" y="641"/>
                    <a:pt x="1363" y="480"/>
                  </a:cubicBezTo>
                  <a:lnTo>
                    <a:pt x="1254" y="205"/>
                  </a:lnTo>
                  <a:cubicBezTo>
                    <a:pt x="1213" y="89"/>
                    <a:pt x="1089" y="0"/>
                    <a:pt x="962"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4" name="Google Shape;2644;p57"/>
            <p:cNvSpPr/>
            <p:nvPr/>
          </p:nvSpPr>
          <p:spPr>
            <a:xfrm>
              <a:off x="2524400" y="4125825"/>
              <a:ext cx="35400" cy="23525"/>
            </a:xfrm>
            <a:custGeom>
              <a:rect b="b" l="l" r="r" t="t"/>
              <a:pathLst>
                <a:path extrusionOk="0" h="941" w="1416">
                  <a:moveTo>
                    <a:pt x="275" y="0"/>
                  </a:moveTo>
                  <a:cubicBezTo>
                    <a:pt x="57" y="109"/>
                    <a:pt x="0" y="275"/>
                    <a:pt x="57" y="492"/>
                  </a:cubicBezTo>
                  <a:lnTo>
                    <a:pt x="109" y="710"/>
                  </a:lnTo>
                  <a:cubicBezTo>
                    <a:pt x="199" y="843"/>
                    <a:pt x="328" y="941"/>
                    <a:pt x="493" y="941"/>
                  </a:cubicBezTo>
                  <a:cubicBezTo>
                    <a:pt x="528" y="941"/>
                    <a:pt x="564" y="937"/>
                    <a:pt x="601" y="928"/>
                  </a:cubicBezTo>
                  <a:lnTo>
                    <a:pt x="1145" y="710"/>
                  </a:lnTo>
                  <a:cubicBezTo>
                    <a:pt x="1306" y="653"/>
                    <a:pt x="1415" y="436"/>
                    <a:pt x="1363" y="275"/>
                  </a:cubicBezTo>
                  <a:lnTo>
                    <a:pt x="1363" y="275"/>
                  </a:lnTo>
                  <a:cubicBezTo>
                    <a:pt x="1036" y="383"/>
                    <a:pt x="544" y="601"/>
                    <a:pt x="436" y="601"/>
                  </a:cubicBezTo>
                  <a:cubicBezTo>
                    <a:pt x="428" y="604"/>
                    <a:pt x="419" y="605"/>
                    <a:pt x="411" y="605"/>
                  </a:cubicBezTo>
                  <a:cubicBezTo>
                    <a:pt x="254" y="605"/>
                    <a:pt x="68" y="157"/>
                    <a:pt x="275" y="0"/>
                  </a:cubicBezTo>
                  <a:close/>
                </a:path>
              </a:pathLst>
            </a:custGeom>
            <a:solidFill>
              <a:srgbClr val="385A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5" name="Google Shape;2645;p57"/>
            <p:cNvSpPr/>
            <p:nvPr/>
          </p:nvSpPr>
          <p:spPr>
            <a:xfrm>
              <a:off x="2540725" y="4102675"/>
              <a:ext cx="66325" cy="48350"/>
            </a:xfrm>
            <a:custGeom>
              <a:rect b="b" l="l" r="r" t="t"/>
              <a:pathLst>
                <a:path extrusionOk="0" h="1934" w="2653">
                  <a:moveTo>
                    <a:pt x="1805" y="1"/>
                  </a:moveTo>
                  <a:cubicBezTo>
                    <a:pt x="1784" y="1"/>
                    <a:pt x="1763" y="2"/>
                    <a:pt x="1741" y="4"/>
                  </a:cubicBezTo>
                  <a:lnTo>
                    <a:pt x="762" y="4"/>
                  </a:lnTo>
                  <a:cubicBezTo>
                    <a:pt x="327" y="56"/>
                    <a:pt x="0" y="491"/>
                    <a:pt x="166" y="926"/>
                  </a:cubicBezTo>
                  <a:lnTo>
                    <a:pt x="383" y="1527"/>
                  </a:lnTo>
                  <a:cubicBezTo>
                    <a:pt x="455" y="1776"/>
                    <a:pt x="715" y="1933"/>
                    <a:pt x="992" y="1933"/>
                  </a:cubicBezTo>
                  <a:cubicBezTo>
                    <a:pt x="1137" y="1933"/>
                    <a:pt x="1285" y="1891"/>
                    <a:pt x="1415" y="1797"/>
                  </a:cubicBezTo>
                  <a:lnTo>
                    <a:pt x="2177" y="1201"/>
                  </a:lnTo>
                  <a:cubicBezTo>
                    <a:pt x="2652" y="780"/>
                    <a:pt x="2412" y="1"/>
                    <a:pt x="1805" y="1"/>
                  </a:cubicBezTo>
                  <a:close/>
                </a:path>
              </a:pathLst>
            </a:custGeom>
            <a:solidFill>
              <a:srgbClr val="BAC4C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6" name="Google Shape;2646;p57"/>
            <p:cNvSpPr/>
            <p:nvPr/>
          </p:nvSpPr>
          <p:spPr>
            <a:xfrm>
              <a:off x="2540725" y="4102750"/>
              <a:ext cx="61275" cy="48275"/>
            </a:xfrm>
            <a:custGeom>
              <a:rect b="b" l="l" r="r" t="t"/>
              <a:pathLst>
                <a:path extrusionOk="0" h="1931" w="2451">
                  <a:moveTo>
                    <a:pt x="762" y="1"/>
                  </a:moveTo>
                  <a:cubicBezTo>
                    <a:pt x="327" y="53"/>
                    <a:pt x="0" y="488"/>
                    <a:pt x="166" y="923"/>
                  </a:cubicBezTo>
                  <a:lnTo>
                    <a:pt x="383" y="1524"/>
                  </a:lnTo>
                  <a:cubicBezTo>
                    <a:pt x="455" y="1773"/>
                    <a:pt x="715" y="1930"/>
                    <a:pt x="992" y="1930"/>
                  </a:cubicBezTo>
                  <a:cubicBezTo>
                    <a:pt x="1137" y="1930"/>
                    <a:pt x="1285" y="1888"/>
                    <a:pt x="1415" y="1794"/>
                  </a:cubicBezTo>
                  <a:lnTo>
                    <a:pt x="2177" y="1198"/>
                  </a:lnTo>
                  <a:cubicBezTo>
                    <a:pt x="2451" y="980"/>
                    <a:pt x="2451" y="654"/>
                    <a:pt x="2394" y="436"/>
                  </a:cubicBezTo>
                  <a:lnTo>
                    <a:pt x="2394" y="436"/>
                  </a:lnTo>
                  <a:cubicBezTo>
                    <a:pt x="2451" y="762"/>
                    <a:pt x="2177" y="1032"/>
                    <a:pt x="1633" y="1306"/>
                  </a:cubicBezTo>
                  <a:cubicBezTo>
                    <a:pt x="1431" y="1418"/>
                    <a:pt x="1257" y="1483"/>
                    <a:pt x="1111" y="1483"/>
                  </a:cubicBezTo>
                  <a:cubicBezTo>
                    <a:pt x="903" y="1483"/>
                    <a:pt x="750" y="1351"/>
                    <a:pt x="653" y="1032"/>
                  </a:cubicBezTo>
                  <a:cubicBezTo>
                    <a:pt x="492" y="545"/>
                    <a:pt x="327" y="162"/>
                    <a:pt x="762" y="1"/>
                  </a:cubicBezTo>
                  <a:close/>
                </a:path>
              </a:pathLst>
            </a:custGeom>
            <a:solidFill>
              <a:srgbClr val="8797A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7" name="Google Shape;2647;p57"/>
            <p:cNvSpPr/>
            <p:nvPr/>
          </p:nvSpPr>
          <p:spPr>
            <a:xfrm>
              <a:off x="2865875" y="4029275"/>
              <a:ext cx="142800" cy="433925"/>
            </a:xfrm>
            <a:custGeom>
              <a:rect b="b" l="l" r="r" t="t"/>
              <a:pathLst>
                <a:path extrusionOk="0" h="17357" w="5712">
                  <a:moveTo>
                    <a:pt x="1109" y="1"/>
                  </a:moveTo>
                  <a:cubicBezTo>
                    <a:pt x="798" y="1"/>
                    <a:pt x="496" y="41"/>
                    <a:pt x="218" y="110"/>
                  </a:cubicBezTo>
                  <a:cubicBezTo>
                    <a:pt x="110" y="162"/>
                    <a:pt x="1" y="271"/>
                    <a:pt x="53" y="380"/>
                  </a:cubicBezTo>
                  <a:cubicBezTo>
                    <a:pt x="100" y="470"/>
                    <a:pt x="181" y="559"/>
                    <a:pt x="269" y="559"/>
                  </a:cubicBezTo>
                  <a:cubicBezTo>
                    <a:pt x="289" y="559"/>
                    <a:pt x="308" y="555"/>
                    <a:pt x="327" y="545"/>
                  </a:cubicBezTo>
                  <a:cubicBezTo>
                    <a:pt x="568" y="488"/>
                    <a:pt x="827" y="454"/>
                    <a:pt x="1094" y="454"/>
                  </a:cubicBezTo>
                  <a:cubicBezTo>
                    <a:pt x="2095" y="454"/>
                    <a:pt x="3196" y="923"/>
                    <a:pt x="3753" y="2339"/>
                  </a:cubicBezTo>
                  <a:cubicBezTo>
                    <a:pt x="4950" y="5334"/>
                    <a:pt x="5277" y="12516"/>
                    <a:pt x="3100" y="17030"/>
                  </a:cubicBezTo>
                  <a:cubicBezTo>
                    <a:pt x="3048" y="17139"/>
                    <a:pt x="3100" y="17304"/>
                    <a:pt x="3209" y="17356"/>
                  </a:cubicBezTo>
                  <a:lnTo>
                    <a:pt x="3318" y="17356"/>
                  </a:lnTo>
                  <a:cubicBezTo>
                    <a:pt x="3374" y="17356"/>
                    <a:pt x="3483" y="17304"/>
                    <a:pt x="3535" y="17248"/>
                  </a:cubicBezTo>
                  <a:cubicBezTo>
                    <a:pt x="5712" y="12568"/>
                    <a:pt x="5385" y="5225"/>
                    <a:pt x="4188" y="2178"/>
                  </a:cubicBezTo>
                  <a:cubicBezTo>
                    <a:pt x="3547" y="549"/>
                    <a:pt x="2263" y="1"/>
                    <a:pt x="110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8" name="Google Shape;2648;p57"/>
            <p:cNvSpPr/>
            <p:nvPr/>
          </p:nvSpPr>
          <p:spPr>
            <a:xfrm>
              <a:off x="2865875" y="4028750"/>
              <a:ext cx="127900" cy="435875"/>
            </a:xfrm>
            <a:custGeom>
              <a:rect b="b" l="l" r="r" t="t"/>
              <a:pathLst>
                <a:path extrusionOk="0" h="17435" w="5116">
                  <a:moveTo>
                    <a:pt x="218" y="131"/>
                  </a:moveTo>
                  <a:cubicBezTo>
                    <a:pt x="162" y="131"/>
                    <a:pt x="162" y="131"/>
                    <a:pt x="110" y="183"/>
                  </a:cubicBezTo>
                  <a:cubicBezTo>
                    <a:pt x="53" y="183"/>
                    <a:pt x="53" y="240"/>
                    <a:pt x="53" y="292"/>
                  </a:cubicBezTo>
                  <a:lnTo>
                    <a:pt x="162" y="183"/>
                  </a:lnTo>
                  <a:lnTo>
                    <a:pt x="218" y="183"/>
                  </a:lnTo>
                  <a:cubicBezTo>
                    <a:pt x="218" y="131"/>
                    <a:pt x="271" y="131"/>
                    <a:pt x="271" y="131"/>
                  </a:cubicBezTo>
                  <a:close/>
                  <a:moveTo>
                    <a:pt x="1225" y="0"/>
                  </a:moveTo>
                  <a:cubicBezTo>
                    <a:pt x="907" y="0"/>
                    <a:pt x="589" y="52"/>
                    <a:pt x="271" y="131"/>
                  </a:cubicBezTo>
                  <a:cubicBezTo>
                    <a:pt x="528" y="67"/>
                    <a:pt x="785" y="41"/>
                    <a:pt x="1031" y="41"/>
                  </a:cubicBezTo>
                  <a:cubicBezTo>
                    <a:pt x="1202" y="41"/>
                    <a:pt x="1368" y="53"/>
                    <a:pt x="1524" y="75"/>
                  </a:cubicBezTo>
                  <a:cubicBezTo>
                    <a:pt x="1960" y="131"/>
                    <a:pt x="2395" y="240"/>
                    <a:pt x="2774" y="458"/>
                  </a:cubicBezTo>
                  <a:cubicBezTo>
                    <a:pt x="2395" y="183"/>
                    <a:pt x="1960" y="75"/>
                    <a:pt x="1577" y="22"/>
                  </a:cubicBezTo>
                  <a:cubicBezTo>
                    <a:pt x="1459" y="7"/>
                    <a:pt x="1342" y="0"/>
                    <a:pt x="1225" y="0"/>
                  </a:cubicBezTo>
                  <a:close/>
                  <a:moveTo>
                    <a:pt x="53" y="292"/>
                  </a:moveTo>
                  <a:cubicBezTo>
                    <a:pt x="1" y="401"/>
                    <a:pt x="110" y="566"/>
                    <a:pt x="218" y="566"/>
                  </a:cubicBezTo>
                  <a:cubicBezTo>
                    <a:pt x="110" y="510"/>
                    <a:pt x="53" y="401"/>
                    <a:pt x="53" y="292"/>
                  </a:cubicBezTo>
                  <a:close/>
                  <a:moveTo>
                    <a:pt x="488" y="510"/>
                  </a:moveTo>
                  <a:lnTo>
                    <a:pt x="379" y="566"/>
                  </a:lnTo>
                  <a:lnTo>
                    <a:pt x="545" y="566"/>
                  </a:lnTo>
                  <a:cubicBezTo>
                    <a:pt x="597" y="566"/>
                    <a:pt x="654" y="510"/>
                    <a:pt x="654" y="510"/>
                  </a:cubicBezTo>
                  <a:close/>
                  <a:moveTo>
                    <a:pt x="218" y="566"/>
                  </a:moveTo>
                  <a:cubicBezTo>
                    <a:pt x="245" y="593"/>
                    <a:pt x="272" y="606"/>
                    <a:pt x="299" y="606"/>
                  </a:cubicBezTo>
                  <a:cubicBezTo>
                    <a:pt x="326" y="606"/>
                    <a:pt x="353" y="593"/>
                    <a:pt x="379" y="566"/>
                  </a:cubicBezTo>
                  <a:close/>
                  <a:moveTo>
                    <a:pt x="2774" y="458"/>
                  </a:moveTo>
                  <a:cubicBezTo>
                    <a:pt x="3100" y="675"/>
                    <a:pt x="3427" y="945"/>
                    <a:pt x="3701" y="1328"/>
                  </a:cubicBezTo>
                  <a:lnTo>
                    <a:pt x="3753" y="1437"/>
                  </a:lnTo>
                  <a:lnTo>
                    <a:pt x="3810" y="1489"/>
                  </a:lnTo>
                  <a:lnTo>
                    <a:pt x="3862" y="1598"/>
                  </a:lnTo>
                  <a:cubicBezTo>
                    <a:pt x="3918" y="1655"/>
                    <a:pt x="3971" y="1764"/>
                    <a:pt x="4027" y="1872"/>
                  </a:cubicBezTo>
                  <a:lnTo>
                    <a:pt x="3862" y="1546"/>
                  </a:lnTo>
                  <a:lnTo>
                    <a:pt x="3862" y="1489"/>
                  </a:lnTo>
                  <a:lnTo>
                    <a:pt x="3810" y="1437"/>
                  </a:lnTo>
                  <a:lnTo>
                    <a:pt x="3701" y="1272"/>
                  </a:lnTo>
                  <a:cubicBezTo>
                    <a:pt x="3427" y="945"/>
                    <a:pt x="3157" y="675"/>
                    <a:pt x="2774" y="458"/>
                  </a:cubicBezTo>
                  <a:close/>
                  <a:moveTo>
                    <a:pt x="4027" y="1872"/>
                  </a:moveTo>
                  <a:lnTo>
                    <a:pt x="4136" y="2142"/>
                  </a:lnTo>
                  <a:cubicBezTo>
                    <a:pt x="4188" y="2199"/>
                    <a:pt x="4188" y="2251"/>
                    <a:pt x="4188" y="2308"/>
                  </a:cubicBezTo>
                  <a:lnTo>
                    <a:pt x="4245" y="2469"/>
                  </a:lnTo>
                  <a:cubicBezTo>
                    <a:pt x="4406" y="2852"/>
                    <a:pt x="4515" y="3287"/>
                    <a:pt x="4624" y="3666"/>
                  </a:cubicBezTo>
                  <a:cubicBezTo>
                    <a:pt x="4571" y="3230"/>
                    <a:pt x="4406" y="2852"/>
                    <a:pt x="4297" y="2416"/>
                  </a:cubicBezTo>
                  <a:lnTo>
                    <a:pt x="4245" y="2308"/>
                  </a:lnTo>
                  <a:cubicBezTo>
                    <a:pt x="4188" y="2251"/>
                    <a:pt x="4188" y="2199"/>
                    <a:pt x="4188" y="2142"/>
                  </a:cubicBezTo>
                  <a:lnTo>
                    <a:pt x="4027" y="1872"/>
                  </a:lnTo>
                  <a:close/>
                  <a:moveTo>
                    <a:pt x="815" y="458"/>
                  </a:moveTo>
                  <a:cubicBezTo>
                    <a:pt x="763" y="458"/>
                    <a:pt x="706" y="458"/>
                    <a:pt x="654" y="510"/>
                  </a:cubicBezTo>
                  <a:lnTo>
                    <a:pt x="1468" y="510"/>
                  </a:lnTo>
                  <a:cubicBezTo>
                    <a:pt x="1685" y="566"/>
                    <a:pt x="1903" y="566"/>
                    <a:pt x="2068" y="675"/>
                  </a:cubicBezTo>
                  <a:cubicBezTo>
                    <a:pt x="2177" y="675"/>
                    <a:pt x="2286" y="728"/>
                    <a:pt x="2395" y="784"/>
                  </a:cubicBezTo>
                  <a:cubicBezTo>
                    <a:pt x="2447" y="784"/>
                    <a:pt x="2447" y="836"/>
                    <a:pt x="2504" y="893"/>
                  </a:cubicBezTo>
                  <a:lnTo>
                    <a:pt x="2665" y="945"/>
                  </a:lnTo>
                  <a:lnTo>
                    <a:pt x="2774" y="1054"/>
                  </a:lnTo>
                  <a:cubicBezTo>
                    <a:pt x="2830" y="1054"/>
                    <a:pt x="2882" y="1111"/>
                    <a:pt x="2882" y="1163"/>
                  </a:cubicBezTo>
                  <a:lnTo>
                    <a:pt x="3048" y="1272"/>
                  </a:lnTo>
                  <a:lnTo>
                    <a:pt x="3100" y="1328"/>
                  </a:lnTo>
                  <a:lnTo>
                    <a:pt x="3157" y="1380"/>
                  </a:lnTo>
                  <a:cubicBezTo>
                    <a:pt x="3427" y="1707"/>
                    <a:pt x="3644" y="2090"/>
                    <a:pt x="3753" y="2469"/>
                  </a:cubicBezTo>
                  <a:cubicBezTo>
                    <a:pt x="4079" y="3230"/>
                    <a:pt x="4245" y="4101"/>
                    <a:pt x="4406" y="4919"/>
                  </a:cubicBezTo>
                  <a:cubicBezTo>
                    <a:pt x="4297" y="4101"/>
                    <a:pt x="4136" y="3230"/>
                    <a:pt x="3810" y="2469"/>
                  </a:cubicBezTo>
                  <a:cubicBezTo>
                    <a:pt x="3644" y="2033"/>
                    <a:pt x="3427" y="1655"/>
                    <a:pt x="3157" y="1328"/>
                  </a:cubicBezTo>
                  <a:lnTo>
                    <a:pt x="3100" y="1272"/>
                  </a:lnTo>
                  <a:lnTo>
                    <a:pt x="3048" y="1219"/>
                  </a:lnTo>
                  <a:lnTo>
                    <a:pt x="2939" y="1111"/>
                  </a:lnTo>
                  <a:cubicBezTo>
                    <a:pt x="2882" y="1054"/>
                    <a:pt x="2830" y="1054"/>
                    <a:pt x="2830" y="1002"/>
                  </a:cubicBezTo>
                  <a:lnTo>
                    <a:pt x="2665" y="893"/>
                  </a:lnTo>
                  <a:lnTo>
                    <a:pt x="2556" y="836"/>
                  </a:lnTo>
                  <a:cubicBezTo>
                    <a:pt x="2504" y="784"/>
                    <a:pt x="2447" y="784"/>
                    <a:pt x="2395" y="728"/>
                  </a:cubicBezTo>
                  <a:cubicBezTo>
                    <a:pt x="2286" y="728"/>
                    <a:pt x="2229" y="675"/>
                    <a:pt x="2121" y="619"/>
                  </a:cubicBezTo>
                  <a:lnTo>
                    <a:pt x="1468" y="458"/>
                  </a:lnTo>
                  <a:close/>
                  <a:moveTo>
                    <a:pt x="4624" y="3666"/>
                  </a:moveTo>
                  <a:cubicBezTo>
                    <a:pt x="4732" y="4102"/>
                    <a:pt x="4789" y="4537"/>
                    <a:pt x="4841" y="4919"/>
                  </a:cubicBezTo>
                  <a:cubicBezTo>
                    <a:pt x="5007" y="5790"/>
                    <a:pt x="5059" y="6661"/>
                    <a:pt x="5115" y="7475"/>
                  </a:cubicBezTo>
                  <a:cubicBezTo>
                    <a:pt x="5059" y="6604"/>
                    <a:pt x="5007" y="5790"/>
                    <a:pt x="4898" y="4919"/>
                  </a:cubicBezTo>
                  <a:cubicBezTo>
                    <a:pt x="4789" y="4484"/>
                    <a:pt x="4732" y="4101"/>
                    <a:pt x="4624" y="3666"/>
                  </a:cubicBezTo>
                  <a:close/>
                  <a:moveTo>
                    <a:pt x="4406" y="4919"/>
                  </a:moveTo>
                  <a:lnTo>
                    <a:pt x="4406" y="4919"/>
                  </a:lnTo>
                  <a:cubicBezTo>
                    <a:pt x="4463" y="5355"/>
                    <a:pt x="4515" y="5790"/>
                    <a:pt x="4515" y="6225"/>
                  </a:cubicBezTo>
                  <a:cubicBezTo>
                    <a:pt x="4571" y="6661"/>
                    <a:pt x="4624" y="7039"/>
                    <a:pt x="4624" y="7475"/>
                  </a:cubicBezTo>
                  <a:cubicBezTo>
                    <a:pt x="4680" y="9216"/>
                    <a:pt x="4624" y="10905"/>
                    <a:pt x="4354" y="12589"/>
                  </a:cubicBezTo>
                  <a:cubicBezTo>
                    <a:pt x="4245" y="13460"/>
                    <a:pt x="4027" y="14278"/>
                    <a:pt x="3810" y="15092"/>
                  </a:cubicBezTo>
                  <a:lnTo>
                    <a:pt x="3753" y="15258"/>
                  </a:lnTo>
                  <a:lnTo>
                    <a:pt x="3701" y="15419"/>
                  </a:lnTo>
                  <a:lnTo>
                    <a:pt x="3592" y="15693"/>
                  </a:lnTo>
                  <a:lnTo>
                    <a:pt x="3483" y="16019"/>
                  </a:lnTo>
                  <a:cubicBezTo>
                    <a:pt x="3483" y="16128"/>
                    <a:pt x="3427" y="16180"/>
                    <a:pt x="3374" y="16289"/>
                  </a:cubicBezTo>
                  <a:lnTo>
                    <a:pt x="3265" y="16616"/>
                  </a:lnTo>
                  <a:cubicBezTo>
                    <a:pt x="3209" y="16672"/>
                    <a:pt x="3209" y="16781"/>
                    <a:pt x="3157" y="16890"/>
                  </a:cubicBezTo>
                  <a:lnTo>
                    <a:pt x="3100" y="17051"/>
                  </a:lnTo>
                  <a:cubicBezTo>
                    <a:pt x="3048" y="17108"/>
                    <a:pt x="3048" y="17160"/>
                    <a:pt x="3048" y="17216"/>
                  </a:cubicBezTo>
                  <a:cubicBezTo>
                    <a:pt x="3048" y="17325"/>
                    <a:pt x="3157" y="17434"/>
                    <a:pt x="3318" y="17434"/>
                  </a:cubicBezTo>
                  <a:lnTo>
                    <a:pt x="3318" y="17377"/>
                  </a:lnTo>
                  <a:cubicBezTo>
                    <a:pt x="3209" y="17377"/>
                    <a:pt x="3157" y="17269"/>
                    <a:pt x="3100" y="17216"/>
                  </a:cubicBezTo>
                  <a:cubicBezTo>
                    <a:pt x="3100" y="17160"/>
                    <a:pt x="3100" y="17108"/>
                    <a:pt x="3157" y="17051"/>
                  </a:cubicBezTo>
                  <a:lnTo>
                    <a:pt x="3209" y="16942"/>
                  </a:lnTo>
                  <a:cubicBezTo>
                    <a:pt x="3265" y="16833"/>
                    <a:pt x="3318" y="16725"/>
                    <a:pt x="3318" y="16616"/>
                  </a:cubicBezTo>
                  <a:lnTo>
                    <a:pt x="3483" y="16346"/>
                  </a:lnTo>
                  <a:cubicBezTo>
                    <a:pt x="3483" y="16237"/>
                    <a:pt x="3535" y="16128"/>
                    <a:pt x="3592" y="16019"/>
                  </a:cubicBezTo>
                  <a:lnTo>
                    <a:pt x="3701" y="15745"/>
                  </a:lnTo>
                  <a:lnTo>
                    <a:pt x="3753" y="15419"/>
                  </a:lnTo>
                  <a:lnTo>
                    <a:pt x="3810" y="15258"/>
                  </a:lnTo>
                  <a:lnTo>
                    <a:pt x="3862" y="15092"/>
                  </a:lnTo>
                  <a:cubicBezTo>
                    <a:pt x="4136" y="14278"/>
                    <a:pt x="4297" y="13460"/>
                    <a:pt x="4406" y="12589"/>
                  </a:cubicBezTo>
                  <a:cubicBezTo>
                    <a:pt x="4680" y="10905"/>
                    <a:pt x="4732" y="9216"/>
                    <a:pt x="4680" y="7475"/>
                  </a:cubicBezTo>
                  <a:cubicBezTo>
                    <a:pt x="4680" y="7039"/>
                    <a:pt x="4624" y="6604"/>
                    <a:pt x="4571" y="6225"/>
                  </a:cubicBezTo>
                  <a:cubicBezTo>
                    <a:pt x="4571" y="5790"/>
                    <a:pt x="4515" y="5355"/>
                    <a:pt x="4406" y="4919"/>
                  </a:cubicBezTo>
                  <a:close/>
                </a:path>
              </a:pathLst>
            </a:custGeom>
            <a:solidFill>
              <a:srgbClr val="BAC4C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9" name="Google Shape;2649;p57"/>
            <p:cNvSpPr/>
            <p:nvPr/>
          </p:nvSpPr>
          <p:spPr>
            <a:xfrm>
              <a:off x="2844125" y="4027550"/>
              <a:ext cx="33975" cy="26575"/>
            </a:xfrm>
            <a:custGeom>
              <a:rect b="b" l="l" r="r" t="t"/>
              <a:pathLst>
                <a:path extrusionOk="0" h="1063" w="1359">
                  <a:moveTo>
                    <a:pt x="954" y="1"/>
                  </a:moveTo>
                  <a:cubicBezTo>
                    <a:pt x="926" y="1"/>
                    <a:pt x="899" y="5"/>
                    <a:pt x="871" y="14"/>
                  </a:cubicBezTo>
                  <a:lnTo>
                    <a:pt x="270" y="179"/>
                  </a:lnTo>
                  <a:cubicBezTo>
                    <a:pt x="109" y="179"/>
                    <a:pt x="0" y="397"/>
                    <a:pt x="52" y="558"/>
                  </a:cubicBezTo>
                  <a:lnTo>
                    <a:pt x="109" y="832"/>
                  </a:lnTo>
                  <a:cubicBezTo>
                    <a:pt x="152" y="965"/>
                    <a:pt x="273" y="1063"/>
                    <a:pt x="437" y="1063"/>
                  </a:cubicBezTo>
                  <a:cubicBezTo>
                    <a:pt x="471" y="1063"/>
                    <a:pt x="507" y="1059"/>
                    <a:pt x="544" y="1050"/>
                  </a:cubicBezTo>
                  <a:lnTo>
                    <a:pt x="1088" y="884"/>
                  </a:lnTo>
                  <a:cubicBezTo>
                    <a:pt x="1249" y="832"/>
                    <a:pt x="1358" y="667"/>
                    <a:pt x="1358" y="506"/>
                  </a:cubicBezTo>
                  <a:lnTo>
                    <a:pt x="1249" y="231"/>
                  </a:lnTo>
                  <a:cubicBezTo>
                    <a:pt x="1206" y="98"/>
                    <a:pt x="1085" y="1"/>
                    <a:pt x="95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0" name="Google Shape;2650;p57"/>
            <p:cNvSpPr/>
            <p:nvPr/>
          </p:nvSpPr>
          <p:spPr>
            <a:xfrm>
              <a:off x="2846850" y="4027550"/>
              <a:ext cx="31250" cy="26750"/>
            </a:xfrm>
            <a:custGeom>
              <a:rect b="b" l="l" r="r" t="t"/>
              <a:pathLst>
                <a:path extrusionOk="0" h="1070" w="1250">
                  <a:moveTo>
                    <a:pt x="845" y="1"/>
                  </a:moveTo>
                  <a:cubicBezTo>
                    <a:pt x="817" y="1"/>
                    <a:pt x="790" y="5"/>
                    <a:pt x="762" y="14"/>
                  </a:cubicBezTo>
                  <a:lnTo>
                    <a:pt x="653" y="14"/>
                  </a:lnTo>
                  <a:cubicBezTo>
                    <a:pt x="871" y="14"/>
                    <a:pt x="923" y="231"/>
                    <a:pt x="979" y="449"/>
                  </a:cubicBezTo>
                  <a:cubicBezTo>
                    <a:pt x="1032" y="614"/>
                    <a:pt x="814" y="723"/>
                    <a:pt x="109" y="832"/>
                  </a:cubicBezTo>
                  <a:cubicBezTo>
                    <a:pt x="52" y="832"/>
                    <a:pt x="52" y="884"/>
                    <a:pt x="0" y="884"/>
                  </a:cubicBezTo>
                  <a:cubicBezTo>
                    <a:pt x="39" y="1009"/>
                    <a:pt x="143" y="1069"/>
                    <a:pt x="284" y="1069"/>
                  </a:cubicBezTo>
                  <a:cubicBezTo>
                    <a:pt x="331" y="1069"/>
                    <a:pt x="381" y="1063"/>
                    <a:pt x="435" y="1050"/>
                  </a:cubicBezTo>
                  <a:lnTo>
                    <a:pt x="979" y="884"/>
                  </a:lnTo>
                  <a:cubicBezTo>
                    <a:pt x="1140" y="832"/>
                    <a:pt x="1249" y="667"/>
                    <a:pt x="1249" y="506"/>
                  </a:cubicBezTo>
                  <a:lnTo>
                    <a:pt x="1140" y="231"/>
                  </a:lnTo>
                  <a:cubicBezTo>
                    <a:pt x="1097" y="98"/>
                    <a:pt x="976" y="1"/>
                    <a:pt x="845" y="1"/>
                  </a:cubicBezTo>
                  <a:close/>
                </a:path>
              </a:pathLst>
            </a:custGeom>
            <a:solidFill>
              <a:srgbClr val="385A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1" name="Google Shape;2651;p57"/>
            <p:cNvSpPr/>
            <p:nvPr/>
          </p:nvSpPr>
          <p:spPr>
            <a:xfrm>
              <a:off x="2795150" y="4022200"/>
              <a:ext cx="65325" cy="49225"/>
            </a:xfrm>
            <a:custGeom>
              <a:rect b="b" l="l" r="r" t="t"/>
              <a:pathLst>
                <a:path extrusionOk="0" h="1969" w="2613">
                  <a:moveTo>
                    <a:pt x="1678" y="0"/>
                  </a:moveTo>
                  <a:cubicBezTo>
                    <a:pt x="1550" y="0"/>
                    <a:pt x="1421" y="37"/>
                    <a:pt x="1306" y="119"/>
                  </a:cubicBezTo>
                  <a:lnTo>
                    <a:pt x="488" y="663"/>
                  </a:lnTo>
                  <a:cubicBezTo>
                    <a:pt x="0" y="990"/>
                    <a:pt x="218" y="1860"/>
                    <a:pt x="814" y="1860"/>
                  </a:cubicBezTo>
                  <a:lnTo>
                    <a:pt x="1794" y="1969"/>
                  </a:lnTo>
                  <a:cubicBezTo>
                    <a:pt x="2286" y="1969"/>
                    <a:pt x="2612" y="1534"/>
                    <a:pt x="2503" y="1098"/>
                  </a:cubicBezTo>
                  <a:lnTo>
                    <a:pt x="2338" y="502"/>
                  </a:lnTo>
                  <a:cubicBezTo>
                    <a:pt x="2262" y="198"/>
                    <a:pt x="1974" y="0"/>
                    <a:pt x="1678" y="0"/>
                  </a:cubicBezTo>
                  <a:close/>
                </a:path>
              </a:pathLst>
            </a:custGeom>
            <a:solidFill>
              <a:srgbClr val="BAC4C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2" name="Google Shape;2652;p57"/>
            <p:cNvSpPr/>
            <p:nvPr/>
          </p:nvSpPr>
          <p:spPr>
            <a:xfrm>
              <a:off x="2801900" y="4022200"/>
              <a:ext cx="58575" cy="49225"/>
            </a:xfrm>
            <a:custGeom>
              <a:rect b="b" l="l" r="r" t="t"/>
              <a:pathLst>
                <a:path extrusionOk="0" h="1969" w="2343">
                  <a:moveTo>
                    <a:pt x="1408" y="0"/>
                  </a:moveTo>
                  <a:cubicBezTo>
                    <a:pt x="1280" y="0"/>
                    <a:pt x="1151" y="37"/>
                    <a:pt x="1036" y="119"/>
                  </a:cubicBezTo>
                  <a:lnTo>
                    <a:pt x="601" y="445"/>
                  </a:lnTo>
                  <a:cubicBezTo>
                    <a:pt x="777" y="320"/>
                    <a:pt x="988" y="241"/>
                    <a:pt x="1180" y="241"/>
                  </a:cubicBezTo>
                  <a:cubicBezTo>
                    <a:pt x="1403" y="241"/>
                    <a:pt x="1601" y="347"/>
                    <a:pt x="1689" y="611"/>
                  </a:cubicBezTo>
                  <a:cubicBezTo>
                    <a:pt x="1907" y="1046"/>
                    <a:pt x="1907" y="1425"/>
                    <a:pt x="1524" y="1590"/>
                  </a:cubicBezTo>
                  <a:cubicBezTo>
                    <a:pt x="1323" y="1640"/>
                    <a:pt x="1064" y="1679"/>
                    <a:pt x="807" y="1679"/>
                  </a:cubicBezTo>
                  <a:cubicBezTo>
                    <a:pt x="506" y="1679"/>
                    <a:pt x="207" y="1627"/>
                    <a:pt x="0" y="1481"/>
                  </a:cubicBezTo>
                  <a:lnTo>
                    <a:pt x="0" y="1481"/>
                  </a:lnTo>
                  <a:cubicBezTo>
                    <a:pt x="109" y="1699"/>
                    <a:pt x="275" y="1860"/>
                    <a:pt x="544" y="1860"/>
                  </a:cubicBezTo>
                  <a:lnTo>
                    <a:pt x="1524" y="1969"/>
                  </a:lnTo>
                  <a:cubicBezTo>
                    <a:pt x="2016" y="1969"/>
                    <a:pt x="2342" y="1534"/>
                    <a:pt x="2233" y="1098"/>
                  </a:cubicBezTo>
                  <a:lnTo>
                    <a:pt x="2068" y="502"/>
                  </a:lnTo>
                  <a:cubicBezTo>
                    <a:pt x="1992" y="198"/>
                    <a:pt x="1704" y="0"/>
                    <a:pt x="1408" y="0"/>
                  </a:cubicBezTo>
                  <a:close/>
                </a:path>
              </a:pathLst>
            </a:custGeom>
            <a:solidFill>
              <a:srgbClr val="8797A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3" name="Google Shape;2653;p57"/>
            <p:cNvSpPr/>
            <p:nvPr/>
          </p:nvSpPr>
          <p:spPr>
            <a:xfrm>
              <a:off x="1973525" y="4808650"/>
              <a:ext cx="168700" cy="163450"/>
            </a:xfrm>
            <a:custGeom>
              <a:rect b="b" l="l" r="r" t="t"/>
              <a:pathLst>
                <a:path extrusionOk="0" h="6538" w="6748">
                  <a:moveTo>
                    <a:pt x="3309" y="1"/>
                  </a:moveTo>
                  <a:cubicBezTo>
                    <a:pt x="3276" y="1"/>
                    <a:pt x="3242" y="1"/>
                    <a:pt x="3209" y="2"/>
                  </a:cubicBezTo>
                  <a:cubicBezTo>
                    <a:pt x="1416" y="111"/>
                    <a:pt x="1" y="1691"/>
                    <a:pt x="110" y="3484"/>
                  </a:cubicBezTo>
                  <a:cubicBezTo>
                    <a:pt x="214" y="5215"/>
                    <a:pt x="1630" y="6538"/>
                    <a:pt x="3385" y="6538"/>
                  </a:cubicBezTo>
                  <a:cubicBezTo>
                    <a:pt x="3453" y="6538"/>
                    <a:pt x="3523" y="6536"/>
                    <a:pt x="3592" y="6531"/>
                  </a:cubicBezTo>
                  <a:cubicBezTo>
                    <a:pt x="5385" y="6423"/>
                    <a:pt x="6748" y="4899"/>
                    <a:pt x="6639" y="3106"/>
                  </a:cubicBezTo>
                  <a:cubicBezTo>
                    <a:pt x="6532" y="1341"/>
                    <a:pt x="5063" y="1"/>
                    <a:pt x="3309" y="1"/>
                  </a:cubicBezTo>
                  <a:close/>
                </a:path>
              </a:pathLst>
            </a:custGeom>
            <a:solidFill>
              <a:srgbClr val="394E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4" name="Google Shape;2654;p57"/>
            <p:cNvSpPr/>
            <p:nvPr/>
          </p:nvSpPr>
          <p:spPr>
            <a:xfrm>
              <a:off x="2061900" y="4932525"/>
              <a:ext cx="24500" cy="39425"/>
            </a:xfrm>
            <a:custGeom>
              <a:rect b="b" l="l" r="r" t="t"/>
              <a:pathLst>
                <a:path extrusionOk="0" h="1577" w="980">
                  <a:moveTo>
                    <a:pt x="871" y="1"/>
                  </a:moveTo>
                  <a:lnTo>
                    <a:pt x="0" y="109"/>
                  </a:lnTo>
                  <a:lnTo>
                    <a:pt x="57" y="1576"/>
                  </a:lnTo>
                  <a:cubicBezTo>
                    <a:pt x="384" y="1576"/>
                    <a:pt x="653" y="1524"/>
                    <a:pt x="980" y="1415"/>
                  </a:cubicBezTo>
                  <a:cubicBezTo>
                    <a:pt x="928" y="871"/>
                    <a:pt x="871" y="1"/>
                    <a:pt x="871" y="1"/>
                  </a:cubicBezTo>
                  <a:close/>
                </a:path>
              </a:pathLst>
            </a:custGeom>
            <a:solidFill>
              <a:srgbClr val="243B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5" name="Google Shape;2655;p57"/>
            <p:cNvSpPr/>
            <p:nvPr/>
          </p:nvSpPr>
          <p:spPr>
            <a:xfrm>
              <a:off x="2006175" y="4839800"/>
              <a:ext cx="111575" cy="109125"/>
            </a:xfrm>
            <a:custGeom>
              <a:rect b="b" l="l" r="r" t="t"/>
              <a:pathLst>
                <a:path extrusionOk="0" h="4365" w="4463">
                  <a:moveTo>
                    <a:pt x="2312" y="1"/>
                  </a:moveTo>
                  <a:cubicBezTo>
                    <a:pt x="2249" y="1"/>
                    <a:pt x="2185" y="4"/>
                    <a:pt x="2121" y="10"/>
                  </a:cubicBezTo>
                  <a:cubicBezTo>
                    <a:pt x="924" y="62"/>
                    <a:pt x="1" y="1098"/>
                    <a:pt x="53" y="2295"/>
                  </a:cubicBezTo>
                  <a:cubicBezTo>
                    <a:pt x="108" y="3460"/>
                    <a:pt x="1086" y="4365"/>
                    <a:pt x="2242" y="4365"/>
                  </a:cubicBezTo>
                  <a:cubicBezTo>
                    <a:pt x="2274" y="4365"/>
                    <a:pt x="2306" y="4364"/>
                    <a:pt x="2338" y="4363"/>
                  </a:cubicBezTo>
                  <a:cubicBezTo>
                    <a:pt x="3535" y="4254"/>
                    <a:pt x="4463" y="3274"/>
                    <a:pt x="4406" y="2021"/>
                  </a:cubicBezTo>
                  <a:cubicBezTo>
                    <a:pt x="4356" y="888"/>
                    <a:pt x="3426" y="1"/>
                    <a:pt x="2312" y="1"/>
                  </a:cubicBezTo>
                  <a:close/>
                </a:path>
              </a:pathLst>
            </a:custGeom>
            <a:solidFill>
              <a:srgbClr val="243B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6" name="Google Shape;2656;p57"/>
            <p:cNvSpPr/>
            <p:nvPr/>
          </p:nvSpPr>
          <p:spPr>
            <a:xfrm>
              <a:off x="2044275" y="4424750"/>
              <a:ext cx="931750" cy="908700"/>
            </a:xfrm>
            <a:custGeom>
              <a:rect b="b" l="l" r="r" t="t"/>
              <a:pathLst>
                <a:path extrusionOk="0" h="36348" w="37270">
                  <a:moveTo>
                    <a:pt x="28077" y="20856"/>
                  </a:moveTo>
                  <a:cubicBezTo>
                    <a:pt x="28346" y="20856"/>
                    <a:pt x="28621" y="20908"/>
                    <a:pt x="28947" y="21073"/>
                  </a:cubicBezTo>
                  <a:cubicBezTo>
                    <a:pt x="29870" y="21618"/>
                    <a:pt x="30362" y="22432"/>
                    <a:pt x="30580" y="23302"/>
                  </a:cubicBezTo>
                  <a:cubicBezTo>
                    <a:pt x="30326" y="23341"/>
                    <a:pt x="30067" y="23359"/>
                    <a:pt x="29803" y="23359"/>
                  </a:cubicBezTo>
                  <a:cubicBezTo>
                    <a:pt x="29326" y="23359"/>
                    <a:pt x="28836" y="23300"/>
                    <a:pt x="28346" y="23193"/>
                  </a:cubicBezTo>
                  <a:cubicBezTo>
                    <a:pt x="27532" y="22976"/>
                    <a:pt x="26988" y="22597"/>
                    <a:pt x="26932" y="22105"/>
                  </a:cubicBezTo>
                  <a:cubicBezTo>
                    <a:pt x="26823" y="21779"/>
                    <a:pt x="27041" y="21343"/>
                    <a:pt x="27367" y="21126"/>
                  </a:cubicBezTo>
                  <a:cubicBezTo>
                    <a:pt x="27476" y="21017"/>
                    <a:pt x="27750" y="20908"/>
                    <a:pt x="28077" y="20856"/>
                  </a:cubicBezTo>
                  <a:close/>
                  <a:moveTo>
                    <a:pt x="36263" y="1"/>
                  </a:moveTo>
                  <a:cubicBezTo>
                    <a:pt x="36129" y="1"/>
                    <a:pt x="36011" y="98"/>
                    <a:pt x="35964" y="232"/>
                  </a:cubicBezTo>
                  <a:lnTo>
                    <a:pt x="35855" y="558"/>
                  </a:lnTo>
                  <a:cubicBezTo>
                    <a:pt x="35041" y="2735"/>
                    <a:pt x="33570" y="4641"/>
                    <a:pt x="32264" y="5076"/>
                  </a:cubicBezTo>
                  <a:cubicBezTo>
                    <a:pt x="32007" y="5148"/>
                    <a:pt x="31717" y="5183"/>
                    <a:pt x="31402" y="5183"/>
                  </a:cubicBezTo>
                  <a:cubicBezTo>
                    <a:pt x="30055" y="5183"/>
                    <a:pt x="28260" y="4545"/>
                    <a:pt x="26714" y="3444"/>
                  </a:cubicBezTo>
                  <a:lnTo>
                    <a:pt x="26388" y="3226"/>
                  </a:lnTo>
                  <a:cubicBezTo>
                    <a:pt x="26347" y="3206"/>
                    <a:pt x="26293" y="3192"/>
                    <a:pt x="26236" y="3192"/>
                  </a:cubicBezTo>
                  <a:cubicBezTo>
                    <a:pt x="26141" y="3192"/>
                    <a:pt x="26042" y="3231"/>
                    <a:pt x="26009" y="3335"/>
                  </a:cubicBezTo>
                  <a:lnTo>
                    <a:pt x="25574" y="3879"/>
                  </a:lnTo>
                  <a:cubicBezTo>
                    <a:pt x="25465" y="4040"/>
                    <a:pt x="25517" y="4206"/>
                    <a:pt x="25626" y="4315"/>
                  </a:cubicBezTo>
                  <a:lnTo>
                    <a:pt x="25952" y="4532"/>
                  </a:lnTo>
                  <a:cubicBezTo>
                    <a:pt x="27685" y="5756"/>
                    <a:pt x="29705" y="6501"/>
                    <a:pt x="31342" y="6501"/>
                  </a:cubicBezTo>
                  <a:cubicBezTo>
                    <a:pt x="31452" y="6501"/>
                    <a:pt x="31561" y="6498"/>
                    <a:pt x="31668" y="6491"/>
                  </a:cubicBezTo>
                  <a:cubicBezTo>
                    <a:pt x="31938" y="6491"/>
                    <a:pt x="32155" y="6600"/>
                    <a:pt x="32264" y="6818"/>
                  </a:cubicBezTo>
                  <a:cubicBezTo>
                    <a:pt x="32482" y="7253"/>
                    <a:pt x="32756" y="7740"/>
                    <a:pt x="32974" y="8232"/>
                  </a:cubicBezTo>
                  <a:cubicBezTo>
                    <a:pt x="34441" y="11332"/>
                    <a:pt x="35150" y="14109"/>
                    <a:pt x="35093" y="16503"/>
                  </a:cubicBezTo>
                  <a:cubicBezTo>
                    <a:pt x="34985" y="19223"/>
                    <a:pt x="34171" y="21291"/>
                    <a:pt x="32647" y="22432"/>
                  </a:cubicBezTo>
                  <a:cubicBezTo>
                    <a:pt x="32321" y="22706"/>
                    <a:pt x="31994" y="22867"/>
                    <a:pt x="31611" y="23032"/>
                  </a:cubicBezTo>
                  <a:cubicBezTo>
                    <a:pt x="31285" y="21509"/>
                    <a:pt x="30362" y="20638"/>
                    <a:pt x="29435" y="20146"/>
                  </a:cubicBezTo>
                  <a:cubicBezTo>
                    <a:pt x="29021" y="19915"/>
                    <a:pt x="28572" y="19793"/>
                    <a:pt x="28132" y="19793"/>
                  </a:cubicBezTo>
                  <a:cubicBezTo>
                    <a:pt x="27645" y="19793"/>
                    <a:pt x="27171" y="19942"/>
                    <a:pt x="26771" y="20255"/>
                  </a:cubicBezTo>
                  <a:cubicBezTo>
                    <a:pt x="26061" y="20747"/>
                    <a:pt x="25735" y="21561"/>
                    <a:pt x="25844" y="22323"/>
                  </a:cubicBezTo>
                  <a:cubicBezTo>
                    <a:pt x="25952" y="22867"/>
                    <a:pt x="26388" y="23794"/>
                    <a:pt x="28129" y="24229"/>
                  </a:cubicBezTo>
                  <a:cubicBezTo>
                    <a:pt x="28707" y="24374"/>
                    <a:pt x="29284" y="24445"/>
                    <a:pt x="29847" y="24445"/>
                  </a:cubicBezTo>
                  <a:cubicBezTo>
                    <a:pt x="30132" y="24445"/>
                    <a:pt x="30413" y="24427"/>
                    <a:pt x="30688" y="24390"/>
                  </a:cubicBezTo>
                  <a:lnTo>
                    <a:pt x="30688" y="24390"/>
                  </a:lnTo>
                  <a:cubicBezTo>
                    <a:pt x="30688" y="25261"/>
                    <a:pt x="30523" y="26132"/>
                    <a:pt x="30305" y="26950"/>
                  </a:cubicBezTo>
                  <a:cubicBezTo>
                    <a:pt x="28997" y="31824"/>
                    <a:pt x="23136" y="35288"/>
                    <a:pt x="16480" y="35288"/>
                  </a:cubicBezTo>
                  <a:cubicBezTo>
                    <a:pt x="16229" y="35288"/>
                    <a:pt x="15976" y="35283"/>
                    <a:pt x="15723" y="35273"/>
                  </a:cubicBezTo>
                  <a:cubicBezTo>
                    <a:pt x="10230" y="35003"/>
                    <a:pt x="1032" y="32718"/>
                    <a:pt x="1089" y="20037"/>
                  </a:cubicBezTo>
                  <a:lnTo>
                    <a:pt x="0" y="20037"/>
                  </a:lnTo>
                  <a:cubicBezTo>
                    <a:pt x="0" y="25587"/>
                    <a:pt x="1685" y="29832"/>
                    <a:pt x="5006" y="32609"/>
                  </a:cubicBezTo>
                  <a:cubicBezTo>
                    <a:pt x="7618" y="34837"/>
                    <a:pt x="11318" y="36143"/>
                    <a:pt x="15671" y="36309"/>
                  </a:cubicBezTo>
                  <a:cubicBezTo>
                    <a:pt x="15997" y="36335"/>
                    <a:pt x="16337" y="36348"/>
                    <a:pt x="16676" y="36348"/>
                  </a:cubicBezTo>
                  <a:cubicBezTo>
                    <a:pt x="17016" y="36348"/>
                    <a:pt x="17355" y="36335"/>
                    <a:pt x="17682" y="36309"/>
                  </a:cubicBezTo>
                  <a:cubicBezTo>
                    <a:pt x="20620" y="36143"/>
                    <a:pt x="23449" y="35329"/>
                    <a:pt x="25791" y="33915"/>
                  </a:cubicBezTo>
                  <a:cubicBezTo>
                    <a:pt x="28673" y="32282"/>
                    <a:pt x="30632" y="29888"/>
                    <a:pt x="31341" y="27220"/>
                  </a:cubicBezTo>
                  <a:cubicBezTo>
                    <a:pt x="31668" y="26023"/>
                    <a:pt x="31829" y="24991"/>
                    <a:pt x="31777" y="24120"/>
                  </a:cubicBezTo>
                  <a:cubicBezTo>
                    <a:pt x="32321" y="23955"/>
                    <a:pt x="32865" y="23629"/>
                    <a:pt x="33300" y="23302"/>
                  </a:cubicBezTo>
                  <a:cubicBezTo>
                    <a:pt x="34549" y="22379"/>
                    <a:pt x="36021" y="20420"/>
                    <a:pt x="36129" y="16503"/>
                  </a:cubicBezTo>
                  <a:cubicBezTo>
                    <a:pt x="36182" y="13943"/>
                    <a:pt x="35477" y="11005"/>
                    <a:pt x="33953" y="7740"/>
                  </a:cubicBezTo>
                  <a:cubicBezTo>
                    <a:pt x="33679" y="7305"/>
                    <a:pt x="33461" y="6818"/>
                    <a:pt x="33243" y="6382"/>
                  </a:cubicBezTo>
                  <a:cubicBezTo>
                    <a:pt x="33191" y="6217"/>
                    <a:pt x="33243" y="6056"/>
                    <a:pt x="33352" y="5999"/>
                  </a:cubicBezTo>
                  <a:cubicBezTo>
                    <a:pt x="34824" y="5129"/>
                    <a:pt x="36291" y="3226"/>
                    <a:pt x="37109" y="993"/>
                  </a:cubicBezTo>
                  <a:lnTo>
                    <a:pt x="37218" y="667"/>
                  </a:lnTo>
                  <a:cubicBezTo>
                    <a:pt x="37270" y="506"/>
                    <a:pt x="37161" y="340"/>
                    <a:pt x="37052" y="288"/>
                  </a:cubicBezTo>
                  <a:lnTo>
                    <a:pt x="36347" y="14"/>
                  </a:lnTo>
                  <a:cubicBezTo>
                    <a:pt x="36319" y="5"/>
                    <a:pt x="36290" y="1"/>
                    <a:pt x="36263"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7" name="Google Shape;2657;p57"/>
            <p:cNvSpPr/>
            <p:nvPr/>
          </p:nvSpPr>
          <p:spPr>
            <a:xfrm>
              <a:off x="2044275" y="4932525"/>
              <a:ext cx="707375" cy="400925"/>
            </a:xfrm>
            <a:custGeom>
              <a:rect b="b" l="l" r="r" t="t"/>
              <a:pathLst>
                <a:path extrusionOk="0" h="16037" w="28295">
                  <a:moveTo>
                    <a:pt x="0" y="1"/>
                  </a:moveTo>
                  <a:cubicBezTo>
                    <a:pt x="53" y="5385"/>
                    <a:pt x="1741" y="9577"/>
                    <a:pt x="5006" y="12298"/>
                  </a:cubicBezTo>
                  <a:cubicBezTo>
                    <a:pt x="7618" y="14526"/>
                    <a:pt x="11318" y="15832"/>
                    <a:pt x="15671" y="15998"/>
                  </a:cubicBezTo>
                  <a:cubicBezTo>
                    <a:pt x="15997" y="16024"/>
                    <a:pt x="16337" y="16037"/>
                    <a:pt x="16676" y="16037"/>
                  </a:cubicBezTo>
                  <a:cubicBezTo>
                    <a:pt x="17016" y="16037"/>
                    <a:pt x="17355" y="16024"/>
                    <a:pt x="17682" y="15998"/>
                  </a:cubicBezTo>
                  <a:cubicBezTo>
                    <a:pt x="20620" y="15832"/>
                    <a:pt x="23449" y="15018"/>
                    <a:pt x="25791" y="13604"/>
                  </a:cubicBezTo>
                  <a:cubicBezTo>
                    <a:pt x="26714" y="13059"/>
                    <a:pt x="27585" y="12459"/>
                    <a:pt x="28294" y="11754"/>
                  </a:cubicBezTo>
                  <a:lnTo>
                    <a:pt x="28294" y="11754"/>
                  </a:lnTo>
                  <a:cubicBezTo>
                    <a:pt x="27995" y="12001"/>
                    <a:pt x="23685" y="15716"/>
                    <a:pt x="16905" y="15716"/>
                  </a:cubicBezTo>
                  <a:cubicBezTo>
                    <a:pt x="16278" y="15716"/>
                    <a:pt x="15630" y="15684"/>
                    <a:pt x="14961" y="15615"/>
                  </a:cubicBezTo>
                  <a:cubicBezTo>
                    <a:pt x="7074" y="14853"/>
                    <a:pt x="3426" y="10935"/>
                    <a:pt x="1794" y="7183"/>
                  </a:cubicBezTo>
                  <a:cubicBezTo>
                    <a:pt x="161" y="3426"/>
                    <a:pt x="544" y="1"/>
                    <a:pt x="54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8" name="Google Shape;2658;p57"/>
            <p:cNvSpPr/>
            <p:nvPr/>
          </p:nvSpPr>
          <p:spPr>
            <a:xfrm>
              <a:off x="2704700" y="4938925"/>
              <a:ext cx="110825" cy="68400"/>
            </a:xfrm>
            <a:custGeom>
              <a:rect b="b" l="l" r="r" t="t"/>
              <a:pathLst>
                <a:path extrusionOk="0" h="2736" w="4433">
                  <a:moveTo>
                    <a:pt x="1052" y="2278"/>
                  </a:moveTo>
                  <a:lnTo>
                    <a:pt x="1052" y="2278"/>
                  </a:lnTo>
                  <a:cubicBezTo>
                    <a:pt x="1121" y="2324"/>
                    <a:pt x="1196" y="2368"/>
                    <a:pt x="1277" y="2409"/>
                  </a:cubicBezTo>
                  <a:cubicBezTo>
                    <a:pt x="1226" y="2378"/>
                    <a:pt x="1146" y="2334"/>
                    <a:pt x="1052" y="2278"/>
                  </a:cubicBezTo>
                  <a:close/>
                  <a:moveTo>
                    <a:pt x="1772" y="0"/>
                  </a:moveTo>
                  <a:cubicBezTo>
                    <a:pt x="1137" y="0"/>
                    <a:pt x="622" y="349"/>
                    <a:pt x="354" y="885"/>
                  </a:cubicBezTo>
                  <a:cubicBezTo>
                    <a:pt x="0" y="1549"/>
                    <a:pt x="651" y="2033"/>
                    <a:pt x="1052" y="2278"/>
                  </a:cubicBezTo>
                  <a:lnTo>
                    <a:pt x="1052" y="2278"/>
                  </a:lnTo>
                  <a:cubicBezTo>
                    <a:pt x="749" y="2070"/>
                    <a:pt x="561" y="1804"/>
                    <a:pt x="515" y="1538"/>
                  </a:cubicBezTo>
                  <a:cubicBezTo>
                    <a:pt x="406" y="1212"/>
                    <a:pt x="624" y="776"/>
                    <a:pt x="950" y="559"/>
                  </a:cubicBezTo>
                  <a:cubicBezTo>
                    <a:pt x="1059" y="450"/>
                    <a:pt x="1333" y="341"/>
                    <a:pt x="1660" y="289"/>
                  </a:cubicBezTo>
                  <a:cubicBezTo>
                    <a:pt x="1929" y="289"/>
                    <a:pt x="2204" y="341"/>
                    <a:pt x="2530" y="506"/>
                  </a:cubicBezTo>
                  <a:cubicBezTo>
                    <a:pt x="3453" y="1051"/>
                    <a:pt x="3945" y="1865"/>
                    <a:pt x="4163" y="2735"/>
                  </a:cubicBezTo>
                  <a:cubicBezTo>
                    <a:pt x="4163" y="2735"/>
                    <a:pt x="4324" y="2735"/>
                    <a:pt x="4432" y="2683"/>
                  </a:cubicBezTo>
                  <a:cubicBezTo>
                    <a:pt x="4432" y="2683"/>
                    <a:pt x="4271" y="1268"/>
                    <a:pt x="3074" y="450"/>
                  </a:cubicBezTo>
                  <a:cubicBezTo>
                    <a:pt x="2614" y="137"/>
                    <a:pt x="2169" y="0"/>
                    <a:pt x="1772" y="0"/>
                  </a:cubicBezTo>
                  <a:close/>
                </a:path>
              </a:pathLst>
            </a:custGeom>
            <a:solidFill>
              <a:srgbClr val="385A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9" name="Google Shape;2659;p57"/>
            <p:cNvSpPr/>
            <p:nvPr/>
          </p:nvSpPr>
          <p:spPr>
            <a:xfrm>
              <a:off x="2811475" y="5027750"/>
              <a:ext cx="27225" cy="23100"/>
            </a:xfrm>
            <a:custGeom>
              <a:rect b="b" l="l" r="r" t="t"/>
              <a:pathLst>
                <a:path extrusionOk="0" h="924" w="1089">
                  <a:moveTo>
                    <a:pt x="1089" y="0"/>
                  </a:moveTo>
                  <a:cubicBezTo>
                    <a:pt x="706" y="109"/>
                    <a:pt x="0" y="270"/>
                    <a:pt x="0" y="270"/>
                  </a:cubicBezTo>
                  <a:lnTo>
                    <a:pt x="0" y="923"/>
                  </a:lnTo>
                  <a:cubicBezTo>
                    <a:pt x="218" y="923"/>
                    <a:pt x="706" y="871"/>
                    <a:pt x="1089" y="762"/>
                  </a:cubicBezTo>
                  <a:lnTo>
                    <a:pt x="1089" y="0"/>
                  </a:lnTo>
                  <a:close/>
                </a:path>
              </a:pathLst>
            </a:custGeom>
            <a:solidFill>
              <a:srgbClr val="385A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0" name="Google Shape;2660;p57"/>
            <p:cNvSpPr/>
            <p:nvPr/>
          </p:nvSpPr>
          <p:spPr>
            <a:xfrm>
              <a:off x="2680875" y="4508125"/>
              <a:ext cx="236725" cy="274800"/>
            </a:xfrm>
            <a:custGeom>
              <a:rect b="b" l="l" r="r" t="t"/>
              <a:pathLst>
                <a:path extrusionOk="0" h="10992" w="9469">
                  <a:moveTo>
                    <a:pt x="545" y="0"/>
                  </a:moveTo>
                  <a:lnTo>
                    <a:pt x="110" y="544"/>
                  </a:lnTo>
                  <a:cubicBezTo>
                    <a:pt x="1" y="705"/>
                    <a:pt x="53" y="871"/>
                    <a:pt x="162" y="980"/>
                  </a:cubicBezTo>
                  <a:lnTo>
                    <a:pt x="488" y="1197"/>
                  </a:lnTo>
                  <a:cubicBezTo>
                    <a:pt x="2221" y="2421"/>
                    <a:pt x="4241" y="3166"/>
                    <a:pt x="5878" y="3166"/>
                  </a:cubicBezTo>
                  <a:cubicBezTo>
                    <a:pt x="5988" y="3166"/>
                    <a:pt x="6097" y="3163"/>
                    <a:pt x="6204" y="3156"/>
                  </a:cubicBezTo>
                  <a:cubicBezTo>
                    <a:pt x="6474" y="3156"/>
                    <a:pt x="6691" y="3265"/>
                    <a:pt x="6800" y="3483"/>
                  </a:cubicBezTo>
                  <a:cubicBezTo>
                    <a:pt x="7018" y="3918"/>
                    <a:pt x="7292" y="4405"/>
                    <a:pt x="7510" y="4897"/>
                  </a:cubicBezTo>
                  <a:cubicBezTo>
                    <a:pt x="8541" y="7074"/>
                    <a:pt x="9194" y="9141"/>
                    <a:pt x="9468" y="10991"/>
                  </a:cubicBezTo>
                  <a:cubicBezTo>
                    <a:pt x="9360" y="8271"/>
                    <a:pt x="7836" y="4732"/>
                    <a:pt x="7453" y="3861"/>
                  </a:cubicBezTo>
                  <a:cubicBezTo>
                    <a:pt x="7074" y="3047"/>
                    <a:pt x="6857" y="2721"/>
                    <a:pt x="5768" y="2664"/>
                  </a:cubicBezTo>
                  <a:cubicBezTo>
                    <a:pt x="4297" y="2612"/>
                    <a:pt x="2721" y="1959"/>
                    <a:pt x="1685" y="1415"/>
                  </a:cubicBezTo>
                  <a:cubicBezTo>
                    <a:pt x="654" y="814"/>
                    <a:pt x="218" y="436"/>
                    <a:pt x="545" y="0"/>
                  </a:cubicBezTo>
                  <a:close/>
                </a:path>
              </a:pathLst>
            </a:custGeom>
            <a:solidFill>
              <a:srgbClr val="385A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1" name="Google Shape;2661;p57"/>
            <p:cNvSpPr/>
            <p:nvPr/>
          </p:nvSpPr>
          <p:spPr>
            <a:xfrm>
              <a:off x="2044275" y="4927100"/>
              <a:ext cx="27225" cy="28550"/>
            </a:xfrm>
            <a:custGeom>
              <a:rect b="b" l="l" r="r" t="t"/>
              <a:pathLst>
                <a:path extrusionOk="0" h="1142" w="1089">
                  <a:moveTo>
                    <a:pt x="0" y="0"/>
                  </a:moveTo>
                  <a:cubicBezTo>
                    <a:pt x="0" y="379"/>
                    <a:pt x="0" y="762"/>
                    <a:pt x="53" y="1088"/>
                  </a:cubicBezTo>
                  <a:cubicBezTo>
                    <a:pt x="135" y="1114"/>
                    <a:pt x="271" y="1142"/>
                    <a:pt x="448" y="1142"/>
                  </a:cubicBezTo>
                  <a:cubicBezTo>
                    <a:pt x="625" y="1142"/>
                    <a:pt x="843" y="1114"/>
                    <a:pt x="1089" y="1032"/>
                  </a:cubicBezTo>
                  <a:lnTo>
                    <a:pt x="1089" y="109"/>
                  </a:lnTo>
                  <a:lnTo>
                    <a:pt x="0" y="0"/>
                  </a:lnTo>
                  <a:close/>
                </a:path>
              </a:pathLst>
            </a:custGeom>
            <a:solidFill>
              <a:srgbClr val="385A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2" name="Google Shape;2662;p57"/>
            <p:cNvSpPr/>
            <p:nvPr/>
          </p:nvSpPr>
          <p:spPr>
            <a:xfrm>
              <a:off x="2004775" y="4838550"/>
              <a:ext cx="106125" cy="103525"/>
            </a:xfrm>
            <a:custGeom>
              <a:rect b="b" l="l" r="r" t="t"/>
              <a:pathLst>
                <a:path extrusionOk="0" h="4141" w="4245">
                  <a:moveTo>
                    <a:pt x="2113" y="1"/>
                  </a:moveTo>
                  <a:cubicBezTo>
                    <a:pt x="2081" y="1"/>
                    <a:pt x="2048" y="2"/>
                    <a:pt x="2016" y="3"/>
                  </a:cubicBezTo>
                  <a:cubicBezTo>
                    <a:pt x="871" y="112"/>
                    <a:pt x="0" y="1039"/>
                    <a:pt x="57" y="2180"/>
                  </a:cubicBezTo>
                  <a:cubicBezTo>
                    <a:pt x="107" y="3289"/>
                    <a:pt x="1029" y="4141"/>
                    <a:pt x="2128" y="4141"/>
                  </a:cubicBezTo>
                  <a:cubicBezTo>
                    <a:pt x="2163" y="4141"/>
                    <a:pt x="2198" y="4140"/>
                    <a:pt x="2233" y="4138"/>
                  </a:cubicBezTo>
                  <a:cubicBezTo>
                    <a:pt x="3374" y="4086"/>
                    <a:pt x="4244" y="3107"/>
                    <a:pt x="4192" y="1962"/>
                  </a:cubicBezTo>
                  <a:cubicBezTo>
                    <a:pt x="4137" y="854"/>
                    <a:pt x="3211" y="1"/>
                    <a:pt x="2113" y="1"/>
                  </a:cubicBezTo>
                  <a:close/>
                </a:path>
              </a:pathLst>
            </a:custGeom>
            <a:solidFill>
              <a:srgbClr val="D9E5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3" name="Google Shape;2663;p57"/>
            <p:cNvSpPr/>
            <p:nvPr/>
          </p:nvSpPr>
          <p:spPr>
            <a:xfrm>
              <a:off x="2004775" y="4845475"/>
              <a:ext cx="95225" cy="96600"/>
            </a:xfrm>
            <a:custGeom>
              <a:rect b="b" l="l" r="r" t="t"/>
              <a:pathLst>
                <a:path extrusionOk="0" h="3864" w="3809">
                  <a:moveTo>
                    <a:pt x="1145" y="0"/>
                  </a:moveTo>
                  <a:lnTo>
                    <a:pt x="1145" y="0"/>
                  </a:lnTo>
                  <a:cubicBezTo>
                    <a:pt x="435" y="379"/>
                    <a:pt x="0" y="1089"/>
                    <a:pt x="57" y="1903"/>
                  </a:cubicBezTo>
                  <a:cubicBezTo>
                    <a:pt x="107" y="3012"/>
                    <a:pt x="1029" y="3864"/>
                    <a:pt x="2128" y="3864"/>
                  </a:cubicBezTo>
                  <a:cubicBezTo>
                    <a:pt x="2163" y="3864"/>
                    <a:pt x="2198" y="3863"/>
                    <a:pt x="2233" y="3861"/>
                  </a:cubicBezTo>
                  <a:cubicBezTo>
                    <a:pt x="2886" y="3809"/>
                    <a:pt x="3430" y="3535"/>
                    <a:pt x="3809" y="3047"/>
                  </a:cubicBezTo>
                  <a:lnTo>
                    <a:pt x="3809" y="3047"/>
                  </a:lnTo>
                  <a:cubicBezTo>
                    <a:pt x="3539" y="3208"/>
                    <a:pt x="3213" y="3265"/>
                    <a:pt x="2886" y="3317"/>
                  </a:cubicBezTo>
                  <a:cubicBezTo>
                    <a:pt x="2851" y="3319"/>
                    <a:pt x="2816" y="3320"/>
                    <a:pt x="2781" y="3320"/>
                  </a:cubicBezTo>
                  <a:cubicBezTo>
                    <a:pt x="1682" y="3320"/>
                    <a:pt x="760" y="2468"/>
                    <a:pt x="710" y="1358"/>
                  </a:cubicBezTo>
                  <a:cubicBezTo>
                    <a:pt x="710" y="871"/>
                    <a:pt x="819" y="379"/>
                    <a:pt x="1145" y="0"/>
                  </a:cubicBezTo>
                  <a:close/>
                </a:path>
              </a:pathLst>
            </a:custGeom>
            <a:solidFill>
              <a:srgbClr val="BAC4C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4" name="Google Shape;2664;p57"/>
            <p:cNvSpPr/>
            <p:nvPr/>
          </p:nvSpPr>
          <p:spPr>
            <a:xfrm>
              <a:off x="2044275" y="4848200"/>
              <a:ext cx="46275" cy="35375"/>
            </a:xfrm>
            <a:custGeom>
              <a:rect b="b" l="l" r="r" t="t"/>
              <a:pathLst>
                <a:path extrusionOk="0" h="1415" w="1851">
                  <a:moveTo>
                    <a:pt x="705" y="0"/>
                  </a:moveTo>
                  <a:cubicBezTo>
                    <a:pt x="544" y="0"/>
                    <a:pt x="379" y="52"/>
                    <a:pt x="270" y="109"/>
                  </a:cubicBezTo>
                  <a:cubicBezTo>
                    <a:pt x="218" y="109"/>
                    <a:pt x="218" y="161"/>
                    <a:pt x="161" y="218"/>
                  </a:cubicBezTo>
                  <a:cubicBezTo>
                    <a:pt x="0" y="379"/>
                    <a:pt x="161" y="596"/>
                    <a:pt x="270" y="762"/>
                  </a:cubicBezTo>
                  <a:lnTo>
                    <a:pt x="923" y="1249"/>
                  </a:lnTo>
                  <a:cubicBezTo>
                    <a:pt x="1032" y="1306"/>
                    <a:pt x="1250" y="1415"/>
                    <a:pt x="1415" y="1415"/>
                  </a:cubicBezTo>
                  <a:cubicBezTo>
                    <a:pt x="1524" y="1415"/>
                    <a:pt x="1633" y="1358"/>
                    <a:pt x="1685" y="1306"/>
                  </a:cubicBezTo>
                  <a:cubicBezTo>
                    <a:pt x="1741" y="1249"/>
                    <a:pt x="1741" y="1197"/>
                    <a:pt x="1794" y="1141"/>
                  </a:cubicBezTo>
                  <a:cubicBezTo>
                    <a:pt x="1850" y="871"/>
                    <a:pt x="1685" y="488"/>
                    <a:pt x="1467" y="327"/>
                  </a:cubicBezTo>
                  <a:cubicBezTo>
                    <a:pt x="1306" y="109"/>
                    <a:pt x="980" y="0"/>
                    <a:pt x="705" y="0"/>
                  </a:cubicBezTo>
                  <a:close/>
                </a:path>
              </a:pathLst>
            </a:custGeom>
            <a:solidFill>
              <a:srgbClr val="E4ED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5" name="Google Shape;2665;p57"/>
            <p:cNvSpPr/>
            <p:nvPr/>
          </p:nvSpPr>
          <p:spPr>
            <a:xfrm>
              <a:off x="2083675" y="4887575"/>
              <a:ext cx="19050" cy="21800"/>
            </a:xfrm>
            <a:custGeom>
              <a:rect b="b" l="l" r="r" t="t"/>
              <a:pathLst>
                <a:path extrusionOk="0" h="872" w="762">
                  <a:moveTo>
                    <a:pt x="327" y="1"/>
                  </a:moveTo>
                  <a:cubicBezTo>
                    <a:pt x="165" y="1"/>
                    <a:pt x="0" y="166"/>
                    <a:pt x="0" y="384"/>
                  </a:cubicBezTo>
                  <a:cubicBezTo>
                    <a:pt x="0" y="545"/>
                    <a:pt x="109" y="763"/>
                    <a:pt x="218" y="819"/>
                  </a:cubicBezTo>
                  <a:cubicBezTo>
                    <a:pt x="274" y="819"/>
                    <a:pt x="327" y="871"/>
                    <a:pt x="383" y="871"/>
                  </a:cubicBezTo>
                  <a:lnTo>
                    <a:pt x="435" y="819"/>
                  </a:lnTo>
                  <a:cubicBezTo>
                    <a:pt x="492" y="819"/>
                    <a:pt x="544" y="763"/>
                    <a:pt x="601" y="710"/>
                  </a:cubicBezTo>
                  <a:cubicBezTo>
                    <a:pt x="762" y="545"/>
                    <a:pt x="710" y="219"/>
                    <a:pt x="492" y="57"/>
                  </a:cubicBezTo>
                  <a:cubicBezTo>
                    <a:pt x="435" y="57"/>
                    <a:pt x="383" y="1"/>
                    <a:pt x="327" y="1"/>
                  </a:cubicBezTo>
                  <a:close/>
                </a:path>
              </a:pathLst>
            </a:custGeom>
            <a:solidFill>
              <a:srgbClr val="E4ED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6" name="Google Shape;2666;p57"/>
            <p:cNvSpPr/>
            <p:nvPr/>
          </p:nvSpPr>
          <p:spPr>
            <a:xfrm>
              <a:off x="2040125" y="4814125"/>
              <a:ext cx="85775" cy="46275"/>
            </a:xfrm>
            <a:custGeom>
              <a:rect b="b" l="l" r="r" t="t"/>
              <a:pathLst>
                <a:path extrusionOk="0" h="1851" w="3431">
                  <a:moveTo>
                    <a:pt x="710" y="1"/>
                  </a:moveTo>
                  <a:cubicBezTo>
                    <a:pt x="545" y="1"/>
                    <a:pt x="384" y="1"/>
                    <a:pt x="219" y="57"/>
                  </a:cubicBezTo>
                  <a:cubicBezTo>
                    <a:pt x="166" y="57"/>
                    <a:pt x="110" y="109"/>
                    <a:pt x="110" y="109"/>
                  </a:cubicBezTo>
                  <a:cubicBezTo>
                    <a:pt x="57" y="166"/>
                    <a:pt x="1" y="218"/>
                    <a:pt x="57" y="275"/>
                  </a:cubicBezTo>
                  <a:cubicBezTo>
                    <a:pt x="57" y="327"/>
                    <a:pt x="110" y="384"/>
                    <a:pt x="166" y="384"/>
                  </a:cubicBezTo>
                  <a:cubicBezTo>
                    <a:pt x="436" y="493"/>
                    <a:pt x="710" y="436"/>
                    <a:pt x="1037" y="493"/>
                  </a:cubicBezTo>
                  <a:cubicBezTo>
                    <a:pt x="1524" y="601"/>
                    <a:pt x="2016" y="762"/>
                    <a:pt x="2452" y="1089"/>
                  </a:cubicBezTo>
                  <a:cubicBezTo>
                    <a:pt x="2721" y="1254"/>
                    <a:pt x="2996" y="1472"/>
                    <a:pt x="3213" y="1798"/>
                  </a:cubicBezTo>
                  <a:cubicBezTo>
                    <a:pt x="3213" y="1798"/>
                    <a:pt x="3213" y="1851"/>
                    <a:pt x="3266" y="1851"/>
                  </a:cubicBezTo>
                  <a:lnTo>
                    <a:pt x="3322" y="1851"/>
                  </a:lnTo>
                  <a:cubicBezTo>
                    <a:pt x="3374" y="1851"/>
                    <a:pt x="3374" y="1798"/>
                    <a:pt x="3374" y="1742"/>
                  </a:cubicBezTo>
                  <a:cubicBezTo>
                    <a:pt x="3431" y="1633"/>
                    <a:pt x="3266" y="1415"/>
                    <a:pt x="3157" y="1307"/>
                  </a:cubicBezTo>
                  <a:cubicBezTo>
                    <a:pt x="3048" y="1145"/>
                    <a:pt x="2887" y="1037"/>
                    <a:pt x="2778" y="928"/>
                  </a:cubicBezTo>
                  <a:cubicBezTo>
                    <a:pt x="2234" y="436"/>
                    <a:pt x="1472" y="1"/>
                    <a:pt x="710" y="1"/>
                  </a:cubicBezTo>
                  <a:close/>
                </a:path>
              </a:pathLst>
            </a:custGeom>
            <a:solidFill>
              <a:srgbClr val="4D606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7" name="Google Shape;2667;p57"/>
            <p:cNvSpPr/>
            <p:nvPr/>
          </p:nvSpPr>
          <p:spPr>
            <a:xfrm>
              <a:off x="2124475" y="4863100"/>
              <a:ext cx="6875" cy="6875"/>
            </a:xfrm>
            <a:custGeom>
              <a:rect b="b" l="l" r="r" t="t"/>
              <a:pathLst>
                <a:path extrusionOk="0" h="275" w="275">
                  <a:moveTo>
                    <a:pt x="166" y="0"/>
                  </a:moveTo>
                  <a:cubicBezTo>
                    <a:pt x="57" y="0"/>
                    <a:pt x="0" y="166"/>
                    <a:pt x="57" y="218"/>
                  </a:cubicBezTo>
                  <a:cubicBezTo>
                    <a:pt x="57" y="275"/>
                    <a:pt x="109" y="275"/>
                    <a:pt x="109" y="275"/>
                  </a:cubicBezTo>
                  <a:lnTo>
                    <a:pt x="166" y="275"/>
                  </a:lnTo>
                  <a:cubicBezTo>
                    <a:pt x="275" y="218"/>
                    <a:pt x="275" y="0"/>
                    <a:pt x="166" y="0"/>
                  </a:cubicBezTo>
                  <a:close/>
                </a:path>
              </a:pathLst>
            </a:custGeom>
            <a:solidFill>
              <a:srgbClr val="4D606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8" name="Google Shape;2668;p57"/>
            <p:cNvSpPr/>
            <p:nvPr/>
          </p:nvSpPr>
          <p:spPr>
            <a:xfrm>
              <a:off x="2823650" y="4040175"/>
              <a:ext cx="25" cy="25"/>
            </a:xfrm>
            <a:custGeom>
              <a:rect b="b" l="l" r="r" t="t"/>
              <a:pathLst>
                <a:path extrusionOk="0" h="1" w="1">
                  <a:moveTo>
                    <a:pt x="1" y="1"/>
                  </a:moveTo>
                  <a:close/>
                </a:path>
              </a:pathLst>
            </a:custGeom>
            <a:solidFill>
              <a:srgbClr val="385A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69" name="Google Shape;2669;p57"/>
          <p:cNvSpPr txBox="1"/>
          <p:nvPr>
            <p:ph type="ctrTitle"/>
          </p:nvPr>
        </p:nvSpPr>
        <p:spPr>
          <a:xfrm>
            <a:off x="2297025" y="3930459"/>
            <a:ext cx="1258500" cy="24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400">
                <a:solidFill>
                  <a:schemeClr val="hlink"/>
                </a:solidFill>
                <a:uFill>
                  <a:noFill/>
                </a:uFill>
                <a:hlinkClick action="ppaction://hlinkshowjump?jump=nextslide"/>
              </a:rPr>
              <a:t>CONTINUE</a:t>
            </a:r>
            <a:endParaRPr sz="14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2600"/>
                                        </p:tgtEl>
                                        <p:attrNameLst>
                                          <p:attrName>style.visibility</p:attrName>
                                        </p:attrNameLst>
                                      </p:cBhvr>
                                      <p:to>
                                        <p:strVal val="visible"/>
                                      </p:to>
                                    </p:set>
                                    <p:animEffect filter="fade" transition="in">
                                      <p:cBhvr>
                                        <p:cTn dur="1000"/>
                                        <p:tgtEl>
                                          <p:spTgt spid="2600"/>
                                        </p:tgtEl>
                                      </p:cBhvr>
                                    </p:animEffect>
                                  </p:childTnLst>
                                </p:cTn>
                              </p:par>
                              <p:par>
                                <p:cTn fill="hold" nodeType="withEffect" presetClass="entr" presetID="10" presetSubtype="0">
                                  <p:stCondLst>
                                    <p:cond delay="0"/>
                                  </p:stCondLst>
                                  <p:childTnLst>
                                    <p:set>
                                      <p:cBhvr>
                                        <p:cTn dur="1" fill="hold">
                                          <p:stCondLst>
                                            <p:cond delay="0"/>
                                          </p:stCondLst>
                                        </p:cTn>
                                        <p:tgtEl>
                                          <p:spTgt spid="2611"/>
                                        </p:tgtEl>
                                        <p:attrNameLst>
                                          <p:attrName>style.visibility</p:attrName>
                                        </p:attrNameLst>
                                      </p:cBhvr>
                                      <p:to>
                                        <p:strVal val="visible"/>
                                      </p:to>
                                    </p:set>
                                    <p:animEffect filter="fade" transition="in">
                                      <p:cBhvr>
                                        <p:cTn dur="1000"/>
                                        <p:tgtEl>
                                          <p:spTgt spid="2611"/>
                                        </p:tgtEl>
                                      </p:cBhvr>
                                    </p:animEffect>
                                  </p:childTnLst>
                                </p:cTn>
                              </p:par>
                              <p:par>
                                <p:cTn fill="hold" nodeType="withEffect" presetClass="entr" presetID="10" presetSubtype="0">
                                  <p:stCondLst>
                                    <p:cond delay="0"/>
                                  </p:stCondLst>
                                  <p:childTnLst>
                                    <p:set>
                                      <p:cBhvr>
                                        <p:cTn dur="1" fill="hold">
                                          <p:stCondLst>
                                            <p:cond delay="0"/>
                                          </p:stCondLst>
                                        </p:cTn>
                                        <p:tgtEl>
                                          <p:spTgt spid="2612"/>
                                        </p:tgtEl>
                                        <p:attrNameLst>
                                          <p:attrName>style.visibility</p:attrName>
                                        </p:attrNameLst>
                                      </p:cBhvr>
                                      <p:to>
                                        <p:strVal val="visible"/>
                                      </p:to>
                                    </p:set>
                                    <p:animEffect filter="fade" transition="in">
                                      <p:cBhvr>
                                        <p:cTn dur="1000"/>
                                        <p:tgtEl>
                                          <p:spTgt spid="2612"/>
                                        </p:tgtEl>
                                      </p:cBhvr>
                                    </p:animEffect>
                                  </p:childTnLst>
                                </p:cTn>
                              </p:par>
                              <p:par>
                                <p:cTn fill="hold" nodeType="withEffect" presetClass="entr" presetID="10" presetSubtype="0">
                                  <p:stCondLst>
                                    <p:cond delay="0"/>
                                  </p:stCondLst>
                                  <p:childTnLst>
                                    <p:set>
                                      <p:cBhvr>
                                        <p:cTn dur="1" fill="hold">
                                          <p:stCondLst>
                                            <p:cond delay="0"/>
                                          </p:stCondLst>
                                        </p:cTn>
                                        <p:tgtEl>
                                          <p:spTgt spid="2613"/>
                                        </p:tgtEl>
                                        <p:attrNameLst>
                                          <p:attrName>style.visibility</p:attrName>
                                        </p:attrNameLst>
                                      </p:cBhvr>
                                      <p:to>
                                        <p:strVal val="visible"/>
                                      </p:to>
                                    </p:set>
                                    <p:animEffect filter="fade" transition="in">
                                      <p:cBhvr>
                                        <p:cTn dur="1000"/>
                                        <p:tgtEl>
                                          <p:spTgt spid="2613"/>
                                        </p:tgtEl>
                                      </p:cBhvr>
                                    </p:animEffect>
                                  </p:childTnLst>
                                </p:cTn>
                              </p:par>
                              <p:par>
                                <p:cTn fill="hold" nodeType="withEffect" presetClass="entr" presetID="10" presetSubtype="0">
                                  <p:stCondLst>
                                    <p:cond delay="0"/>
                                  </p:stCondLst>
                                  <p:childTnLst>
                                    <p:set>
                                      <p:cBhvr>
                                        <p:cTn dur="1" fill="hold">
                                          <p:stCondLst>
                                            <p:cond delay="0"/>
                                          </p:stCondLst>
                                        </p:cTn>
                                        <p:tgtEl>
                                          <p:spTgt spid="2669"/>
                                        </p:tgtEl>
                                        <p:attrNameLst>
                                          <p:attrName>style.visibility</p:attrName>
                                        </p:attrNameLst>
                                      </p:cBhvr>
                                      <p:to>
                                        <p:strVal val="visible"/>
                                      </p:to>
                                    </p:set>
                                    <p:animEffect filter="fade" transition="in">
                                      <p:cBhvr>
                                        <p:cTn dur="1000"/>
                                        <p:tgtEl>
                                          <p:spTgt spid="2669"/>
                                        </p:tgtEl>
                                      </p:cBhvr>
                                    </p:animEffect>
                                  </p:childTnLst>
                                </p:cTn>
                              </p:par>
                              <p:par>
                                <p:cTn fill="hold" nodeType="withEffect" presetClass="entr" presetID="10" presetSubtype="0">
                                  <p:stCondLst>
                                    <p:cond delay="0"/>
                                  </p:stCondLst>
                                  <p:childTnLst>
                                    <p:set>
                                      <p:cBhvr>
                                        <p:cTn dur="1" fill="hold">
                                          <p:stCondLst>
                                            <p:cond delay="0"/>
                                          </p:stCondLst>
                                        </p:cTn>
                                        <p:tgtEl>
                                          <p:spTgt spid="2601"/>
                                        </p:tgtEl>
                                        <p:attrNameLst>
                                          <p:attrName>style.visibility</p:attrName>
                                        </p:attrNameLst>
                                      </p:cBhvr>
                                      <p:to>
                                        <p:strVal val="visible"/>
                                      </p:to>
                                    </p:set>
                                    <p:animEffect filter="fade" transition="in">
                                      <p:cBhvr>
                                        <p:cTn dur="1000"/>
                                        <p:tgtEl>
                                          <p:spTgt spid="260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3" name="Shape 2673"/>
        <p:cNvGrpSpPr/>
        <p:nvPr/>
      </p:nvGrpSpPr>
      <p:grpSpPr>
        <a:xfrm>
          <a:off x="0" y="0"/>
          <a:ext cx="0" cy="0"/>
          <a:chOff x="0" y="0"/>
          <a:chExt cx="0" cy="0"/>
        </a:xfrm>
      </p:grpSpPr>
      <p:sp>
        <p:nvSpPr>
          <p:cNvPr id="2674" name="Google Shape;2674;p58"/>
          <p:cNvSpPr/>
          <p:nvPr/>
        </p:nvSpPr>
        <p:spPr>
          <a:xfrm>
            <a:off x="3779588" y="719125"/>
            <a:ext cx="1554875" cy="1067800"/>
          </a:xfrm>
          <a:custGeom>
            <a:rect b="b" l="l" r="r" t="t"/>
            <a:pathLst>
              <a:path extrusionOk="0" h="42712" w="62195">
                <a:moveTo>
                  <a:pt x="44566" y="1"/>
                </a:moveTo>
                <a:cubicBezTo>
                  <a:pt x="27424" y="1"/>
                  <a:pt x="0" y="16215"/>
                  <a:pt x="0" y="27150"/>
                </a:cubicBezTo>
                <a:cubicBezTo>
                  <a:pt x="0" y="38089"/>
                  <a:pt x="13930" y="42712"/>
                  <a:pt x="31072" y="42712"/>
                </a:cubicBezTo>
                <a:cubicBezTo>
                  <a:pt x="48266" y="42712"/>
                  <a:pt x="62195" y="38089"/>
                  <a:pt x="62195" y="27150"/>
                </a:cubicBezTo>
                <a:cubicBezTo>
                  <a:pt x="62195" y="16215"/>
                  <a:pt x="61760" y="1"/>
                  <a:pt x="445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5" name="Google Shape;2675;p58"/>
          <p:cNvSpPr txBox="1"/>
          <p:nvPr>
            <p:ph type="title"/>
          </p:nvPr>
        </p:nvSpPr>
        <p:spPr>
          <a:xfrm>
            <a:off x="713275" y="1755000"/>
            <a:ext cx="7687500" cy="841800"/>
          </a:xfrm>
          <a:prstGeom prst="rect">
            <a:avLst/>
          </a:prstGeom>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a:t>What is AFiB?</a:t>
            </a:r>
            <a:endParaRPr/>
          </a:p>
        </p:txBody>
      </p:sp>
      <p:sp>
        <p:nvSpPr>
          <p:cNvPr id="2676" name="Google Shape;2676;p58"/>
          <p:cNvSpPr txBox="1"/>
          <p:nvPr>
            <p:ph idx="2" type="title"/>
          </p:nvPr>
        </p:nvSpPr>
        <p:spPr>
          <a:xfrm>
            <a:off x="3994525" y="1085850"/>
            <a:ext cx="1125000" cy="446100"/>
          </a:xfrm>
          <a:prstGeom prst="rect">
            <a:avLst/>
          </a:prstGeom>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a:t>1</a:t>
            </a:r>
            <a:endParaRPr/>
          </a:p>
        </p:txBody>
      </p:sp>
      <p:sp>
        <p:nvSpPr>
          <p:cNvPr id="2677" name="Google Shape;2677;p58"/>
          <p:cNvSpPr/>
          <p:nvPr/>
        </p:nvSpPr>
        <p:spPr>
          <a:xfrm>
            <a:off x="3921900" y="4700807"/>
            <a:ext cx="1300200" cy="3006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78" name="Google Shape;2678;p58"/>
          <p:cNvSpPr txBox="1"/>
          <p:nvPr>
            <p:ph idx="4294967295" type="ctrTitle"/>
          </p:nvPr>
        </p:nvSpPr>
        <p:spPr>
          <a:xfrm>
            <a:off x="4570291" y="4730057"/>
            <a:ext cx="629400" cy="24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400">
                <a:solidFill>
                  <a:schemeClr val="hlink"/>
                </a:solidFill>
                <a:uFill>
                  <a:noFill/>
                </a:uFill>
                <a:hlinkClick action="ppaction://hlinkshowjump?jump=nextslide"/>
              </a:rPr>
              <a:t>NEXT</a:t>
            </a:r>
            <a:endParaRPr sz="1400"/>
          </a:p>
        </p:txBody>
      </p:sp>
      <p:sp>
        <p:nvSpPr>
          <p:cNvPr id="2679" name="Google Shape;2679;p58"/>
          <p:cNvSpPr txBox="1"/>
          <p:nvPr>
            <p:ph idx="4294967295" type="ctrTitle"/>
          </p:nvPr>
        </p:nvSpPr>
        <p:spPr>
          <a:xfrm>
            <a:off x="3943606" y="4730057"/>
            <a:ext cx="629400" cy="242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sz="1400">
                <a:solidFill>
                  <a:schemeClr val="hlink"/>
                </a:solidFill>
                <a:uFill>
                  <a:noFill/>
                </a:uFill>
                <a:hlinkClick action="ppaction://hlinkshowjump?jump=previousslide"/>
              </a:rPr>
              <a:t>PREV</a:t>
            </a:r>
            <a:endParaRPr sz="1400"/>
          </a:p>
        </p:txBody>
      </p:sp>
      <p:sp>
        <p:nvSpPr>
          <p:cNvPr id="2680" name="Google Shape;2680;p58"/>
          <p:cNvSpPr txBox="1"/>
          <p:nvPr/>
        </p:nvSpPr>
        <p:spPr>
          <a:xfrm>
            <a:off x="1496775" y="4921600"/>
            <a:ext cx="167400" cy="4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lt2"/>
              </a:solidFill>
              <a:latin typeface="Nunito"/>
              <a:ea typeface="Nunito"/>
              <a:cs typeface="Nunito"/>
              <a:sym typeface="Nunito"/>
            </a:endParaRPr>
          </a:p>
        </p:txBody>
      </p:sp>
      <p:sp>
        <p:nvSpPr>
          <p:cNvPr id="2681" name="Google Shape;2681;p58"/>
          <p:cNvSpPr txBox="1"/>
          <p:nvPr/>
        </p:nvSpPr>
        <p:spPr>
          <a:xfrm>
            <a:off x="1852675" y="2469825"/>
            <a:ext cx="5641800" cy="1413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lt2"/>
                </a:solidFill>
                <a:latin typeface="Nunito"/>
                <a:ea typeface="Nunito"/>
                <a:cs typeface="Nunito"/>
                <a:sym typeface="Nunito"/>
              </a:rPr>
              <a:t>Atrial fibrillation (AFib) is an increasingly common heart condition that primarily affects older adults and individuals with cardiovascular risk factors. </a:t>
            </a:r>
            <a:endParaRPr sz="1800">
              <a:solidFill>
                <a:schemeClr val="lt2"/>
              </a:solidFill>
              <a:latin typeface="Nunito"/>
              <a:ea typeface="Nunito"/>
              <a:cs typeface="Nunito"/>
              <a:sym typeface="Nuni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2674"/>
                                        </p:tgtEl>
                                        <p:attrNameLst>
                                          <p:attrName>style.visibility</p:attrName>
                                        </p:attrNameLst>
                                      </p:cBhvr>
                                      <p:to>
                                        <p:strVal val="visible"/>
                                      </p:to>
                                    </p:set>
                                    <p:animEffect filter="fade" transition="in">
                                      <p:cBhvr>
                                        <p:cTn dur="1000"/>
                                        <p:tgtEl>
                                          <p:spTgt spid="2674"/>
                                        </p:tgtEl>
                                      </p:cBhvr>
                                    </p:animEffect>
                                  </p:childTnLst>
                                </p:cTn>
                              </p:par>
                              <p:par>
                                <p:cTn fill="hold" nodeType="withEffect" presetClass="entr" presetID="10" presetSubtype="0">
                                  <p:stCondLst>
                                    <p:cond delay="0"/>
                                  </p:stCondLst>
                                  <p:childTnLst>
                                    <p:set>
                                      <p:cBhvr>
                                        <p:cTn dur="1" fill="hold">
                                          <p:stCondLst>
                                            <p:cond delay="0"/>
                                          </p:stCondLst>
                                        </p:cTn>
                                        <p:tgtEl>
                                          <p:spTgt spid="2675"/>
                                        </p:tgtEl>
                                        <p:attrNameLst>
                                          <p:attrName>style.visibility</p:attrName>
                                        </p:attrNameLst>
                                      </p:cBhvr>
                                      <p:to>
                                        <p:strVal val="visible"/>
                                      </p:to>
                                    </p:set>
                                    <p:animEffect filter="fade" transition="in">
                                      <p:cBhvr>
                                        <p:cTn dur="1000"/>
                                        <p:tgtEl>
                                          <p:spTgt spid="2675"/>
                                        </p:tgtEl>
                                      </p:cBhvr>
                                    </p:animEffect>
                                  </p:childTnLst>
                                </p:cTn>
                              </p:par>
                              <p:par>
                                <p:cTn fill="hold" nodeType="withEffect" presetClass="entr" presetID="10" presetSubtype="0">
                                  <p:stCondLst>
                                    <p:cond delay="0"/>
                                  </p:stCondLst>
                                  <p:childTnLst>
                                    <p:set>
                                      <p:cBhvr>
                                        <p:cTn dur="1" fill="hold">
                                          <p:stCondLst>
                                            <p:cond delay="0"/>
                                          </p:stCondLst>
                                        </p:cTn>
                                        <p:tgtEl>
                                          <p:spTgt spid="2676"/>
                                        </p:tgtEl>
                                        <p:attrNameLst>
                                          <p:attrName>style.visibility</p:attrName>
                                        </p:attrNameLst>
                                      </p:cBhvr>
                                      <p:to>
                                        <p:strVal val="visible"/>
                                      </p:to>
                                    </p:set>
                                    <p:animEffect filter="fade" transition="in">
                                      <p:cBhvr>
                                        <p:cTn dur="1000"/>
                                        <p:tgtEl>
                                          <p:spTgt spid="267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5" name="Shape 2685"/>
        <p:cNvGrpSpPr/>
        <p:nvPr/>
      </p:nvGrpSpPr>
      <p:grpSpPr>
        <a:xfrm>
          <a:off x="0" y="0"/>
          <a:ext cx="0" cy="0"/>
          <a:chOff x="0" y="0"/>
          <a:chExt cx="0" cy="0"/>
        </a:xfrm>
      </p:grpSpPr>
      <p:sp>
        <p:nvSpPr>
          <p:cNvPr id="2686" name="Google Shape;2686;p59"/>
          <p:cNvSpPr/>
          <p:nvPr/>
        </p:nvSpPr>
        <p:spPr>
          <a:xfrm>
            <a:off x="713213" y="1069367"/>
            <a:ext cx="3984452" cy="3380928"/>
          </a:xfrm>
          <a:custGeom>
            <a:rect b="b" l="l" r="r" t="t"/>
            <a:pathLst>
              <a:path extrusionOk="0" h="189700" w="223563">
                <a:moveTo>
                  <a:pt x="92352" y="0"/>
                </a:moveTo>
                <a:cubicBezTo>
                  <a:pt x="91940" y="0"/>
                  <a:pt x="91528" y="8"/>
                  <a:pt x="91115" y="24"/>
                </a:cubicBezTo>
                <a:cubicBezTo>
                  <a:pt x="83193" y="482"/>
                  <a:pt x="75272" y="4425"/>
                  <a:pt x="70413" y="11044"/>
                </a:cubicBezTo>
                <a:cubicBezTo>
                  <a:pt x="65132" y="17627"/>
                  <a:pt x="65132" y="26429"/>
                  <a:pt x="60309" y="33470"/>
                </a:cubicBezTo>
                <a:cubicBezTo>
                  <a:pt x="53268" y="43610"/>
                  <a:pt x="40945" y="44032"/>
                  <a:pt x="29926" y="47131"/>
                </a:cubicBezTo>
                <a:cubicBezTo>
                  <a:pt x="17181" y="50193"/>
                  <a:pt x="6619" y="62093"/>
                  <a:pt x="2641" y="74416"/>
                </a:cubicBezTo>
                <a:cubicBezTo>
                  <a:pt x="0" y="84097"/>
                  <a:pt x="1338" y="95082"/>
                  <a:pt x="7922" y="102581"/>
                </a:cubicBezTo>
                <a:cubicBezTo>
                  <a:pt x="11900" y="107404"/>
                  <a:pt x="18484" y="110925"/>
                  <a:pt x="19364" y="117544"/>
                </a:cubicBezTo>
                <a:cubicBezTo>
                  <a:pt x="20702" y="124127"/>
                  <a:pt x="14963" y="129866"/>
                  <a:pt x="12322" y="136450"/>
                </a:cubicBezTo>
                <a:cubicBezTo>
                  <a:pt x="8802" y="145709"/>
                  <a:pt x="11900" y="156694"/>
                  <a:pt x="18941" y="163735"/>
                </a:cubicBezTo>
                <a:cubicBezTo>
                  <a:pt x="24831" y="169624"/>
                  <a:pt x="33183" y="172435"/>
                  <a:pt x="41670" y="172435"/>
                </a:cubicBezTo>
                <a:cubicBezTo>
                  <a:pt x="43330" y="172435"/>
                  <a:pt x="44996" y="172327"/>
                  <a:pt x="46649" y="172114"/>
                </a:cubicBezTo>
                <a:cubicBezTo>
                  <a:pt x="54570" y="171234"/>
                  <a:pt x="62069" y="167713"/>
                  <a:pt x="69991" y="165495"/>
                </a:cubicBezTo>
                <a:cubicBezTo>
                  <a:pt x="73177" y="164617"/>
                  <a:pt x="76573" y="164093"/>
                  <a:pt x="79926" y="164093"/>
                </a:cubicBezTo>
                <a:cubicBezTo>
                  <a:pt x="84910" y="164093"/>
                  <a:pt x="89799" y="165252"/>
                  <a:pt x="93755" y="168136"/>
                </a:cubicBezTo>
                <a:cubicBezTo>
                  <a:pt x="100339" y="172994"/>
                  <a:pt x="102557" y="182218"/>
                  <a:pt x="109598" y="186197"/>
                </a:cubicBezTo>
                <a:cubicBezTo>
                  <a:pt x="112307" y="187726"/>
                  <a:pt x="114985" y="188308"/>
                  <a:pt x="117650" y="188308"/>
                </a:cubicBezTo>
                <a:cubicBezTo>
                  <a:pt x="124927" y="188308"/>
                  <a:pt x="132103" y="183965"/>
                  <a:pt x="139524" y="182676"/>
                </a:cubicBezTo>
                <a:cubicBezTo>
                  <a:pt x="140404" y="182676"/>
                  <a:pt x="141707" y="182218"/>
                  <a:pt x="142587" y="182218"/>
                </a:cubicBezTo>
                <a:cubicBezTo>
                  <a:pt x="143077" y="182195"/>
                  <a:pt x="143567" y="182184"/>
                  <a:pt x="144056" y="182184"/>
                </a:cubicBezTo>
                <a:cubicBezTo>
                  <a:pt x="152368" y="182184"/>
                  <a:pt x="160680" y="185438"/>
                  <a:pt x="168992" y="187499"/>
                </a:cubicBezTo>
                <a:cubicBezTo>
                  <a:pt x="173393" y="188820"/>
                  <a:pt x="178014" y="189700"/>
                  <a:pt x="182525" y="189700"/>
                </a:cubicBezTo>
                <a:cubicBezTo>
                  <a:pt x="187035" y="189700"/>
                  <a:pt x="191436" y="188820"/>
                  <a:pt x="195397" y="186619"/>
                </a:cubicBezTo>
                <a:cubicBezTo>
                  <a:pt x="197157" y="185317"/>
                  <a:pt x="198918" y="183979"/>
                  <a:pt x="200256" y="182218"/>
                </a:cubicBezTo>
                <a:cubicBezTo>
                  <a:pt x="207297" y="172114"/>
                  <a:pt x="197157" y="158454"/>
                  <a:pt x="204656" y="147892"/>
                </a:cubicBezTo>
                <a:cubicBezTo>
                  <a:pt x="206417" y="145251"/>
                  <a:pt x="209480" y="143069"/>
                  <a:pt x="212120" y="140851"/>
                </a:cubicBezTo>
                <a:cubicBezTo>
                  <a:pt x="215218" y="138668"/>
                  <a:pt x="218281" y="136450"/>
                  <a:pt x="220042" y="133387"/>
                </a:cubicBezTo>
                <a:cubicBezTo>
                  <a:pt x="222260" y="130289"/>
                  <a:pt x="223562" y="126345"/>
                  <a:pt x="223140" y="122825"/>
                </a:cubicBezTo>
                <a:cubicBezTo>
                  <a:pt x="221802" y="116664"/>
                  <a:pt x="215641" y="113143"/>
                  <a:pt x="211240" y="108742"/>
                </a:cubicBezTo>
                <a:cubicBezTo>
                  <a:pt x="202016" y="100821"/>
                  <a:pt x="194975" y="86738"/>
                  <a:pt x="197615" y="74416"/>
                </a:cubicBezTo>
                <a:cubicBezTo>
                  <a:pt x="199375" y="66917"/>
                  <a:pt x="203319" y="59453"/>
                  <a:pt x="203319" y="51954"/>
                </a:cubicBezTo>
                <a:cubicBezTo>
                  <a:pt x="203319" y="42272"/>
                  <a:pt x="197157" y="33048"/>
                  <a:pt x="188356" y="29527"/>
                </a:cubicBezTo>
                <a:cubicBezTo>
                  <a:pt x="184708" y="27988"/>
                  <a:pt x="180885" y="27458"/>
                  <a:pt x="177002" y="27458"/>
                </a:cubicBezTo>
                <a:cubicBezTo>
                  <a:pt x="172003" y="27458"/>
                  <a:pt x="166904" y="28336"/>
                  <a:pt x="161951" y="29069"/>
                </a:cubicBezTo>
                <a:cubicBezTo>
                  <a:pt x="158076" y="29658"/>
                  <a:pt x="154030" y="30159"/>
                  <a:pt x="150078" y="30159"/>
                </a:cubicBezTo>
                <a:cubicBezTo>
                  <a:pt x="145054" y="30159"/>
                  <a:pt x="140181" y="29350"/>
                  <a:pt x="136003" y="26887"/>
                </a:cubicBezTo>
                <a:cubicBezTo>
                  <a:pt x="130722" y="23788"/>
                  <a:pt x="126744" y="18507"/>
                  <a:pt x="122343" y="14107"/>
                </a:cubicBezTo>
                <a:cubicBezTo>
                  <a:pt x="114697" y="6053"/>
                  <a:pt x="103772" y="0"/>
                  <a:pt x="9235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687" name="Google Shape;2687;p59"/>
          <p:cNvGrpSpPr/>
          <p:nvPr/>
        </p:nvGrpSpPr>
        <p:grpSpPr>
          <a:xfrm>
            <a:off x="713231" y="539495"/>
            <a:ext cx="4223988" cy="3765367"/>
            <a:chOff x="10461108" y="2321595"/>
            <a:chExt cx="4223988" cy="3765367"/>
          </a:xfrm>
        </p:grpSpPr>
        <p:sp>
          <p:nvSpPr>
            <p:cNvPr id="2688" name="Google Shape;2688;p59"/>
            <p:cNvSpPr/>
            <p:nvPr/>
          </p:nvSpPr>
          <p:spPr>
            <a:xfrm>
              <a:off x="10651491" y="2392092"/>
              <a:ext cx="260950" cy="257560"/>
            </a:xfrm>
            <a:custGeom>
              <a:rect b="b" l="l" r="r" t="t"/>
              <a:pathLst>
                <a:path extrusionOk="0" h="3975" w="4027">
                  <a:moveTo>
                    <a:pt x="2016" y="1"/>
                  </a:moveTo>
                  <a:lnTo>
                    <a:pt x="1633" y="1198"/>
                  </a:lnTo>
                  <a:lnTo>
                    <a:pt x="436" y="762"/>
                  </a:lnTo>
                  <a:lnTo>
                    <a:pt x="0" y="1959"/>
                  </a:lnTo>
                  <a:lnTo>
                    <a:pt x="1197" y="2395"/>
                  </a:lnTo>
                  <a:lnTo>
                    <a:pt x="819" y="3592"/>
                  </a:lnTo>
                  <a:lnTo>
                    <a:pt x="2016" y="3975"/>
                  </a:lnTo>
                  <a:lnTo>
                    <a:pt x="2394" y="2778"/>
                  </a:lnTo>
                  <a:lnTo>
                    <a:pt x="3591" y="3213"/>
                  </a:lnTo>
                  <a:lnTo>
                    <a:pt x="4027" y="2016"/>
                  </a:lnTo>
                  <a:lnTo>
                    <a:pt x="2830" y="1581"/>
                  </a:lnTo>
                  <a:lnTo>
                    <a:pt x="3213" y="384"/>
                  </a:lnTo>
                  <a:lnTo>
                    <a:pt x="201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9" name="Google Shape;2689;p59"/>
            <p:cNvSpPr/>
            <p:nvPr/>
          </p:nvSpPr>
          <p:spPr>
            <a:xfrm>
              <a:off x="14258583" y="3111316"/>
              <a:ext cx="257321" cy="257560"/>
            </a:xfrm>
            <a:custGeom>
              <a:rect b="b" l="l" r="r" t="t"/>
              <a:pathLst>
                <a:path extrusionOk="0" h="3975" w="3971">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0" name="Google Shape;2690;p59"/>
            <p:cNvSpPr/>
            <p:nvPr/>
          </p:nvSpPr>
          <p:spPr>
            <a:xfrm>
              <a:off x="12893895" y="2321595"/>
              <a:ext cx="243518" cy="243435"/>
            </a:xfrm>
            <a:custGeom>
              <a:rect b="b" l="l" r="r" t="t"/>
              <a:pathLst>
                <a:path extrusionOk="0" h="3757" w="3758">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1" name="Google Shape;2691;p59"/>
            <p:cNvSpPr/>
            <p:nvPr/>
          </p:nvSpPr>
          <p:spPr>
            <a:xfrm>
              <a:off x="13320667" y="5879034"/>
              <a:ext cx="207943" cy="207927"/>
            </a:xfrm>
            <a:custGeom>
              <a:rect b="b" l="l" r="r" t="t"/>
              <a:pathLst>
                <a:path extrusionOk="0" h="3209" w="3209">
                  <a:moveTo>
                    <a:pt x="1524" y="1"/>
                  </a:moveTo>
                  <a:lnTo>
                    <a:pt x="1250" y="980"/>
                  </a:lnTo>
                  <a:lnTo>
                    <a:pt x="271" y="706"/>
                  </a:lnTo>
                  <a:lnTo>
                    <a:pt x="1" y="1685"/>
                  </a:lnTo>
                  <a:lnTo>
                    <a:pt x="980" y="1960"/>
                  </a:lnTo>
                  <a:lnTo>
                    <a:pt x="706" y="2939"/>
                  </a:lnTo>
                  <a:lnTo>
                    <a:pt x="1685" y="3209"/>
                  </a:lnTo>
                  <a:lnTo>
                    <a:pt x="1960" y="2230"/>
                  </a:lnTo>
                  <a:lnTo>
                    <a:pt x="2939" y="2504"/>
                  </a:lnTo>
                  <a:lnTo>
                    <a:pt x="3209" y="1524"/>
                  </a:lnTo>
                  <a:lnTo>
                    <a:pt x="2230" y="1250"/>
                  </a:lnTo>
                  <a:lnTo>
                    <a:pt x="2504" y="271"/>
                  </a:lnTo>
                  <a:lnTo>
                    <a:pt x="1524"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2" name="Google Shape;2692;p59"/>
            <p:cNvSpPr/>
            <p:nvPr/>
          </p:nvSpPr>
          <p:spPr>
            <a:xfrm>
              <a:off x="10492925" y="4398274"/>
              <a:ext cx="261014" cy="257301"/>
            </a:xfrm>
            <a:custGeom>
              <a:rect b="b" l="l" r="r" t="t"/>
              <a:pathLst>
                <a:path extrusionOk="0" h="3971" w="4028">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3" name="Google Shape;2693;p59"/>
            <p:cNvSpPr/>
            <p:nvPr/>
          </p:nvSpPr>
          <p:spPr>
            <a:xfrm>
              <a:off x="14558153" y="4986937"/>
              <a:ext cx="60134" cy="56501"/>
            </a:xfrm>
            <a:custGeom>
              <a:rect b="b" l="l" r="r" t="t"/>
              <a:pathLst>
                <a:path extrusionOk="0" h="872" w="928">
                  <a:moveTo>
                    <a:pt x="435" y="1"/>
                  </a:moveTo>
                  <a:cubicBezTo>
                    <a:pt x="218" y="1"/>
                    <a:pt x="0" y="166"/>
                    <a:pt x="0" y="436"/>
                  </a:cubicBezTo>
                  <a:cubicBezTo>
                    <a:pt x="0" y="710"/>
                    <a:pt x="218" y="871"/>
                    <a:pt x="435" y="871"/>
                  </a:cubicBezTo>
                  <a:cubicBezTo>
                    <a:pt x="710" y="871"/>
                    <a:pt x="927" y="710"/>
                    <a:pt x="927" y="436"/>
                  </a:cubicBezTo>
                  <a:cubicBezTo>
                    <a:pt x="927" y="166"/>
                    <a:pt x="710" y="1"/>
                    <a:pt x="4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4" name="Google Shape;2694;p59"/>
            <p:cNvSpPr/>
            <p:nvPr/>
          </p:nvSpPr>
          <p:spPr>
            <a:xfrm>
              <a:off x="14628655" y="3534363"/>
              <a:ext cx="56441" cy="60195"/>
            </a:xfrm>
            <a:custGeom>
              <a:rect b="b" l="l" r="r" t="t"/>
              <a:pathLst>
                <a:path extrusionOk="0" h="929" w="871">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5" name="Google Shape;2695;p59"/>
            <p:cNvSpPr/>
            <p:nvPr/>
          </p:nvSpPr>
          <p:spPr>
            <a:xfrm>
              <a:off x="14166891" y="2836326"/>
              <a:ext cx="56506" cy="60130"/>
            </a:xfrm>
            <a:custGeom>
              <a:rect b="b" l="l" r="r" t="t"/>
              <a:pathLst>
                <a:path extrusionOk="0" h="928" w="872">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6" name="Google Shape;2696;p59"/>
            <p:cNvSpPr/>
            <p:nvPr/>
          </p:nvSpPr>
          <p:spPr>
            <a:xfrm>
              <a:off x="14068200" y="2420277"/>
              <a:ext cx="56441" cy="56501"/>
            </a:xfrm>
            <a:custGeom>
              <a:rect b="b" l="l" r="r" t="t"/>
              <a:pathLst>
                <a:path extrusionOk="0" h="872" w="871">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7" name="Google Shape;2697;p59"/>
            <p:cNvSpPr/>
            <p:nvPr/>
          </p:nvSpPr>
          <p:spPr>
            <a:xfrm>
              <a:off x="12414375" y="2529716"/>
              <a:ext cx="60199" cy="59871"/>
            </a:xfrm>
            <a:custGeom>
              <a:rect b="b" l="l" r="r" t="t"/>
              <a:pathLst>
                <a:path extrusionOk="0" h="924" w="929">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8" name="Google Shape;2698;p59"/>
            <p:cNvSpPr/>
            <p:nvPr/>
          </p:nvSpPr>
          <p:spPr>
            <a:xfrm>
              <a:off x="11367336" y="2466282"/>
              <a:ext cx="59875" cy="56436"/>
            </a:xfrm>
            <a:custGeom>
              <a:rect b="b" l="l" r="r" t="t"/>
              <a:pathLst>
                <a:path extrusionOk="0" h="871" w="924">
                  <a:moveTo>
                    <a:pt x="436" y="0"/>
                  </a:moveTo>
                  <a:cubicBezTo>
                    <a:pt x="219" y="0"/>
                    <a:pt x="1" y="161"/>
                    <a:pt x="1" y="436"/>
                  </a:cubicBezTo>
                  <a:cubicBezTo>
                    <a:pt x="1" y="653"/>
                    <a:pt x="219" y="871"/>
                    <a:pt x="436" y="871"/>
                  </a:cubicBezTo>
                  <a:cubicBezTo>
                    <a:pt x="706" y="871"/>
                    <a:pt x="924" y="653"/>
                    <a:pt x="924" y="436"/>
                  </a:cubicBezTo>
                  <a:cubicBezTo>
                    <a:pt x="924" y="161"/>
                    <a:pt x="706"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9" name="Google Shape;2699;p59"/>
            <p:cNvSpPr/>
            <p:nvPr/>
          </p:nvSpPr>
          <p:spPr>
            <a:xfrm>
              <a:off x="10461108" y="2804706"/>
              <a:ext cx="60134" cy="56501"/>
            </a:xfrm>
            <a:custGeom>
              <a:rect b="b" l="l" r="r" t="t"/>
              <a:pathLst>
                <a:path extrusionOk="0" h="872" w="928">
                  <a:moveTo>
                    <a:pt x="492" y="1"/>
                  </a:moveTo>
                  <a:cubicBezTo>
                    <a:pt x="218" y="1"/>
                    <a:pt x="0" y="162"/>
                    <a:pt x="0" y="436"/>
                  </a:cubicBezTo>
                  <a:cubicBezTo>
                    <a:pt x="0" y="706"/>
                    <a:pt x="218" y="872"/>
                    <a:pt x="492" y="872"/>
                  </a:cubicBezTo>
                  <a:cubicBezTo>
                    <a:pt x="710" y="872"/>
                    <a:pt x="927" y="706"/>
                    <a:pt x="927" y="436"/>
                  </a:cubicBezTo>
                  <a:cubicBezTo>
                    <a:pt x="927" y="162"/>
                    <a:pt x="710" y="1"/>
                    <a:pt x="49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0" name="Google Shape;2700;p59"/>
            <p:cNvSpPr/>
            <p:nvPr/>
          </p:nvSpPr>
          <p:spPr>
            <a:xfrm>
              <a:off x="10623238" y="4112593"/>
              <a:ext cx="60199" cy="60130"/>
            </a:xfrm>
            <a:custGeom>
              <a:rect b="b" l="l" r="r" t="t"/>
              <a:pathLst>
                <a:path extrusionOk="0" h="928" w="929">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1" name="Google Shape;2701;p59"/>
            <p:cNvSpPr/>
            <p:nvPr/>
          </p:nvSpPr>
          <p:spPr>
            <a:xfrm>
              <a:off x="10782063" y="5047002"/>
              <a:ext cx="59875" cy="59871"/>
            </a:xfrm>
            <a:custGeom>
              <a:rect b="b" l="l" r="r" t="t"/>
              <a:pathLst>
                <a:path extrusionOk="0" h="924" w="924">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2" name="Google Shape;2702;p59"/>
            <p:cNvSpPr/>
            <p:nvPr/>
          </p:nvSpPr>
          <p:spPr>
            <a:xfrm>
              <a:off x="12950335" y="6002339"/>
              <a:ext cx="60134" cy="60130"/>
            </a:xfrm>
            <a:custGeom>
              <a:rect b="b" l="l" r="r" t="t"/>
              <a:pathLst>
                <a:path extrusionOk="0" h="928" w="928">
                  <a:moveTo>
                    <a:pt x="436" y="0"/>
                  </a:moveTo>
                  <a:cubicBezTo>
                    <a:pt x="218" y="0"/>
                    <a:pt x="1" y="218"/>
                    <a:pt x="1" y="492"/>
                  </a:cubicBezTo>
                  <a:cubicBezTo>
                    <a:pt x="1" y="710"/>
                    <a:pt x="218" y="927"/>
                    <a:pt x="436" y="927"/>
                  </a:cubicBezTo>
                  <a:cubicBezTo>
                    <a:pt x="710" y="927"/>
                    <a:pt x="928" y="710"/>
                    <a:pt x="928" y="492"/>
                  </a:cubicBezTo>
                  <a:cubicBezTo>
                    <a:pt x="928" y="218"/>
                    <a:pt x="710"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3" name="Google Shape;2703;p59"/>
            <p:cNvSpPr/>
            <p:nvPr/>
          </p:nvSpPr>
          <p:spPr>
            <a:xfrm>
              <a:off x="13877753" y="5762598"/>
              <a:ext cx="59875" cy="56436"/>
            </a:xfrm>
            <a:custGeom>
              <a:rect b="b" l="l" r="r" t="t"/>
              <a:pathLst>
                <a:path extrusionOk="0" h="871" w="924">
                  <a:moveTo>
                    <a:pt x="436" y="0"/>
                  </a:moveTo>
                  <a:cubicBezTo>
                    <a:pt x="219" y="0"/>
                    <a:pt x="1" y="165"/>
                    <a:pt x="1" y="435"/>
                  </a:cubicBezTo>
                  <a:cubicBezTo>
                    <a:pt x="1" y="710"/>
                    <a:pt x="219" y="871"/>
                    <a:pt x="436" y="871"/>
                  </a:cubicBezTo>
                  <a:cubicBezTo>
                    <a:pt x="706" y="871"/>
                    <a:pt x="924" y="710"/>
                    <a:pt x="924" y="435"/>
                  </a:cubicBezTo>
                  <a:cubicBezTo>
                    <a:pt x="924" y="165"/>
                    <a:pt x="706" y="0"/>
                    <a:pt x="4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4" name="Google Shape;2704;p59"/>
            <p:cNvSpPr/>
            <p:nvPr/>
          </p:nvSpPr>
          <p:spPr>
            <a:xfrm>
              <a:off x="11631655" y="5818969"/>
              <a:ext cx="60134" cy="60130"/>
            </a:xfrm>
            <a:custGeom>
              <a:rect b="b" l="l" r="r" t="t"/>
              <a:pathLst>
                <a:path extrusionOk="0" h="928" w="928">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05" name="Google Shape;2705;p59"/>
          <p:cNvSpPr txBox="1"/>
          <p:nvPr>
            <p:ph idx="1" type="subTitle"/>
          </p:nvPr>
        </p:nvSpPr>
        <p:spPr>
          <a:xfrm>
            <a:off x="4926275" y="1550675"/>
            <a:ext cx="3401100" cy="1190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AFib is characterized by an irregular and often rapid heart rhythm, which leads to the chaotic beating of the atria (upper heart chambers).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irregular rhythm can result in blood clots forming in the heart, potentially leading to stroke, heart failure, and other serious heart-related complications.</a:t>
            </a:r>
            <a:endParaRPr/>
          </a:p>
        </p:txBody>
      </p:sp>
      <p:sp>
        <p:nvSpPr>
          <p:cNvPr id="2706" name="Google Shape;2706;p59"/>
          <p:cNvSpPr txBox="1"/>
          <p:nvPr>
            <p:ph type="title"/>
          </p:nvPr>
        </p:nvSpPr>
        <p:spPr>
          <a:xfrm>
            <a:off x="4937225" y="1046450"/>
            <a:ext cx="3401100" cy="478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INTRODUCTION</a:t>
            </a:r>
            <a:endParaRPr/>
          </a:p>
        </p:txBody>
      </p:sp>
      <p:grpSp>
        <p:nvGrpSpPr>
          <p:cNvPr id="2707" name="Google Shape;2707;p59"/>
          <p:cNvGrpSpPr/>
          <p:nvPr/>
        </p:nvGrpSpPr>
        <p:grpSpPr>
          <a:xfrm>
            <a:off x="1752308" y="1077350"/>
            <a:ext cx="1906260" cy="3364963"/>
            <a:chOff x="3451925" y="3129975"/>
            <a:chExt cx="1308975" cy="2310625"/>
          </a:xfrm>
        </p:grpSpPr>
        <p:sp>
          <p:nvSpPr>
            <p:cNvPr id="2708" name="Google Shape;2708;p59"/>
            <p:cNvSpPr/>
            <p:nvPr/>
          </p:nvSpPr>
          <p:spPr>
            <a:xfrm>
              <a:off x="4083175" y="3771050"/>
              <a:ext cx="609800" cy="249475"/>
            </a:xfrm>
            <a:custGeom>
              <a:rect b="b" l="l" r="r" t="t"/>
              <a:pathLst>
                <a:path extrusionOk="0" h="9979" w="24392">
                  <a:moveTo>
                    <a:pt x="6377" y="0"/>
                  </a:moveTo>
                  <a:cubicBezTo>
                    <a:pt x="3614" y="0"/>
                    <a:pt x="1305" y="219"/>
                    <a:pt x="312" y="815"/>
                  </a:cubicBezTo>
                  <a:lnTo>
                    <a:pt x="1" y="2237"/>
                  </a:lnTo>
                  <a:lnTo>
                    <a:pt x="189" y="2855"/>
                  </a:lnTo>
                  <a:cubicBezTo>
                    <a:pt x="189" y="2855"/>
                    <a:pt x="10685" y="7607"/>
                    <a:pt x="17970" y="9582"/>
                  </a:cubicBezTo>
                  <a:cubicBezTo>
                    <a:pt x="18740" y="9875"/>
                    <a:pt x="19482" y="9979"/>
                    <a:pt x="20145" y="9979"/>
                  </a:cubicBezTo>
                  <a:cubicBezTo>
                    <a:pt x="21717" y="9979"/>
                    <a:pt x="22846" y="9400"/>
                    <a:pt x="22846" y="9400"/>
                  </a:cubicBezTo>
                  <a:cubicBezTo>
                    <a:pt x="24392" y="5878"/>
                    <a:pt x="23587" y="2731"/>
                    <a:pt x="21858" y="1432"/>
                  </a:cubicBezTo>
                  <a:cubicBezTo>
                    <a:pt x="20058" y="973"/>
                    <a:pt x="12206" y="0"/>
                    <a:pt x="6377" y="0"/>
                  </a:cubicBezTo>
                  <a:close/>
                </a:path>
              </a:pathLst>
            </a:custGeom>
            <a:solidFill>
              <a:srgbClr val="9B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9" name="Google Shape;2709;p59"/>
            <p:cNvSpPr/>
            <p:nvPr/>
          </p:nvSpPr>
          <p:spPr>
            <a:xfrm>
              <a:off x="4050825" y="3157075"/>
              <a:ext cx="376650" cy="631275"/>
            </a:xfrm>
            <a:custGeom>
              <a:rect b="b" l="l" r="r" t="t"/>
              <a:pathLst>
                <a:path extrusionOk="0" h="25251" w="15066">
                  <a:moveTo>
                    <a:pt x="6481" y="306"/>
                  </a:moveTo>
                  <a:cubicBezTo>
                    <a:pt x="6481" y="430"/>
                    <a:pt x="6481" y="494"/>
                    <a:pt x="6422" y="677"/>
                  </a:cubicBezTo>
                  <a:cubicBezTo>
                    <a:pt x="6481" y="617"/>
                    <a:pt x="6545" y="617"/>
                    <a:pt x="6605" y="617"/>
                  </a:cubicBezTo>
                  <a:cubicBezTo>
                    <a:pt x="6605" y="494"/>
                    <a:pt x="6545" y="370"/>
                    <a:pt x="6481" y="306"/>
                  </a:cubicBezTo>
                  <a:close/>
                  <a:moveTo>
                    <a:pt x="1" y="0"/>
                  </a:moveTo>
                  <a:cubicBezTo>
                    <a:pt x="307" y="1665"/>
                    <a:pt x="307" y="7533"/>
                    <a:pt x="677" y="8827"/>
                  </a:cubicBezTo>
                  <a:cubicBezTo>
                    <a:pt x="801" y="9197"/>
                    <a:pt x="865" y="9444"/>
                    <a:pt x="924" y="9568"/>
                  </a:cubicBezTo>
                  <a:cubicBezTo>
                    <a:pt x="924" y="9508"/>
                    <a:pt x="865" y="9385"/>
                    <a:pt x="865" y="9261"/>
                  </a:cubicBezTo>
                  <a:cubicBezTo>
                    <a:pt x="431" y="7780"/>
                    <a:pt x="495" y="924"/>
                    <a:pt x="60" y="59"/>
                  </a:cubicBezTo>
                  <a:cubicBezTo>
                    <a:pt x="60" y="59"/>
                    <a:pt x="60" y="0"/>
                    <a:pt x="1" y="0"/>
                  </a:cubicBezTo>
                  <a:close/>
                  <a:moveTo>
                    <a:pt x="10744" y="1294"/>
                  </a:moveTo>
                  <a:cubicBezTo>
                    <a:pt x="10803" y="2346"/>
                    <a:pt x="10991" y="5557"/>
                    <a:pt x="10991" y="7656"/>
                  </a:cubicBezTo>
                  <a:cubicBezTo>
                    <a:pt x="10991" y="8456"/>
                    <a:pt x="11238" y="9385"/>
                    <a:pt x="11544" y="10185"/>
                  </a:cubicBezTo>
                  <a:cubicBezTo>
                    <a:pt x="11297" y="9508"/>
                    <a:pt x="11114" y="8768"/>
                    <a:pt x="11114" y="8086"/>
                  </a:cubicBezTo>
                  <a:cubicBezTo>
                    <a:pt x="11114" y="5493"/>
                    <a:pt x="10867" y="1358"/>
                    <a:pt x="10867" y="1358"/>
                  </a:cubicBezTo>
                  <a:cubicBezTo>
                    <a:pt x="10867" y="1358"/>
                    <a:pt x="10803" y="1294"/>
                    <a:pt x="10744" y="1294"/>
                  </a:cubicBezTo>
                  <a:close/>
                  <a:moveTo>
                    <a:pt x="13708" y="14507"/>
                  </a:moveTo>
                  <a:cubicBezTo>
                    <a:pt x="14137" y="15806"/>
                    <a:pt x="14755" y="18459"/>
                    <a:pt x="13396" y="20805"/>
                  </a:cubicBezTo>
                  <a:cubicBezTo>
                    <a:pt x="11421" y="23275"/>
                    <a:pt x="9509" y="23956"/>
                    <a:pt x="7904" y="23956"/>
                  </a:cubicBezTo>
                  <a:cubicBezTo>
                    <a:pt x="5928" y="23956"/>
                    <a:pt x="4506" y="22781"/>
                    <a:pt x="4506" y="22781"/>
                  </a:cubicBezTo>
                  <a:cubicBezTo>
                    <a:pt x="4506" y="22781"/>
                    <a:pt x="4076" y="22040"/>
                    <a:pt x="3705" y="22040"/>
                  </a:cubicBezTo>
                  <a:cubicBezTo>
                    <a:pt x="3641" y="22040"/>
                    <a:pt x="3582" y="22040"/>
                    <a:pt x="3518" y="22104"/>
                  </a:cubicBezTo>
                  <a:cubicBezTo>
                    <a:pt x="2530" y="22781"/>
                    <a:pt x="2036" y="24080"/>
                    <a:pt x="1853" y="25250"/>
                  </a:cubicBezTo>
                  <a:cubicBezTo>
                    <a:pt x="1912" y="25191"/>
                    <a:pt x="1977" y="25191"/>
                    <a:pt x="2100" y="25127"/>
                  </a:cubicBezTo>
                  <a:cubicBezTo>
                    <a:pt x="2347" y="24139"/>
                    <a:pt x="2841" y="23092"/>
                    <a:pt x="3641" y="22534"/>
                  </a:cubicBezTo>
                  <a:cubicBezTo>
                    <a:pt x="3705" y="22474"/>
                    <a:pt x="3765" y="22474"/>
                    <a:pt x="3829" y="22474"/>
                  </a:cubicBezTo>
                  <a:cubicBezTo>
                    <a:pt x="4259" y="22474"/>
                    <a:pt x="4693" y="23215"/>
                    <a:pt x="4693" y="23215"/>
                  </a:cubicBezTo>
                  <a:cubicBezTo>
                    <a:pt x="4693" y="23215"/>
                    <a:pt x="6052" y="24386"/>
                    <a:pt x="8087" y="24386"/>
                  </a:cubicBezTo>
                  <a:cubicBezTo>
                    <a:pt x="9633" y="24386"/>
                    <a:pt x="11544" y="23645"/>
                    <a:pt x="13520" y="21240"/>
                  </a:cubicBezTo>
                  <a:cubicBezTo>
                    <a:pt x="15066" y="18582"/>
                    <a:pt x="14137" y="15559"/>
                    <a:pt x="13708" y="14507"/>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0" name="Google Shape;2710;p59"/>
            <p:cNvSpPr/>
            <p:nvPr/>
          </p:nvSpPr>
          <p:spPr>
            <a:xfrm>
              <a:off x="4092450" y="3785225"/>
              <a:ext cx="10900" cy="37075"/>
            </a:xfrm>
            <a:custGeom>
              <a:rect b="b" l="l" r="r" t="t"/>
              <a:pathLst>
                <a:path extrusionOk="0" h="1483" w="436">
                  <a:moveTo>
                    <a:pt x="435" y="1"/>
                  </a:moveTo>
                  <a:cubicBezTo>
                    <a:pt x="312" y="65"/>
                    <a:pt x="247" y="65"/>
                    <a:pt x="188" y="124"/>
                  </a:cubicBezTo>
                  <a:cubicBezTo>
                    <a:pt x="65" y="618"/>
                    <a:pt x="0" y="1112"/>
                    <a:pt x="0" y="1483"/>
                  </a:cubicBezTo>
                  <a:cubicBezTo>
                    <a:pt x="65" y="1483"/>
                    <a:pt x="124" y="1483"/>
                    <a:pt x="188" y="1423"/>
                  </a:cubicBezTo>
                  <a:cubicBezTo>
                    <a:pt x="247" y="989"/>
                    <a:pt x="312" y="495"/>
                    <a:pt x="435" y="1"/>
                  </a:cubicBezTo>
                  <a:close/>
                </a:path>
              </a:pathLst>
            </a:custGeom>
            <a:solidFill>
              <a:srgbClr val="8721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1" name="Google Shape;2711;p59"/>
            <p:cNvSpPr/>
            <p:nvPr/>
          </p:nvSpPr>
          <p:spPr>
            <a:xfrm>
              <a:off x="4588000" y="3823875"/>
              <a:ext cx="78675" cy="174400"/>
            </a:xfrm>
            <a:custGeom>
              <a:rect b="b" l="l" r="r" t="t"/>
              <a:pathLst>
                <a:path extrusionOk="0" h="6976" w="3147">
                  <a:moveTo>
                    <a:pt x="1482" y="1"/>
                  </a:moveTo>
                  <a:cubicBezTo>
                    <a:pt x="1171" y="1"/>
                    <a:pt x="800" y="60"/>
                    <a:pt x="618" y="307"/>
                  </a:cubicBezTo>
                  <a:cubicBezTo>
                    <a:pt x="494" y="495"/>
                    <a:pt x="494" y="678"/>
                    <a:pt x="430" y="865"/>
                  </a:cubicBezTo>
                  <a:cubicBezTo>
                    <a:pt x="306" y="1606"/>
                    <a:pt x="247" y="2406"/>
                    <a:pt x="183" y="3147"/>
                  </a:cubicBezTo>
                  <a:cubicBezTo>
                    <a:pt x="59" y="4259"/>
                    <a:pt x="0" y="5558"/>
                    <a:pt x="741" y="6422"/>
                  </a:cubicBezTo>
                  <a:cubicBezTo>
                    <a:pt x="988" y="6728"/>
                    <a:pt x="1294" y="6975"/>
                    <a:pt x="1729" y="6975"/>
                  </a:cubicBezTo>
                  <a:lnTo>
                    <a:pt x="1852" y="6975"/>
                  </a:lnTo>
                  <a:cubicBezTo>
                    <a:pt x="2159" y="6916"/>
                    <a:pt x="2470" y="6605"/>
                    <a:pt x="2653" y="6299"/>
                  </a:cubicBezTo>
                  <a:cubicBezTo>
                    <a:pt x="2776" y="5987"/>
                    <a:pt x="2840" y="5681"/>
                    <a:pt x="2900" y="5311"/>
                  </a:cubicBezTo>
                  <a:cubicBezTo>
                    <a:pt x="3147" y="3459"/>
                    <a:pt x="2964" y="1419"/>
                    <a:pt x="1788" y="1"/>
                  </a:cubicBezTo>
                  <a:close/>
                </a:path>
              </a:pathLst>
            </a:custGeom>
            <a:solidFill>
              <a:srgbClr val="8721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2" name="Google Shape;2712;p59"/>
            <p:cNvSpPr/>
            <p:nvPr/>
          </p:nvSpPr>
          <p:spPr>
            <a:xfrm>
              <a:off x="3799175" y="3129975"/>
              <a:ext cx="632875" cy="939300"/>
            </a:xfrm>
            <a:custGeom>
              <a:rect b="b" l="l" r="r" t="t"/>
              <a:pathLst>
                <a:path extrusionOk="0" h="37572" w="25315">
                  <a:moveTo>
                    <a:pt x="7830" y="0"/>
                  </a:moveTo>
                  <a:cubicBezTo>
                    <a:pt x="6037" y="0"/>
                    <a:pt x="3952" y="714"/>
                    <a:pt x="3952" y="714"/>
                  </a:cubicBezTo>
                  <a:lnTo>
                    <a:pt x="3952" y="7812"/>
                  </a:lnTo>
                  <a:lnTo>
                    <a:pt x="2164" y="19360"/>
                  </a:lnTo>
                  <a:lnTo>
                    <a:pt x="0" y="29115"/>
                  </a:lnTo>
                  <a:lnTo>
                    <a:pt x="988" y="37572"/>
                  </a:lnTo>
                  <a:lnTo>
                    <a:pt x="11672" y="28621"/>
                  </a:lnTo>
                  <a:cubicBezTo>
                    <a:pt x="11672" y="28621"/>
                    <a:pt x="11549" y="24606"/>
                    <a:pt x="13584" y="23188"/>
                  </a:cubicBezTo>
                  <a:cubicBezTo>
                    <a:pt x="13643" y="23146"/>
                    <a:pt x="13704" y="23127"/>
                    <a:pt x="13766" y="23127"/>
                  </a:cubicBezTo>
                  <a:cubicBezTo>
                    <a:pt x="14159" y="23127"/>
                    <a:pt x="14572" y="23865"/>
                    <a:pt x="14572" y="23865"/>
                  </a:cubicBezTo>
                  <a:cubicBezTo>
                    <a:pt x="14572" y="23865"/>
                    <a:pt x="15949" y="25027"/>
                    <a:pt x="17972" y="25027"/>
                  </a:cubicBezTo>
                  <a:cubicBezTo>
                    <a:pt x="19531" y="25027"/>
                    <a:pt x="21473" y="24336"/>
                    <a:pt x="23462" y="21889"/>
                  </a:cubicBezTo>
                  <a:cubicBezTo>
                    <a:pt x="25315" y="18619"/>
                    <a:pt x="23462" y="14791"/>
                    <a:pt x="23462" y="14791"/>
                  </a:cubicBezTo>
                  <a:cubicBezTo>
                    <a:pt x="23462" y="14791"/>
                    <a:pt x="21057" y="11333"/>
                    <a:pt x="21057" y="8740"/>
                  </a:cubicBezTo>
                  <a:cubicBezTo>
                    <a:pt x="21057" y="6206"/>
                    <a:pt x="20810" y="2008"/>
                    <a:pt x="20810" y="2008"/>
                  </a:cubicBezTo>
                  <a:cubicBezTo>
                    <a:pt x="20810" y="2008"/>
                    <a:pt x="19904" y="1538"/>
                    <a:pt x="18365" y="1538"/>
                  </a:cubicBezTo>
                  <a:cubicBezTo>
                    <a:pt x="17816" y="1538"/>
                    <a:pt x="17186" y="1598"/>
                    <a:pt x="16488" y="1761"/>
                  </a:cubicBezTo>
                  <a:cubicBezTo>
                    <a:pt x="16671" y="1267"/>
                    <a:pt x="16365" y="896"/>
                    <a:pt x="16365" y="896"/>
                  </a:cubicBezTo>
                  <a:cubicBezTo>
                    <a:pt x="16365" y="896"/>
                    <a:pt x="15855" y="860"/>
                    <a:pt x="15170" y="860"/>
                  </a:cubicBezTo>
                  <a:cubicBezTo>
                    <a:pt x="13862" y="860"/>
                    <a:pt x="11915" y="992"/>
                    <a:pt x="11672" y="1761"/>
                  </a:cubicBezTo>
                  <a:cubicBezTo>
                    <a:pt x="11672" y="3613"/>
                    <a:pt x="12102" y="10405"/>
                    <a:pt x="11672" y="10716"/>
                  </a:cubicBezTo>
                  <a:cubicBezTo>
                    <a:pt x="11480" y="10825"/>
                    <a:pt x="11361" y="10970"/>
                    <a:pt x="11251" y="10970"/>
                  </a:cubicBezTo>
                  <a:cubicBezTo>
                    <a:pt x="11112" y="10970"/>
                    <a:pt x="10986" y="10738"/>
                    <a:pt x="10743" y="9911"/>
                  </a:cubicBezTo>
                  <a:cubicBezTo>
                    <a:pt x="10314" y="8493"/>
                    <a:pt x="10437" y="1578"/>
                    <a:pt x="10003" y="714"/>
                  </a:cubicBezTo>
                  <a:cubicBezTo>
                    <a:pt x="9550" y="178"/>
                    <a:pt x="8727" y="0"/>
                    <a:pt x="78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3" name="Google Shape;2713;p59"/>
            <p:cNvSpPr/>
            <p:nvPr/>
          </p:nvSpPr>
          <p:spPr>
            <a:xfrm>
              <a:off x="3820775" y="3183250"/>
              <a:ext cx="243900" cy="734750"/>
            </a:xfrm>
            <a:custGeom>
              <a:rect b="b" l="l" r="r" t="t"/>
              <a:pathLst>
                <a:path extrusionOk="0" h="29390" w="9756">
                  <a:moveTo>
                    <a:pt x="3211" y="0"/>
                  </a:moveTo>
                  <a:lnTo>
                    <a:pt x="3211" y="3769"/>
                  </a:lnTo>
                  <a:cubicBezTo>
                    <a:pt x="3211" y="3769"/>
                    <a:pt x="3399" y="3705"/>
                    <a:pt x="3705" y="3522"/>
                  </a:cubicBezTo>
                  <a:lnTo>
                    <a:pt x="3705" y="247"/>
                  </a:lnTo>
                  <a:cubicBezTo>
                    <a:pt x="3705" y="247"/>
                    <a:pt x="3522" y="188"/>
                    <a:pt x="3211" y="0"/>
                  </a:cubicBezTo>
                  <a:close/>
                  <a:moveTo>
                    <a:pt x="7904" y="2534"/>
                  </a:moveTo>
                  <a:cubicBezTo>
                    <a:pt x="7904" y="2593"/>
                    <a:pt x="7968" y="2593"/>
                    <a:pt x="7968" y="2658"/>
                  </a:cubicBezTo>
                  <a:cubicBezTo>
                    <a:pt x="8027" y="2781"/>
                    <a:pt x="8151" y="2964"/>
                    <a:pt x="8215" y="3087"/>
                  </a:cubicBezTo>
                  <a:cubicBezTo>
                    <a:pt x="8462" y="3581"/>
                    <a:pt x="8645" y="4199"/>
                    <a:pt x="8768" y="4757"/>
                  </a:cubicBezTo>
                  <a:cubicBezTo>
                    <a:pt x="8956" y="5498"/>
                    <a:pt x="9015" y="6298"/>
                    <a:pt x="8956" y="7039"/>
                  </a:cubicBezTo>
                  <a:cubicBezTo>
                    <a:pt x="8892" y="7474"/>
                    <a:pt x="8892" y="7844"/>
                    <a:pt x="8832" y="7967"/>
                  </a:cubicBezTo>
                  <a:lnTo>
                    <a:pt x="8832" y="8027"/>
                  </a:lnTo>
                  <a:lnTo>
                    <a:pt x="8768" y="8027"/>
                  </a:lnTo>
                  <a:cubicBezTo>
                    <a:pt x="8521" y="8150"/>
                    <a:pt x="5869" y="10067"/>
                    <a:pt x="5558" y="10249"/>
                  </a:cubicBezTo>
                  <a:cubicBezTo>
                    <a:pt x="5187" y="10437"/>
                    <a:pt x="3522" y="12225"/>
                    <a:pt x="3522" y="12225"/>
                  </a:cubicBezTo>
                  <a:cubicBezTo>
                    <a:pt x="3522" y="12225"/>
                    <a:pt x="3769" y="14512"/>
                    <a:pt x="2658" y="16794"/>
                  </a:cubicBezTo>
                  <a:cubicBezTo>
                    <a:pt x="1547" y="19081"/>
                    <a:pt x="618" y="23956"/>
                    <a:pt x="248" y="25191"/>
                  </a:cubicBezTo>
                  <a:cubicBezTo>
                    <a:pt x="1" y="26179"/>
                    <a:pt x="124" y="28219"/>
                    <a:pt x="248" y="29143"/>
                  </a:cubicBezTo>
                  <a:cubicBezTo>
                    <a:pt x="371" y="29207"/>
                    <a:pt x="559" y="29266"/>
                    <a:pt x="682" y="29390"/>
                  </a:cubicBezTo>
                  <a:cubicBezTo>
                    <a:pt x="618" y="28466"/>
                    <a:pt x="495" y="26490"/>
                    <a:pt x="742" y="25502"/>
                  </a:cubicBezTo>
                  <a:cubicBezTo>
                    <a:pt x="1112" y="24203"/>
                    <a:pt x="2041" y="19387"/>
                    <a:pt x="3152" y="17105"/>
                  </a:cubicBezTo>
                  <a:cubicBezTo>
                    <a:pt x="4263" y="14818"/>
                    <a:pt x="3952" y="12472"/>
                    <a:pt x="3952" y="12472"/>
                  </a:cubicBezTo>
                  <a:cubicBezTo>
                    <a:pt x="3952" y="12472"/>
                    <a:pt x="5681" y="10684"/>
                    <a:pt x="5992" y="10561"/>
                  </a:cubicBezTo>
                  <a:cubicBezTo>
                    <a:pt x="6363" y="10373"/>
                    <a:pt x="9015" y="8397"/>
                    <a:pt x="9262" y="8338"/>
                  </a:cubicBezTo>
                  <a:cubicBezTo>
                    <a:pt x="9509" y="8274"/>
                    <a:pt x="9756" y="3828"/>
                    <a:pt x="7968" y="2534"/>
                  </a:cubicBezTo>
                  <a:close/>
                </a:path>
              </a:pathLst>
            </a:custGeom>
            <a:solidFill>
              <a:srgbClr val="801D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4" name="Google Shape;2714;p59"/>
            <p:cNvSpPr/>
            <p:nvPr/>
          </p:nvSpPr>
          <p:spPr>
            <a:xfrm>
              <a:off x="3854750" y="3857850"/>
              <a:ext cx="71025" cy="103375"/>
            </a:xfrm>
            <a:custGeom>
              <a:rect b="b" l="l" r="r" t="t"/>
              <a:pathLst>
                <a:path extrusionOk="0" h="4135" w="2841">
                  <a:moveTo>
                    <a:pt x="864" y="0"/>
                  </a:moveTo>
                  <a:cubicBezTo>
                    <a:pt x="311" y="60"/>
                    <a:pt x="0" y="677"/>
                    <a:pt x="64" y="1235"/>
                  </a:cubicBezTo>
                  <a:cubicBezTo>
                    <a:pt x="124" y="1788"/>
                    <a:pt x="435" y="2223"/>
                    <a:pt x="741" y="2717"/>
                  </a:cubicBezTo>
                  <a:cubicBezTo>
                    <a:pt x="1111" y="3147"/>
                    <a:pt x="1423" y="3641"/>
                    <a:pt x="1793" y="4135"/>
                  </a:cubicBezTo>
                  <a:cubicBezTo>
                    <a:pt x="2099" y="3764"/>
                    <a:pt x="2470" y="3394"/>
                    <a:pt x="2840" y="3023"/>
                  </a:cubicBezTo>
                  <a:cubicBezTo>
                    <a:pt x="2840" y="2900"/>
                    <a:pt x="2840" y="2776"/>
                    <a:pt x="2781" y="2653"/>
                  </a:cubicBezTo>
                  <a:cubicBezTo>
                    <a:pt x="2717" y="2159"/>
                    <a:pt x="2717" y="1665"/>
                    <a:pt x="2470" y="1235"/>
                  </a:cubicBezTo>
                  <a:cubicBezTo>
                    <a:pt x="2346" y="865"/>
                    <a:pt x="2040" y="494"/>
                    <a:pt x="1729" y="247"/>
                  </a:cubicBezTo>
                  <a:cubicBezTo>
                    <a:pt x="1482" y="124"/>
                    <a:pt x="1235" y="0"/>
                    <a:pt x="988" y="0"/>
                  </a:cubicBezTo>
                  <a:close/>
                </a:path>
              </a:pathLst>
            </a:custGeom>
            <a:solidFill>
              <a:srgbClr val="801D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5" name="Google Shape;2715;p59"/>
            <p:cNvSpPr/>
            <p:nvPr/>
          </p:nvSpPr>
          <p:spPr>
            <a:xfrm>
              <a:off x="4094050" y="3618525"/>
              <a:ext cx="155875" cy="126600"/>
            </a:xfrm>
            <a:custGeom>
              <a:rect b="b" l="l" r="r" t="t"/>
              <a:pathLst>
                <a:path extrusionOk="0" h="5064" w="6235">
                  <a:moveTo>
                    <a:pt x="5804" y="1"/>
                  </a:moveTo>
                  <a:cubicBezTo>
                    <a:pt x="5310" y="1"/>
                    <a:pt x="4816" y="248"/>
                    <a:pt x="4382" y="495"/>
                  </a:cubicBezTo>
                  <a:cubicBezTo>
                    <a:pt x="2530" y="1606"/>
                    <a:pt x="1048" y="3211"/>
                    <a:pt x="1" y="5004"/>
                  </a:cubicBezTo>
                  <a:lnTo>
                    <a:pt x="1" y="5064"/>
                  </a:lnTo>
                  <a:lnTo>
                    <a:pt x="60" y="5064"/>
                  </a:lnTo>
                  <a:cubicBezTo>
                    <a:pt x="1112" y="3211"/>
                    <a:pt x="2594" y="1670"/>
                    <a:pt x="4382" y="618"/>
                  </a:cubicBezTo>
                  <a:cubicBezTo>
                    <a:pt x="4816" y="312"/>
                    <a:pt x="5310" y="65"/>
                    <a:pt x="5804" y="65"/>
                  </a:cubicBezTo>
                  <a:cubicBezTo>
                    <a:pt x="5928" y="65"/>
                    <a:pt x="6051" y="124"/>
                    <a:pt x="6175" y="124"/>
                  </a:cubicBezTo>
                  <a:lnTo>
                    <a:pt x="6234" y="124"/>
                  </a:lnTo>
                  <a:cubicBezTo>
                    <a:pt x="6234" y="65"/>
                    <a:pt x="6234" y="65"/>
                    <a:pt x="6175" y="65"/>
                  </a:cubicBezTo>
                  <a:cubicBezTo>
                    <a:pt x="6051" y="1"/>
                    <a:pt x="5928" y="1"/>
                    <a:pt x="5804" y="1"/>
                  </a:cubicBezTo>
                  <a:close/>
                </a:path>
              </a:pathLst>
            </a:custGeom>
            <a:solidFill>
              <a:srgbClr val="B62C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6" name="Google Shape;2716;p59"/>
            <p:cNvSpPr/>
            <p:nvPr/>
          </p:nvSpPr>
          <p:spPr>
            <a:xfrm>
              <a:off x="4177400" y="3609275"/>
              <a:ext cx="182175" cy="89550"/>
            </a:xfrm>
            <a:custGeom>
              <a:rect b="b" l="l" r="r" t="t"/>
              <a:pathLst>
                <a:path extrusionOk="0" h="3582" w="7287">
                  <a:moveTo>
                    <a:pt x="7163" y="0"/>
                  </a:moveTo>
                  <a:cubicBezTo>
                    <a:pt x="6234" y="988"/>
                    <a:pt x="5187" y="1917"/>
                    <a:pt x="3952" y="2534"/>
                  </a:cubicBezTo>
                  <a:cubicBezTo>
                    <a:pt x="2900" y="3152"/>
                    <a:pt x="1665" y="3522"/>
                    <a:pt x="430" y="3522"/>
                  </a:cubicBezTo>
                  <a:lnTo>
                    <a:pt x="60" y="3522"/>
                  </a:lnTo>
                  <a:cubicBezTo>
                    <a:pt x="1" y="3522"/>
                    <a:pt x="1" y="3522"/>
                    <a:pt x="1" y="3581"/>
                  </a:cubicBezTo>
                  <a:lnTo>
                    <a:pt x="430" y="3581"/>
                  </a:lnTo>
                  <a:cubicBezTo>
                    <a:pt x="1665" y="3581"/>
                    <a:pt x="2900" y="3211"/>
                    <a:pt x="4011" y="2658"/>
                  </a:cubicBezTo>
                  <a:cubicBezTo>
                    <a:pt x="5246" y="1976"/>
                    <a:pt x="6298" y="1052"/>
                    <a:pt x="7222" y="64"/>
                  </a:cubicBezTo>
                  <a:cubicBezTo>
                    <a:pt x="7286" y="64"/>
                    <a:pt x="7286" y="0"/>
                    <a:pt x="7222" y="0"/>
                  </a:cubicBezTo>
                  <a:close/>
                </a:path>
              </a:pathLst>
            </a:custGeom>
            <a:solidFill>
              <a:srgbClr val="B62C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7" name="Google Shape;2717;p59"/>
            <p:cNvSpPr/>
            <p:nvPr/>
          </p:nvSpPr>
          <p:spPr>
            <a:xfrm>
              <a:off x="3649500" y="3162550"/>
              <a:ext cx="402850" cy="760150"/>
            </a:xfrm>
            <a:custGeom>
              <a:rect b="b" l="l" r="r" t="t"/>
              <a:pathLst>
                <a:path extrusionOk="0" h="30406" w="16114">
                  <a:moveTo>
                    <a:pt x="6652" y="1"/>
                  </a:moveTo>
                  <a:cubicBezTo>
                    <a:pt x="5645" y="1"/>
                    <a:pt x="4486" y="193"/>
                    <a:pt x="3271" y="769"/>
                  </a:cubicBezTo>
                  <a:cubicBezTo>
                    <a:pt x="3271" y="769"/>
                    <a:pt x="3394" y="5955"/>
                    <a:pt x="3271" y="7496"/>
                  </a:cubicBezTo>
                  <a:cubicBezTo>
                    <a:pt x="3211" y="9042"/>
                    <a:pt x="2036" y="12930"/>
                    <a:pt x="1853" y="15340"/>
                  </a:cubicBezTo>
                  <a:cubicBezTo>
                    <a:pt x="1665" y="17686"/>
                    <a:pt x="989" y="22315"/>
                    <a:pt x="1236" y="23861"/>
                  </a:cubicBezTo>
                  <a:cubicBezTo>
                    <a:pt x="1418" y="25466"/>
                    <a:pt x="677" y="27565"/>
                    <a:pt x="307" y="28059"/>
                  </a:cubicBezTo>
                  <a:cubicBezTo>
                    <a:pt x="1" y="28612"/>
                    <a:pt x="6234" y="30405"/>
                    <a:pt x="6234" y="30405"/>
                  </a:cubicBezTo>
                  <a:lnTo>
                    <a:pt x="7099" y="30405"/>
                  </a:lnTo>
                  <a:cubicBezTo>
                    <a:pt x="7099" y="30405"/>
                    <a:pt x="6792" y="27318"/>
                    <a:pt x="7099" y="26019"/>
                  </a:cubicBezTo>
                  <a:cubicBezTo>
                    <a:pt x="7469" y="24784"/>
                    <a:pt x="8398" y="19909"/>
                    <a:pt x="9509" y="17622"/>
                  </a:cubicBezTo>
                  <a:cubicBezTo>
                    <a:pt x="10620" y="15340"/>
                    <a:pt x="10373" y="13053"/>
                    <a:pt x="10373" y="13053"/>
                  </a:cubicBezTo>
                  <a:cubicBezTo>
                    <a:pt x="10373" y="13053"/>
                    <a:pt x="12038" y="11265"/>
                    <a:pt x="12409" y="11077"/>
                  </a:cubicBezTo>
                  <a:cubicBezTo>
                    <a:pt x="12720" y="10895"/>
                    <a:pt x="15372" y="8978"/>
                    <a:pt x="15619" y="8855"/>
                  </a:cubicBezTo>
                  <a:cubicBezTo>
                    <a:pt x="15866" y="8795"/>
                    <a:pt x="16113" y="4350"/>
                    <a:pt x="14325" y="3115"/>
                  </a:cubicBezTo>
                  <a:cubicBezTo>
                    <a:pt x="14218" y="3081"/>
                    <a:pt x="14095" y="3066"/>
                    <a:pt x="13961" y="3066"/>
                  </a:cubicBezTo>
                  <a:cubicBezTo>
                    <a:pt x="12614" y="3066"/>
                    <a:pt x="10062" y="4597"/>
                    <a:pt x="10062" y="4597"/>
                  </a:cubicBezTo>
                  <a:lnTo>
                    <a:pt x="10062" y="769"/>
                  </a:lnTo>
                  <a:cubicBezTo>
                    <a:pt x="10062" y="769"/>
                    <a:pt x="8664" y="1"/>
                    <a:pt x="665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8" name="Google Shape;2718;p59"/>
            <p:cNvSpPr/>
            <p:nvPr/>
          </p:nvSpPr>
          <p:spPr>
            <a:xfrm>
              <a:off x="3837825" y="3917975"/>
              <a:ext cx="37075" cy="101900"/>
            </a:xfrm>
            <a:custGeom>
              <a:rect b="b" l="l" r="r" t="t"/>
              <a:pathLst>
                <a:path extrusionOk="0" h="4076" w="1483">
                  <a:moveTo>
                    <a:pt x="0" y="1"/>
                  </a:moveTo>
                  <a:cubicBezTo>
                    <a:pt x="60" y="188"/>
                    <a:pt x="60" y="312"/>
                    <a:pt x="60" y="371"/>
                  </a:cubicBezTo>
                  <a:cubicBezTo>
                    <a:pt x="618" y="806"/>
                    <a:pt x="924" y="1359"/>
                    <a:pt x="865" y="2347"/>
                  </a:cubicBezTo>
                  <a:lnTo>
                    <a:pt x="677" y="3276"/>
                  </a:lnTo>
                  <a:cubicBezTo>
                    <a:pt x="618" y="3523"/>
                    <a:pt x="554" y="3829"/>
                    <a:pt x="494" y="4076"/>
                  </a:cubicBezTo>
                  <a:cubicBezTo>
                    <a:pt x="618" y="3952"/>
                    <a:pt x="741" y="3770"/>
                    <a:pt x="924" y="3646"/>
                  </a:cubicBezTo>
                  <a:cubicBezTo>
                    <a:pt x="988" y="3582"/>
                    <a:pt x="1047" y="3458"/>
                    <a:pt x="1112" y="3399"/>
                  </a:cubicBezTo>
                  <a:cubicBezTo>
                    <a:pt x="1235" y="3088"/>
                    <a:pt x="1294" y="2717"/>
                    <a:pt x="1359" y="2347"/>
                  </a:cubicBezTo>
                  <a:cubicBezTo>
                    <a:pt x="1482" y="1053"/>
                    <a:pt x="801" y="495"/>
                    <a:pt x="0" y="1"/>
                  </a:cubicBezTo>
                  <a:close/>
                </a:path>
              </a:pathLst>
            </a:custGeom>
            <a:solidFill>
              <a:srgbClr val="801D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9" name="Google Shape;2719;p59"/>
            <p:cNvSpPr/>
            <p:nvPr/>
          </p:nvSpPr>
          <p:spPr>
            <a:xfrm>
              <a:off x="3826950" y="3911800"/>
              <a:ext cx="12375" cy="15475"/>
            </a:xfrm>
            <a:custGeom>
              <a:rect b="b" l="l" r="r" t="t"/>
              <a:pathLst>
                <a:path extrusionOk="0" h="619" w="495">
                  <a:moveTo>
                    <a:pt x="1" y="1"/>
                  </a:moveTo>
                  <a:lnTo>
                    <a:pt x="1" y="248"/>
                  </a:lnTo>
                  <a:cubicBezTo>
                    <a:pt x="188" y="371"/>
                    <a:pt x="371" y="495"/>
                    <a:pt x="495" y="618"/>
                  </a:cubicBezTo>
                  <a:cubicBezTo>
                    <a:pt x="495" y="559"/>
                    <a:pt x="495" y="435"/>
                    <a:pt x="435" y="248"/>
                  </a:cubicBezTo>
                  <a:cubicBezTo>
                    <a:pt x="312" y="124"/>
                    <a:pt x="124" y="65"/>
                    <a:pt x="1" y="1"/>
                  </a:cubicBezTo>
                  <a:close/>
                </a:path>
              </a:pathLst>
            </a:custGeom>
            <a:solidFill>
              <a:srgbClr val="70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0" name="Google Shape;2720;p59"/>
            <p:cNvSpPr/>
            <p:nvPr/>
          </p:nvSpPr>
          <p:spPr>
            <a:xfrm>
              <a:off x="3691125" y="3845500"/>
              <a:ext cx="135850" cy="72500"/>
            </a:xfrm>
            <a:custGeom>
              <a:rect b="b" l="l" r="r" t="t"/>
              <a:pathLst>
                <a:path extrusionOk="0" h="2900" w="5434">
                  <a:moveTo>
                    <a:pt x="0" y="0"/>
                  </a:moveTo>
                  <a:cubicBezTo>
                    <a:pt x="1052" y="124"/>
                    <a:pt x="1853" y="801"/>
                    <a:pt x="1853" y="801"/>
                  </a:cubicBezTo>
                  <a:cubicBezTo>
                    <a:pt x="2347" y="1235"/>
                    <a:pt x="2905" y="1359"/>
                    <a:pt x="3334" y="1665"/>
                  </a:cubicBezTo>
                  <a:cubicBezTo>
                    <a:pt x="3952" y="2223"/>
                    <a:pt x="4757" y="2529"/>
                    <a:pt x="5434" y="2900"/>
                  </a:cubicBezTo>
                  <a:lnTo>
                    <a:pt x="5434" y="2653"/>
                  </a:lnTo>
                  <a:cubicBezTo>
                    <a:pt x="4880" y="2347"/>
                    <a:pt x="4263" y="2100"/>
                    <a:pt x="3828" y="1665"/>
                  </a:cubicBezTo>
                  <a:cubicBezTo>
                    <a:pt x="3399" y="1359"/>
                    <a:pt x="2840" y="1235"/>
                    <a:pt x="2411" y="801"/>
                  </a:cubicBezTo>
                  <a:cubicBezTo>
                    <a:pt x="2347" y="801"/>
                    <a:pt x="1423" y="0"/>
                    <a:pt x="247" y="0"/>
                  </a:cubicBezTo>
                  <a:close/>
                </a:path>
              </a:pathLst>
            </a:custGeom>
            <a:solidFill>
              <a:srgbClr val="9F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1" name="Google Shape;2721;p59"/>
            <p:cNvSpPr/>
            <p:nvPr/>
          </p:nvSpPr>
          <p:spPr>
            <a:xfrm>
              <a:off x="3819300" y="3263500"/>
              <a:ext cx="100300" cy="67950"/>
            </a:xfrm>
            <a:custGeom>
              <a:rect b="b" l="l" r="r" t="t"/>
              <a:pathLst>
                <a:path extrusionOk="0" h="2718" w="4012">
                  <a:moveTo>
                    <a:pt x="3952" y="1"/>
                  </a:moveTo>
                  <a:lnTo>
                    <a:pt x="0" y="2658"/>
                  </a:lnTo>
                  <a:cubicBezTo>
                    <a:pt x="0" y="2718"/>
                    <a:pt x="60" y="2718"/>
                    <a:pt x="60" y="2718"/>
                  </a:cubicBezTo>
                  <a:lnTo>
                    <a:pt x="4011" y="65"/>
                  </a:lnTo>
                  <a:lnTo>
                    <a:pt x="4011" y="1"/>
                  </a:lnTo>
                  <a:close/>
                </a:path>
              </a:pathLst>
            </a:custGeom>
            <a:solidFill>
              <a:srgbClr val="9B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2" name="Google Shape;2722;p59"/>
            <p:cNvSpPr/>
            <p:nvPr/>
          </p:nvSpPr>
          <p:spPr>
            <a:xfrm>
              <a:off x="3702000" y="3348475"/>
              <a:ext cx="205250" cy="455400"/>
            </a:xfrm>
            <a:custGeom>
              <a:rect b="b" l="l" r="r" t="t"/>
              <a:pathLst>
                <a:path extrusionOk="0" h="18216" w="8210">
                  <a:moveTo>
                    <a:pt x="7839" y="0"/>
                  </a:moveTo>
                  <a:lnTo>
                    <a:pt x="7839" y="0"/>
                  </a:lnTo>
                  <a:cubicBezTo>
                    <a:pt x="6357" y="1418"/>
                    <a:pt x="4939" y="2776"/>
                    <a:pt x="3458" y="4199"/>
                  </a:cubicBezTo>
                  <a:cubicBezTo>
                    <a:pt x="3211" y="4446"/>
                    <a:pt x="2899" y="4693"/>
                    <a:pt x="2717" y="5063"/>
                  </a:cubicBezTo>
                  <a:cubicBezTo>
                    <a:pt x="2529" y="5434"/>
                    <a:pt x="2405" y="5927"/>
                    <a:pt x="2282" y="6421"/>
                  </a:cubicBezTo>
                  <a:cubicBezTo>
                    <a:pt x="2099" y="6975"/>
                    <a:pt x="1788" y="7533"/>
                    <a:pt x="1482" y="8086"/>
                  </a:cubicBezTo>
                  <a:cubicBezTo>
                    <a:pt x="617" y="10126"/>
                    <a:pt x="370" y="12284"/>
                    <a:pt x="123" y="14507"/>
                  </a:cubicBezTo>
                  <a:cubicBezTo>
                    <a:pt x="59" y="15312"/>
                    <a:pt x="0" y="16113"/>
                    <a:pt x="247" y="16853"/>
                  </a:cubicBezTo>
                  <a:cubicBezTo>
                    <a:pt x="483" y="17562"/>
                    <a:pt x="1112" y="18216"/>
                    <a:pt x="1870" y="18216"/>
                  </a:cubicBezTo>
                  <a:cubicBezTo>
                    <a:pt x="1905" y="18216"/>
                    <a:pt x="1940" y="18215"/>
                    <a:pt x="1976" y="18212"/>
                  </a:cubicBezTo>
                  <a:cubicBezTo>
                    <a:pt x="2717" y="16177"/>
                    <a:pt x="1912" y="13831"/>
                    <a:pt x="2346" y="11667"/>
                  </a:cubicBezTo>
                  <a:cubicBezTo>
                    <a:pt x="2593" y="10249"/>
                    <a:pt x="3334" y="9015"/>
                    <a:pt x="3581" y="7656"/>
                  </a:cubicBezTo>
                  <a:cubicBezTo>
                    <a:pt x="3705" y="6915"/>
                    <a:pt x="3705" y="6110"/>
                    <a:pt x="3952" y="5369"/>
                  </a:cubicBezTo>
                  <a:cubicBezTo>
                    <a:pt x="4445" y="3952"/>
                    <a:pt x="5863" y="3087"/>
                    <a:pt x="7039" y="2035"/>
                  </a:cubicBezTo>
                  <a:cubicBezTo>
                    <a:pt x="7592" y="1541"/>
                    <a:pt x="8209" y="741"/>
                    <a:pt x="7839" y="0"/>
                  </a:cubicBezTo>
                  <a:close/>
                </a:path>
              </a:pathLst>
            </a:custGeom>
            <a:solidFill>
              <a:srgbClr val="9321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3" name="Google Shape;2723;p59"/>
            <p:cNvSpPr/>
            <p:nvPr/>
          </p:nvSpPr>
          <p:spPr>
            <a:xfrm>
              <a:off x="3862525" y="3387000"/>
              <a:ext cx="124975" cy="146725"/>
            </a:xfrm>
            <a:custGeom>
              <a:rect b="b" l="l" r="r" t="t"/>
              <a:pathLst>
                <a:path extrusionOk="0" h="5869" w="4999">
                  <a:moveTo>
                    <a:pt x="4940" y="0"/>
                  </a:moveTo>
                  <a:cubicBezTo>
                    <a:pt x="3641" y="618"/>
                    <a:pt x="2593" y="1606"/>
                    <a:pt x="1606" y="2593"/>
                  </a:cubicBezTo>
                  <a:cubicBezTo>
                    <a:pt x="1112" y="3028"/>
                    <a:pt x="677" y="3458"/>
                    <a:pt x="371" y="4016"/>
                  </a:cubicBezTo>
                  <a:cubicBezTo>
                    <a:pt x="124" y="4446"/>
                    <a:pt x="0" y="4880"/>
                    <a:pt x="0" y="5374"/>
                  </a:cubicBezTo>
                  <a:cubicBezTo>
                    <a:pt x="0" y="5498"/>
                    <a:pt x="0" y="5681"/>
                    <a:pt x="59" y="5868"/>
                  </a:cubicBezTo>
                  <a:cubicBezTo>
                    <a:pt x="124" y="5868"/>
                    <a:pt x="124" y="5868"/>
                    <a:pt x="124" y="5804"/>
                  </a:cubicBezTo>
                  <a:cubicBezTo>
                    <a:pt x="59" y="5681"/>
                    <a:pt x="59" y="5498"/>
                    <a:pt x="59" y="5374"/>
                  </a:cubicBezTo>
                  <a:cubicBezTo>
                    <a:pt x="59" y="4880"/>
                    <a:pt x="183" y="4446"/>
                    <a:pt x="430" y="4075"/>
                  </a:cubicBezTo>
                  <a:cubicBezTo>
                    <a:pt x="741" y="3522"/>
                    <a:pt x="1171" y="3087"/>
                    <a:pt x="1665" y="2658"/>
                  </a:cubicBezTo>
                  <a:cubicBezTo>
                    <a:pt x="2653" y="1670"/>
                    <a:pt x="3705" y="682"/>
                    <a:pt x="4999" y="124"/>
                  </a:cubicBezTo>
                  <a:lnTo>
                    <a:pt x="4999" y="64"/>
                  </a:lnTo>
                  <a:cubicBezTo>
                    <a:pt x="4999" y="0"/>
                    <a:pt x="4999" y="0"/>
                    <a:pt x="4940" y="0"/>
                  </a:cubicBezTo>
                  <a:close/>
                </a:path>
              </a:pathLst>
            </a:custGeom>
            <a:solidFill>
              <a:srgbClr val="9B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4" name="Google Shape;2724;p59"/>
            <p:cNvSpPr/>
            <p:nvPr/>
          </p:nvSpPr>
          <p:spPr>
            <a:xfrm>
              <a:off x="4483025" y="4002225"/>
              <a:ext cx="277875" cy="450400"/>
            </a:xfrm>
            <a:custGeom>
              <a:rect b="b" l="l" r="r" t="t"/>
              <a:pathLst>
                <a:path extrusionOk="0" h="18016" w="11115">
                  <a:moveTo>
                    <a:pt x="1279" y="1"/>
                  </a:moveTo>
                  <a:cubicBezTo>
                    <a:pt x="1206" y="1"/>
                    <a:pt x="1130" y="8"/>
                    <a:pt x="1048" y="29"/>
                  </a:cubicBezTo>
                  <a:cubicBezTo>
                    <a:pt x="554" y="212"/>
                    <a:pt x="430" y="893"/>
                    <a:pt x="371" y="1447"/>
                  </a:cubicBezTo>
                  <a:cubicBezTo>
                    <a:pt x="248" y="2993"/>
                    <a:pt x="124" y="4598"/>
                    <a:pt x="60" y="6139"/>
                  </a:cubicBezTo>
                  <a:cubicBezTo>
                    <a:pt x="1" y="7315"/>
                    <a:pt x="1" y="8426"/>
                    <a:pt x="183" y="9597"/>
                  </a:cubicBezTo>
                  <a:cubicBezTo>
                    <a:pt x="307" y="10461"/>
                    <a:pt x="554" y="11390"/>
                    <a:pt x="801" y="12254"/>
                  </a:cubicBezTo>
                  <a:cubicBezTo>
                    <a:pt x="1171" y="13612"/>
                    <a:pt x="1606" y="14971"/>
                    <a:pt x="1976" y="16329"/>
                  </a:cubicBezTo>
                  <a:cubicBezTo>
                    <a:pt x="2159" y="17006"/>
                    <a:pt x="2530" y="17870"/>
                    <a:pt x="3271" y="17994"/>
                  </a:cubicBezTo>
                  <a:cubicBezTo>
                    <a:pt x="3344" y="18009"/>
                    <a:pt x="3416" y="18016"/>
                    <a:pt x="3485" y="18016"/>
                  </a:cubicBezTo>
                  <a:cubicBezTo>
                    <a:pt x="4295" y="18016"/>
                    <a:pt x="4836" y="17056"/>
                    <a:pt x="5064" y="16206"/>
                  </a:cubicBezTo>
                  <a:cubicBezTo>
                    <a:pt x="5370" y="15030"/>
                    <a:pt x="5557" y="13859"/>
                    <a:pt x="6051" y="12807"/>
                  </a:cubicBezTo>
                  <a:cubicBezTo>
                    <a:pt x="6545" y="11696"/>
                    <a:pt x="7469" y="10708"/>
                    <a:pt x="8645" y="10525"/>
                  </a:cubicBezTo>
                  <a:cubicBezTo>
                    <a:pt x="9015" y="10461"/>
                    <a:pt x="9386" y="10525"/>
                    <a:pt x="9692" y="10402"/>
                  </a:cubicBezTo>
                  <a:cubicBezTo>
                    <a:pt x="10433" y="10155"/>
                    <a:pt x="10927" y="9350"/>
                    <a:pt x="10991" y="8550"/>
                  </a:cubicBezTo>
                  <a:cubicBezTo>
                    <a:pt x="11114" y="7809"/>
                    <a:pt x="10867" y="7004"/>
                    <a:pt x="10680" y="6263"/>
                  </a:cubicBezTo>
                  <a:cubicBezTo>
                    <a:pt x="10620" y="6016"/>
                    <a:pt x="10497" y="5769"/>
                    <a:pt x="10373" y="5645"/>
                  </a:cubicBezTo>
                  <a:cubicBezTo>
                    <a:pt x="10211" y="5483"/>
                    <a:pt x="9995" y="5455"/>
                    <a:pt x="9761" y="5455"/>
                  </a:cubicBezTo>
                  <a:cubicBezTo>
                    <a:pt x="9639" y="5455"/>
                    <a:pt x="9512" y="5462"/>
                    <a:pt x="9386" y="5462"/>
                  </a:cubicBezTo>
                  <a:cubicBezTo>
                    <a:pt x="8210" y="5586"/>
                    <a:pt x="6975" y="5709"/>
                    <a:pt x="5740" y="5833"/>
                  </a:cubicBezTo>
                  <a:cubicBezTo>
                    <a:pt x="6234" y="5398"/>
                    <a:pt x="6916" y="5398"/>
                    <a:pt x="7657" y="5398"/>
                  </a:cubicBezTo>
                  <a:cubicBezTo>
                    <a:pt x="8333" y="5398"/>
                    <a:pt x="9015" y="5398"/>
                    <a:pt x="9509" y="5028"/>
                  </a:cubicBezTo>
                  <a:cubicBezTo>
                    <a:pt x="9939" y="4657"/>
                    <a:pt x="10126" y="4040"/>
                    <a:pt x="10309" y="3422"/>
                  </a:cubicBezTo>
                  <a:cubicBezTo>
                    <a:pt x="10433" y="2682"/>
                    <a:pt x="10556" y="1758"/>
                    <a:pt x="9879" y="1323"/>
                  </a:cubicBezTo>
                  <a:cubicBezTo>
                    <a:pt x="9692" y="1200"/>
                    <a:pt x="9386" y="1140"/>
                    <a:pt x="9139" y="1076"/>
                  </a:cubicBezTo>
                  <a:cubicBezTo>
                    <a:pt x="6669" y="770"/>
                    <a:pt x="4199" y="400"/>
                    <a:pt x="1729" y="29"/>
                  </a:cubicBezTo>
                  <a:cubicBezTo>
                    <a:pt x="1565" y="29"/>
                    <a:pt x="1427" y="1"/>
                    <a:pt x="127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5" name="Google Shape;2725;p59"/>
            <p:cNvSpPr/>
            <p:nvPr/>
          </p:nvSpPr>
          <p:spPr>
            <a:xfrm>
              <a:off x="4472150" y="3930325"/>
              <a:ext cx="64875" cy="74125"/>
            </a:xfrm>
            <a:custGeom>
              <a:rect b="b" l="l" r="r" t="t"/>
              <a:pathLst>
                <a:path extrusionOk="0" h="2965" w="2595">
                  <a:moveTo>
                    <a:pt x="189" y="1"/>
                  </a:moveTo>
                  <a:cubicBezTo>
                    <a:pt x="124" y="65"/>
                    <a:pt x="65" y="65"/>
                    <a:pt x="1" y="65"/>
                  </a:cubicBezTo>
                  <a:cubicBezTo>
                    <a:pt x="989" y="806"/>
                    <a:pt x="1730" y="1794"/>
                    <a:pt x="2100" y="2905"/>
                  </a:cubicBezTo>
                  <a:lnTo>
                    <a:pt x="2164" y="2905"/>
                  </a:lnTo>
                  <a:cubicBezTo>
                    <a:pt x="2288" y="2964"/>
                    <a:pt x="2471" y="2964"/>
                    <a:pt x="2594" y="2964"/>
                  </a:cubicBezTo>
                  <a:cubicBezTo>
                    <a:pt x="2224" y="1729"/>
                    <a:pt x="1300" y="742"/>
                    <a:pt x="189" y="1"/>
                  </a:cubicBezTo>
                  <a:close/>
                </a:path>
              </a:pathLst>
            </a:custGeom>
            <a:solidFill>
              <a:srgbClr val="8721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6" name="Google Shape;2726;p59"/>
            <p:cNvSpPr/>
            <p:nvPr/>
          </p:nvSpPr>
          <p:spPr>
            <a:xfrm>
              <a:off x="4521550" y="4002950"/>
              <a:ext cx="37075" cy="304025"/>
            </a:xfrm>
            <a:custGeom>
              <a:rect b="b" l="l" r="r" t="t"/>
              <a:pathLst>
                <a:path extrusionOk="0" h="12161" w="1483">
                  <a:moveTo>
                    <a:pt x="124" y="0"/>
                  </a:moveTo>
                  <a:cubicBezTo>
                    <a:pt x="188" y="183"/>
                    <a:pt x="248" y="430"/>
                    <a:pt x="248" y="618"/>
                  </a:cubicBezTo>
                  <a:cubicBezTo>
                    <a:pt x="559" y="2282"/>
                    <a:pt x="1" y="3952"/>
                    <a:pt x="65" y="5616"/>
                  </a:cubicBezTo>
                  <a:cubicBezTo>
                    <a:pt x="188" y="7409"/>
                    <a:pt x="929" y="9138"/>
                    <a:pt x="929" y="10926"/>
                  </a:cubicBezTo>
                  <a:cubicBezTo>
                    <a:pt x="929" y="11173"/>
                    <a:pt x="865" y="11544"/>
                    <a:pt x="806" y="11790"/>
                  </a:cubicBezTo>
                  <a:cubicBezTo>
                    <a:pt x="929" y="11914"/>
                    <a:pt x="1112" y="12037"/>
                    <a:pt x="1300" y="12161"/>
                  </a:cubicBezTo>
                  <a:cubicBezTo>
                    <a:pt x="1423" y="11790"/>
                    <a:pt x="1483" y="11420"/>
                    <a:pt x="1483" y="11050"/>
                  </a:cubicBezTo>
                  <a:cubicBezTo>
                    <a:pt x="1483" y="9261"/>
                    <a:pt x="742" y="7592"/>
                    <a:pt x="682" y="5804"/>
                  </a:cubicBezTo>
                  <a:cubicBezTo>
                    <a:pt x="559" y="4134"/>
                    <a:pt x="1112" y="2406"/>
                    <a:pt x="806" y="800"/>
                  </a:cubicBezTo>
                  <a:cubicBezTo>
                    <a:pt x="806" y="553"/>
                    <a:pt x="742" y="306"/>
                    <a:pt x="618" y="59"/>
                  </a:cubicBezTo>
                  <a:cubicBezTo>
                    <a:pt x="495" y="59"/>
                    <a:pt x="312" y="59"/>
                    <a:pt x="188" y="0"/>
                  </a:cubicBezTo>
                  <a:close/>
                </a:path>
              </a:pathLst>
            </a:custGeom>
            <a:solidFill>
              <a:srgbClr val="9F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7" name="Google Shape;2727;p59"/>
            <p:cNvSpPr/>
            <p:nvPr/>
          </p:nvSpPr>
          <p:spPr>
            <a:xfrm>
              <a:off x="4691350" y="4039200"/>
              <a:ext cx="44850" cy="85150"/>
            </a:xfrm>
            <a:custGeom>
              <a:rect b="b" l="l" r="r" t="t"/>
              <a:pathLst>
                <a:path extrusionOk="0" h="3406" w="1794">
                  <a:moveTo>
                    <a:pt x="1017" y="1"/>
                  </a:moveTo>
                  <a:cubicBezTo>
                    <a:pt x="750" y="1"/>
                    <a:pt x="494" y="179"/>
                    <a:pt x="371" y="462"/>
                  </a:cubicBezTo>
                  <a:cubicBezTo>
                    <a:pt x="124" y="1079"/>
                    <a:pt x="0" y="1761"/>
                    <a:pt x="65" y="2437"/>
                  </a:cubicBezTo>
                  <a:cubicBezTo>
                    <a:pt x="65" y="2808"/>
                    <a:pt x="188" y="3243"/>
                    <a:pt x="494" y="3366"/>
                  </a:cubicBezTo>
                  <a:cubicBezTo>
                    <a:pt x="558" y="3393"/>
                    <a:pt x="622" y="3405"/>
                    <a:pt x="685" y="3405"/>
                  </a:cubicBezTo>
                  <a:cubicBezTo>
                    <a:pt x="1050" y="3405"/>
                    <a:pt x="1386" y="2992"/>
                    <a:pt x="1546" y="2625"/>
                  </a:cubicBezTo>
                  <a:cubicBezTo>
                    <a:pt x="1670" y="2314"/>
                    <a:pt x="1606" y="1761"/>
                    <a:pt x="1670" y="1390"/>
                  </a:cubicBezTo>
                  <a:cubicBezTo>
                    <a:pt x="1729" y="956"/>
                    <a:pt x="1793" y="462"/>
                    <a:pt x="1423" y="155"/>
                  </a:cubicBezTo>
                  <a:cubicBezTo>
                    <a:pt x="1296" y="49"/>
                    <a:pt x="1155" y="1"/>
                    <a:pt x="1017" y="1"/>
                  </a:cubicBezTo>
                  <a:close/>
                </a:path>
              </a:pathLst>
            </a:custGeom>
            <a:solidFill>
              <a:srgbClr val="9321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8" name="Google Shape;2728;p59"/>
            <p:cNvSpPr/>
            <p:nvPr/>
          </p:nvSpPr>
          <p:spPr>
            <a:xfrm>
              <a:off x="4702225" y="4148700"/>
              <a:ext cx="43225" cy="100775"/>
            </a:xfrm>
            <a:custGeom>
              <a:rect b="b" l="l" r="r" t="t"/>
              <a:pathLst>
                <a:path extrusionOk="0" h="4031" w="1729">
                  <a:moveTo>
                    <a:pt x="722" y="0"/>
                  </a:moveTo>
                  <a:cubicBezTo>
                    <a:pt x="544" y="0"/>
                    <a:pt x="386" y="82"/>
                    <a:pt x="247" y="221"/>
                  </a:cubicBezTo>
                  <a:cubicBezTo>
                    <a:pt x="59" y="404"/>
                    <a:pt x="59" y="651"/>
                    <a:pt x="59" y="898"/>
                  </a:cubicBezTo>
                  <a:cubicBezTo>
                    <a:pt x="0" y="1515"/>
                    <a:pt x="0" y="2132"/>
                    <a:pt x="59" y="2814"/>
                  </a:cubicBezTo>
                  <a:cubicBezTo>
                    <a:pt x="113" y="3273"/>
                    <a:pt x="332" y="4031"/>
                    <a:pt x="865" y="4031"/>
                  </a:cubicBezTo>
                  <a:cubicBezTo>
                    <a:pt x="975" y="4031"/>
                    <a:pt x="1098" y="3999"/>
                    <a:pt x="1235" y="3925"/>
                  </a:cubicBezTo>
                  <a:cubicBezTo>
                    <a:pt x="1358" y="3861"/>
                    <a:pt x="1482" y="3738"/>
                    <a:pt x="1605" y="3555"/>
                  </a:cubicBezTo>
                  <a:cubicBezTo>
                    <a:pt x="1605" y="3491"/>
                    <a:pt x="1605" y="3431"/>
                    <a:pt x="1665" y="3367"/>
                  </a:cubicBezTo>
                  <a:cubicBezTo>
                    <a:pt x="1729" y="3185"/>
                    <a:pt x="1729" y="2938"/>
                    <a:pt x="1729" y="2691"/>
                  </a:cubicBezTo>
                  <a:cubicBezTo>
                    <a:pt x="1729" y="2073"/>
                    <a:pt x="1729" y="1392"/>
                    <a:pt x="1541" y="774"/>
                  </a:cubicBezTo>
                  <a:cubicBezTo>
                    <a:pt x="1482" y="527"/>
                    <a:pt x="1358" y="280"/>
                    <a:pt x="1171" y="157"/>
                  </a:cubicBezTo>
                  <a:cubicBezTo>
                    <a:pt x="1009" y="49"/>
                    <a:pt x="860" y="0"/>
                    <a:pt x="722" y="0"/>
                  </a:cubicBezTo>
                  <a:close/>
                </a:path>
              </a:pathLst>
            </a:custGeom>
            <a:solidFill>
              <a:srgbClr val="9321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9" name="Google Shape;2729;p59"/>
            <p:cNvSpPr/>
            <p:nvPr/>
          </p:nvSpPr>
          <p:spPr>
            <a:xfrm>
              <a:off x="4177400" y="3895225"/>
              <a:ext cx="367400" cy="427475"/>
            </a:xfrm>
            <a:custGeom>
              <a:rect b="b" l="l" r="r" t="t"/>
              <a:pathLst>
                <a:path extrusionOk="0" h="17099" w="14696">
                  <a:moveTo>
                    <a:pt x="7329" y="0"/>
                  </a:moveTo>
                  <a:cubicBezTo>
                    <a:pt x="5806" y="0"/>
                    <a:pt x="4285" y="440"/>
                    <a:pt x="3024" y="1281"/>
                  </a:cubicBezTo>
                  <a:cubicBezTo>
                    <a:pt x="1171" y="2580"/>
                    <a:pt x="1" y="4803"/>
                    <a:pt x="60" y="7026"/>
                  </a:cubicBezTo>
                  <a:cubicBezTo>
                    <a:pt x="60" y="7890"/>
                    <a:pt x="248" y="8690"/>
                    <a:pt x="495" y="9495"/>
                  </a:cubicBezTo>
                  <a:cubicBezTo>
                    <a:pt x="742" y="10236"/>
                    <a:pt x="989" y="10977"/>
                    <a:pt x="1359" y="11654"/>
                  </a:cubicBezTo>
                  <a:cubicBezTo>
                    <a:pt x="2470" y="13383"/>
                    <a:pt x="4382" y="14371"/>
                    <a:pt x="6298" y="14929"/>
                  </a:cubicBezTo>
                  <a:cubicBezTo>
                    <a:pt x="6952" y="15125"/>
                    <a:pt x="7641" y="15269"/>
                    <a:pt x="8309" y="15269"/>
                  </a:cubicBezTo>
                  <a:cubicBezTo>
                    <a:pt x="8878" y="15269"/>
                    <a:pt x="9432" y="15164"/>
                    <a:pt x="9938" y="14900"/>
                  </a:cubicBezTo>
                  <a:lnTo>
                    <a:pt x="9938" y="14900"/>
                  </a:lnTo>
                  <a:cubicBezTo>
                    <a:pt x="9609" y="15120"/>
                    <a:pt x="9959" y="15687"/>
                    <a:pt x="10309" y="15976"/>
                  </a:cubicBezTo>
                  <a:cubicBezTo>
                    <a:pt x="11050" y="16470"/>
                    <a:pt x="11914" y="16840"/>
                    <a:pt x="12843" y="17028"/>
                  </a:cubicBezTo>
                  <a:cubicBezTo>
                    <a:pt x="13021" y="17063"/>
                    <a:pt x="13221" y="17099"/>
                    <a:pt x="13418" y="17099"/>
                  </a:cubicBezTo>
                  <a:cubicBezTo>
                    <a:pt x="13560" y="17099"/>
                    <a:pt x="13701" y="17080"/>
                    <a:pt x="13831" y="17028"/>
                  </a:cubicBezTo>
                  <a:cubicBezTo>
                    <a:pt x="14448" y="16781"/>
                    <a:pt x="14695" y="15917"/>
                    <a:pt x="14695" y="15235"/>
                  </a:cubicBezTo>
                  <a:cubicBezTo>
                    <a:pt x="14695" y="13447"/>
                    <a:pt x="13954" y="11718"/>
                    <a:pt x="13831" y="9925"/>
                  </a:cubicBezTo>
                  <a:cubicBezTo>
                    <a:pt x="13767" y="8261"/>
                    <a:pt x="14325" y="6591"/>
                    <a:pt x="14014" y="4927"/>
                  </a:cubicBezTo>
                  <a:cubicBezTo>
                    <a:pt x="13643" y="2704"/>
                    <a:pt x="11668" y="911"/>
                    <a:pt x="9445" y="293"/>
                  </a:cubicBezTo>
                  <a:cubicBezTo>
                    <a:pt x="8757" y="96"/>
                    <a:pt x="8043" y="0"/>
                    <a:pt x="7329" y="0"/>
                  </a:cubicBezTo>
                  <a:close/>
                </a:path>
              </a:pathLst>
            </a:custGeom>
            <a:solidFill>
              <a:srgbClr val="9321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0" name="Google Shape;2730;p59"/>
            <p:cNvSpPr/>
            <p:nvPr/>
          </p:nvSpPr>
          <p:spPr>
            <a:xfrm>
              <a:off x="4427450" y="3999850"/>
              <a:ext cx="40175" cy="240825"/>
            </a:xfrm>
            <a:custGeom>
              <a:rect b="b" l="l" r="r" t="t"/>
              <a:pathLst>
                <a:path extrusionOk="0" h="9633" w="1607">
                  <a:moveTo>
                    <a:pt x="554" y="60"/>
                  </a:moveTo>
                  <a:cubicBezTo>
                    <a:pt x="618" y="60"/>
                    <a:pt x="678" y="124"/>
                    <a:pt x="801" y="183"/>
                  </a:cubicBezTo>
                  <a:cubicBezTo>
                    <a:pt x="1048" y="430"/>
                    <a:pt x="1172" y="801"/>
                    <a:pt x="1172" y="1171"/>
                  </a:cubicBezTo>
                  <a:cubicBezTo>
                    <a:pt x="1172" y="1359"/>
                    <a:pt x="1172" y="1482"/>
                    <a:pt x="1112" y="1665"/>
                  </a:cubicBezTo>
                  <a:cubicBezTo>
                    <a:pt x="925" y="1976"/>
                    <a:pt x="678" y="2223"/>
                    <a:pt x="431" y="2530"/>
                  </a:cubicBezTo>
                  <a:cubicBezTo>
                    <a:pt x="307" y="2653"/>
                    <a:pt x="248" y="2900"/>
                    <a:pt x="124" y="3088"/>
                  </a:cubicBezTo>
                  <a:cubicBezTo>
                    <a:pt x="107" y="3154"/>
                    <a:pt x="90" y="3221"/>
                    <a:pt x="75" y="3287"/>
                  </a:cubicBezTo>
                  <a:lnTo>
                    <a:pt x="75" y="3287"/>
                  </a:lnTo>
                  <a:cubicBezTo>
                    <a:pt x="111" y="2911"/>
                    <a:pt x="209" y="2565"/>
                    <a:pt x="307" y="2223"/>
                  </a:cubicBezTo>
                  <a:cubicBezTo>
                    <a:pt x="431" y="1789"/>
                    <a:pt x="554" y="1295"/>
                    <a:pt x="554" y="865"/>
                  </a:cubicBezTo>
                  <a:cubicBezTo>
                    <a:pt x="554" y="677"/>
                    <a:pt x="554" y="495"/>
                    <a:pt x="495" y="307"/>
                  </a:cubicBezTo>
                  <a:lnTo>
                    <a:pt x="495" y="183"/>
                  </a:lnTo>
                  <a:lnTo>
                    <a:pt x="495" y="124"/>
                  </a:lnTo>
                  <a:lnTo>
                    <a:pt x="495" y="60"/>
                  </a:lnTo>
                  <a:close/>
                  <a:moveTo>
                    <a:pt x="431" y="1"/>
                  </a:moveTo>
                  <a:lnTo>
                    <a:pt x="431" y="60"/>
                  </a:lnTo>
                  <a:cubicBezTo>
                    <a:pt x="371" y="124"/>
                    <a:pt x="371" y="124"/>
                    <a:pt x="371" y="183"/>
                  </a:cubicBezTo>
                  <a:cubicBezTo>
                    <a:pt x="371" y="183"/>
                    <a:pt x="431" y="248"/>
                    <a:pt x="431" y="307"/>
                  </a:cubicBezTo>
                  <a:cubicBezTo>
                    <a:pt x="495" y="495"/>
                    <a:pt x="495" y="677"/>
                    <a:pt x="495" y="865"/>
                  </a:cubicBezTo>
                  <a:cubicBezTo>
                    <a:pt x="495" y="1295"/>
                    <a:pt x="371" y="1729"/>
                    <a:pt x="248" y="2223"/>
                  </a:cubicBezTo>
                  <a:cubicBezTo>
                    <a:pt x="124" y="2653"/>
                    <a:pt x="1" y="3088"/>
                    <a:pt x="1" y="3582"/>
                  </a:cubicBezTo>
                  <a:cubicBezTo>
                    <a:pt x="1" y="3622"/>
                    <a:pt x="2" y="3661"/>
                    <a:pt x="3" y="3701"/>
                  </a:cubicBezTo>
                  <a:lnTo>
                    <a:pt x="3" y="3701"/>
                  </a:lnTo>
                  <a:cubicBezTo>
                    <a:pt x="2" y="3723"/>
                    <a:pt x="1" y="3744"/>
                    <a:pt x="1" y="3764"/>
                  </a:cubicBezTo>
                  <a:lnTo>
                    <a:pt x="1" y="3952"/>
                  </a:lnTo>
                  <a:lnTo>
                    <a:pt x="22" y="3952"/>
                  </a:lnTo>
                  <a:cubicBezTo>
                    <a:pt x="88" y="4550"/>
                    <a:pt x="311" y="5104"/>
                    <a:pt x="618" y="5617"/>
                  </a:cubicBezTo>
                  <a:cubicBezTo>
                    <a:pt x="925" y="6234"/>
                    <a:pt x="1295" y="6916"/>
                    <a:pt x="1419" y="7592"/>
                  </a:cubicBezTo>
                  <a:cubicBezTo>
                    <a:pt x="1483" y="7780"/>
                    <a:pt x="1542" y="8027"/>
                    <a:pt x="1542" y="8274"/>
                  </a:cubicBezTo>
                  <a:cubicBezTo>
                    <a:pt x="1542" y="8768"/>
                    <a:pt x="1419" y="9198"/>
                    <a:pt x="1048" y="9568"/>
                  </a:cubicBezTo>
                  <a:lnTo>
                    <a:pt x="1048" y="9632"/>
                  </a:lnTo>
                  <a:lnTo>
                    <a:pt x="1112" y="9632"/>
                  </a:lnTo>
                  <a:cubicBezTo>
                    <a:pt x="1483" y="9262"/>
                    <a:pt x="1606" y="8768"/>
                    <a:pt x="1606" y="8274"/>
                  </a:cubicBezTo>
                  <a:cubicBezTo>
                    <a:pt x="1606" y="8027"/>
                    <a:pt x="1606" y="7780"/>
                    <a:pt x="1542" y="7592"/>
                  </a:cubicBezTo>
                  <a:cubicBezTo>
                    <a:pt x="1359" y="6852"/>
                    <a:pt x="989" y="6234"/>
                    <a:pt x="678" y="5617"/>
                  </a:cubicBezTo>
                  <a:cubicBezTo>
                    <a:pt x="388" y="4976"/>
                    <a:pt x="93" y="4388"/>
                    <a:pt x="63" y="3698"/>
                  </a:cubicBezTo>
                  <a:lnTo>
                    <a:pt x="63" y="3698"/>
                  </a:lnTo>
                  <a:cubicBezTo>
                    <a:pt x="75" y="3525"/>
                    <a:pt x="131" y="3313"/>
                    <a:pt x="184" y="3147"/>
                  </a:cubicBezTo>
                  <a:cubicBezTo>
                    <a:pt x="307" y="2900"/>
                    <a:pt x="431" y="2717"/>
                    <a:pt x="495" y="2594"/>
                  </a:cubicBezTo>
                  <a:cubicBezTo>
                    <a:pt x="742" y="2283"/>
                    <a:pt x="989" y="2036"/>
                    <a:pt x="1172" y="1729"/>
                  </a:cubicBezTo>
                  <a:cubicBezTo>
                    <a:pt x="1236" y="1542"/>
                    <a:pt x="1295" y="1359"/>
                    <a:pt x="1295" y="1171"/>
                  </a:cubicBezTo>
                  <a:cubicBezTo>
                    <a:pt x="1295" y="801"/>
                    <a:pt x="1112" y="430"/>
                    <a:pt x="801" y="124"/>
                  </a:cubicBezTo>
                  <a:cubicBezTo>
                    <a:pt x="742" y="60"/>
                    <a:pt x="678" y="1"/>
                    <a:pt x="554" y="1"/>
                  </a:cubicBezTo>
                  <a:close/>
                </a:path>
              </a:pathLst>
            </a:custGeom>
            <a:solidFill>
              <a:srgbClr val="B62C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1" name="Google Shape;2731;p59"/>
            <p:cNvSpPr/>
            <p:nvPr/>
          </p:nvSpPr>
          <p:spPr>
            <a:xfrm>
              <a:off x="4569475" y="4043075"/>
              <a:ext cx="44725" cy="81775"/>
            </a:xfrm>
            <a:custGeom>
              <a:rect b="b" l="l" r="r" t="t"/>
              <a:pathLst>
                <a:path extrusionOk="0" h="3271" w="1789">
                  <a:moveTo>
                    <a:pt x="0" y="0"/>
                  </a:moveTo>
                  <a:lnTo>
                    <a:pt x="0" y="60"/>
                  </a:lnTo>
                  <a:cubicBezTo>
                    <a:pt x="800" y="988"/>
                    <a:pt x="1359" y="2100"/>
                    <a:pt x="1729" y="3270"/>
                  </a:cubicBezTo>
                  <a:lnTo>
                    <a:pt x="1788" y="3270"/>
                  </a:lnTo>
                  <a:lnTo>
                    <a:pt x="1788" y="3211"/>
                  </a:lnTo>
                  <a:cubicBezTo>
                    <a:pt x="1418" y="2035"/>
                    <a:pt x="865" y="988"/>
                    <a:pt x="60" y="0"/>
                  </a:cubicBezTo>
                  <a:close/>
                </a:path>
              </a:pathLst>
            </a:custGeom>
            <a:solidFill>
              <a:srgbClr val="9321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2" name="Google Shape;2732;p59"/>
            <p:cNvSpPr/>
            <p:nvPr/>
          </p:nvSpPr>
          <p:spPr>
            <a:xfrm>
              <a:off x="4620350" y="4177300"/>
              <a:ext cx="15450" cy="78800"/>
            </a:xfrm>
            <a:custGeom>
              <a:rect b="b" l="l" r="r" t="t"/>
              <a:pathLst>
                <a:path extrusionOk="0" h="3152" w="618">
                  <a:moveTo>
                    <a:pt x="0" y="1"/>
                  </a:moveTo>
                  <a:lnTo>
                    <a:pt x="0" y="65"/>
                  </a:lnTo>
                  <a:cubicBezTo>
                    <a:pt x="371" y="1053"/>
                    <a:pt x="558" y="2100"/>
                    <a:pt x="558" y="3152"/>
                  </a:cubicBezTo>
                  <a:lnTo>
                    <a:pt x="618" y="3152"/>
                  </a:lnTo>
                  <a:cubicBezTo>
                    <a:pt x="618" y="2100"/>
                    <a:pt x="435" y="1053"/>
                    <a:pt x="64" y="65"/>
                  </a:cubicBezTo>
                  <a:cubicBezTo>
                    <a:pt x="64" y="1"/>
                    <a:pt x="64" y="1"/>
                    <a:pt x="0" y="1"/>
                  </a:cubicBezTo>
                  <a:close/>
                </a:path>
              </a:pathLst>
            </a:custGeom>
            <a:solidFill>
              <a:srgbClr val="9321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3" name="Google Shape;2733;p59"/>
            <p:cNvSpPr/>
            <p:nvPr/>
          </p:nvSpPr>
          <p:spPr>
            <a:xfrm>
              <a:off x="4560200" y="4112475"/>
              <a:ext cx="38550" cy="47925"/>
            </a:xfrm>
            <a:custGeom>
              <a:rect b="b" l="l" r="r" t="t"/>
              <a:pathLst>
                <a:path extrusionOk="0" h="1917" w="1542">
                  <a:moveTo>
                    <a:pt x="1" y="0"/>
                  </a:moveTo>
                  <a:cubicBezTo>
                    <a:pt x="60" y="494"/>
                    <a:pt x="184" y="929"/>
                    <a:pt x="371" y="1299"/>
                  </a:cubicBezTo>
                  <a:cubicBezTo>
                    <a:pt x="495" y="1482"/>
                    <a:pt x="618" y="1606"/>
                    <a:pt x="742" y="1729"/>
                  </a:cubicBezTo>
                  <a:cubicBezTo>
                    <a:pt x="924" y="1853"/>
                    <a:pt x="1112" y="1917"/>
                    <a:pt x="1236" y="1917"/>
                  </a:cubicBezTo>
                  <a:lnTo>
                    <a:pt x="1483" y="1917"/>
                  </a:lnTo>
                  <a:lnTo>
                    <a:pt x="1542" y="1853"/>
                  </a:lnTo>
                  <a:lnTo>
                    <a:pt x="1483" y="1793"/>
                  </a:lnTo>
                  <a:cubicBezTo>
                    <a:pt x="1418" y="1853"/>
                    <a:pt x="1359" y="1853"/>
                    <a:pt x="1236" y="1853"/>
                  </a:cubicBezTo>
                  <a:cubicBezTo>
                    <a:pt x="1112" y="1853"/>
                    <a:pt x="924" y="1793"/>
                    <a:pt x="801" y="1670"/>
                  </a:cubicBezTo>
                  <a:cubicBezTo>
                    <a:pt x="677" y="1546"/>
                    <a:pt x="554" y="1423"/>
                    <a:pt x="495" y="1235"/>
                  </a:cubicBezTo>
                  <a:cubicBezTo>
                    <a:pt x="248" y="865"/>
                    <a:pt x="124" y="435"/>
                    <a:pt x="124" y="0"/>
                  </a:cubicBezTo>
                  <a:close/>
                </a:path>
              </a:pathLst>
            </a:custGeom>
            <a:solidFill>
              <a:srgbClr val="9321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4" name="Google Shape;2734;p59"/>
            <p:cNvSpPr/>
            <p:nvPr/>
          </p:nvSpPr>
          <p:spPr>
            <a:xfrm>
              <a:off x="3451925" y="3844950"/>
              <a:ext cx="412100" cy="672150"/>
            </a:xfrm>
            <a:custGeom>
              <a:rect b="b" l="l" r="r" t="t"/>
              <a:pathLst>
                <a:path extrusionOk="0" h="26886" w="16484">
                  <a:moveTo>
                    <a:pt x="9347" y="1"/>
                  </a:moveTo>
                  <a:cubicBezTo>
                    <a:pt x="9083" y="1"/>
                    <a:pt x="8805" y="43"/>
                    <a:pt x="8521" y="146"/>
                  </a:cubicBezTo>
                  <a:cubicBezTo>
                    <a:pt x="8521" y="146"/>
                    <a:pt x="6669" y="146"/>
                    <a:pt x="4629" y="2986"/>
                  </a:cubicBezTo>
                  <a:cubicBezTo>
                    <a:pt x="2594" y="5826"/>
                    <a:pt x="1359" y="8232"/>
                    <a:pt x="924" y="11072"/>
                  </a:cubicBezTo>
                  <a:cubicBezTo>
                    <a:pt x="430" y="13853"/>
                    <a:pt x="1" y="17434"/>
                    <a:pt x="430" y="19039"/>
                  </a:cubicBezTo>
                  <a:cubicBezTo>
                    <a:pt x="801" y="20210"/>
                    <a:pt x="801" y="21445"/>
                    <a:pt x="1171" y="22620"/>
                  </a:cubicBezTo>
                  <a:cubicBezTo>
                    <a:pt x="1665" y="24038"/>
                    <a:pt x="2470" y="25337"/>
                    <a:pt x="3147" y="26631"/>
                  </a:cubicBezTo>
                  <a:cubicBezTo>
                    <a:pt x="3147" y="26695"/>
                    <a:pt x="3147" y="26754"/>
                    <a:pt x="3211" y="26819"/>
                  </a:cubicBezTo>
                  <a:cubicBezTo>
                    <a:pt x="3258" y="26865"/>
                    <a:pt x="3322" y="26885"/>
                    <a:pt x="3391" y="26885"/>
                  </a:cubicBezTo>
                  <a:cubicBezTo>
                    <a:pt x="3504" y="26885"/>
                    <a:pt x="3628" y="26831"/>
                    <a:pt x="3705" y="26754"/>
                  </a:cubicBezTo>
                  <a:cubicBezTo>
                    <a:pt x="3829" y="26631"/>
                    <a:pt x="3888" y="26448"/>
                    <a:pt x="3952" y="26261"/>
                  </a:cubicBezTo>
                  <a:cubicBezTo>
                    <a:pt x="4505" y="24532"/>
                    <a:pt x="5987" y="22867"/>
                    <a:pt x="7039" y="21321"/>
                  </a:cubicBezTo>
                  <a:cubicBezTo>
                    <a:pt x="7904" y="20027"/>
                    <a:pt x="9262" y="18481"/>
                    <a:pt x="9880" y="16999"/>
                  </a:cubicBezTo>
                  <a:cubicBezTo>
                    <a:pt x="10867" y="14406"/>
                    <a:pt x="11050" y="11566"/>
                    <a:pt x="13337" y="9713"/>
                  </a:cubicBezTo>
                  <a:cubicBezTo>
                    <a:pt x="13831" y="9284"/>
                    <a:pt x="14384" y="8973"/>
                    <a:pt x="14819" y="8479"/>
                  </a:cubicBezTo>
                  <a:cubicBezTo>
                    <a:pt x="15249" y="8049"/>
                    <a:pt x="15496" y="7491"/>
                    <a:pt x="15743" y="6938"/>
                  </a:cubicBezTo>
                  <a:cubicBezTo>
                    <a:pt x="15990" y="6379"/>
                    <a:pt x="16237" y="5826"/>
                    <a:pt x="16301" y="5268"/>
                  </a:cubicBezTo>
                  <a:cubicBezTo>
                    <a:pt x="16483" y="2922"/>
                    <a:pt x="14201" y="2862"/>
                    <a:pt x="12902" y="1687"/>
                  </a:cubicBezTo>
                  <a:cubicBezTo>
                    <a:pt x="12473" y="1381"/>
                    <a:pt x="11915" y="1257"/>
                    <a:pt x="11421" y="823"/>
                  </a:cubicBezTo>
                  <a:cubicBezTo>
                    <a:pt x="11421" y="823"/>
                    <a:pt x="10517" y="1"/>
                    <a:pt x="934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5" name="Google Shape;2735;p59"/>
            <p:cNvSpPr/>
            <p:nvPr/>
          </p:nvSpPr>
          <p:spPr>
            <a:xfrm>
              <a:off x="3592325" y="4050725"/>
              <a:ext cx="152900" cy="160550"/>
            </a:xfrm>
            <a:custGeom>
              <a:rect b="b" l="l" r="r" t="t"/>
              <a:pathLst>
                <a:path extrusionOk="0" h="6422" w="6116">
                  <a:moveTo>
                    <a:pt x="3893" y="1"/>
                  </a:moveTo>
                  <a:cubicBezTo>
                    <a:pt x="3582" y="124"/>
                    <a:pt x="3276" y="435"/>
                    <a:pt x="3029" y="682"/>
                  </a:cubicBezTo>
                  <a:cubicBezTo>
                    <a:pt x="2041" y="1729"/>
                    <a:pt x="1053" y="2782"/>
                    <a:pt x="371" y="4076"/>
                  </a:cubicBezTo>
                  <a:cubicBezTo>
                    <a:pt x="189" y="4510"/>
                    <a:pt x="1" y="5128"/>
                    <a:pt x="312" y="5498"/>
                  </a:cubicBezTo>
                  <a:cubicBezTo>
                    <a:pt x="435" y="5622"/>
                    <a:pt x="559" y="5681"/>
                    <a:pt x="742" y="5745"/>
                  </a:cubicBezTo>
                  <a:cubicBezTo>
                    <a:pt x="1236" y="6051"/>
                    <a:pt x="1730" y="6298"/>
                    <a:pt x="2288" y="6422"/>
                  </a:cubicBezTo>
                  <a:cubicBezTo>
                    <a:pt x="3458" y="5064"/>
                    <a:pt x="4757" y="3829"/>
                    <a:pt x="6116" y="2594"/>
                  </a:cubicBezTo>
                  <a:cubicBezTo>
                    <a:pt x="5498" y="2223"/>
                    <a:pt x="5064" y="1547"/>
                    <a:pt x="5004" y="865"/>
                  </a:cubicBezTo>
                  <a:cubicBezTo>
                    <a:pt x="4940" y="682"/>
                    <a:pt x="4940" y="495"/>
                    <a:pt x="4881" y="312"/>
                  </a:cubicBezTo>
                  <a:cubicBezTo>
                    <a:pt x="4757" y="65"/>
                    <a:pt x="4446" y="1"/>
                    <a:pt x="4199" y="1"/>
                  </a:cubicBezTo>
                  <a:close/>
                </a:path>
              </a:pathLst>
            </a:custGeom>
            <a:solidFill>
              <a:srgbClr val="801D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6" name="Google Shape;2736;p59"/>
            <p:cNvSpPr/>
            <p:nvPr/>
          </p:nvSpPr>
          <p:spPr>
            <a:xfrm>
              <a:off x="3839300" y="3999850"/>
              <a:ext cx="15475" cy="30900"/>
            </a:xfrm>
            <a:custGeom>
              <a:rect b="b" l="l" r="r" t="t"/>
              <a:pathLst>
                <a:path extrusionOk="0" h="1236" w="619">
                  <a:moveTo>
                    <a:pt x="618" y="1"/>
                  </a:moveTo>
                  <a:lnTo>
                    <a:pt x="248" y="742"/>
                  </a:lnTo>
                  <a:cubicBezTo>
                    <a:pt x="188" y="924"/>
                    <a:pt x="124" y="1112"/>
                    <a:pt x="1" y="1235"/>
                  </a:cubicBezTo>
                  <a:cubicBezTo>
                    <a:pt x="188" y="1112"/>
                    <a:pt x="312" y="924"/>
                    <a:pt x="435" y="801"/>
                  </a:cubicBezTo>
                  <a:cubicBezTo>
                    <a:pt x="495" y="554"/>
                    <a:pt x="559" y="248"/>
                    <a:pt x="618" y="1"/>
                  </a:cubicBezTo>
                  <a:close/>
                </a:path>
              </a:pathLst>
            </a:custGeom>
            <a:solidFill>
              <a:srgbClr val="70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7" name="Google Shape;2737;p59"/>
            <p:cNvSpPr/>
            <p:nvPr/>
          </p:nvSpPr>
          <p:spPr>
            <a:xfrm>
              <a:off x="3723600" y="3955025"/>
              <a:ext cx="131175" cy="137475"/>
            </a:xfrm>
            <a:custGeom>
              <a:rect b="b" l="l" r="r" t="t"/>
              <a:pathLst>
                <a:path extrusionOk="0" h="5499" w="5247">
                  <a:moveTo>
                    <a:pt x="4135" y="1"/>
                  </a:moveTo>
                  <a:cubicBezTo>
                    <a:pt x="3888" y="65"/>
                    <a:pt x="3705" y="188"/>
                    <a:pt x="3517" y="312"/>
                  </a:cubicBezTo>
                  <a:cubicBezTo>
                    <a:pt x="2529" y="1053"/>
                    <a:pt x="1359" y="1482"/>
                    <a:pt x="371" y="2288"/>
                  </a:cubicBezTo>
                  <a:cubicBezTo>
                    <a:pt x="247" y="2411"/>
                    <a:pt x="124" y="2535"/>
                    <a:pt x="60" y="2717"/>
                  </a:cubicBezTo>
                  <a:cubicBezTo>
                    <a:pt x="0" y="2905"/>
                    <a:pt x="60" y="3088"/>
                    <a:pt x="124" y="3275"/>
                  </a:cubicBezTo>
                  <a:cubicBezTo>
                    <a:pt x="494" y="4140"/>
                    <a:pt x="1112" y="4940"/>
                    <a:pt x="1912" y="5498"/>
                  </a:cubicBezTo>
                  <a:cubicBezTo>
                    <a:pt x="2653" y="4817"/>
                    <a:pt x="3394" y="4199"/>
                    <a:pt x="4075" y="3582"/>
                  </a:cubicBezTo>
                  <a:lnTo>
                    <a:pt x="4629" y="3028"/>
                  </a:lnTo>
                  <a:cubicBezTo>
                    <a:pt x="4752" y="2905"/>
                    <a:pt x="4816" y="2717"/>
                    <a:pt x="4876" y="2535"/>
                  </a:cubicBezTo>
                  <a:lnTo>
                    <a:pt x="5246" y="1794"/>
                  </a:lnTo>
                  <a:cubicBezTo>
                    <a:pt x="5246" y="1482"/>
                    <a:pt x="5187" y="1235"/>
                    <a:pt x="5187" y="988"/>
                  </a:cubicBezTo>
                  <a:cubicBezTo>
                    <a:pt x="5063" y="495"/>
                    <a:pt x="4693" y="1"/>
                    <a:pt x="4199" y="1"/>
                  </a:cubicBezTo>
                  <a:close/>
                </a:path>
              </a:pathLst>
            </a:custGeom>
            <a:solidFill>
              <a:srgbClr val="801D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8" name="Google Shape;2738;p59"/>
            <p:cNvSpPr/>
            <p:nvPr/>
          </p:nvSpPr>
          <p:spPr>
            <a:xfrm>
              <a:off x="3513675" y="4205075"/>
              <a:ext cx="106475" cy="234650"/>
            </a:xfrm>
            <a:custGeom>
              <a:rect b="b" l="l" r="r" t="t"/>
              <a:pathLst>
                <a:path extrusionOk="0" h="9386" w="4259">
                  <a:moveTo>
                    <a:pt x="2717" y="1"/>
                  </a:moveTo>
                  <a:cubicBezTo>
                    <a:pt x="2529" y="1"/>
                    <a:pt x="2347" y="65"/>
                    <a:pt x="2223" y="189"/>
                  </a:cubicBezTo>
                  <a:cubicBezTo>
                    <a:pt x="2100" y="312"/>
                    <a:pt x="2035" y="495"/>
                    <a:pt x="1976" y="683"/>
                  </a:cubicBezTo>
                  <a:cubicBezTo>
                    <a:pt x="865" y="3459"/>
                    <a:pt x="0" y="6486"/>
                    <a:pt x="801" y="9386"/>
                  </a:cubicBezTo>
                  <a:cubicBezTo>
                    <a:pt x="865" y="8892"/>
                    <a:pt x="924" y="8462"/>
                    <a:pt x="1235" y="8151"/>
                  </a:cubicBezTo>
                  <a:cubicBezTo>
                    <a:pt x="1665" y="6422"/>
                    <a:pt x="2347" y="4758"/>
                    <a:pt x="3211" y="3335"/>
                  </a:cubicBezTo>
                  <a:cubicBezTo>
                    <a:pt x="3517" y="2782"/>
                    <a:pt x="3888" y="2224"/>
                    <a:pt x="4258" y="1730"/>
                  </a:cubicBezTo>
                  <a:lnTo>
                    <a:pt x="4135" y="1606"/>
                  </a:lnTo>
                  <a:cubicBezTo>
                    <a:pt x="3888" y="1483"/>
                    <a:pt x="3641" y="1300"/>
                    <a:pt x="3517" y="1053"/>
                  </a:cubicBezTo>
                  <a:cubicBezTo>
                    <a:pt x="3394" y="865"/>
                    <a:pt x="3394" y="618"/>
                    <a:pt x="3335" y="436"/>
                  </a:cubicBezTo>
                  <a:cubicBezTo>
                    <a:pt x="3211" y="189"/>
                    <a:pt x="2964" y="1"/>
                    <a:pt x="2717" y="1"/>
                  </a:cubicBezTo>
                  <a:close/>
                </a:path>
              </a:pathLst>
            </a:custGeom>
            <a:solidFill>
              <a:srgbClr val="801D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9" name="Google Shape;2739;p59"/>
            <p:cNvSpPr/>
            <p:nvPr/>
          </p:nvSpPr>
          <p:spPr>
            <a:xfrm>
              <a:off x="3530600" y="3950450"/>
              <a:ext cx="297975" cy="371975"/>
            </a:xfrm>
            <a:custGeom>
              <a:rect b="b" l="l" r="r" t="t"/>
              <a:pathLst>
                <a:path extrusionOk="0" h="14879" w="11919">
                  <a:moveTo>
                    <a:pt x="11855" y="1"/>
                  </a:moveTo>
                  <a:cubicBezTo>
                    <a:pt x="11855" y="1"/>
                    <a:pt x="9449" y="1171"/>
                    <a:pt x="6733" y="3641"/>
                  </a:cubicBezTo>
                  <a:cubicBezTo>
                    <a:pt x="4016" y="6111"/>
                    <a:pt x="1052" y="9756"/>
                    <a:pt x="0" y="14819"/>
                  </a:cubicBezTo>
                  <a:cubicBezTo>
                    <a:pt x="0" y="14819"/>
                    <a:pt x="0" y="14878"/>
                    <a:pt x="64" y="14878"/>
                  </a:cubicBezTo>
                  <a:lnTo>
                    <a:pt x="64" y="14819"/>
                  </a:lnTo>
                  <a:cubicBezTo>
                    <a:pt x="1176" y="9815"/>
                    <a:pt x="4075" y="6111"/>
                    <a:pt x="6792" y="3705"/>
                  </a:cubicBezTo>
                  <a:cubicBezTo>
                    <a:pt x="8150" y="2471"/>
                    <a:pt x="9385" y="1606"/>
                    <a:pt x="10373" y="989"/>
                  </a:cubicBezTo>
                  <a:cubicBezTo>
                    <a:pt x="10808" y="678"/>
                    <a:pt x="11178" y="431"/>
                    <a:pt x="11484" y="307"/>
                  </a:cubicBezTo>
                  <a:cubicBezTo>
                    <a:pt x="11608" y="248"/>
                    <a:pt x="11731" y="184"/>
                    <a:pt x="11795" y="124"/>
                  </a:cubicBezTo>
                  <a:cubicBezTo>
                    <a:pt x="11855" y="124"/>
                    <a:pt x="11919" y="60"/>
                    <a:pt x="11919" y="60"/>
                  </a:cubicBezTo>
                  <a:cubicBezTo>
                    <a:pt x="11919" y="1"/>
                    <a:pt x="11855" y="1"/>
                    <a:pt x="11855" y="1"/>
                  </a:cubicBezTo>
                  <a:close/>
                </a:path>
              </a:pathLst>
            </a:custGeom>
            <a:solidFill>
              <a:srgbClr val="B62C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0" name="Google Shape;2740;p59"/>
            <p:cNvSpPr/>
            <p:nvPr/>
          </p:nvSpPr>
          <p:spPr>
            <a:xfrm>
              <a:off x="3695825" y="4043075"/>
              <a:ext cx="52500" cy="69425"/>
            </a:xfrm>
            <a:custGeom>
              <a:rect b="b" l="l" r="r" t="t"/>
              <a:pathLst>
                <a:path extrusionOk="0" h="2777" w="2100">
                  <a:moveTo>
                    <a:pt x="59" y="0"/>
                  </a:moveTo>
                  <a:cubicBezTo>
                    <a:pt x="59" y="60"/>
                    <a:pt x="0" y="60"/>
                    <a:pt x="0" y="124"/>
                  </a:cubicBezTo>
                  <a:cubicBezTo>
                    <a:pt x="0" y="124"/>
                    <a:pt x="0" y="183"/>
                    <a:pt x="59" y="183"/>
                  </a:cubicBezTo>
                  <a:lnTo>
                    <a:pt x="124" y="183"/>
                  </a:lnTo>
                  <a:lnTo>
                    <a:pt x="124" y="124"/>
                  </a:lnTo>
                  <a:lnTo>
                    <a:pt x="124" y="60"/>
                  </a:lnTo>
                  <a:lnTo>
                    <a:pt x="183" y="60"/>
                  </a:lnTo>
                  <a:cubicBezTo>
                    <a:pt x="183" y="60"/>
                    <a:pt x="247" y="60"/>
                    <a:pt x="306" y="124"/>
                  </a:cubicBezTo>
                  <a:cubicBezTo>
                    <a:pt x="430" y="124"/>
                    <a:pt x="494" y="183"/>
                    <a:pt x="553" y="247"/>
                  </a:cubicBezTo>
                  <a:cubicBezTo>
                    <a:pt x="617" y="247"/>
                    <a:pt x="677" y="247"/>
                    <a:pt x="677" y="307"/>
                  </a:cubicBezTo>
                  <a:lnTo>
                    <a:pt x="741" y="307"/>
                  </a:lnTo>
                  <a:cubicBezTo>
                    <a:pt x="864" y="494"/>
                    <a:pt x="924" y="677"/>
                    <a:pt x="988" y="865"/>
                  </a:cubicBezTo>
                  <a:cubicBezTo>
                    <a:pt x="988" y="1112"/>
                    <a:pt x="988" y="1359"/>
                    <a:pt x="1047" y="1541"/>
                  </a:cubicBezTo>
                  <a:cubicBezTo>
                    <a:pt x="1171" y="2100"/>
                    <a:pt x="1605" y="2470"/>
                    <a:pt x="2035" y="2776"/>
                  </a:cubicBezTo>
                  <a:lnTo>
                    <a:pt x="2099" y="2717"/>
                  </a:lnTo>
                  <a:cubicBezTo>
                    <a:pt x="1665" y="2406"/>
                    <a:pt x="1235" y="2035"/>
                    <a:pt x="1111" y="1541"/>
                  </a:cubicBezTo>
                  <a:cubicBezTo>
                    <a:pt x="1111" y="1359"/>
                    <a:pt x="1047" y="1112"/>
                    <a:pt x="1047" y="865"/>
                  </a:cubicBezTo>
                  <a:cubicBezTo>
                    <a:pt x="1047" y="677"/>
                    <a:pt x="988" y="430"/>
                    <a:pt x="800" y="247"/>
                  </a:cubicBezTo>
                  <a:lnTo>
                    <a:pt x="741" y="247"/>
                  </a:lnTo>
                  <a:cubicBezTo>
                    <a:pt x="677" y="183"/>
                    <a:pt x="617" y="124"/>
                    <a:pt x="494" y="60"/>
                  </a:cubicBezTo>
                  <a:cubicBezTo>
                    <a:pt x="370" y="0"/>
                    <a:pt x="247" y="0"/>
                    <a:pt x="183" y="0"/>
                  </a:cubicBezTo>
                  <a:close/>
                </a:path>
              </a:pathLst>
            </a:custGeom>
            <a:solidFill>
              <a:srgbClr val="B62C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1" name="Google Shape;2741;p59"/>
            <p:cNvSpPr/>
            <p:nvPr/>
          </p:nvSpPr>
          <p:spPr>
            <a:xfrm>
              <a:off x="3593950" y="4168050"/>
              <a:ext cx="55575" cy="41750"/>
            </a:xfrm>
            <a:custGeom>
              <a:rect b="b" l="l" r="r" t="t"/>
              <a:pathLst>
                <a:path extrusionOk="0" h="1670" w="2223">
                  <a:moveTo>
                    <a:pt x="59" y="0"/>
                  </a:moveTo>
                  <a:cubicBezTo>
                    <a:pt x="0" y="64"/>
                    <a:pt x="0" y="188"/>
                    <a:pt x="0" y="247"/>
                  </a:cubicBezTo>
                  <a:cubicBezTo>
                    <a:pt x="0" y="494"/>
                    <a:pt x="124" y="682"/>
                    <a:pt x="247" y="864"/>
                  </a:cubicBezTo>
                  <a:cubicBezTo>
                    <a:pt x="494" y="1052"/>
                    <a:pt x="864" y="1235"/>
                    <a:pt x="1171" y="1358"/>
                  </a:cubicBezTo>
                  <a:cubicBezTo>
                    <a:pt x="1541" y="1482"/>
                    <a:pt x="1912" y="1546"/>
                    <a:pt x="2159" y="1670"/>
                  </a:cubicBezTo>
                  <a:lnTo>
                    <a:pt x="2223" y="1546"/>
                  </a:lnTo>
                  <a:cubicBezTo>
                    <a:pt x="1852" y="1423"/>
                    <a:pt x="1294" y="1358"/>
                    <a:pt x="864" y="1176"/>
                  </a:cubicBezTo>
                  <a:cubicBezTo>
                    <a:pt x="677" y="1052"/>
                    <a:pt x="430" y="929"/>
                    <a:pt x="306" y="805"/>
                  </a:cubicBezTo>
                  <a:cubicBezTo>
                    <a:pt x="183" y="618"/>
                    <a:pt x="124" y="435"/>
                    <a:pt x="124" y="247"/>
                  </a:cubicBezTo>
                  <a:lnTo>
                    <a:pt x="124" y="0"/>
                  </a:lnTo>
                  <a:close/>
                </a:path>
              </a:pathLst>
            </a:custGeom>
            <a:solidFill>
              <a:srgbClr val="B62C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2" name="Google Shape;2742;p59"/>
            <p:cNvSpPr/>
            <p:nvPr/>
          </p:nvSpPr>
          <p:spPr>
            <a:xfrm>
              <a:off x="3579975" y="4197425"/>
              <a:ext cx="40175" cy="52500"/>
            </a:xfrm>
            <a:custGeom>
              <a:rect b="b" l="l" r="r" t="t"/>
              <a:pathLst>
                <a:path extrusionOk="0" h="2100" w="1607">
                  <a:moveTo>
                    <a:pt x="65" y="1"/>
                  </a:moveTo>
                  <a:lnTo>
                    <a:pt x="1" y="60"/>
                  </a:lnTo>
                  <a:cubicBezTo>
                    <a:pt x="189" y="124"/>
                    <a:pt x="371" y="183"/>
                    <a:pt x="495" y="371"/>
                  </a:cubicBezTo>
                  <a:cubicBezTo>
                    <a:pt x="618" y="495"/>
                    <a:pt x="683" y="677"/>
                    <a:pt x="683" y="865"/>
                  </a:cubicBezTo>
                  <a:lnTo>
                    <a:pt x="683" y="989"/>
                  </a:lnTo>
                  <a:lnTo>
                    <a:pt x="683" y="1112"/>
                  </a:lnTo>
                  <a:cubicBezTo>
                    <a:pt x="683" y="1171"/>
                    <a:pt x="683" y="1236"/>
                    <a:pt x="742" y="1295"/>
                  </a:cubicBezTo>
                  <a:cubicBezTo>
                    <a:pt x="806" y="1359"/>
                    <a:pt x="806" y="1418"/>
                    <a:pt x="865" y="1542"/>
                  </a:cubicBezTo>
                  <a:cubicBezTo>
                    <a:pt x="1053" y="1789"/>
                    <a:pt x="1300" y="2036"/>
                    <a:pt x="1606" y="2100"/>
                  </a:cubicBezTo>
                  <a:lnTo>
                    <a:pt x="1606" y="2036"/>
                  </a:lnTo>
                  <a:cubicBezTo>
                    <a:pt x="1359" y="1976"/>
                    <a:pt x="1112" y="1729"/>
                    <a:pt x="989" y="1482"/>
                  </a:cubicBezTo>
                  <a:cubicBezTo>
                    <a:pt x="865" y="1359"/>
                    <a:pt x="865" y="1295"/>
                    <a:pt x="806" y="1236"/>
                  </a:cubicBezTo>
                  <a:cubicBezTo>
                    <a:pt x="742" y="1236"/>
                    <a:pt x="742" y="1171"/>
                    <a:pt x="742" y="1112"/>
                  </a:cubicBezTo>
                  <a:lnTo>
                    <a:pt x="742" y="989"/>
                  </a:lnTo>
                  <a:lnTo>
                    <a:pt x="742" y="865"/>
                  </a:lnTo>
                  <a:cubicBezTo>
                    <a:pt x="742" y="677"/>
                    <a:pt x="683" y="430"/>
                    <a:pt x="559" y="307"/>
                  </a:cubicBezTo>
                  <a:cubicBezTo>
                    <a:pt x="436" y="124"/>
                    <a:pt x="248" y="1"/>
                    <a:pt x="65" y="1"/>
                  </a:cubicBezTo>
                  <a:close/>
                </a:path>
              </a:pathLst>
            </a:custGeom>
            <a:solidFill>
              <a:srgbClr val="B62C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3" name="Google Shape;2743;p59"/>
            <p:cNvSpPr/>
            <p:nvPr/>
          </p:nvSpPr>
          <p:spPr>
            <a:xfrm>
              <a:off x="3722000" y="4021450"/>
              <a:ext cx="55575" cy="67950"/>
            </a:xfrm>
            <a:custGeom>
              <a:rect b="b" l="l" r="r" t="t"/>
              <a:pathLst>
                <a:path extrusionOk="0" h="2718" w="2223">
                  <a:moveTo>
                    <a:pt x="64" y="1"/>
                  </a:moveTo>
                  <a:cubicBezTo>
                    <a:pt x="64" y="124"/>
                    <a:pt x="0" y="248"/>
                    <a:pt x="0" y="307"/>
                  </a:cubicBezTo>
                  <a:cubicBezTo>
                    <a:pt x="0" y="554"/>
                    <a:pt x="124" y="742"/>
                    <a:pt x="247" y="925"/>
                  </a:cubicBezTo>
                  <a:lnTo>
                    <a:pt x="805" y="1295"/>
                  </a:lnTo>
                  <a:cubicBezTo>
                    <a:pt x="1359" y="1606"/>
                    <a:pt x="1793" y="2160"/>
                    <a:pt x="2164" y="2718"/>
                  </a:cubicBezTo>
                  <a:lnTo>
                    <a:pt x="2223" y="2653"/>
                  </a:lnTo>
                  <a:cubicBezTo>
                    <a:pt x="1852" y="2100"/>
                    <a:pt x="1423" y="1542"/>
                    <a:pt x="865" y="1236"/>
                  </a:cubicBezTo>
                  <a:lnTo>
                    <a:pt x="311" y="865"/>
                  </a:lnTo>
                  <a:cubicBezTo>
                    <a:pt x="188" y="678"/>
                    <a:pt x="124" y="554"/>
                    <a:pt x="124" y="307"/>
                  </a:cubicBezTo>
                  <a:cubicBezTo>
                    <a:pt x="124" y="248"/>
                    <a:pt x="124" y="124"/>
                    <a:pt x="188" y="1"/>
                  </a:cubicBezTo>
                  <a:close/>
                </a:path>
              </a:pathLst>
            </a:custGeom>
            <a:solidFill>
              <a:srgbClr val="B62C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4" name="Google Shape;2744;p59"/>
            <p:cNvSpPr/>
            <p:nvPr/>
          </p:nvSpPr>
          <p:spPr>
            <a:xfrm>
              <a:off x="4209750" y="3172500"/>
              <a:ext cx="38675" cy="206850"/>
            </a:xfrm>
            <a:custGeom>
              <a:rect b="b" l="l" r="r" t="t"/>
              <a:pathLst>
                <a:path extrusionOk="0" h="8274" w="1547">
                  <a:moveTo>
                    <a:pt x="65" y="0"/>
                  </a:moveTo>
                  <a:cubicBezTo>
                    <a:pt x="1" y="741"/>
                    <a:pt x="1" y="1418"/>
                    <a:pt x="1" y="2036"/>
                  </a:cubicBezTo>
                  <a:cubicBezTo>
                    <a:pt x="1" y="5063"/>
                    <a:pt x="312" y="6604"/>
                    <a:pt x="618" y="7410"/>
                  </a:cubicBezTo>
                  <a:cubicBezTo>
                    <a:pt x="806" y="7780"/>
                    <a:pt x="989" y="8027"/>
                    <a:pt x="1112" y="8151"/>
                  </a:cubicBezTo>
                  <a:cubicBezTo>
                    <a:pt x="1300" y="8274"/>
                    <a:pt x="1423" y="8274"/>
                    <a:pt x="1483" y="8274"/>
                  </a:cubicBezTo>
                  <a:cubicBezTo>
                    <a:pt x="1483" y="8274"/>
                    <a:pt x="1547" y="8274"/>
                    <a:pt x="1547" y="8210"/>
                  </a:cubicBezTo>
                  <a:lnTo>
                    <a:pt x="1483" y="8210"/>
                  </a:lnTo>
                  <a:cubicBezTo>
                    <a:pt x="1423" y="8210"/>
                    <a:pt x="1300" y="8210"/>
                    <a:pt x="1176" y="8086"/>
                  </a:cubicBezTo>
                  <a:cubicBezTo>
                    <a:pt x="989" y="7904"/>
                    <a:pt x="682" y="7533"/>
                    <a:pt x="495" y="6604"/>
                  </a:cubicBezTo>
                  <a:cubicBezTo>
                    <a:pt x="248" y="5740"/>
                    <a:pt x="65" y="4322"/>
                    <a:pt x="65" y="2036"/>
                  </a:cubicBezTo>
                  <a:cubicBezTo>
                    <a:pt x="65" y="1418"/>
                    <a:pt x="65" y="741"/>
                    <a:pt x="124" y="60"/>
                  </a:cubicBezTo>
                  <a:cubicBezTo>
                    <a:pt x="124" y="0"/>
                    <a:pt x="124" y="0"/>
                    <a:pt x="65" y="0"/>
                  </a:cubicBezTo>
                  <a:close/>
                </a:path>
              </a:pathLst>
            </a:custGeom>
            <a:solidFill>
              <a:srgbClr val="B62C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5" name="Google Shape;2745;p59"/>
            <p:cNvSpPr/>
            <p:nvPr/>
          </p:nvSpPr>
          <p:spPr>
            <a:xfrm>
              <a:off x="3499725" y="3760250"/>
              <a:ext cx="1216350" cy="1680350"/>
            </a:xfrm>
            <a:custGeom>
              <a:rect b="b" l="l" r="r" t="t"/>
              <a:pathLst>
                <a:path extrusionOk="0" h="67214" w="48654">
                  <a:moveTo>
                    <a:pt x="40557" y="0"/>
                  </a:moveTo>
                  <a:cubicBezTo>
                    <a:pt x="40499" y="0"/>
                    <a:pt x="40440" y="4"/>
                    <a:pt x="40380" y="12"/>
                  </a:cubicBezTo>
                  <a:cubicBezTo>
                    <a:pt x="39456" y="135"/>
                    <a:pt x="36305" y="506"/>
                    <a:pt x="35687" y="629"/>
                  </a:cubicBezTo>
                  <a:cubicBezTo>
                    <a:pt x="35534" y="662"/>
                    <a:pt x="35195" y="678"/>
                    <a:pt x="34739" y="678"/>
                  </a:cubicBezTo>
                  <a:cubicBezTo>
                    <a:pt x="34283" y="678"/>
                    <a:pt x="33712" y="662"/>
                    <a:pt x="33094" y="629"/>
                  </a:cubicBezTo>
                  <a:cubicBezTo>
                    <a:pt x="32199" y="595"/>
                    <a:pt x="31240" y="559"/>
                    <a:pt x="30449" y="559"/>
                  </a:cubicBezTo>
                  <a:cubicBezTo>
                    <a:pt x="29878" y="559"/>
                    <a:pt x="29394" y="578"/>
                    <a:pt x="29083" y="629"/>
                  </a:cubicBezTo>
                  <a:cubicBezTo>
                    <a:pt x="27784" y="941"/>
                    <a:pt x="23462" y="2482"/>
                    <a:pt x="22045" y="3287"/>
                  </a:cubicBezTo>
                  <a:cubicBezTo>
                    <a:pt x="20375" y="4151"/>
                    <a:pt x="18834" y="5386"/>
                    <a:pt x="17412" y="6621"/>
                  </a:cubicBezTo>
                  <a:cubicBezTo>
                    <a:pt x="16241" y="7609"/>
                    <a:pt x="15377" y="8844"/>
                    <a:pt x="14448" y="9955"/>
                  </a:cubicBezTo>
                  <a:cubicBezTo>
                    <a:pt x="14018" y="10449"/>
                    <a:pt x="13524" y="10943"/>
                    <a:pt x="13030" y="11373"/>
                  </a:cubicBezTo>
                  <a:cubicBezTo>
                    <a:pt x="9820" y="14154"/>
                    <a:pt x="5928" y="17488"/>
                    <a:pt x="3769" y="21128"/>
                  </a:cubicBezTo>
                  <a:cubicBezTo>
                    <a:pt x="1976" y="24032"/>
                    <a:pt x="1052" y="27796"/>
                    <a:pt x="1052" y="31195"/>
                  </a:cubicBezTo>
                  <a:cubicBezTo>
                    <a:pt x="1052" y="35517"/>
                    <a:pt x="0" y="37181"/>
                    <a:pt x="1052" y="41133"/>
                  </a:cubicBezTo>
                  <a:cubicBezTo>
                    <a:pt x="2100" y="45084"/>
                    <a:pt x="2100" y="46630"/>
                    <a:pt x="3152" y="48606"/>
                  </a:cubicBezTo>
                  <a:cubicBezTo>
                    <a:pt x="4199" y="50582"/>
                    <a:pt x="8027" y="55274"/>
                    <a:pt x="12225" y="58174"/>
                  </a:cubicBezTo>
                  <a:cubicBezTo>
                    <a:pt x="16424" y="61078"/>
                    <a:pt x="24021" y="64595"/>
                    <a:pt x="24514" y="64842"/>
                  </a:cubicBezTo>
                  <a:cubicBezTo>
                    <a:pt x="24997" y="65113"/>
                    <a:pt x="28344" y="67213"/>
                    <a:pt x="31364" y="67213"/>
                  </a:cubicBezTo>
                  <a:cubicBezTo>
                    <a:pt x="31808" y="67213"/>
                    <a:pt x="32245" y="67168"/>
                    <a:pt x="32664" y="67065"/>
                  </a:cubicBezTo>
                  <a:cubicBezTo>
                    <a:pt x="35934" y="66324"/>
                    <a:pt x="38651" y="64595"/>
                    <a:pt x="39580" y="62249"/>
                  </a:cubicBezTo>
                  <a:cubicBezTo>
                    <a:pt x="40503" y="59902"/>
                    <a:pt x="44578" y="53728"/>
                    <a:pt x="44949" y="51629"/>
                  </a:cubicBezTo>
                  <a:cubicBezTo>
                    <a:pt x="45383" y="49530"/>
                    <a:pt x="48653" y="41133"/>
                    <a:pt x="47483" y="36811"/>
                  </a:cubicBezTo>
                  <a:cubicBezTo>
                    <a:pt x="46742" y="34282"/>
                    <a:pt x="46001" y="31501"/>
                    <a:pt x="44702" y="29219"/>
                  </a:cubicBezTo>
                  <a:cubicBezTo>
                    <a:pt x="44084" y="28231"/>
                    <a:pt x="44272" y="27367"/>
                    <a:pt x="44025" y="26314"/>
                  </a:cubicBezTo>
                  <a:cubicBezTo>
                    <a:pt x="43902" y="25573"/>
                    <a:pt x="43467" y="24897"/>
                    <a:pt x="43096" y="24215"/>
                  </a:cubicBezTo>
                  <a:cubicBezTo>
                    <a:pt x="42667" y="23351"/>
                    <a:pt x="42109" y="22486"/>
                    <a:pt x="41368" y="21810"/>
                  </a:cubicBezTo>
                  <a:cubicBezTo>
                    <a:pt x="39580" y="20204"/>
                    <a:pt x="35875" y="20204"/>
                    <a:pt x="33588" y="19523"/>
                  </a:cubicBezTo>
                  <a:cubicBezTo>
                    <a:pt x="31612" y="18905"/>
                    <a:pt x="28466" y="17917"/>
                    <a:pt x="27908" y="15571"/>
                  </a:cubicBezTo>
                  <a:cubicBezTo>
                    <a:pt x="26984" y="11807"/>
                    <a:pt x="27537" y="9832"/>
                    <a:pt x="28466" y="9150"/>
                  </a:cubicBezTo>
                  <a:cubicBezTo>
                    <a:pt x="29337" y="8568"/>
                    <a:pt x="31362" y="5849"/>
                    <a:pt x="33866" y="5849"/>
                  </a:cubicBezTo>
                  <a:cubicBezTo>
                    <a:pt x="34019" y="5849"/>
                    <a:pt x="34173" y="5859"/>
                    <a:pt x="34329" y="5880"/>
                  </a:cubicBezTo>
                  <a:cubicBezTo>
                    <a:pt x="36550" y="6223"/>
                    <a:pt x="37665" y="6963"/>
                    <a:pt x="38497" y="6963"/>
                  </a:cubicBezTo>
                  <a:cubicBezTo>
                    <a:pt x="38707" y="6963"/>
                    <a:pt x="38899" y="6916"/>
                    <a:pt x="39086" y="6804"/>
                  </a:cubicBezTo>
                  <a:cubicBezTo>
                    <a:pt x="40009" y="6310"/>
                    <a:pt x="40750" y="5075"/>
                    <a:pt x="40874" y="4704"/>
                  </a:cubicBezTo>
                  <a:cubicBezTo>
                    <a:pt x="41061" y="4334"/>
                    <a:pt x="41679" y="4704"/>
                    <a:pt x="42232" y="4211"/>
                  </a:cubicBezTo>
                  <a:cubicBezTo>
                    <a:pt x="42726" y="3657"/>
                    <a:pt x="42973" y="2111"/>
                    <a:pt x="42479" y="1435"/>
                  </a:cubicBezTo>
                  <a:cubicBezTo>
                    <a:pt x="41962" y="797"/>
                    <a:pt x="41388" y="0"/>
                    <a:pt x="4055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6" name="Google Shape;2746;p59"/>
            <p:cNvSpPr/>
            <p:nvPr/>
          </p:nvSpPr>
          <p:spPr>
            <a:xfrm>
              <a:off x="3532200" y="4441325"/>
              <a:ext cx="3100" cy="23100"/>
            </a:xfrm>
            <a:custGeom>
              <a:rect b="b" l="l" r="r" t="t"/>
              <a:pathLst>
                <a:path extrusionOk="0" h="924" w="124">
                  <a:moveTo>
                    <a:pt x="60" y="0"/>
                  </a:moveTo>
                  <a:lnTo>
                    <a:pt x="60" y="59"/>
                  </a:lnTo>
                  <a:cubicBezTo>
                    <a:pt x="0" y="370"/>
                    <a:pt x="0" y="617"/>
                    <a:pt x="0" y="924"/>
                  </a:cubicBezTo>
                  <a:cubicBezTo>
                    <a:pt x="60" y="677"/>
                    <a:pt x="60" y="370"/>
                    <a:pt x="124" y="124"/>
                  </a:cubicBezTo>
                  <a:cubicBezTo>
                    <a:pt x="124" y="124"/>
                    <a:pt x="124" y="59"/>
                    <a:pt x="60" y="0"/>
                  </a:cubicBezTo>
                  <a:close/>
                </a:path>
              </a:pathLst>
            </a:custGeom>
            <a:solidFill>
              <a:srgbClr val="801D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7" name="Google Shape;2747;p59"/>
            <p:cNvSpPr/>
            <p:nvPr/>
          </p:nvSpPr>
          <p:spPr>
            <a:xfrm>
              <a:off x="3533675" y="4408825"/>
              <a:ext cx="10900" cy="35600"/>
            </a:xfrm>
            <a:custGeom>
              <a:rect b="b" l="l" r="r" t="t"/>
              <a:pathLst>
                <a:path extrusionOk="0" h="1424" w="436">
                  <a:moveTo>
                    <a:pt x="435" y="1"/>
                  </a:moveTo>
                  <a:lnTo>
                    <a:pt x="435" y="1"/>
                  </a:lnTo>
                  <a:cubicBezTo>
                    <a:pt x="124" y="312"/>
                    <a:pt x="65" y="742"/>
                    <a:pt x="1" y="1236"/>
                  </a:cubicBezTo>
                  <a:lnTo>
                    <a:pt x="1" y="1300"/>
                  </a:lnTo>
                  <a:cubicBezTo>
                    <a:pt x="65" y="1359"/>
                    <a:pt x="65" y="1424"/>
                    <a:pt x="65" y="1424"/>
                  </a:cubicBezTo>
                  <a:cubicBezTo>
                    <a:pt x="188" y="930"/>
                    <a:pt x="248" y="436"/>
                    <a:pt x="435" y="1"/>
                  </a:cubicBezTo>
                  <a:close/>
                </a:path>
              </a:pathLst>
            </a:custGeom>
            <a:solidFill>
              <a:srgbClr val="70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8" name="Google Shape;2748;p59"/>
            <p:cNvSpPr/>
            <p:nvPr/>
          </p:nvSpPr>
          <p:spPr>
            <a:xfrm>
              <a:off x="3530600" y="4117175"/>
              <a:ext cx="558775" cy="855150"/>
            </a:xfrm>
            <a:custGeom>
              <a:rect b="b" l="l" r="r" t="t"/>
              <a:pathLst>
                <a:path extrusionOk="0" h="34206" w="22351">
                  <a:moveTo>
                    <a:pt x="17599" y="0"/>
                  </a:moveTo>
                  <a:cubicBezTo>
                    <a:pt x="17535" y="0"/>
                    <a:pt x="17476" y="0"/>
                    <a:pt x="17411" y="59"/>
                  </a:cubicBezTo>
                  <a:cubicBezTo>
                    <a:pt x="16547" y="247"/>
                    <a:pt x="15870" y="924"/>
                    <a:pt x="15065" y="1294"/>
                  </a:cubicBezTo>
                  <a:cubicBezTo>
                    <a:pt x="14077" y="1665"/>
                    <a:pt x="13030" y="2099"/>
                    <a:pt x="12042" y="2529"/>
                  </a:cubicBezTo>
                  <a:cubicBezTo>
                    <a:pt x="11054" y="2899"/>
                    <a:pt x="10067" y="3334"/>
                    <a:pt x="9202" y="3887"/>
                  </a:cubicBezTo>
                  <a:cubicBezTo>
                    <a:pt x="8027" y="4692"/>
                    <a:pt x="6915" y="5927"/>
                    <a:pt x="5433" y="6174"/>
                  </a:cubicBezTo>
                  <a:cubicBezTo>
                    <a:pt x="5992" y="5186"/>
                    <a:pt x="6856" y="4258"/>
                    <a:pt x="7473" y="3270"/>
                  </a:cubicBezTo>
                  <a:cubicBezTo>
                    <a:pt x="7350" y="3211"/>
                    <a:pt x="7226" y="3146"/>
                    <a:pt x="7103" y="3146"/>
                  </a:cubicBezTo>
                  <a:cubicBezTo>
                    <a:pt x="6668" y="3146"/>
                    <a:pt x="6239" y="3458"/>
                    <a:pt x="5927" y="3828"/>
                  </a:cubicBezTo>
                  <a:cubicBezTo>
                    <a:pt x="4075" y="5927"/>
                    <a:pt x="3952" y="9385"/>
                    <a:pt x="1423" y="10990"/>
                  </a:cubicBezTo>
                  <a:cubicBezTo>
                    <a:pt x="1111" y="11173"/>
                    <a:pt x="805" y="11296"/>
                    <a:pt x="618" y="11543"/>
                  </a:cubicBezTo>
                  <a:cubicBezTo>
                    <a:pt x="558" y="11608"/>
                    <a:pt x="558" y="11608"/>
                    <a:pt x="558" y="11667"/>
                  </a:cubicBezTo>
                  <a:cubicBezTo>
                    <a:pt x="371" y="12102"/>
                    <a:pt x="311" y="12596"/>
                    <a:pt x="188" y="13090"/>
                  </a:cubicBezTo>
                  <a:cubicBezTo>
                    <a:pt x="124" y="13336"/>
                    <a:pt x="124" y="13643"/>
                    <a:pt x="64" y="13890"/>
                  </a:cubicBezTo>
                  <a:cubicBezTo>
                    <a:pt x="0" y="15742"/>
                    <a:pt x="247" y="17594"/>
                    <a:pt x="494" y="19387"/>
                  </a:cubicBezTo>
                  <a:cubicBezTo>
                    <a:pt x="741" y="20869"/>
                    <a:pt x="988" y="22351"/>
                    <a:pt x="1605" y="23709"/>
                  </a:cubicBezTo>
                  <a:cubicBezTo>
                    <a:pt x="1917" y="24450"/>
                    <a:pt x="2346" y="25191"/>
                    <a:pt x="2781" y="25868"/>
                  </a:cubicBezTo>
                  <a:cubicBezTo>
                    <a:pt x="2964" y="26238"/>
                    <a:pt x="3211" y="26549"/>
                    <a:pt x="3398" y="26920"/>
                  </a:cubicBezTo>
                  <a:cubicBezTo>
                    <a:pt x="3645" y="27043"/>
                    <a:pt x="3952" y="27167"/>
                    <a:pt x="4199" y="27290"/>
                  </a:cubicBezTo>
                  <a:cubicBezTo>
                    <a:pt x="4263" y="27290"/>
                    <a:pt x="4322" y="27350"/>
                    <a:pt x="4386" y="27350"/>
                  </a:cubicBezTo>
                  <a:cubicBezTo>
                    <a:pt x="3952" y="26732"/>
                    <a:pt x="3705" y="25991"/>
                    <a:pt x="3581" y="25250"/>
                  </a:cubicBezTo>
                  <a:lnTo>
                    <a:pt x="3581" y="25250"/>
                  </a:lnTo>
                  <a:cubicBezTo>
                    <a:pt x="4510" y="25685"/>
                    <a:pt x="5310" y="26362"/>
                    <a:pt x="6174" y="26856"/>
                  </a:cubicBezTo>
                  <a:cubicBezTo>
                    <a:pt x="6915" y="27290"/>
                    <a:pt x="7780" y="27661"/>
                    <a:pt x="8585" y="27661"/>
                  </a:cubicBezTo>
                  <a:lnTo>
                    <a:pt x="9079" y="27661"/>
                  </a:lnTo>
                  <a:cubicBezTo>
                    <a:pt x="9015" y="27350"/>
                    <a:pt x="8644" y="27167"/>
                    <a:pt x="8338" y="27043"/>
                  </a:cubicBezTo>
                  <a:cubicBezTo>
                    <a:pt x="7473" y="26796"/>
                    <a:pt x="6486" y="26609"/>
                    <a:pt x="5804" y="25991"/>
                  </a:cubicBezTo>
                  <a:cubicBezTo>
                    <a:pt x="5251" y="25562"/>
                    <a:pt x="4940" y="24880"/>
                    <a:pt x="4386" y="24509"/>
                  </a:cubicBezTo>
                  <a:cubicBezTo>
                    <a:pt x="4016" y="24262"/>
                    <a:pt x="3581" y="24139"/>
                    <a:pt x="3275" y="23833"/>
                  </a:cubicBezTo>
                  <a:cubicBezTo>
                    <a:pt x="3028" y="23586"/>
                    <a:pt x="2840" y="23215"/>
                    <a:pt x="2717" y="22845"/>
                  </a:cubicBezTo>
                  <a:cubicBezTo>
                    <a:pt x="2287" y="21546"/>
                    <a:pt x="1793" y="20252"/>
                    <a:pt x="1299" y="19017"/>
                  </a:cubicBezTo>
                  <a:lnTo>
                    <a:pt x="1299" y="19017"/>
                  </a:lnTo>
                  <a:cubicBezTo>
                    <a:pt x="2470" y="20128"/>
                    <a:pt x="3828" y="21240"/>
                    <a:pt x="5251" y="21980"/>
                  </a:cubicBezTo>
                  <a:cubicBezTo>
                    <a:pt x="5374" y="22040"/>
                    <a:pt x="5498" y="22104"/>
                    <a:pt x="5621" y="22104"/>
                  </a:cubicBezTo>
                  <a:lnTo>
                    <a:pt x="5745" y="22104"/>
                  </a:lnTo>
                  <a:cubicBezTo>
                    <a:pt x="5992" y="22040"/>
                    <a:pt x="6051" y="21669"/>
                    <a:pt x="5927" y="21422"/>
                  </a:cubicBezTo>
                  <a:cubicBezTo>
                    <a:pt x="5804" y="21240"/>
                    <a:pt x="5557" y="21116"/>
                    <a:pt x="5310" y="20993"/>
                  </a:cubicBezTo>
                  <a:cubicBezTo>
                    <a:pt x="4880" y="20805"/>
                    <a:pt x="4016" y="20681"/>
                    <a:pt x="4263" y="20128"/>
                  </a:cubicBezTo>
                  <a:cubicBezTo>
                    <a:pt x="4322" y="19881"/>
                    <a:pt x="4569" y="19817"/>
                    <a:pt x="4816" y="19817"/>
                  </a:cubicBezTo>
                  <a:cubicBezTo>
                    <a:pt x="4880" y="19817"/>
                    <a:pt x="5004" y="19817"/>
                    <a:pt x="5127" y="19881"/>
                  </a:cubicBezTo>
                  <a:lnTo>
                    <a:pt x="5498" y="19881"/>
                  </a:lnTo>
                  <a:cubicBezTo>
                    <a:pt x="5621" y="19881"/>
                    <a:pt x="5680" y="19881"/>
                    <a:pt x="5804" y="19817"/>
                  </a:cubicBezTo>
                  <a:cubicBezTo>
                    <a:pt x="6298" y="19570"/>
                    <a:pt x="6174" y="19076"/>
                    <a:pt x="5498" y="19017"/>
                  </a:cubicBezTo>
                  <a:lnTo>
                    <a:pt x="5374" y="19017"/>
                  </a:lnTo>
                  <a:cubicBezTo>
                    <a:pt x="4940" y="19017"/>
                    <a:pt x="4569" y="19140"/>
                    <a:pt x="4199" y="19323"/>
                  </a:cubicBezTo>
                  <a:cubicBezTo>
                    <a:pt x="3769" y="19634"/>
                    <a:pt x="3458" y="19758"/>
                    <a:pt x="3275" y="19758"/>
                  </a:cubicBezTo>
                  <a:cubicBezTo>
                    <a:pt x="2904" y="19758"/>
                    <a:pt x="2717" y="19447"/>
                    <a:pt x="2411" y="18770"/>
                  </a:cubicBezTo>
                  <a:cubicBezTo>
                    <a:pt x="2099" y="18152"/>
                    <a:pt x="1052" y="16359"/>
                    <a:pt x="1423" y="15806"/>
                  </a:cubicBezTo>
                  <a:lnTo>
                    <a:pt x="1423" y="15806"/>
                  </a:lnTo>
                  <a:cubicBezTo>
                    <a:pt x="1605" y="15865"/>
                    <a:pt x="1729" y="15989"/>
                    <a:pt x="1852" y="16112"/>
                  </a:cubicBezTo>
                  <a:cubicBezTo>
                    <a:pt x="1976" y="16300"/>
                    <a:pt x="2164" y="16424"/>
                    <a:pt x="2346" y="16424"/>
                  </a:cubicBezTo>
                  <a:cubicBezTo>
                    <a:pt x="2411" y="16424"/>
                    <a:pt x="2470" y="16424"/>
                    <a:pt x="2534" y="16359"/>
                  </a:cubicBezTo>
                  <a:cubicBezTo>
                    <a:pt x="2658" y="16236"/>
                    <a:pt x="2658" y="15989"/>
                    <a:pt x="2534" y="15806"/>
                  </a:cubicBezTo>
                  <a:cubicBezTo>
                    <a:pt x="2411" y="15683"/>
                    <a:pt x="2164" y="15618"/>
                    <a:pt x="2040" y="15495"/>
                  </a:cubicBezTo>
                  <a:cubicBezTo>
                    <a:pt x="929" y="14818"/>
                    <a:pt x="1235" y="13090"/>
                    <a:pt x="1793" y="13090"/>
                  </a:cubicBezTo>
                  <a:cubicBezTo>
                    <a:pt x="1976" y="13090"/>
                    <a:pt x="2223" y="13272"/>
                    <a:pt x="2470" y="13766"/>
                  </a:cubicBezTo>
                  <a:cubicBezTo>
                    <a:pt x="2717" y="14384"/>
                    <a:pt x="3334" y="14818"/>
                    <a:pt x="4016" y="14818"/>
                  </a:cubicBezTo>
                  <a:lnTo>
                    <a:pt x="4199" y="14818"/>
                  </a:lnTo>
                  <a:cubicBezTo>
                    <a:pt x="4693" y="14754"/>
                    <a:pt x="5310" y="14448"/>
                    <a:pt x="5804" y="14448"/>
                  </a:cubicBezTo>
                  <a:cubicBezTo>
                    <a:pt x="5992" y="14448"/>
                    <a:pt x="6239" y="14507"/>
                    <a:pt x="6421" y="14631"/>
                  </a:cubicBezTo>
                  <a:cubicBezTo>
                    <a:pt x="6486" y="14754"/>
                    <a:pt x="6609" y="14878"/>
                    <a:pt x="6733" y="14942"/>
                  </a:cubicBezTo>
                  <a:cubicBezTo>
                    <a:pt x="6792" y="14942"/>
                    <a:pt x="6792" y="15001"/>
                    <a:pt x="6856" y="15001"/>
                  </a:cubicBezTo>
                  <a:cubicBezTo>
                    <a:pt x="7162" y="15001"/>
                    <a:pt x="7409" y="14507"/>
                    <a:pt x="7226" y="14201"/>
                  </a:cubicBezTo>
                  <a:cubicBezTo>
                    <a:pt x="7103" y="13954"/>
                    <a:pt x="6792" y="13830"/>
                    <a:pt x="6486" y="13830"/>
                  </a:cubicBezTo>
                  <a:cubicBezTo>
                    <a:pt x="6362" y="13830"/>
                    <a:pt x="6239" y="13830"/>
                    <a:pt x="6174" y="13890"/>
                  </a:cubicBezTo>
                  <a:cubicBezTo>
                    <a:pt x="5745" y="13954"/>
                    <a:pt x="5374" y="14137"/>
                    <a:pt x="5004" y="14201"/>
                  </a:cubicBezTo>
                  <a:lnTo>
                    <a:pt x="4816" y="14201"/>
                  </a:lnTo>
                  <a:cubicBezTo>
                    <a:pt x="4199" y="14201"/>
                    <a:pt x="3581" y="13830"/>
                    <a:pt x="3334" y="13272"/>
                  </a:cubicBezTo>
                  <a:cubicBezTo>
                    <a:pt x="3028" y="12655"/>
                    <a:pt x="3211" y="11855"/>
                    <a:pt x="3705" y="11420"/>
                  </a:cubicBezTo>
                  <a:cubicBezTo>
                    <a:pt x="4016" y="12037"/>
                    <a:pt x="4446" y="12719"/>
                    <a:pt x="5251" y="12719"/>
                  </a:cubicBezTo>
                  <a:lnTo>
                    <a:pt x="5498" y="12719"/>
                  </a:lnTo>
                  <a:cubicBezTo>
                    <a:pt x="5680" y="12655"/>
                    <a:pt x="5868" y="12596"/>
                    <a:pt x="5868" y="12408"/>
                  </a:cubicBezTo>
                  <a:cubicBezTo>
                    <a:pt x="5927" y="12161"/>
                    <a:pt x="5621" y="12037"/>
                    <a:pt x="5374" y="11914"/>
                  </a:cubicBezTo>
                  <a:cubicBezTo>
                    <a:pt x="3892" y="11296"/>
                    <a:pt x="4940" y="10002"/>
                    <a:pt x="5804" y="9385"/>
                  </a:cubicBezTo>
                  <a:cubicBezTo>
                    <a:pt x="7473" y="8209"/>
                    <a:pt x="9079" y="7039"/>
                    <a:pt x="10684" y="5863"/>
                  </a:cubicBezTo>
                  <a:cubicBezTo>
                    <a:pt x="11361" y="5369"/>
                    <a:pt x="12102" y="4875"/>
                    <a:pt x="12907" y="4628"/>
                  </a:cubicBezTo>
                  <a:cubicBezTo>
                    <a:pt x="13277" y="4505"/>
                    <a:pt x="13648" y="4505"/>
                    <a:pt x="14018" y="4505"/>
                  </a:cubicBezTo>
                  <a:cubicBezTo>
                    <a:pt x="15253" y="4505"/>
                    <a:pt x="16488" y="4875"/>
                    <a:pt x="17658" y="5063"/>
                  </a:cubicBezTo>
                  <a:cubicBezTo>
                    <a:pt x="17970" y="5063"/>
                    <a:pt x="18340" y="5122"/>
                    <a:pt x="18646" y="5122"/>
                  </a:cubicBezTo>
                  <a:cubicBezTo>
                    <a:pt x="19758" y="5122"/>
                    <a:pt x="20869" y="4875"/>
                    <a:pt x="21857" y="4446"/>
                  </a:cubicBezTo>
                  <a:cubicBezTo>
                    <a:pt x="21980" y="4381"/>
                    <a:pt x="22168" y="4322"/>
                    <a:pt x="22227" y="4199"/>
                  </a:cubicBezTo>
                  <a:cubicBezTo>
                    <a:pt x="22351" y="3952"/>
                    <a:pt x="22168" y="3705"/>
                    <a:pt x="21921" y="3581"/>
                  </a:cubicBezTo>
                  <a:lnTo>
                    <a:pt x="21674" y="3581"/>
                  </a:lnTo>
                  <a:cubicBezTo>
                    <a:pt x="21486" y="3581"/>
                    <a:pt x="21304" y="3581"/>
                    <a:pt x="21180" y="3640"/>
                  </a:cubicBezTo>
                  <a:cubicBezTo>
                    <a:pt x="20128" y="3828"/>
                    <a:pt x="19140" y="3952"/>
                    <a:pt x="18093" y="3952"/>
                  </a:cubicBezTo>
                  <a:lnTo>
                    <a:pt x="17658" y="3952"/>
                  </a:lnTo>
                  <a:cubicBezTo>
                    <a:pt x="16547" y="3887"/>
                    <a:pt x="15376" y="3764"/>
                    <a:pt x="14265" y="3764"/>
                  </a:cubicBezTo>
                  <a:cubicBezTo>
                    <a:pt x="13277" y="3764"/>
                    <a:pt x="12349" y="3887"/>
                    <a:pt x="11484" y="4258"/>
                  </a:cubicBezTo>
                  <a:cubicBezTo>
                    <a:pt x="10496" y="4752"/>
                    <a:pt x="9755" y="5493"/>
                    <a:pt x="8955" y="6234"/>
                  </a:cubicBezTo>
                  <a:cubicBezTo>
                    <a:pt x="7409" y="7656"/>
                    <a:pt x="5680" y="8950"/>
                    <a:pt x="3892" y="10062"/>
                  </a:cubicBezTo>
                  <a:cubicBezTo>
                    <a:pt x="4199" y="8397"/>
                    <a:pt x="5557" y="6915"/>
                    <a:pt x="7226" y="6481"/>
                  </a:cubicBezTo>
                  <a:cubicBezTo>
                    <a:pt x="7844" y="6298"/>
                    <a:pt x="8461" y="6234"/>
                    <a:pt x="9015" y="5927"/>
                  </a:cubicBezTo>
                  <a:cubicBezTo>
                    <a:pt x="8891" y="5740"/>
                    <a:pt x="8708" y="5616"/>
                    <a:pt x="8521" y="5433"/>
                  </a:cubicBezTo>
                  <a:cubicBezTo>
                    <a:pt x="8027" y="4939"/>
                    <a:pt x="13090" y="2717"/>
                    <a:pt x="13524" y="2593"/>
                  </a:cubicBezTo>
                  <a:cubicBezTo>
                    <a:pt x="14018" y="2529"/>
                    <a:pt x="14512" y="2470"/>
                    <a:pt x="14942" y="2470"/>
                  </a:cubicBezTo>
                  <a:cubicBezTo>
                    <a:pt x="16424" y="2470"/>
                    <a:pt x="17782" y="2899"/>
                    <a:pt x="19328" y="3023"/>
                  </a:cubicBezTo>
                  <a:cubicBezTo>
                    <a:pt x="19451" y="2899"/>
                    <a:pt x="19451" y="2653"/>
                    <a:pt x="19328" y="2529"/>
                  </a:cubicBezTo>
                  <a:cubicBezTo>
                    <a:pt x="19204" y="2406"/>
                    <a:pt x="19081" y="2346"/>
                    <a:pt x="18893" y="2282"/>
                  </a:cubicBezTo>
                  <a:cubicBezTo>
                    <a:pt x="18029" y="1912"/>
                    <a:pt x="17041" y="1729"/>
                    <a:pt x="16053" y="1729"/>
                  </a:cubicBezTo>
                  <a:cubicBezTo>
                    <a:pt x="15806" y="1729"/>
                    <a:pt x="15559" y="1788"/>
                    <a:pt x="15312" y="1788"/>
                  </a:cubicBezTo>
                  <a:cubicBezTo>
                    <a:pt x="15500" y="1358"/>
                    <a:pt x="15870" y="1111"/>
                    <a:pt x="16300" y="988"/>
                  </a:cubicBezTo>
                  <a:cubicBezTo>
                    <a:pt x="16735" y="800"/>
                    <a:pt x="17165" y="741"/>
                    <a:pt x="17535" y="553"/>
                  </a:cubicBezTo>
                  <a:cubicBezTo>
                    <a:pt x="17723" y="494"/>
                    <a:pt x="17905" y="306"/>
                    <a:pt x="17846" y="124"/>
                  </a:cubicBezTo>
                  <a:cubicBezTo>
                    <a:pt x="17782" y="59"/>
                    <a:pt x="17658" y="0"/>
                    <a:pt x="17599" y="0"/>
                  </a:cubicBezTo>
                  <a:close/>
                  <a:moveTo>
                    <a:pt x="3952" y="27844"/>
                  </a:moveTo>
                  <a:cubicBezTo>
                    <a:pt x="4016" y="27908"/>
                    <a:pt x="4016" y="27967"/>
                    <a:pt x="4075" y="28031"/>
                  </a:cubicBezTo>
                  <a:cubicBezTo>
                    <a:pt x="5063" y="29696"/>
                    <a:pt x="6115" y="31425"/>
                    <a:pt x="7162" y="33094"/>
                  </a:cubicBezTo>
                  <a:cubicBezTo>
                    <a:pt x="7533" y="33588"/>
                    <a:pt x="8091" y="34206"/>
                    <a:pt x="8644" y="34206"/>
                  </a:cubicBezTo>
                  <a:lnTo>
                    <a:pt x="8955" y="34206"/>
                  </a:lnTo>
                  <a:cubicBezTo>
                    <a:pt x="7967" y="33341"/>
                    <a:pt x="7162" y="32353"/>
                    <a:pt x="6486" y="31301"/>
                  </a:cubicBezTo>
                  <a:lnTo>
                    <a:pt x="6486" y="31301"/>
                  </a:lnTo>
                  <a:cubicBezTo>
                    <a:pt x="8274" y="31983"/>
                    <a:pt x="10126" y="32659"/>
                    <a:pt x="11978" y="33400"/>
                  </a:cubicBezTo>
                  <a:cubicBezTo>
                    <a:pt x="12166" y="33465"/>
                    <a:pt x="12349" y="33524"/>
                    <a:pt x="12596" y="33524"/>
                  </a:cubicBezTo>
                  <a:cubicBezTo>
                    <a:pt x="12843" y="33524"/>
                    <a:pt x="13090" y="33400"/>
                    <a:pt x="13154" y="33153"/>
                  </a:cubicBezTo>
                  <a:cubicBezTo>
                    <a:pt x="13277" y="32783"/>
                    <a:pt x="12843" y="32536"/>
                    <a:pt x="12472" y="32353"/>
                  </a:cubicBezTo>
                  <a:cubicBezTo>
                    <a:pt x="10620" y="31612"/>
                    <a:pt x="8708" y="30995"/>
                    <a:pt x="7039" y="29943"/>
                  </a:cubicBezTo>
                  <a:cubicBezTo>
                    <a:pt x="6239" y="29449"/>
                    <a:pt x="5557" y="28831"/>
                    <a:pt x="4940" y="28155"/>
                  </a:cubicBezTo>
                  <a:cubicBezTo>
                    <a:pt x="4633" y="28031"/>
                    <a:pt x="4263" y="27967"/>
                    <a:pt x="3952" y="27844"/>
                  </a:cubicBezTo>
                  <a:close/>
                </a:path>
              </a:pathLst>
            </a:custGeom>
            <a:solidFill>
              <a:srgbClr val="9F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9" name="Google Shape;2749;p59"/>
            <p:cNvSpPr/>
            <p:nvPr/>
          </p:nvSpPr>
          <p:spPr>
            <a:xfrm>
              <a:off x="4030700" y="5341150"/>
              <a:ext cx="24725" cy="38675"/>
            </a:xfrm>
            <a:custGeom>
              <a:rect b="b" l="l" r="r" t="t"/>
              <a:pathLst>
                <a:path extrusionOk="0" h="1547" w="989">
                  <a:moveTo>
                    <a:pt x="1" y="1"/>
                  </a:moveTo>
                  <a:cubicBezTo>
                    <a:pt x="1" y="248"/>
                    <a:pt x="65" y="495"/>
                    <a:pt x="65" y="682"/>
                  </a:cubicBezTo>
                  <a:cubicBezTo>
                    <a:pt x="65" y="929"/>
                    <a:pt x="124" y="1176"/>
                    <a:pt x="312" y="1359"/>
                  </a:cubicBezTo>
                  <a:cubicBezTo>
                    <a:pt x="371" y="1482"/>
                    <a:pt x="495" y="1547"/>
                    <a:pt x="618" y="1547"/>
                  </a:cubicBezTo>
                  <a:cubicBezTo>
                    <a:pt x="742" y="1547"/>
                    <a:pt x="865" y="1482"/>
                    <a:pt x="929" y="1423"/>
                  </a:cubicBezTo>
                  <a:cubicBezTo>
                    <a:pt x="989" y="1300"/>
                    <a:pt x="989" y="1112"/>
                    <a:pt x="989" y="988"/>
                  </a:cubicBezTo>
                  <a:cubicBezTo>
                    <a:pt x="989" y="806"/>
                    <a:pt x="929" y="682"/>
                    <a:pt x="929" y="495"/>
                  </a:cubicBezTo>
                  <a:cubicBezTo>
                    <a:pt x="682" y="371"/>
                    <a:pt x="312" y="188"/>
                    <a:pt x="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0" name="Google Shape;2750;p59"/>
            <p:cNvSpPr/>
            <p:nvPr/>
          </p:nvSpPr>
          <p:spPr>
            <a:xfrm>
              <a:off x="3907225" y="4391925"/>
              <a:ext cx="452350" cy="961600"/>
            </a:xfrm>
            <a:custGeom>
              <a:rect b="b" l="l" r="r" t="t"/>
              <a:pathLst>
                <a:path extrusionOk="0" h="38464" w="18094">
                  <a:moveTo>
                    <a:pt x="7597" y="11050"/>
                  </a:moveTo>
                  <a:lnTo>
                    <a:pt x="7597" y="11050"/>
                  </a:lnTo>
                  <a:cubicBezTo>
                    <a:pt x="7533" y="11114"/>
                    <a:pt x="7474" y="11237"/>
                    <a:pt x="7409" y="11297"/>
                  </a:cubicBezTo>
                  <a:cubicBezTo>
                    <a:pt x="6421" y="12472"/>
                    <a:pt x="5251" y="13519"/>
                    <a:pt x="4016" y="14448"/>
                  </a:cubicBezTo>
                  <a:cubicBezTo>
                    <a:pt x="3399" y="14878"/>
                    <a:pt x="0" y="16300"/>
                    <a:pt x="988" y="17348"/>
                  </a:cubicBezTo>
                  <a:cubicBezTo>
                    <a:pt x="1235" y="17165"/>
                    <a:pt x="1482" y="16671"/>
                    <a:pt x="1853" y="16671"/>
                  </a:cubicBezTo>
                  <a:cubicBezTo>
                    <a:pt x="2100" y="16671"/>
                    <a:pt x="2287" y="16918"/>
                    <a:pt x="2223" y="17165"/>
                  </a:cubicBezTo>
                  <a:cubicBezTo>
                    <a:pt x="2223" y="17412"/>
                    <a:pt x="2100" y="17594"/>
                    <a:pt x="1976" y="17782"/>
                  </a:cubicBezTo>
                  <a:lnTo>
                    <a:pt x="1423" y="18706"/>
                  </a:lnTo>
                  <a:cubicBezTo>
                    <a:pt x="1112" y="19141"/>
                    <a:pt x="1052" y="19694"/>
                    <a:pt x="805" y="20188"/>
                  </a:cubicBezTo>
                  <a:cubicBezTo>
                    <a:pt x="929" y="20252"/>
                    <a:pt x="1052" y="20311"/>
                    <a:pt x="1176" y="20311"/>
                  </a:cubicBezTo>
                  <a:cubicBezTo>
                    <a:pt x="1235" y="20311"/>
                    <a:pt x="1359" y="20311"/>
                    <a:pt x="1423" y="20252"/>
                  </a:cubicBezTo>
                  <a:cubicBezTo>
                    <a:pt x="1670" y="20128"/>
                    <a:pt x="1729" y="19881"/>
                    <a:pt x="1853" y="19694"/>
                  </a:cubicBezTo>
                  <a:cubicBezTo>
                    <a:pt x="2411" y="18647"/>
                    <a:pt x="2717" y="17412"/>
                    <a:pt x="3334" y="16424"/>
                  </a:cubicBezTo>
                  <a:cubicBezTo>
                    <a:pt x="3893" y="15436"/>
                    <a:pt x="5004" y="14819"/>
                    <a:pt x="5868" y="14137"/>
                  </a:cubicBezTo>
                  <a:cubicBezTo>
                    <a:pt x="6421" y="13707"/>
                    <a:pt x="6856" y="13213"/>
                    <a:pt x="7350" y="12779"/>
                  </a:cubicBezTo>
                  <a:cubicBezTo>
                    <a:pt x="7409" y="12161"/>
                    <a:pt x="7474" y="11608"/>
                    <a:pt x="7597" y="11050"/>
                  </a:cubicBezTo>
                  <a:close/>
                  <a:moveTo>
                    <a:pt x="12660" y="0"/>
                  </a:moveTo>
                  <a:lnTo>
                    <a:pt x="12660" y="0"/>
                  </a:lnTo>
                  <a:cubicBezTo>
                    <a:pt x="10437" y="1912"/>
                    <a:pt x="10496" y="5493"/>
                    <a:pt x="9756" y="8086"/>
                  </a:cubicBezTo>
                  <a:cubicBezTo>
                    <a:pt x="9573" y="8644"/>
                    <a:pt x="9138" y="9321"/>
                    <a:pt x="8585" y="9938"/>
                  </a:cubicBezTo>
                  <a:cubicBezTo>
                    <a:pt x="8521" y="10432"/>
                    <a:pt x="8397" y="10990"/>
                    <a:pt x="8338" y="11544"/>
                  </a:cubicBezTo>
                  <a:lnTo>
                    <a:pt x="9449" y="10062"/>
                  </a:lnTo>
                  <a:cubicBezTo>
                    <a:pt x="9820" y="9509"/>
                    <a:pt x="10250" y="8950"/>
                    <a:pt x="10496" y="8333"/>
                  </a:cubicBezTo>
                  <a:cubicBezTo>
                    <a:pt x="11114" y="6728"/>
                    <a:pt x="10684" y="4693"/>
                    <a:pt x="11855" y="3394"/>
                  </a:cubicBezTo>
                  <a:lnTo>
                    <a:pt x="11855" y="3394"/>
                  </a:lnTo>
                  <a:cubicBezTo>
                    <a:pt x="11484" y="8950"/>
                    <a:pt x="11114" y="14572"/>
                    <a:pt x="9015" y="19694"/>
                  </a:cubicBezTo>
                  <a:cubicBezTo>
                    <a:pt x="8461" y="21116"/>
                    <a:pt x="7780" y="22410"/>
                    <a:pt x="7227" y="23833"/>
                  </a:cubicBezTo>
                  <a:cubicBezTo>
                    <a:pt x="5374" y="28278"/>
                    <a:pt x="4569" y="33154"/>
                    <a:pt x="4940" y="37970"/>
                  </a:cubicBezTo>
                  <a:cubicBezTo>
                    <a:pt x="5251" y="38157"/>
                    <a:pt x="5621" y="38340"/>
                    <a:pt x="5868" y="38464"/>
                  </a:cubicBezTo>
                  <a:cubicBezTo>
                    <a:pt x="5681" y="35070"/>
                    <a:pt x="5992" y="31672"/>
                    <a:pt x="6733" y="28402"/>
                  </a:cubicBezTo>
                  <a:cubicBezTo>
                    <a:pt x="6792" y="28031"/>
                    <a:pt x="7039" y="27597"/>
                    <a:pt x="7350" y="27597"/>
                  </a:cubicBezTo>
                  <a:lnTo>
                    <a:pt x="7474" y="27597"/>
                  </a:lnTo>
                  <a:cubicBezTo>
                    <a:pt x="7721" y="27720"/>
                    <a:pt x="7780" y="27967"/>
                    <a:pt x="7844" y="28155"/>
                  </a:cubicBezTo>
                  <a:cubicBezTo>
                    <a:pt x="8397" y="29326"/>
                    <a:pt x="9879" y="29637"/>
                    <a:pt x="10743" y="30625"/>
                  </a:cubicBezTo>
                  <a:cubicBezTo>
                    <a:pt x="11055" y="30995"/>
                    <a:pt x="11302" y="31425"/>
                    <a:pt x="11608" y="31860"/>
                  </a:cubicBezTo>
                  <a:cubicBezTo>
                    <a:pt x="12225" y="32660"/>
                    <a:pt x="13771" y="33588"/>
                    <a:pt x="14883" y="33648"/>
                  </a:cubicBezTo>
                  <a:lnTo>
                    <a:pt x="14942" y="33648"/>
                  </a:lnTo>
                  <a:cubicBezTo>
                    <a:pt x="15065" y="33648"/>
                    <a:pt x="15189" y="33648"/>
                    <a:pt x="15253" y="33588"/>
                  </a:cubicBezTo>
                  <a:cubicBezTo>
                    <a:pt x="15436" y="33465"/>
                    <a:pt x="15377" y="33094"/>
                    <a:pt x="15189" y="32971"/>
                  </a:cubicBezTo>
                  <a:cubicBezTo>
                    <a:pt x="14636" y="32536"/>
                    <a:pt x="13771" y="32600"/>
                    <a:pt x="13154" y="32106"/>
                  </a:cubicBezTo>
                  <a:cubicBezTo>
                    <a:pt x="12536" y="31672"/>
                    <a:pt x="12043" y="31119"/>
                    <a:pt x="11672" y="30437"/>
                  </a:cubicBezTo>
                  <a:lnTo>
                    <a:pt x="11919" y="30437"/>
                  </a:lnTo>
                  <a:cubicBezTo>
                    <a:pt x="13648" y="30437"/>
                    <a:pt x="15994" y="30807"/>
                    <a:pt x="17229" y="31983"/>
                  </a:cubicBezTo>
                  <a:cubicBezTo>
                    <a:pt x="17352" y="32106"/>
                    <a:pt x="17535" y="32230"/>
                    <a:pt x="17723" y="32230"/>
                  </a:cubicBezTo>
                  <a:cubicBezTo>
                    <a:pt x="17782" y="32230"/>
                    <a:pt x="17846" y="32166"/>
                    <a:pt x="17906" y="32106"/>
                  </a:cubicBezTo>
                  <a:cubicBezTo>
                    <a:pt x="18093" y="31983"/>
                    <a:pt x="18029" y="31795"/>
                    <a:pt x="17970" y="31613"/>
                  </a:cubicBezTo>
                  <a:cubicBezTo>
                    <a:pt x="17846" y="31425"/>
                    <a:pt x="17723" y="31366"/>
                    <a:pt x="17535" y="31242"/>
                  </a:cubicBezTo>
                  <a:cubicBezTo>
                    <a:pt x="16364" y="30501"/>
                    <a:pt x="15377" y="29943"/>
                    <a:pt x="14018" y="29637"/>
                  </a:cubicBezTo>
                  <a:cubicBezTo>
                    <a:pt x="12536" y="29326"/>
                    <a:pt x="10990" y="29143"/>
                    <a:pt x="9820" y="28278"/>
                  </a:cubicBezTo>
                  <a:cubicBezTo>
                    <a:pt x="8708" y="27473"/>
                    <a:pt x="8091" y="26115"/>
                    <a:pt x="8150" y="24757"/>
                  </a:cubicBezTo>
                  <a:cubicBezTo>
                    <a:pt x="8214" y="22904"/>
                    <a:pt x="9449" y="21363"/>
                    <a:pt x="10250" y="19634"/>
                  </a:cubicBezTo>
                  <a:cubicBezTo>
                    <a:pt x="11237" y="17594"/>
                    <a:pt x="11484" y="15248"/>
                    <a:pt x="11731" y="12966"/>
                  </a:cubicBezTo>
                  <a:cubicBezTo>
                    <a:pt x="11919" y="11361"/>
                    <a:pt x="12102" y="9815"/>
                    <a:pt x="12289" y="8210"/>
                  </a:cubicBezTo>
                  <a:cubicBezTo>
                    <a:pt x="12536" y="5493"/>
                    <a:pt x="12783" y="2717"/>
                    <a:pt x="12660" y="0"/>
                  </a:cubicBezTo>
                  <a:close/>
                </a:path>
              </a:pathLst>
            </a:custGeom>
            <a:solidFill>
              <a:srgbClr val="9F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1" name="Google Shape;2751;p59"/>
            <p:cNvSpPr/>
            <p:nvPr/>
          </p:nvSpPr>
          <p:spPr>
            <a:xfrm>
              <a:off x="4601825" y="4402650"/>
              <a:ext cx="10900" cy="51025"/>
            </a:xfrm>
            <a:custGeom>
              <a:rect b="b" l="l" r="r" t="t"/>
              <a:pathLst>
                <a:path extrusionOk="0" h="2041" w="436">
                  <a:moveTo>
                    <a:pt x="371" y="1"/>
                  </a:moveTo>
                  <a:cubicBezTo>
                    <a:pt x="312" y="65"/>
                    <a:pt x="312" y="124"/>
                    <a:pt x="312" y="189"/>
                  </a:cubicBezTo>
                  <a:cubicBezTo>
                    <a:pt x="247" y="436"/>
                    <a:pt x="124" y="683"/>
                    <a:pt x="0" y="930"/>
                  </a:cubicBezTo>
                  <a:cubicBezTo>
                    <a:pt x="65" y="1177"/>
                    <a:pt x="65" y="1424"/>
                    <a:pt x="65" y="1606"/>
                  </a:cubicBezTo>
                  <a:cubicBezTo>
                    <a:pt x="124" y="1794"/>
                    <a:pt x="124" y="1917"/>
                    <a:pt x="188" y="2041"/>
                  </a:cubicBezTo>
                  <a:cubicBezTo>
                    <a:pt x="371" y="1359"/>
                    <a:pt x="435" y="683"/>
                    <a:pt x="371" y="1"/>
                  </a:cubicBezTo>
                  <a:close/>
                </a:path>
              </a:pathLst>
            </a:custGeom>
            <a:solidFill>
              <a:srgbClr val="DFDF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2" name="Google Shape;2752;p59"/>
            <p:cNvSpPr/>
            <p:nvPr/>
          </p:nvSpPr>
          <p:spPr>
            <a:xfrm>
              <a:off x="4546250" y="4306950"/>
              <a:ext cx="64850" cy="118950"/>
            </a:xfrm>
            <a:custGeom>
              <a:rect b="b" l="l" r="r" t="t"/>
              <a:pathLst>
                <a:path extrusionOk="0" h="4758" w="2594">
                  <a:moveTo>
                    <a:pt x="312" y="1"/>
                  </a:moveTo>
                  <a:cubicBezTo>
                    <a:pt x="248" y="189"/>
                    <a:pt x="124" y="312"/>
                    <a:pt x="1" y="436"/>
                  </a:cubicBezTo>
                  <a:cubicBezTo>
                    <a:pt x="495" y="1053"/>
                    <a:pt x="865" y="1670"/>
                    <a:pt x="1235" y="2347"/>
                  </a:cubicBezTo>
                  <a:cubicBezTo>
                    <a:pt x="1606" y="3029"/>
                    <a:pt x="2041" y="3705"/>
                    <a:pt x="2164" y="4446"/>
                  </a:cubicBezTo>
                  <a:cubicBezTo>
                    <a:pt x="2223" y="4511"/>
                    <a:pt x="2223" y="4634"/>
                    <a:pt x="2223" y="4758"/>
                  </a:cubicBezTo>
                  <a:cubicBezTo>
                    <a:pt x="2347" y="4511"/>
                    <a:pt x="2470" y="4264"/>
                    <a:pt x="2535" y="4017"/>
                  </a:cubicBezTo>
                  <a:cubicBezTo>
                    <a:pt x="2535" y="3952"/>
                    <a:pt x="2535" y="3893"/>
                    <a:pt x="2594" y="3829"/>
                  </a:cubicBezTo>
                  <a:cubicBezTo>
                    <a:pt x="2411" y="2471"/>
                    <a:pt x="1670" y="1177"/>
                    <a:pt x="618" y="248"/>
                  </a:cubicBezTo>
                  <a:cubicBezTo>
                    <a:pt x="495" y="189"/>
                    <a:pt x="435" y="65"/>
                    <a:pt x="312" y="1"/>
                  </a:cubicBezTo>
                  <a:close/>
                </a:path>
              </a:pathLst>
            </a:custGeom>
            <a:solidFill>
              <a:srgbClr val="9F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3" name="Google Shape;2753;p59"/>
            <p:cNvSpPr/>
            <p:nvPr/>
          </p:nvSpPr>
          <p:spPr>
            <a:xfrm>
              <a:off x="4537000" y="4297700"/>
              <a:ext cx="17050" cy="20150"/>
            </a:xfrm>
            <a:custGeom>
              <a:rect b="b" l="l" r="r" t="t"/>
              <a:pathLst>
                <a:path extrusionOk="0" h="806" w="682">
                  <a:moveTo>
                    <a:pt x="188" y="0"/>
                  </a:moveTo>
                  <a:cubicBezTo>
                    <a:pt x="124" y="188"/>
                    <a:pt x="64" y="312"/>
                    <a:pt x="0" y="435"/>
                  </a:cubicBezTo>
                  <a:lnTo>
                    <a:pt x="371" y="806"/>
                  </a:lnTo>
                  <a:cubicBezTo>
                    <a:pt x="494" y="682"/>
                    <a:pt x="618" y="559"/>
                    <a:pt x="682" y="371"/>
                  </a:cubicBezTo>
                  <a:cubicBezTo>
                    <a:pt x="494" y="247"/>
                    <a:pt x="311" y="124"/>
                    <a:pt x="188" y="0"/>
                  </a:cubicBezTo>
                  <a:close/>
                </a:path>
              </a:pathLst>
            </a:custGeom>
            <a:solidFill>
              <a:srgbClr val="8B21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4" name="Google Shape;2754;p59"/>
            <p:cNvSpPr/>
            <p:nvPr/>
          </p:nvSpPr>
          <p:spPr>
            <a:xfrm>
              <a:off x="4191225" y="4098650"/>
              <a:ext cx="350475" cy="209950"/>
            </a:xfrm>
            <a:custGeom>
              <a:rect b="b" l="l" r="r" t="t"/>
              <a:pathLst>
                <a:path extrusionOk="0" h="8398" w="14019">
                  <a:moveTo>
                    <a:pt x="495" y="0"/>
                  </a:moveTo>
                  <a:cubicBezTo>
                    <a:pt x="189" y="0"/>
                    <a:pt x="65" y="306"/>
                    <a:pt x="1" y="618"/>
                  </a:cubicBezTo>
                  <a:cubicBezTo>
                    <a:pt x="65" y="1047"/>
                    <a:pt x="124" y="1541"/>
                    <a:pt x="248" y="2035"/>
                  </a:cubicBezTo>
                  <a:cubicBezTo>
                    <a:pt x="559" y="3334"/>
                    <a:pt x="1670" y="4199"/>
                    <a:pt x="2841" y="4816"/>
                  </a:cubicBezTo>
                  <a:cubicBezTo>
                    <a:pt x="2841" y="4628"/>
                    <a:pt x="2782" y="4505"/>
                    <a:pt x="2782" y="4322"/>
                  </a:cubicBezTo>
                  <a:cubicBezTo>
                    <a:pt x="2471" y="2900"/>
                    <a:pt x="1853" y="1541"/>
                    <a:pt x="1053" y="371"/>
                  </a:cubicBezTo>
                  <a:cubicBezTo>
                    <a:pt x="929" y="183"/>
                    <a:pt x="742" y="0"/>
                    <a:pt x="559" y="0"/>
                  </a:cubicBezTo>
                  <a:close/>
                  <a:moveTo>
                    <a:pt x="10868" y="6975"/>
                  </a:moveTo>
                  <a:lnTo>
                    <a:pt x="10868" y="6975"/>
                  </a:lnTo>
                  <a:cubicBezTo>
                    <a:pt x="11979" y="7286"/>
                    <a:pt x="12967" y="7656"/>
                    <a:pt x="13708" y="8274"/>
                  </a:cubicBezTo>
                  <a:lnTo>
                    <a:pt x="13831" y="8397"/>
                  </a:lnTo>
                  <a:cubicBezTo>
                    <a:pt x="13895" y="8274"/>
                    <a:pt x="13955" y="8150"/>
                    <a:pt x="14019" y="7962"/>
                  </a:cubicBezTo>
                  <a:cubicBezTo>
                    <a:pt x="13031" y="7345"/>
                    <a:pt x="11979" y="7039"/>
                    <a:pt x="10868" y="6975"/>
                  </a:cubicBezTo>
                  <a:close/>
                </a:path>
              </a:pathLst>
            </a:custGeom>
            <a:solidFill>
              <a:srgbClr val="801D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5" name="Google Shape;2755;p59"/>
            <p:cNvSpPr/>
            <p:nvPr/>
          </p:nvSpPr>
          <p:spPr>
            <a:xfrm>
              <a:off x="3822375" y="4114075"/>
              <a:ext cx="821200" cy="1165350"/>
            </a:xfrm>
            <a:custGeom>
              <a:rect b="b" l="l" r="r" t="t"/>
              <a:pathLst>
                <a:path extrusionOk="0" h="46614" w="32848">
                  <a:moveTo>
                    <a:pt x="14755" y="1"/>
                  </a:moveTo>
                  <a:cubicBezTo>
                    <a:pt x="14696" y="60"/>
                    <a:pt x="14696" y="124"/>
                    <a:pt x="14696" y="183"/>
                  </a:cubicBezTo>
                  <a:cubicBezTo>
                    <a:pt x="14631" y="2900"/>
                    <a:pt x="16607" y="5493"/>
                    <a:pt x="15807" y="8027"/>
                  </a:cubicBezTo>
                  <a:cubicBezTo>
                    <a:pt x="15743" y="8210"/>
                    <a:pt x="15683" y="8398"/>
                    <a:pt x="15560" y="8521"/>
                  </a:cubicBezTo>
                  <a:cubicBezTo>
                    <a:pt x="15372" y="8704"/>
                    <a:pt x="15125" y="8704"/>
                    <a:pt x="14943" y="8704"/>
                  </a:cubicBezTo>
                  <a:lnTo>
                    <a:pt x="14631" y="8704"/>
                  </a:lnTo>
                  <a:cubicBezTo>
                    <a:pt x="13026" y="8521"/>
                    <a:pt x="11544" y="7839"/>
                    <a:pt x="10062" y="7222"/>
                  </a:cubicBezTo>
                  <a:lnTo>
                    <a:pt x="7840" y="6481"/>
                  </a:lnTo>
                  <a:cubicBezTo>
                    <a:pt x="7222" y="6298"/>
                    <a:pt x="6546" y="5804"/>
                    <a:pt x="5928" y="5804"/>
                  </a:cubicBezTo>
                  <a:cubicBezTo>
                    <a:pt x="5740" y="5804"/>
                    <a:pt x="5494" y="5864"/>
                    <a:pt x="5434" y="6051"/>
                  </a:cubicBezTo>
                  <a:cubicBezTo>
                    <a:pt x="5370" y="6298"/>
                    <a:pt x="5681" y="6545"/>
                    <a:pt x="5928" y="6605"/>
                  </a:cubicBezTo>
                  <a:cubicBezTo>
                    <a:pt x="7346" y="7099"/>
                    <a:pt x="8768" y="7592"/>
                    <a:pt x="10062" y="8333"/>
                  </a:cubicBezTo>
                  <a:cubicBezTo>
                    <a:pt x="10433" y="8580"/>
                    <a:pt x="10868" y="8892"/>
                    <a:pt x="10868" y="9321"/>
                  </a:cubicBezTo>
                  <a:cubicBezTo>
                    <a:pt x="10927" y="9756"/>
                    <a:pt x="10621" y="10062"/>
                    <a:pt x="10374" y="10433"/>
                  </a:cubicBezTo>
                  <a:cubicBezTo>
                    <a:pt x="9633" y="11667"/>
                    <a:pt x="10003" y="13337"/>
                    <a:pt x="9386" y="14631"/>
                  </a:cubicBezTo>
                  <a:cubicBezTo>
                    <a:pt x="8828" y="15866"/>
                    <a:pt x="7410" y="16548"/>
                    <a:pt x="6052" y="16730"/>
                  </a:cubicBezTo>
                  <a:cubicBezTo>
                    <a:pt x="5558" y="16795"/>
                    <a:pt x="5064" y="16854"/>
                    <a:pt x="4629" y="16854"/>
                  </a:cubicBezTo>
                  <a:cubicBezTo>
                    <a:pt x="3705" y="16854"/>
                    <a:pt x="2777" y="16730"/>
                    <a:pt x="1912" y="16730"/>
                  </a:cubicBezTo>
                  <a:lnTo>
                    <a:pt x="1730" y="16730"/>
                  </a:lnTo>
                  <a:cubicBezTo>
                    <a:pt x="1295" y="16730"/>
                    <a:pt x="865" y="16730"/>
                    <a:pt x="431" y="16795"/>
                  </a:cubicBezTo>
                  <a:cubicBezTo>
                    <a:pt x="248" y="16795"/>
                    <a:pt x="1" y="16854"/>
                    <a:pt x="1" y="17101"/>
                  </a:cubicBezTo>
                  <a:cubicBezTo>
                    <a:pt x="1" y="17224"/>
                    <a:pt x="184" y="17289"/>
                    <a:pt x="307" y="17348"/>
                  </a:cubicBezTo>
                  <a:cubicBezTo>
                    <a:pt x="1112" y="17595"/>
                    <a:pt x="2036" y="17659"/>
                    <a:pt x="2900" y="17659"/>
                  </a:cubicBezTo>
                  <a:lnTo>
                    <a:pt x="3952" y="17659"/>
                  </a:lnTo>
                  <a:cubicBezTo>
                    <a:pt x="4382" y="17659"/>
                    <a:pt x="8151" y="17536"/>
                    <a:pt x="8210" y="17165"/>
                  </a:cubicBezTo>
                  <a:lnTo>
                    <a:pt x="8210" y="17165"/>
                  </a:lnTo>
                  <a:cubicBezTo>
                    <a:pt x="7716" y="21611"/>
                    <a:pt x="5123" y="25745"/>
                    <a:pt x="1419" y="28215"/>
                  </a:cubicBezTo>
                  <a:cubicBezTo>
                    <a:pt x="801" y="28649"/>
                    <a:pt x="60" y="28832"/>
                    <a:pt x="1" y="29637"/>
                  </a:cubicBezTo>
                  <a:lnTo>
                    <a:pt x="60" y="29637"/>
                  </a:lnTo>
                  <a:cubicBezTo>
                    <a:pt x="613" y="29637"/>
                    <a:pt x="2919" y="28726"/>
                    <a:pt x="3021" y="28229"/>
                  </a:cubicBezTo>
                  <a:lnTo>
                    <a:pt x="3021" y="28229"/>
                  </a:lnTo>
                  <a:cubicBezTo>
                    <a:pt x="2842" y="29335"/>
                    <a:pt x="2965" y="30383"/>
                    <a:pt x="3024" y="31489"/>
                  </a:cubicBezTo>
                  <a:cubicBezTo>
                    <a:pt x="3024" y="31736"/>
                    <a:pt x="3088" y="31983"/>
                    <a:pt x="3212" y="32166"/>
                  </a:cubicBezTo>
                  <a:cubicBezTo>
                    <a:pt x="3335" y="32290"/>
                    <a:pt x="3458" y="32354"/>
                    <a:pt x="3582" y="32354"/>
                  </a:cubicBezTo>
                  <a:cubicBezTo>
                    <a:pt x="3705" y="32354"/>
                    <a:pt x="3829" y="32290"/>
                    <a:pt x="3888" y="32230"/>
                  </a:cubicBezTo>
                  <a:cubicBezTo>
                    <a:pt x="3952" y="32107"/>
                    <a:pt x="3888" y="31919"/>
                    <a:pt x="3888" y="31736"/>
                  </a:cubicBezTo>
                  <a:cubicBezTo>
                    <a:pt x="3705" y="31055"/>
                    <a:pt x="3458" y="30378"/>
                    <a:pt x="3335" y="29637"/>
                  </a:cubicBezTo>
                  <a:cubicBezTo>
                    <a:pt x="3088" y="27350"/>
                    <a:pt x="5187" y="25686"/>
                    <a:pt x="6605" y="23893"/>
                  </a:cubicBezTo>
                  <a:cubicBezTo>
                    <a:pt x="9075" y="20870"/>
                    <a:pt x="9880" y="16854"/>
                    <a:pt x="10868" y="13026"/>
                  </a:cubicBezTo>
                  <a:cubicBezTo>
                    <a:pt x="11297" y="11485"/>
                    <a:pt x="12038" y="9568"/>
                    <a:pt x="13644" y="9445"/>
                  </a:cubicBezTo>
                  <a:lnTo>
                    <a:pt x="13767" y="9445"/>
                  </a:lnTo>
                  <a:cubicBezTo>
                    <a:pt x="13955" y="9445"/>
                    <a:pt x="14137" y="9509"/>
                    <a:pt x="14261" y="9568"/>
                  </a:cubicBezTo>
                  <a:cubicBezTo>
                    <a:pt x="14755" y="9939"/>
                    <a:pt x="14325" y="10744"/>
                    <a:pt x="13955" y="11238"/>
                  </a:cubicBezTo>
                  <a:cubicBezTo>
                    <a:pt x="13090" y="12408"/>
                    <a:pt x="12656" y="13890"/>
                    <a:pt x="12349" y="15313"/>
                  </a:cubicBezTo>
                  <a:cubicBezTo>
                    <a:pt x="11791" y="17595"/>
                    <a:pt x="11362" y="19882"/>
                    <a:pt x="10991" y="22164"/>
                  </a:cubicBezTo>
                  <a:cubicBezTo>
                    <a:pt x="11297" y="21857"/>
                    <a:pt x="11668" y="21423"/>
                    <a:pt x="11979" y="21052"/>
                  </a:cubicBezTo>
                  <a:cubicBezTo>
                    <a:pt x="12473" y="18400"/>
                    <a:pt x="13090" y="15807"/>
                    <a:pt x="13955" y="13273"/>
                  </a:cubicBezTo>
                  <a:cubicBezTo>
                    <a:pt x="14449" y="12038"/>
                    <a:pt x="15125" y="10620"/>
                    <a:pt x="16424" y="10309"/>
                  </a:cubicBezTo>
                  <a:lnTo>
                    <a:pt x="16424" y="10309"/>
                  </a:lnTo>
                  <a:cubicBezTo>
                    <a:pt x="16795" y="11544"/>
                    <a:pt x="16360" y="12902"/>
                    <a:pt x="16424" y="14201"/>
                  </a:cubicBezTo>
                  <a:cubicBezTo>
                    <a:pt x="16484" y="15313"/>
                    <a:pt x="16918" y="16424"/>
                    <a:pt x="16918" y="17536"/>
                  </a:cubicBezTo>
                  <a:cubicBezTo>
                    <a:pt x="16918" y="18830"/>
                    <a:pt x="16360" y="20005"/>
                    <a:pt x="15990" y="21240"/>
                  </a:cubicBezTo>
                  <a:cubicBezTo>
                    <a:pt x="15125" y="24327"/>
                    <a:pt x="15807" y="27721"/>
                    <a:pt x="14696" y="30748"/>
                  </a:cubicBezTo>
                  <a:cubicBezTo>
                    <a:pt x="14202" y="32166"/>
                    <a:pt x="13461" y="33524"/>
                    <a:pt x="13890" y="35070"/>
                  </a:cubicBezTo>
                  <a:cubicBezTo>
                    <a:pt x="13890" y="35130"/>
                    <a:pt x="13955" y="35253"/>
                    <a:pt x="14078" y="35317"/>
                  </a:cubicBezTo>
                  <a:lnTo>
                    <a:pt x="14137" y="35377"/>
                  </a:lnTo>
                  <a:cubicBezTo>
                    <a:pt x="14261" y="35377"/>
                    <a:pt x="14384" y="35253"/>
                    <a:pt x="14449" y="35070"/>
                  </a:cubicBezTo>
                  <a:cubicBezTo>
                    <a:pt x="14508" y="34947"/>
                    <a:pt x="14449" y="34759"/>
                    <a:pt x="14384" y="34577"/>
                  </a:cubicBezTo>
                  <a:cubicBezTo>
                    <a:pt x="14137" y="33401"/>
                    <a:pt x="14878" y="31736"/>
                    <a:pt x="15190" y="30561"/>
                  </a:cubicBezTo>
                  <a:lnTo>
                    <a:pt x="16301" y="26115"/>
                  </a:lnTo>
                  <a:cubicBezTo>
                    <a:pt x="17348" y="27350"/>
                    <a:pt x="16978" y="29143"/>
                    <a:pt x="17412" y="30684"/>
                  </a:cubicBezTo>
                  <a:cubicBezTo>
                    <a:pt x="17595" y="31178"/>
                    <a:pt x="17783" y="31613"/>
                    <a:pt x="18030" y="32043"/>
                  </a:cubicBezTo>
                  <a:cubicBezTo>
                    <a:pt x="17965" y="30378"/>
                    <a:pt x="17842" y="28708"/>
                    <a:pt x="17225" y="27167"/>
                  </a:cubicBezTo>
                  <a:cubicBezTo>
                    <a:pt x="17042" y="26673"/>
                    <a:pt x="15930" y="25127"/>
                    <a:pt x="16424" y="24945"/>
                  </a:cubicBezTo>
                  <a:lnTo>
                    <a:pt x="16548" y="24945"/>
                  </a:lnTo>
                  <a:cubicBezTo>
                    <a:pt x="16671" y="24945"/>
                    <a:pt x="16731" y="24945"/>
                    <a:pt x="16854" y="25004"/>
                  </a:cubicBezTo>
                  <a:cubicBezTo>
                    <a:pt x="16731" y="24698"/>
                    <a:pt x="16607" y="24386"/>
                    <a:pt x="16607" y="24080"/>
                  </a:cubicBezTo>
                  <a:cubicBezTo>
                    <a:pt x="16237" y="22287"/>
                    <a:pt x="17289" y="20499"/>
                    <a:pt x="17719" y="18706"/>
                  </a:cubicBezTo>
                  <a:cubicBezTo>
                    <a:pt x="18277" y="16607"/>
                    <a:pt x="18030" y="14384"/>
                    <a:pt x="17842" y="12226"/>
                  </a:cubicBezTo>
                  <a:lnTo>
                    <a:pt x="17842" y="12226"/>
                  </a:lnTo>
                  <a:cubicBezTo>
                    <a:pt x="19447" y="13090"/>
                    <a:pt x="21053" y="14261"/>
                    <a:pt x="21917" y="15930"/>
                  </a:cubicBezTo>
                  <a:cubicBezTo>
                    <a:pt x="22599" y="17348"/>
                    <a:pt x="22781" y="18894"/>
                    <a:pt x="22905" y="20435"/>
                  </a:cubicBezTo>
                  <a:cubicBezTo>
                    <a:pt x="23028" y="21917"/>
                    <a:pt x="23522" y="23339"/>
                    <a:pt x="23522" y="24757"/>
                  </a:cubicBezTo>
                  <a:cubicBezTo>
                    <a:pt x="23522" y="24880"/>
                    <a:pt x="23522" y="25068"/>
                    <a:pt x="23646" y="25127"/>
                  </a:cubicBezTo>
                  <a:cubicBezTo>
                    <a:pt x="23710" y="25127"/>
                    <a:pt x="23769" y="25192"/>
                    <a:pt x="23769" y="25192"/>
                  </a:cubicBezTo>
                  <a:cubicBezTo>
                    <a:pt x="23893" y="25192"/>
                    <a:pt x="24016" y="25127"/>
                    <a:pt x="24080" y="25004"/>
                  </a:cubicBezTo>
                  <a:cubicBezTo>
                    <a:pt x="24140" y="24880"/>
                    <a:pt x="24140" y="24757"/>
                    <a:pt x="24140" y="24574"/>
                  </a:cubicBezTo>
                  <a:cubicBezTo>
                    <a:pt x="24080" y="23646"/>
                    <a:pt x="23216" y="15313"/>
                    <a:pt x="22781" y="15249"/>
                  </a:cubicBezTo>
                  <a:lnTo>
                    <a:pt x="22781" y="15249"/>
                  </a:lnTo>
                  <a:cubicBezTo>
                    <a:pt x="25686" y="15560"/>
                    <a:pt x="28462" y="17471"/>
                    <a:pt x="29637" y="20188"/>
                  </a:cubicBezTo>
                  <a:cubicBezTo>
                    <a:pt x="30378" y="21793"/>
                    <a:pt x="30625" y="23463"/>
                    <a:pt x="31860" y="24880"/>
                  </a:cubicBezTo>
                  <a:cubicBezTo>
                    <a:pt x="31983" y="25004"/>
                    <a:pt x="32107" y="25192"/>
                    <a:pt x="32354" y="25251"/>
                  </a:cubicBezTo>
                  <a:lnTo>
                    <a:pt x="32413" y="25251"/>
                  </a:lnTo>
                  <a:cubicBezTo>
                    <a:pt x="32601" y="25251"/>
                    <a:pt x="32784" y="25127"/>
                    <a:pt x="32848" y="24945"/>
                  </a:cubicBezTo>
                  <a:cubicBezTo>
                    <a:pt x="32848" y="24757"/>
                    <a:pt x="32660" y="24633"/>
                    <a:pt x="32537" y="24574"/>
                  </a:cubicBezTo>
                  <a:cubicBezTo>
                    <a:pt x="31055" y="23463"/>
                    <a:pt x="30684" y="21611"/>
                    <a:pt x="29884" y="19882"/>
                  </a:cubicBezTo>
                  <a:cubicBezTo>
                    <a:pt x="29326" y="18647"/>
                    <a:pt x="28709" y="17412"/>
                    <a:pt x="27662" y="16483"/>
                  </a:cubicBezTo>
                  <a:cubicBezTo>
                    <a:pt x="25128" y="14137"/>
                    <a:pt x="20682" y="14448"/>
                    <a:pt x="18706" y="11667"/>
                  </a:cubicBezTo>
                  <a:cubicBezTo>
                    <a:pt x="18153" y="10803"/>
                    <a:pt x="17965" y="9509"/>
                    <a:pt x="18706" y="8892"/>
                  </a:cubicBezTo>
                  <a:cubicBezTo>
                    <a:pt x="19447" y="8333"/>
                    <a:pt x="20806" y="8210"/>
                    <a:pt x="21611" y="7963"/>
                  </a:cubicBezTo>
                  <a:cubicBezTo>
                    <a:pt x="22475" y="7716"/>
                    <a:pt x="23340" y="7410"/>
                    <a:pt x="24263" y="7345"/>
                  </a:cubicBezTo>
                  <a:cubicBezTo>
                    <a:pt x="24510" y="7286"/>
                    <a:pt x="24757" y="7286"/>
                    <a:pt x="24945" y="7286"/>
                  </a:cubicBezTo>
                  <a:lnTo>
                    <a:pt x="25192" y="7286"/>
                  </a:lnTo>
                  <a:cubicBezTo>
                    <a:pt x="26303" y="7286"/>
                    <a:pt x="27474" y="7533"/>
                    <a:pt x="28279" y="8210"/>
                  </a:cubicBezTo>
                  <a:cubicBezTo>
                    <a:pt x="29761" y="9509"/>
                    <a:pt x="30808" y="11297"/>
                    <a:pt x="31243" y="13149"/>
                  </a:cubicBezTo>
                  <a:cubicBezTo>
                    <a:pt x="31243" y="12967"/>
                    <a:pt x="31243" y="12720"/>
                    <a:pt x="31178" y="12473"/>
                  </a:cubicBezTo>
                  <a:cubicBezTo>
                    <a:pt x="31178" y="12349"/>
                    <a:pt x="31178" y="12226"/>
                    <a:pt x="31119" y="12161"/>
                  </a:cubicBezTo>
                  <a:cubicBezTo>
                    <a:pt x="30996" y="11420"/>
                    <a:pt x="30561" y="10744"/>
                    <a:pt x="30190" y="10062"/>
                  </a:cubicBezTo>
                  <a:cubicBezTo>
                    <a:pt x="29820" y="9385"/>
                    <a:pt x="29450" y="8768"/>
                    <a:pt x="28956" y="8151"/>
                  </a:cubicBezTo>
                  <a:lnTo>
                    <a:pt x="28585" y="7780"/>
                  </a:lnTo>
                  <a:lnTo>
                    <a:pt x="28462" y="7657"/>
                  </a:lnTo>
                  <a:cubicBezTo>
                    <a:pt x="27721" y="7039"/>
                    <a:pt x="26733" y="6669"/>
                    <a:pt x="25622" y="6358"/>
                  </a:cubicBezTo>
                  <a:lnTo>
                    <a:pt x="25004" y="6358"/>
                  </a:lnTo>
                  <a:cubicBezTo>
                    <a:pt x="23833" y="6358"/>
                    <a:pt x="22658" y="6545"/>
                    <a:pt x="21547" y="6916"/>
                  </a:cubicBezTo>
                  <a:cubicBezTo>
                    <a:pt x="21300" y="6975"/>
                    <a:pt x="18583" y="7839"/>
                    <a:pt x="17842" y="7839"/>
                  </a:cubicBezTo>
                  <a:cubicBezTo>
                    <a:pt x="17719" y="7839"/>
                    <a:pt x="17595" y="7839"/>
                    <a:pt x="17595" y="7780"/>
                  </a:cubicBezTo>
                  <a:cubicBezTo>
                    <a:pt x="17472" y="7163"/>
                    <a:pt x="17783" y="6481"/>
                    <a:pt x="17783" y="5864"/>
                  </a:cubicBezTo>
                  <a:cubicBezTo>
                    <a:pt x="17783" y="5310"/>
                    <a:pt x="17719" y="4752"/>
                    <a:pt x="17595" y="4199"/>
                  </a:cubicBezTo>
                  <a:cubicBezTo>
                    <a:pt x="16424" y="3582"/>
                    <a:pt x="15313" y="2717"/>
                    <a:pt x="15002" y="1418"/>
                  </a:cubicBezTo>
                  <a:cubicBezTo>
                    <a:pt x="14878" y="924"/>
                    <a:pt x="14819" y="430"/>
                    <a:pt x="14755" y="1"/>
                  </a:cubicBezTo>
                  <a:close/>
                  <a:moveTo>
                    <a:pt x="18953" y="31796"/>
                  </a:moveTo>
                  <a:cubicBezTo>
                    <a:pt x="18830" y="31983"/>
                    <a:pt x="18706" y="32166"/>
                    <a:pt x="18647" y="32354"/>
                  </a:cubicBezTo>
                  <a:cubicBezTo>
                    <a:pt x="18524" y="32537"/>
                    <a:pt x="18524" y="32724"/>
                    <a:pt x="18459" y="32971"/>
                  </a:cubicBezTo>
                  <a:cubicBezTo>
                    <a:pt x="18524" y="33154"/>
                    <a:pt x="18583" y="33342"/>
                    <a:pt x="18647" y="33589"/>
                  </a:cubicBezTo>
                  <a:cubicBezTo>
                    <a:pt x="18894" y="34389"/>
                    <a:pt x="18830" y="35194"/>
                    <a:pt x="18953" y="36058"/>
                  </a:cubicBezTo>
                  <a:cubicBezTo>
                    <a:pt x="19018" y="37229"/>
                    <a:pt x="19388" y="38405"/>
                    <a:pt x="19882" y="39516"/>
                  </a:cubicBezTo>
                  <a:cubicBezTo>
                    <a:pt x="20188" y="39516"/>
                    <a:pt x="20252" y="39081"/>
                    <a:pt x="20188" y="38834"/>
                  </a:cubicBezTo>
                  <a:lnTo>
                    <a:pt x="19265" y="33836"/>
                  </a:lnTo>
                  <a:lnTo>
                    <a:pt x="19265" y="33836"/>
                  </a:lnTo>
                  <a:cubicBezTo>
                    <a:pt x="20870" y="33959"/>
                    <a:pt x="22228" y="34947"/>
                    <a:pt x="23399" y="36058"/>
                  </a:cubicBezTo>
                  <a:cubicBezTo>
                    <a:pt x="24510" y="37229"/>
                    <a:pt x="25439" y="38528"/>
                    <a:pt x="26674" y="39575"/>
                  </a:cubicBezTo>
                  <a:cubicBezTo>
                    <a:pt x="25562" y="37170"/>
                    <a:pt x="23710" y="35130"/>
                    <a:pt x="21423" y="33712"/>
                  </a:cubicBezTo>
                  <a:cubicBezTo>
                    <a:pt x="20559" y="33154"/>
                    <a:pt x="19512" y="32660"/>
                    <a:pt x="18953" y="31796"/>
                  </a:cubicBezTo>
                  <a:close/>
                  <a:moveTo>
                    <a:pt x="11732" y="22658"/>
                  </a:moveTo>
                  <a:lnTo>
                    <a:pt x="11732" y="22658"/>
                  </a:lnTo>
                  <a:cubicBezTo>
                    <a:pt x="11421" y="23092"/>
                    <a:pt x="11050" y="23463"/>
                    <a:pt x="10744" y="23893"/>
                  </a:cubicBezTo>
                  <a:cubicBezTo>
                    <a:pt x="10062" y="28032"/>
                    <a:pt x="9509" y="32230"/>
                    <a:pt x="8828" y="36365"/>
                  </a:cubicBezTo>
                  <a:cubicBezTo>
                    <a:pt x="8645" y="37540"/>
                    <a:pt x="8457" y="38652"/>
                    <a:pt x="7904" y="39699"/>
                  </a:cubicBezTo>
                  <a:cubicBezTo>
                    <a:pt x="7410" y="40751"/>
                    <a:pt x="6422" y="41615"/>
                    <a:pt x="5311" y="41739"/>
                  </a:cubicBezTo>
                  <a:lnTo>
                    <a:pt x="4940" y="41739"/>
                  </a:lnTo>
                  <a:cubicBezTo>
                    <a:pt x="3335" y="41739"/>
                    <a:pt x="2100" y="40504"/>
                    <a:pt x="618" y="40316"/>
                  </a:cubicBezTo>
                  <a:cubicBezTo>
                    <a:pt x="371" y="40316"/>
                    <a:pt x="248" y="40687"/>
                    <a:pt x="431" y="40874"/>
                  </a:cubicBezTo>
                  <a:cubicBezTo>
                    <a:pt x="801" y="41181"/>
                    <a:pt x="2159" y="41368"/>
                    <a:pt x="2653" y="41551"/>
                  </a:cubicBezTo>
                  <a:cubicBezTo>
                    <a:pt x="3582" y="41862"/>
                    <a:pt x="4570" y="42045"/>
                    <a:pt x="5494" y="42168"/>
                  </a:cubicBezTo>
                  <a:cubicBezTo>
                    <a:pt x="6111" y="42233"/>
                    <a:pt x="6852" y="42356"/>
                    <a:pt x="7163" y="42909"/>
                  </a:cubicBezTo>
                  <a:cubicBezTo>
                    <a:pt x="7222" y="43097"/>
                    <a:pt x="7287" y="43344"/>
                    <a:pt x="7287" y="43527"/>
                  </a:cubicBezTo>
                  <a:cubicBezTo>
                    <a:pt x="7346" y="44579"/>
                    <a:pt x="7287" y="45503"/>
                    <a:pt x="7287" y="46555"/>
                  </a:cubicBezTo>
                  <a:cubicBezTo>
                    <a:pt x="7287" y="46614"/>
                    <a:pt x="7287" y="46614"/>
                    <a:pt x="7346" y="46614"/>
                  </a:cubicBezTo>
                  <a:cubicBezTo>
                    <a:pt x="7469" y="46614"/>
                    <a:pt x="7840" y="46243"/>
                    <a:pt x="7840" y="46243"/>
                  </a:cubicBezTo>
                  <a:cubicBezTo>
                    <a:pt x="7904" y="46120"/>
                    <a:pt x="7904" y="45690"/>
                    <a:pt x="7904" y="45503"/>
                  </a:cubicBezTo>
                  <a:cubicBezTo>
                    <a:pt x="7963" y="44762"/>
                    <a:pt x="7840" y="44085"/>
                    <a:pt x="7840" y="43344"/>
                  </a:cubicBezTo>
                  <a:cubicBezTo>
                    <a:pt x="7904" y="42233"/>
                    <a:pt x="8274" y="41121"/>
                    <a:pt x="8645" y="40069"/>
                  </a:cubicBezTo>
                  <a:cubicBezTo>
                    <a:pt x="10374" y="34453"/>
                    <a:pt x="10803" y="28462"/>
                    <a:pt x="11732" y="22658"/>
                  </a:cubicBezTo>
                  <a:close/>
                </a:path>
              </a:pathLst>
            </a:custGeom>
            <a:solidFill>
              <a:srgbClr val="9F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6" name="Google Shape;2756;p59"/>
            <p:cNvSpPr/>
            <p:nvPr/>
          </p:nvSpPr>
          <p:spPr>
            <a:xfrm>
              <a:off x="4090975" y="4640375"/>
              <a:ext cx="30875" cy="71025"/>
            </a:xfrm>
            <a:custGeom>
              <a:rect b="b" l="l" r="r" t="t"/>
              <a:pathLst>
                <a:path extrusionOk="0" h="2841" w="1235">
                  <a:moveTo>
                    <a:pt x="1235" y="0"/>
                  </a:moveTo>
                  <a:lnTo>
                    <a:pt x="1235" y="0"/>
                  </a:lnTo>
                  <a:cubicBezTo>
                    <a:pt x="924" y="371"/>
                    <a:pt x="553" y="805"/>
                    <a:pt x="247" y="1112"/>
                  </a:cubicBezTo>
                  <a:cubicBezTo>
                    <a:pt x="124" y="1670"/>
                    <a:pt x="59" y="2223"/>
                    <a:pt x="0" y="2841"/>
                  </a:cubicBezTo>
                  <a:cubicBezTo>
                    <a:pt x="306" y="2411"/>
                    <a:pt x="677" y="2040"/>
                    <a:pt x="988" y="1606"/>
                  </a:cubicBezTo>
                  <a:cubicBezTo>
                    <a:pt x="1047" y="1052"/>
                    <a:pt x="1171" y="494"/>
                    <a:pt x="1235" y="0"/>
                  </a:cubicBezTo>
                  <a:close/>
                </a:path>
              </a:pathLst>
            </a:custGeom>
            <a:solidFill>
              <a:srgbClr val="8B21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7" name="Google Shape;2757;p59"/>
            <p:cNvSpPr/>
            <p:nvPr/>
          </p:nvSpPr>
          <p:spPr>
            <a:xfrm>
              <a:off x="4243725" y="4739150"/>
              <a:ext cx="183750" cy="375175"/>
            </a:xfrm>
            <a:custGeom>
              <a:rect b="b" l="l" r="r" t="t"/>
              <a:pathLst>
                <a:path extrusionOk="0" h="15007" w="7350">
                  <a:moveTo>
                    <a:pt x="0" y="1"/>
                  </a:moveTo>
                  <a:lnTo>
                    <a:pt x="0" y="1"/>
                  </a:lnTo>
                  <a:cubicBezTo>
                    <a:pt x="371" y="930"/>
                    <a:pt x="929" y="1794"/>
                    <a:pt x="1176" y="2718"/>
                  </a:cubicBezTo>
                  <a:cubicBezTo>
                    <a:pt x="1546" y="4017"/>
                    <a:pt x="1299" y="5498"/>
                    <a:pt x="1976" y="6669"/>
                  </a:cubicBezTo>
                  <a:lnTo>
                    <a:pt x="2099" y="6793"/>
                  </a:lnTo>
                  <a:cubicBezTo>
                    <a:pt x="2223" y="6610"/>
                    <a:pt x="2411" y="6486"/>
                    <a:pt x="2593" y="6486"/>
                  </a:cubicBezTo>
                  <a:cubicBezTo>
                    <a:pt x="2658" y="6422"/>
                    <a:pt x="2717" y="6422"/>
                    <a:pt x="2717" y="6422"/>
                  </a:cubicBezTo>
                  <a:cubicBezTo>
                    <a:pt x="3087" y="6422"/>
                    <a:pt x="3334" y="6669"/>
                    <a:pt x="3645" y="6857"/>
                  </a:cubicBezTo>
                  <a:cubicBezTo>
                    <a:pt x="4322" y="7287"/>
                    <a:pt x="5004" y="7780"/>
                    <a:pt x="5680" y="8274"/>
                  </a:cubicBezTo>
                  <a:cubicBezTo>
                    <a:pt x="5927" y="8462"/>
                    <a:pt x="6733" y="9327"/>
                    <a:pt x="7039" y="9327"/>
                  </a:cubicBezTo>
                  <a:cubicBezTo>
                    <a:pt x="7350" y="9262"/>
                    <a:pt x="7350" y="8768"/>
                    <a:pt x="7103" y="8521"/>
                  </a:cubicBezTo>
                  <a:cubicBezTo>
                    <a:pt x="6486" y="7780"/>
                    <a:pt x="5804" y="7227"/>
                    <a:pt x="4940" y="6733"/>
                  </a:cubicBezTo>
                  <a:cubicBezTo>
                    <a:pt x="3952" y="6175"/>
                    <a:pt x="2840" y="5558"/>
                    <a:pt x="2346" y="4570"/>
                  </a:cubicBezTo>
                  <a:cubicBezTo>
                    <a:pt x="2164" y="4140"/>
                    <a:pt x="2099" y="3646"/>
                    <a:pt x="2040" y="3152"/>
                  </a:cubicBezTo>
                  <a:cubicBezTo>
                    <a:pt x="1852" y="2411"/>
                    <a:pt x="1605" y="1670"/>
                    <a:pt x="1176" y="989"/>
                  </a:cubicBezTo>
                  <a:cubicBezTo>
                    <a:pt x="988" y="806"/>
                    <a:pt x="435" y="189"/>
                    <a:pt x="0" y="1"/>
                  </a:cubicBezTo>
                  <a:close/>
                  <a:moveTo>
                    <a:pt x="1176" y="7040"/>
                  </a:moveTo>
                  <a:lnTo>
                    <a:pt x="1176" y="7534"/>
                  </a:lnTo>
                  <a:cubicBezTo>
                    <a:pt x="1235" y="9944"/>
                    <a:pt x="618" y="12167"/>
                    <a:pt x="1052" y="14636"/>
                  </a:cubicBezTo>
                  <a:cubicBezTo>
                    <a:pt x="1111" y="14819"/>
                    <a:pt x="1176" y="15007"/>
                    <a:pt x="1358" y="15007"/>
                  </a:cubicBezTo>
                  <a:cubicBezTo>
                    <a:pt x="1546" y="15007"/>
                    <a:pt x="1605" y="14819"/>
                    <a:pt x="1670" y="14636"/>
                  </a:cubicBezTo>
                  <a:lnTo>
                    <a:pt x="1670" y="14513"/>
                  </a:lnTo>
                  <a:cubicBezTo>
                    <a:pt x="1729" y="13525"/>
                    <a:pt x="1482" y="12349"/>
                    <a:pt x="1482" y="11302"/>
                  </a:cubicBezTo>
                  <a:cubicBezTo>
                    <a:pt x="1546" y="10127"/>
                    <a:pt x="1358" y="9080"/>
                    <a:pt x="1605" y="7968"/>
                  </a:cubicBezTo>
                  <a:cubicBezTo>
                    <a:pt x="1482" y="7657"/>
                    <a:pt x="1299" y="7351"/>
                    <a:pt x="1176" y="7040"/>
                  </a:cubicBezTo>
                  <a:close/>
                </a:path>
              </a:pathLst>
            </a:custGeom>
            <a:solidFill>
              <a:srgbClr val="9F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8" name="Google Shape;2758;p59"/>
            <p:cNvSpPr/>
            <p:nvPr/>
          </p:nvSpPr>
          <p:spPr>
            <a:xfrm>
              <a:off x="4220625" y="4737675"/>
              <a:ext cx="75600" cy="200700"/>
            </a:xfrm>
            <a:custGeom>
              <a:rect b="b" l="l" r="r" t="t"/>
              <a:pathLst>
                <a:path extrusionOk="0" h="8028" w="3024">
                  <a:moveTo>
                    <a:pt x="494" y="1"/>
                  </a:moveTo>
                  <a:cubicBezTo>
                    <a:pt x="0" y="183"/>
                    <a:pt x="1112" y="1729"/>
                    <a:pt x="1295" y="2223"/>
                  </a:cubicBezTo>
                  <a:cubicBezTo>
                    <a:pt x="1912" y="3764"/>
                    <a:pt x="2035" y="5434"/>
                    <a:pt x="2100" y="7099"/>
                  </a:cubicBezTo>
                  <a:cubicBezTo>
                    <a:pt x="2223" y="7410"/>
                    <a:pt x="2406" y="7716"/>
                    <a:pt x="2529" y="8027"/>
                  </a:cubicBezTo>
                  <a:cubicBezTo>
                    <a:pt x="2594" y="7780"/>
                    <a:pt x="2594" y="7593"/>
                    <a:pt x="2717" y="7410"/>
                  </a:cubicBezTo>
                  <a:cubicBezTo>
                    <a:pt x="2776" y="7222"/>
                    <a:pt x="2900" y="7039"/>
                    <a:pt x="3023" y="6852"/>
                  </a:cubicBezTo>
                  <a:lnTo>
                    <a:pt x="2900" y="6728"/>
                  </a:lnTo>
                  <a:cubicBezTo>
                    <a:pt x="2223" y="5557"/>
                    <a:pt x="2470" y="4076"/>
                    <a:pt x="2100" y="2777"/>
                  </a:cubicBezTo>
                  <a:cubicBezTo>
                    <a:pt x="1853" y="1853"/>
                    <a:pt x="1295" y="989"/>
                    <a:pt x="924" y="60"/>
                  </a:cubicBezTo>
                  <a:cubicBezTo>
                    <a:pt x="801" y="1"/>
                    <a:pt x="741" y="1"/>
                    <a:pt x="618" y="1"/>
                  </a:cubicBezTo>
                  <a:close/>
                </a:path>
              </a:pathLst>
            </a:custGeom>
            <a:solidFill>
              <a:srgbClr val="8B21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9" name="Google Shape;2759;p59"/>
            <p:cNvSpPr/>
            <p:nvPr/>
          </p:nvSpPr>
          <p:spPr>
            <a:xfrm>
              <a:off x="3785350" y="4950700"/>
              <a:ext cx="260825" cy="169800"/>
            </a:xfrm>
            <a:custGeom>
              <a:rect b="b" l="l" r="r" t="t"/>
              <a:pathLst>
                <a:path extrusionOk="0" h="6792" w="10433">
                  <a:moveTo>
                    <a:pt x="3952" y="0"/>
                  </a:moveTo>
                  <a:cubicBezTo>
                    <a:pt x="3393" y="0"/>
                    <a:pt x="2717" y="247"/>
                    <a:pt x="2593" y="800"/>
                  </a:cubicBezTo>
                  <a:cubicBezTo>
                    <a:pt x="2964" y="494"/>
                    <a:pt x="3458" y="430"/>
                    <a:pt x="3887" y="430"/>
                  </a:cubicBezTo>
                  <a:cubicBezTo>
                    <a:pt x="4134" y="430"/>
                    <a:pt x="4322" y="430"/>
                    <a:pt x="4505" y="494"/>
                  </a:cubicBezTo>
                  <a:cubicBezTo>
                    <a:pt x="5186" y="618"/>
                    <a:pt x="5804" y="865"/>
                    <a:pt x="6421" y="1171"/>
                  </a:cubicBezTo>
                  <a:cubicBezTo>
                    <a:pt x="6792" y="1358"/>
                    <a:pt x="7221" y="1541"/>
                    <a:pt x="7592" y="1729"/>
                  </a:cubicBezTo>
                  <a:cubicBezTo>
                    <a:pt x="7715" y="1852"/>
                    <a:pt x="7903" y="1912"/>
                    <a:pt x="7962" y="2035"/>
                  </a:cubicBezTo>
                  <a:cubicBezTo>
                    <a:pt x="8027" y="2282"/>
                    <a:pt x="7780" y="2529"/>
                    <a:pt x="7533" y="2593"/>
                  </a:cubicBezTo>
                  <a:cubicBezTo>
                    <a:pt x="7098" y="2840"/>
                    <a:pt x="6604" y="2900"/>
                    <a:pt x="6110" y="2900"/>
                  </a:cubicBezTo>
                  <a:cubicBezTo>
                    <a:pt x="5310" y="2900"/>
                    <a:pt x="4505" y="2717"/>
                    <a:pt x="3705" y="2529"/>
                  </a:cubicBezTo>
                  <a:cubicBezTo>
                    <a:pt x="3211" y="2406"/>
                    <a:pt x="2653" y="2346"/>
                    <a:pt x="2099" y="2346"/>
                  </a:cubicBezTo>
                  <a:cubicBezTo>
                    <a:pt x="1358" y="2346"/>
                    <a:pt x="553" y="2529"/>
                    <a:pt x="0" y="3023"/>
                  </a:cubicBezTo>
                  <a:cubicBezTo>
                    <a:pt x="247" y="3211"/>
                    <a:pt x="494" y="3211"/>
                    <a:pt x="741" y="3211"/>
                  </a:cubicBezTo>
                  <a:cubicBezTo>
                    <a:pt x="988" y="3211"/>
                    <a:pt x="1235" y="3211"/>
                    <a:pt x="1418" y="3147"/>
                  </a:cubicBezTo>
                  <a:lnTo>
                    <a:pt x="2035" y="3147"/>
                  </a:lnTo>
                  <a:cubicBezTo>
                    <a:pt x="2964" y="3147"/>
                    <a:pt x="3952" y="3394"/>
                    <a:pt x="4816" y="3764"/>
                  </a:cubicBezTo>
                  <a:cubicBezTo>
                    <a:pt x="4939" y="3828"/>
                    <a:pt x="4999" y="3887"/>
                    <a:pt x="5063" y="4011"/>
                  </a:cubicBezTo>
                  <a:cubicBezTo>
                    <a:pt x="5122" y="4134"/>
                    <a:pt x="5122" y="4258"/>
                    <a:pt x="5063" y="4446"/>
                  </a:cubicBezTo>
                  <a:cubicBezTo>
                    <a:pt x="4569" y="5433"/>
                    <a:pt x="3211" y="5804"/>
                    <a:pt x="2593" y="6792"/>
                  </a:cubicBezTo>
                  <a:cubicBezTo>
                    <a:pt x="3705" y="6545"/>
                    <a:pt x="4693" y="5927"/>
                    <a:pt x="5369" y="5063"/>
                  </a:cubicBezTo>
                  <a:cubicBezTo>
                    <a:pt x="5804" y="4569"/>
                    <a:pt x="6174" y="3952"/>
                    <a:pt x="6728" y="3640"/>
                  </a:cubicBezTo>
                  <a:cubicBezTo>
                    <a:pt x="7162" y="3394"/>
                    <a:pt x="7656" y="3394"/>
                    <a:pt x="8150" y="3270"/>
                  </a:cubicBezTo>
                  <a:cubicBezTo>
                    <a:pt x="9197" y="2964"/>
                    <a:pt x="10062" y="2099"/>
                    <a:pt x="10432" y="1047"/>
                  </a:cubicBezTo>
                  <a:lnTo>
                    <a:pt x="10432" y="1047"/>
                  </a:lnTo>
                  <a:cubicBezTo>
                    <a:pt x="10002" y="1294"/>
                    <a:pt x="9568" y="1418"/>
                    <a:pt x="9074" y="1418"/>
                  </a:cubicBezTo>
                  <a:cubicBezTo>
                    <a:pt x="8456" y="1418"/>
                    <a:pt x="7780" y="1235"/>
                    <a:pt x="7162" y="988"/>
                  </a:cubicBezTo>
                  <a:cubicBezTo>
                    <a:pt x="6110" y="553"/>
                    <a:pt x="5063" y="0"/>
                    <a:pt x="3952" y="0"/>
                  </a:cubicBezTo>
                  <a:close/>
                </a:path>
              </a:pathLst>
            </a:custGeom>
            <a:solidFill>
              <a:srgbClr val="9F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0" name="Google Shape;2760;p59"/>
            <p:cNvSpPr/>
            <p:nvPr/>
          </p:nvSpPr>
          <p:spPr>
            <a:xfrm>
              <a:off x="4452150" y="4606425"/>
              <a:ext cx="263925" cy="764150"/>
            </a:xfrm>
            <a:custGeom>
              <a:rect b="b" l="l" r="r" t="t"/>
              <a:pathLst>
                <a:path extrusionOk="0" h="30566" w="10557">
                  <a:moveTo>
                    <a:pt x="8521" y="0"/>
                  </a:moveTo>
                  <a:lnTo>
                    <a:pt x="8521" y="0"/>
                  </a:lnTo>
                  <a:cubicBezTo>
                    <a:pt x="8828" y="988"/>
                    <a:pt x="9074" y="1976"/>
                    <a:pt x="9386" y="2964"/>
                  </a:cubicBezTo>
                  <a:cubicBezTo>
                    <a:pt x="10556" y="7286"/>
                    <a:pt x="7286" y="15683"/>
                    <a:pt x="6852" y="17782"/>
                  </a:cubicBezTo>
                  <a:cubicBezTo>
                    <a:pt x="6481" y="19881"/>
                    <a:pt x="2406" y="26055"/>
                    <a:pt x="1483" y="28402"/>
                  </a:cubicBezTo>
                  <a:cubicBezTo>
                    <a:pt x="1171" y="29207"/>
                    <a:pt x="678" y="29884"/>
                    <a:pt x="1" y="30565"/>
                  </a:cubicBezTo>
                  <a:cubicBezTo>
                    <a:pt x="248" y="30501"/>
                    <a:pt x="431" y="30442"/>
                    <a:pt x="618" y="30318"/>
                  </a:cubicBezTo>
                  <a:cubicBezTo>
                    <a:pt x="1171" y="30071"/>
                    <a:pt x="1542" y="29513"/>
                    <a:pt x="1853" y="28960"/>
                  </a:cubicBezTo>
                  <a:cubicBezTo>
                    <a:pt x="4629" y="24450"/>
                    <a:pt x="6792" y="19575"/>
                    <a:pt x="8457" y="14571"/>
                  </a:cubicBezTo>
                  <a:cubicBezTo>
                    <a:pt x="9198" y="12166"/>
                    <a:pt x="9815" y="9755"/>
                    <a:pt x="9939" y="7226"/>
                  </a:cubicBezTo>
                  <a:cubicBezTo>
                    <a:pt x="10062" y="4880"/>
                    <a:pt x="9692" y="2346"/>
                    <a:pt x="8581" y="124"/>
                  </a:cubicBezTo>
                  <a:cubicBezTo>
                    <a:pt x="8581" y="124"/>
                    <a:pt x="8581" y="64"/>
                    <a:pt x="852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1" name="Google Shape;2761;p59"/>
            <p:cNvSpPr/>
            <p:nvPr/>
          </p:nvSpPr>
          <p:spPr>
            <a:xfrm>
              <a:off x="4334850" y="4604925"/>
              <a:ext cx="381225" cy="782550"/>
            </a:xfrm>
            <a:custGeom>
              <a:rect b="b" l="l" r="r" t="t"/>
              <a:pathLst>
                <a:path extrusionOk="0" h="31302" w="15249">
                  <a:moveTo>
                    <a:pt x="13026" y="1"/>
                  </a:moveTo>
                  <a:cubicBezTo>
                    <a:pt x="12966" y="1"/>
                    <a:pt x="12966" y="1"/>
                    <a:pt x="12966" y="60"/>
                  </a:cubicBezTo>
                  <a:cubicBezTo>
                    <a:pt x="12902" y="60"/>
                    <a:pt x="12902" y="124"/>
                    <a:pt x="12902" y="184"/>
                  </a:cubicBezTo>
                  <a:cubicBezTo>
                    <a:pt x="13090" y="1665"/>
                    <a:pt x="13090" y="3147"/>
                    <a:pt x="13460" y="4570"/>
                  </a:cubicBezTo>
                  <a:cubicBezTo>
                    <a:pt x="12532" y="5187"/>
                    <a:pt x="11978" y="6358"/>
                    <a:pt x="12285" y="7410"/>
                  </a:cubicBezTo>
                  <a:cubicBezTo>
                    <a:pt x="12472" y="6605"/>
                    <a:pt x="12779" y="5617"/>
                    <a:pt x="13584" y="5246"/>
                  </a:cubicBezTo>
                  <a:lnTo>
                    <a:pt x="13584" y="5246"/>
                  </a:lnTo>
                  <a:cubicBezTo>
                    <a:pt x="13273" y="7963"/>
                    <a:pt x="12285" y="10497"/>
                    <a:pt x="11238" y="12967"/>
                  </a:cubicBezTo>
                  <a:cubicBezTo>
                    <a:pt x="10991" y="13643"/>
                    <a:pt x="10679" y="14325"/>
                    <a:pt x="10373" y="15002"/>
                  </a:cubicBezTo>
                  <a:cubicBezTo>
                    <a:pt x="9879" y="16177"/>
                    <a:pt x="9385" y="17348"/>
                    <a:pt x="8768" y="18524"/>
                  </a:cubicBezTo>
                  <a:cubicBezTo>
                    <a:pt x="8333" y="19264"/>
                    <a:pt x="7533" y="20005"/>
                    <a:pt x="7533" y="20929"/>
                  </a:cubicBezTo>
                  <a:cubicBezTo>
                    <a:pt x="8210" y="20682"/>
                    <a:pt x="8891" y="19447"/>
                    <a:pt x="9262" y="18830"/>
                  </a:cubicBezTo>
                  <a:cubicBezTo>
                    <a:pt x="9938" y="17906"/>
                    <a:pt x="10497" y="16854"/>
                    <a:pt x="11050" y="15807"/>
                  </a:cubicBezTo>
                  <a:cubicBezTo>
                    <a:pt x="11939" y="13972"/>
                    <a:pt x="12769" y="11915"/>
                    <a:pt x="13055" y="9845"/>
                  </a:cubicBezTo>
                  <a:lnTo>
                    <a:pt x="13055" y="9845"/>
                  </a:lnTo>
                  <a:cubicBezTo>
                    <a:pt x="12688" y="12727"/>
                    <a:pt x="12174" y="15760"/>
                    <a:pt x="10556" y="18153"/>
                  </a:cubicBezTo>
                  <a:cubicBezTo>
                    <a:pt x="9879" y="19141"/>
                    <a:pt x="8951" y="19758"/>
                    <a:pt x="8580" y="20870"/>
                  </a:cubicBezTo>
                  <a:cubicBezTo>
                    <a:pt x="8580" y="20929"/>
                    <a:pt x="8704" y="20929"/>
                    <a:pt x="8768" y="20929"/>
                  </a:cubicBezTo>
                  <a:cubicBezTo>
                    <a:pt x="8827" y="20929"/>
                    <a:pt x="8951" y="20929"/>
                    <a:pt x="9015" y="20870"/>
                  </a:cubicBezTo>
                  <a:cubicBezTo>
                    <a:pt x="9138" y="20746"/>
                    <a:pt x="9198" y="20623"/>
                    <a:pt x="9262" y="20499"/>
                  </a:cubicBezTo>
                  <a:cubicBezTo>
                    <a:pt x="9321" y="20376"/>
                    <a:pt x="9385" y="20252"/>
                    <a:pt x="9509" y="20188"/>
                  </a:cubicBezTo>
                  <a:cubicBezTo>
                    <a:pt x="9632" y="20129"/>
                    <a:pt x="9815" y="20005"/>
                    <a:pt x="9938" y="19882"/>
                  </a:cubicBezTo>
                  <a:lnTo>
                    <a:pt x="10062" y="19882"/>
                  </a:lnTo>
                  <a:lnTo>
                    <a:pt x="10003" y="19818"/>
                  </a:lnTo>
                  <a:cubicBezTo>
                    <a:pt x="10062" y="19818"/>
                    <a:pt x="10126" y="19758"/>
                    <a:pt x="10185" y="19694"/>
                  </a:cubicBezTo>
                  <a:lnTo>
                    <a:pt x="10185" y="19694"/>
                  </a:lnTo>
                  <a:cubicBezTo>
                    <a:pt x="9691" y="21117"/>
                    <a:pt x="8951" y="22722"/>
                    <a:pt x="7592" y="23463"/>
                  </a:cubicBezTo>
                  <a:cubicBezTo>
                    <a:pt x="7286" y="23646"/>
                    <a:pt x="6975" y="23769"/>
                    <a:pt x="6669" y="23957"/>
                  </a:cubicBezTo>
                  <a:cubicBezTo>
                    <a:pt x="6604" y="24016"/>
                    <a:pt x="6545" y="24140"/>
                    <a:pt x="6481" y="24263"/>
                  </a:cubicBezTo>
                  <a:cubicBezTo>
                    <a:pt x="6422" y="24451"/>
                    <a:pt x="6669" y="24634"/>
                    <a:pt x="6916" y="24698"/>
                  </a:cubicBezTo>
                  <a:cubicBezTo>
                    <a:pt x="7163" y="24698"/>
                    <a:pt x="7469" y="24510"/>
                    <a:pt x="7716" y="24387"/>
                  </a:cubicBezTo>
                  <a:lnTo>
                    <a:pt x="7716" y="24387"/>
                  </a:lnTo>
                  <a:cubicBezTo>
                    <a:pt x="7098" y="25686"/>
                    <a:pt x="6298" y="26980"/>
                    <a:pt x="5557" y="28215"/>
                  </a:cubicBezTo>
                  <a:cubicBezTo>
                    <a:pt x="5370" y="28649"/>
                    <a:pt x="5123" y="29020"/>
                    <a:pt x="4816" y="29326"/>
                  </a:cubicBezTo>
                  <a:cubicBezTo>
                    <a:pt x="4382" y="29697"/>
                    <a:pt x="3764" y="29884"/>
                    <a:pt x="3270" y="30008"/>
                  </a:cubicBezTo>
                  <a:cubicBezTo>
                    <a:pt x="2347" y="30255"/>
                    <a:pt x="1482" y="30502"/>
                    <a:pt x="618" y="30684"/>
                  </a:cubicBezTo>
                  <a:cubicBezTo>
                    <a:pt x="307" y="30808"/>
                    <a:pt x="0" y="31119"/>
                    <a:pt x="183" y="31302"/>
                  </a:cubicBezTo>
                  <a:cubicBezTo>
                    <a:pt x="1606" y="31055"/>
                    <a:pt x="3023" y="30872"/>
                    <a:pt x="4382" y="30625"/>
                  </a:cubicBezTo>
                  <a:lnTo>
                    <a:pt x="4693" y="30625"/>
                  </a:lnTo>
                  <a:cubicBezTo>
                    <a:pt x="5370" y="29944"/>
                    <a:pt x="5863" y="29267"/>
                    <a:pt x="6175" y="28462"/>
                  </a:cubicBezTo>
                  <a:cubicBezTo>
                    <a:pt x="7098" y="26115"/>
                    <a:pt x="11173" y="19941"/>
                    <a:pt x="11544" y="17842"/>
                  </a:cubicBezTo>
                  <a:cubicBezTo>
                    <a:pt x="11978" y="15743"/>
                    <a:pt x="15248" y="7346"/>
                    <a:pt x="14078" y="3024"/>
                  </a:cubicBezTo>
                  <a:cubicBezTo>
                    <a:pt x="13766" y="2036"/>
                    <a:pt x="13520" y="1048"/>
                    <a:pt x="13213" y="60"/>
                  </a:cubicBezTo>
                  <a:cubicBezTo>
                    <a:pt x="13149" y="1"/>
                    <a:pt x="13090" y="1"/>
                    <a:pt x="13026" y="1"/>
                  </a:cubicBezTo>
                  <a:close/>
                </a:path>
              </a:pathLst>
            </a:custGeom>
            <a:solidFill>
              <a:srgbClr val="9F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2" name="Google Shape;2762;p59"/>
            <p:cNvSpPr/>
            <p:nvPr/>
          </p:nvSpPr>
          <p:spPr>
            <a:xfrm>
              <a:off x="3516750" y="4624925"/>
              <a:ext cx="4600" cy="21650"/>
            </a:xfrm>
            <a:custGeom>
              <a:rect b="b" l="l" r="r" t="t"/>
              <a:pathLst>
                <a:path extrusionOk="0" h="866" w="184">
                  <a:moveTo>
                    <a:pt x="184" y="1"/>
                  </a:moveTo>
                  <a:lnTo>
                    <a:pt x="184" y="1"/>
                  </a:lnTo>
                  <a:cubicBezTo>
                    <a:pt x="1" y="189"/>
                    <a:pt x="1" y="559"/>
                    <a:pt x="60" y="865"/>
                  </a:cubicBezTo>
                  <a:cubicBezTo>
                    <a:pt x="124" y="618"/>
                    <a:pt x="124" y="312"/>
                    <a:pt x="184" y="1"/>
                  </a:cubicBezTo>
                  <a:close/>
                </a:path>
              </a:pathLst>
            </a:custGeom>
            <a:solidFill>
              <a:srgbClr val="DFDF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3" name="Google Shape;2763;p59"/>
            <p:cNvSpPr/>
            <p:nvPr/>
          </p:nvSpPr>
          <p:spPr>
            <a:xfrm>
              <a:off x="3518250" y="4623450"/>
              <a:ext cx="279475" cy="262425"/>
            </a:xfrm>
            <a:custGeom>
              <a:rect b="b" l="l" r="r" t="t"/>
              <a:pathLst>
                <a:path extrusionOk="0" h="10497" w="11179">
                  <a:moveTo>
                    <a:pt x="371" y="1"/>
                  </a:moveTo>
                  <a:cubicBezTo>
                    <a:pt x="247" y="1"/>
                    <a:pt x="188" y="1"/>
                    <a:pt x="124" y="60"/>
                  </a:cubicBezTo>
                  <a:cubicBezTo>
                    <a:pt x="64" y="371"/>
                    <a:pt x="64" y="677"/>
                    <a:pt x="0" y="924"/>
                  </a:cubicBezTo>
                  <a:cubicBezTo>
                    <a:pt x="64" y="989"/>
                    <a:pt x="64" y="1048"/>
                    <a:pt x="64" y="1112"/>
                  </a:cubicBezTo>
                  <a:cubicBezTo>
                    <a:pt x="618" y="2470"/>
                    <a:pt x="1176" y="3765"/>
                    <a:pt x="1793" y="5064"/>
                  </a:cubicBezTo>
                  <a:cubicBezTo>
                    <a:pt x="2099" y="5740"/>
                    <a:pt x="2470" y="6481"/>
                    <a:pt x="3087" y="6975"/>
                  </a:cubicBezTo>
                  <a:cubicBezTo>
                    <a:pt x="3522" y="7286"/>
                    <a:pt x="3952" y="7469"/>
                    <a:pt x="4446" y="7593"/>
                  </a:cubicBezTo>
                  <a:lnTo>
                    <a:pt x="3892" y="6669"/>
                  </a:lnTo>
                  <a:cubicBezTo>
                    <a:pt x="2905" y="6111"/>
                    <a:pt x="2164" y="5123"/>
                    <a:pt x="1605" y="4135"/>
                  </a:cubicBezTo>
                  <a:cubicBezTo>
                    <a:pt x="988" y="2841"/>
                    <a:pt x="682" y="1418"/>
                    <a:pt x="371" y="1"/>
                  </a:cubicBezTo>
                  <a:close/>
                  <a:moveTo>
                    <a:pt x="4880" y="7099"/>
                  </a:moveTo>
                  <a:lnTo>
                    <a:pt x="4880" y="7099"/>
                  </a:lnTo>
                  <a:cubicBezTo>
                    <a:pt x="5004" y="7346"/>
                    <a:pt x="5251" y="7657"/>
                    <a:pt x="5434" y="7904"/>
                  </a:cubicBezTo>
                  <a:lnTo>
                    <a:pt x="5992" y="8087"/>
                  </a:lnTo>
                  <a:cubicBezTo>
                    <a:pt x="6856" y="8457"/>
                    <a:pt x="7597" y="9139"/>
                    <a:pt x="8397" y="9692"/>
                  </a:cubicBezTo>
                  <a:cubicBezTo>
                    <a:pt x="9138" y="10126"/>
                    <a:pt x="9943" y="10497"/>
                    <a:pt x="10743" y="10497"/>
                  </a:cubicBezTo>
                  <a:lnTo>
                    <a:pt x="11178" y="10497"/>
                  </a:lnTo>
                  <a:cubicBezTo>
                    <a:pt x="10990" y="9880"/>
                    <a:pt x="10126" y="9939"/>
                    <a:pt x="9509" y="9880"/>
                  </a:cubicBezTo>
                  <a:cubicBezTo>
                    <a:pt x="8338" y="9633"/>
                    <a:pt x="7720" y="8210"/>
                    <a:pt x="6609" y="7657"/>
                  </a:cubicBezTo>
                  <a:cubicBezTo>
                    <a:pt x="6115" y="7346"/>
                    <a:pt x="5434" y="7286"/>
                    <a:pt x="4880" y="7099"/>
                  </a:cubicBezTo>
                  <a:close/>
                </a:path>
              </a:pathLst>
            </a:custGeom>
            <a:solidFill>
              <a:srgbClr val="9F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4" name="Google Shape;2764;p59"/>
            <p:cNvSpPr/>
            <p:nvPr/>
          </p:nvSpPr>
          <p:spPr>
            <a:xfrm>
              <a:off x="3615550" y="4790150"/>
              <a:ext cx="38550" cy="30900"/>
            </a:xfrm>
            <a:custGeom>
              <a:rect b="b" l="l" r="r" t="t"/>
              <a:pathLst>
                <a:path extrusionOk="0" h="1236" w="1542">
                  <a:moveTo>
                    <a:pt x="0" y="1"/>
                  </a:moveTo>
                  <a:lnTo>
                    <a:pt x="554" y="925"/>
                  </a:lnTo>
                  <a:cubicBezTo>
                    <a:pt x="865" y="1048"/>
                    <a:pt x="1235" y="1112"/>
                    <a:pt x="1542" y="1236"/>
                  </a:cubicBezTo>
                  <a:cubicBezTo>
                    <a:pt x="1359" y="989"/>
                    <a:pt x="1112" y="678"/>
                    <a:pt x="988" y="431"/>
                  </a:cubicBezTo>
                  <a:cubicBezTo>
                    <a:pt x="924" y="431"/>
                    <a:pt x="865" y="371"/>
                    <a:pt x="801" y="371"/>
                  </a:cubicBezTo>
                  <a:cubicBezTo>
                    <a:pt x="554" y="248"/>
                    <a:pt x="247" y="124"/>
                    <a:pt x="0" y="1"/>
                  </a:cubicBezTo>
                  <a:close/>
                </a:path>
              </a:pathLst>
            </a:custGeom>
            <a:solidFill>
              <a:srgbClr val="8B21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5" name="Google Shape;2765;p59"/>
            <p:cNvSpPr/>
            <p:nvPr/>
          </p:nvSpPr>
          <p:spPr>
            <a:xfrm>
              <a:off x="3495150" y="4679025"/>
              <a:ext cx="421350" cy="608200"/>
            </a:xfrm>
            <a:custGeom>
              <a:rect b="b" l="l" r="r" t="t"/>
              <a:pathLst>
                <a:path extrusionOk="0" h="24328" w="16854">
                  <a:moveTo>
                    <a:pt x="618" y="0"/>
                  </a:moveTo>
                  <a:cubicBezTo>
                    <a:pt x="247" y="0"/>
                    <a:pt x="1" y="430"/>
                    <a:pt x="1" y="924"/>
                  </a:cubicBezTo>
                  <a:cubicBezTo>
                    <a:pt x="307" y="5370"/>
                    <a:pt x="1048" y="10556"/>
                    <a:pt x="3888" y="14137"/>
                  </a:cubicBezTo>
                  <a:cubicBezTo>
                    <a:pt x="4382" y="14754"/>
                    <a:pt x="4940" y="15372"/>
                    <a:pt x="5370" y="16054"/>
                  </a:cubicBezTo>
                  <a:cubicBezTo>
                    <a:pt x="5681" y="16547"/>
                    <a:pt x="5928" y="17165"/>
                    <a:pt x="6298" y="17659"/>
                  </a:cubicBezTo>
                  <a:cubicBezTo>
                    <a:pt x="7163" y="18647"/>
                    <a:pt x="8580" y="18894"/>
                    <a:pt x="9692" y="19635"/>
                  </a:cubicBezTo>
                  <a:cubicBezTo>
                    <a:pt x="10926" y="20376"/>
                    <a:pt x="11732" y="21670"/>
                    <a:pt x="12719" y="22658"/>
                  </a:cubicBezTo>
                  <a:cubicBezTo>
                    <a:pt x="13520" y="23463"/>
                    <a:pt x="14878" y="24327"/>
                    <a:pt x="16113" y="24327"/>
                  </a:cubicBezTo>
                  <a:cubicBezTo>
                    <a:pt x="16236" y="24327"/>
                    <a:pt x="16424" y="24327"/>
                    <a:pt x="16607" y="24263"/>
                  </a:cubicBezTo>
                  <a:cubicBezTo>
                    <a:pt x="16730" y="24263"/>
                    <a:pt x="16794" y="24204"/>
                    <a:pt x="16854" y="24139"/>
                  </a:cubicBezTo>
                  <a:cubicBezTo>
                    <a:pt x="15248" y="23216"/>
                    <a:pt x="13643" y="22287"/>
                    <a:pt x="12408" y="21423"/>
                  </a:cubicBezTo>
                  <a:cubicBezTo>
                    <a:pt x="8210" y="18523"/>
                    <a:pt x="4382" y="13831"/>
                    <a:pt x="3335" y="11855"/>
                  </a:cubicBezTo>
                  <a:cubicBezTo>
                    <a:pt x="2283" y="9879"/>
                    <a:pt x="2283" y="8333"/>
                    <a:pt x="1235" y="4382"/>
                  </a:cubicBezTo>
                  <a:cubicBezTo>
                    <a:pt x="801" y="2653"/>
                    <a:pt x="741" y="1295"/>
                    <a:pt x="80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6" name="Google Shape;2766;p59"/>
            <p:cNvSpPr/>
            <p:nvPr/>
          </p:nvSpPr>
          <p:spPr>
            <a:xfrm>
              <a:off x="3513675" y="4679025"/>
              <a:ext cx="405925" cy="603500"/>
            </a:xfrm>
            <a:custGeom>
              <a:rect b="b" l="l" r="r" t="t"/>
              <a:pathLst>
                <a:path extrusionOk="0" h="24140" w="16237">
                  <a:moveTo>
                    <a:pt x="60" y="0"/>
                  </a:moveTo>
                  <a:lnTo>
                    <a:pt x="60" y="0"/>
                  </a:lnTo>
                  <a:cubicBezTo>
                    <a:pt x="0" y="1295"/>
                    <a:pt x="60" y="2653"/>
                    <a:pt x="494" y="4382"/>
                  </a:cubicBezTo>
                  <a:cubicBezTo>
                    <a:pt x="1542" y="8333"/>
                    <a:pt x="1542" y="9879"/>
                    <a:pt x="2594" y="11855"/>
                  </a:cubicBezTo>
                  <a:cubicBezTo>
                    <a:pt x="3641" y="13831"/>
                    <a:pt x="7469" y="18523"/>
                    <a:pt x="11667" y="21423"/>
                  </a:cubicBezTo>
                  <a:cubicBezTo>
                    <a:pt x="12902" y="22287"/>
                    <a:pt x="14507" y="23216"/>
                    <a:pt x="16113" y="24139"/>
                  </a:cubicBezTo>
                  <a:cubicBezTo>
                    <a:pt x="16236" y="23957"/>
                    <a:pt x="15989" y="23769"/>
                    <a:pt x="15806" y="23645"/>
                  </a:cubicBezTo>
                  <a:lnTo>
                    <a:pt x="14507" y="22905"/>
                  </a:lnTo>
                  <a:cubicBezTo>
                    <a:pt x="13090" y="22104"/>
                    <a:pt x="11855" y="21052"/>
                    <a:pt x="10867" y="19758"/>
                  </a:cubicBezTo>
                  <a:cubicBezTo>
                    <a:pt x="11050" y="19570"/>
                    <a:pt x="11297" y="19447"/>
                    <a:pt x="11608" y="19447"/>
                  </a:cubicBezTo>
                  <a:cubicBezTo>
                    <a:pt x="12102" y="19447"/>
                    <a:pt x="12655" y="19758"/>
                    <a:pt x="13090" y="20064"/>
                  </a:cubicBezTo>
                  <a:cubicBezTo>
                    <a:pt x="13520" y="20435"/>
                    <a:pt x="14448" y="21176"/>
                    <a:pt x="15066" y="21176"/>
                  </a:cubicBezTo>
                  <a:cubicBezTo>
                    <a:pt x="15313" y="21176"/>
                    <a:pt x="15683" y="20993"/>
                    <a:pt x="15560" y="20682"/>
                  </a:cubicBezTo>
                  <a:cubicBezTo>
                    <a:pt x="15495" y="20558"/>
                    <a:pt x="15313" y="20499"/>
                    <a:pt x="15125" y="20499"/>
                  </a:cubicBezTo>
                  <a:lnTo>
                    <a:pt x="14631" y="20499"/>
                  </a:lnTo>
                  <a:cubicBezTo>
                    <a:pt x="13890" y="20499"/>
                    <a:pt x="13213" y="19941"/>
                    <a:pt x="12779" y="19388"/>
                  </a:cubicBezTo>
                  <a:cubicBezTo>
                    <a:pt x="12596" y="19264"/>
                    <a:pt x="12472" y="19017"/>
                    <a:pt x="12285" y="18953"/>
                  </a:cubicBezTo>
                  <a:cubicBezTo>
                    <a:pt x="12161" y="18894"/>
                    <a:pt x="12102" y="18894"/>
                    <a:pt x="11978" y="18894"/>
                  </a:cubicBezTo>
                  <a:cubicBezTo>
                    <a:pt x="11791" y="18894"/>
                    <a:pt x="11544" y="18953"/>
                    <a:pt x="11361" y="19017"/>
                  </a:cubicBezTo>
                  <a:cubicBezTo>
                    <a:pt x="11173" y="19076"/>
                    <a:pt x="10991" y="19076"/>
                    <a:pt x="10803" y="19076"/>
                  </a:cubicBezTo>
                  <a:cubicBezTo>
                    <a:pt x="10126" y="19076"/>
                    <a:pt x="9445" y="18829"/>
                    <a:pt x="8827" y="18459"/>
                  </a:cubicBezTo>
                  <a:cubicBezTo>
                    <a:pt x="8274" y="18029"/>
                    <a:pt x="7780" y="17535"/>
                    <a:pt x="7286" y="16977"/>
                  </a:cubicBezTo>
                  <a:lnTo>
                    <a:pt x="7286" y="16977"/>
                  </a:lnTo>
                  <a:cubicBezTo>
                    <a:pt x="7656" y="17224"/>
                    <a:pt x="8150" y="17288"/>
                    <a:pt x="8644" y="17288"/>
                  </a:cubicBezTo>
                  <a:lnTo>
                    <a:pt x="9815" y="17288"/>
                  </a:lnTo>
                  <a:cubicBezTo>
                    <a:pt x="10250" y="17288"/>
                    <a:pt x="10679" y="17348"/>
                    <a:pt x="10991" y="17595"/>
                  </a:cubicBezTo>
                  <a:cubicBezTo>
                    <a:pt x="11297" y="17782"/>
                    <a:pt x="11608" y="18212"/>
                    <a:pt x="11978" y="18212"/>
                  </a:cubicBezTo>
                  <a:cubicBezTo>
                    <a:pt x="11978" y="18212"/>
                    <a:pt x="12038" y="18153"/>
                    <a:pt x="12102" y="18153"/>
                  </a:cubicBezTo>
                  <a:cubicBezTo>
                    <a:pt x="11791" y="17535"/>
                    <a:pt x="11361" y="16918"/>
                    <a:pt x="10744" y="16730"/>
                  </a:cubicBezTo>
                  <a:cubicBezTo>
                    <a:pt x="10556" y="16671"/>
                    <a:pt x="10373" y="16671"/>
                    <a:pt x="10250" y="16671"/>
                  </a:cubicBezTo>
                  <a:cubicBezTo>
                    <a:pt x="10003" y="16671"/>
                    <a:pt x="9815" y="16730"/>
                    <a:pt x="9632" y="16730"/>
                  </a:cubicBezTo>
                  <a:lnTo>
                    <a:pt x="9568" y="16730"/>
                  </a:lnTo>
                  <a:cubicBezTo>
                    <a:pt x="7222" y="16730"/>
                    <a:pt x="5310" y="14819"/>
                    <a:pt x="3705" y="13090"/>
                  </a:cubicBezTo>
                  <a:lnTo>
                    <a:pt x="3705" y="13090"/>
                  </a:lnTo>
                  <a:lnTo>
                    <a:pt x="7780" y="13831"/>
                  </a:lnTo>
                  <a:cubicBezTo>
                    <a:pt x="7903" y="13890"/>
                    <a:pt x="9074" y="14201"/>
                    <a:pt x="9632" y="14201"/>
                  </a:cubicBezTo>
                  <a:cubicBezTo>
                    <a:pt x="9879" y="14201"/>
                    <a:pt x="10062" y="14137"/>
                    <a:pt x="9938" y="13954"/>
                  </a:cubicBezTo>
                  <a:cubicBezTo>
                    <a:pt x="9938" y="13890"/>
                    <a:pt x="9879" y="13831"/>
                    <a:pt x="9815" y="13831"/>
                  </a:cubicBezTo>
                  <a:cubicBezTo>
                    <a:pt x="8644" y="13213"/>
                    <a:pt x="7163" y="13273"/>
                    <a:pt x="5863" y="13090"/>
                  </a:cubicBezTo>
                  <a:cubicBezTo>
                    <a:pt x="3641" y="12655"/>
                    <a:pt x="1788" y="10556"/>
                    <a:pt x="1729" y="8274"/>
                  </a:cubicBezTo>
                  <a:lnTo>
                    <a:pt x="1729" y="8274"/>
                  </a:lnTo>
                  <a:cubicBezTo>
                    <a:pt x="2035" y="9198"/>
                    <a:pt x="2529" y="10250"/>
                    <a:pt x="3458" y="10497"/>
                  </a:cubicBezTo>
                  <a:cubicBezTo>
                    <a:pt x="2406" y="9015"/>
                    <a:pt x="1665" y="7345"/>
                    <a:pt x="1295" y="5557"/>
                  </a:cubicBezTo>
                  <a:cubicBezTo>
                    <a:pt x="1482" y="5493"/>
                    <a:pt x="1606" y="5493"/>
                    <a:pt x="1788" y="5493"/>
                  </a:cubicBezTo>
                  <a:cubicBezTo>
                    <a:pt x="2406" y="5493"/>
                    <a:pt x="2964" y="5804"/>
                    <a:pt x="3211" y="6357"/>
                  </a:cubicBezTo>
                  <a:cubicBezTo>
                    <a:pt x="3394" y="5681"/>
                    <a:pt x="2717" y="4940"/>
                    <a:pt x="2035" y="4940"/>
                  </a:cubicBezTo>
                  <a:cubicBezTo>
                    <a:pt x="1912" y="4940"/>
                    <a:pt x="1788" y="4940"/>
                    <a:pt x="1665" y="4999"/>
                  </a:cubicBezTo>
                  <a:cubicBezTo>
                    <a:pt x="1542" y="5063"/>
                    <a:pt x="1359" y="5123"/>
                    <a:pt x="1235" y="5123"/>
                  </a:cubicBezTo>
                  <a:cubicBezTo>
                    <a:pt x="1171" y="5123"/>
                    <a:pt x="1112" y="5123"/>
                    <a:pt x="1048" y="5063"/>
                  </a:cubicBezTo>
                  <a:cubicBezTo>
                    <a:pt x="924" y="4999"/>
                    <a:pt x="865" y="4816"/>
                    <a:pt x="865" y="4693"/>
                  </a:cubicBezTo>
                  <a:cubicBezTo>
                    <a:pt x="741" y="4011"/>
                    <a:pt x="618" y="3394"/>
                    <a:pt x="618" y="2717"/>
                  </a:cubicBezTo>
                  <a:lnTo>
                    <a:pt x="618" y="2717"/>
                  </a:lnTo>
                  <a:cubicBezTo>
                    <a:pt x="677" y="2964"/>
                    <a:pt x="677" y="3270"/>
                    <a:pt x="924" y="3458"/>
                  </a:cubicBezTo>
                  <a:cubicBezTo>
                    <a:pt x="988" y="3581"/>
                    <a:pt x="1112" y="3581"/>
                    <a:pt x="1235" y="3581"/>
                  </a:cubicBezTo>
                  <a:cubicBezTo>
                    <a:pt x="1418" y="3581"/>
                    <a:pt x="1542" y="3517"/>
                    <a:pt x="1606" y="3394"/>
                  </a:cubicBezTo>
                  <a:cubicBezTo>
                    <a:pt x="1112" y="3088"/>
                    <a:pt x="741" y="2529"/>
                    <a:pt x="677" y="1976"/>
                  </a:cubicBezTo>
                  <a:cubicBezTo>
                    <a:pt x="618" y="1606"/>
                    <a:pt x="677" y="430"/>
                    <a:pt x="371" y="183"/>
                  </a:cubicBezTo>
                  <a:cubicBezTo>
                    <a:pt x="247" y="124"/>
                    <a:pt x="183" y="60"/>
                    <a:pt x="60" y="0"/>
                  </a:cubicBezTo>
                  <a:close/>
                </a:path>
              </a:pathLst>
            </a:custGeom>
            <a:solidFill>
              <a:srgbClr val="9F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7" name="Google Shape;2767;p59"/>
            <p:cNvSpPr/>
            <p:nvPr/>
          </p:nvSpPr>
          <p:spPr>
            <a:xfrm>
              <a:off x="3527500" y="4106850"/>
              <a:ext cx="560400" cy="855825"/>
            </a:xfrm>
            <a:custGeom>
              <a:rect b="b" l="l" r="r" t="t"/>
              <a:pathLst>
                <a:path extrusionOk="0" h="34233" w="22416">
                  <a:moveTo>
                    <a:pt x="17699" y="0"/>
                  </a:moveTo>
                  <a:cubicBezTo>
                    <a:pt x="17630" y="0"/>
                    <a:pt x="17553" y="16"/>
                    <a:pt x="17476" y="43"/>
                  </a:cubicBezTo>
                  <a:cubicBezTo>
                    <a:pt x="16612" y="225"/>
                    <a:pt x="15994" y="907"/>
                    <a:pt x="15130" y="1277"/>
                  </a:cubicBezTo>
                  <a:cubicBezTo>
                    <a:pt x="14142" y="1707"/>
                    <a:pt x="13090" y="2078"/>
                    <a:pt x="12102" y="2512"/>
                  </a:cubicBezTo>
                  <a:cubicBezTo>
                    <a:pt x="11114" y="2883"/>
                    <a:pt x="10126" y="3312"/>
                    <a:pt x="9262" y="3871"/>
                  </a:cubicBezTo>
                  <a:cubicBezTo>
                    <a:pt x="8091" y="4671"/>
                    <a:pt x="6980" y="5906"/>
                    <a:pt x="5557" y="6153"/>
                  </a:cubicBezTo>
                  <a:cubicBezTo>
                    <a:pt x="6051" y="5165"/>
                    <a:pt x="6980" y="4241"/>
                    <a:pt x="7533" y="3253"/>
                  </a:cubicBezTo>
                  <a:cubicBezTo>
                    <a:pt x="7407" y="3174"/>
                    <a:pt x="7273" y="3139"/>
                    <a:pt x="7137" y="3139"/>
                  </a:cubicBezTo>
                  <a:cubicBezTo>
                    <a:pt x="6737" y="3139"/>
                    <a:pt x="6312" y="3438"/>
                    <a:pt x="5992" y="3806"/>
                  </a:cubicBezTo>
                  <a:cubicBezTo>
                    <a:pt x="4140" y="5906"/>
                    <a:pt x="4016" y="9363"/>
                    <a:pt x="1482" y="10969"/>
                  </a:cubicBezTo>
                  <a:cubicBezTo>
                    <a:pt x="1235" y="11156"/>
                    <a:pt x="865" y="11339"/>
                    <a:pt x="682" y="11586"/>
                  </a:cubicBezTo>
                  <a:cubicBezTo>
                    <a:pt x="312" y="11956"/>
                    <a:pt x="248" y="12515"/>
                    <a:pt x="188" y="13009"/>
                  </a:cubicBezTo>
                  <a:cubicBezTo>
                    <a:pt x="1" y="15167"/>
                    <a:pt x="248" y="17266"/>
                    <a:pt x="559" y="19366"/>
                  </a:cubicBezTo>
                  <a:cubicBezTo>
                    <a:pt x="806" y="20847"/>
                    <a:pt x="1053" y="22329"/>
                    <a:pt x="1670" y="23688"/>
                  </a:cubicBezTo>
                  <a:cubicBezTo>
                    <a:pt x="1976" y="24429"/>
                    <a:pt x="2411" y="25169"/>
                    <a:pt x="2841" y="25851"/>
                  </a:cubicBezTo>
                  <a:cubicBezTo>
                    <a:pt x="3275" y="26592"/>
                    <a:pt x="3705" y="27333"/>
                    <a:pt x="4140" y="28010"/>
                  </a:cubicBezTo>
                  <a:cubicBezTo>
                    <a:pt x="5187" y="29679"/>
                    <a:pt x="6175" y="31408"/>
                    <a:pt x="7227" y="33072"/>
                  </a:cubicBezTo>
                  <a:cubicBezTo>
                    <a:pt x="7599" y="33606"/>
                    <a:pt x="8159" y="34233"/>
                    <a:pt x="8741" y="34233"/>
                  </a:cubicBezTo>
                  <a:cubicBezTo>
                    <a:pt x="8832" y="34233"/>
                    <a:pt x="8923" y="34217"/>
                    <a:pt x="9015" y="34184"/>
                  </a:cubicBezTo>
                  <a:cubicBezTo>
                    <a:pt x="8027" y="33319"/>
                    <a:pt x="7227" y="32332"/>
                    <a:pt x="6545" y="31284"/>
                  </a:cubicBezTo>
                  <a:lnTo>
                    <a:pt x="6545" y="31284"/>
                  </a:lnTo>
                  <a:cubicBezTo>
                    <a:pt x="8398" y="31961"/>
                    <a:pt x="10191" y="32702"/>
                    <a:pt x="12043" y="33384"/>
                  </a:cubicBezTo>
                  <a:cubicBezTo>
                    <a:pt x="12227" y="33462"/>
                    <a:pt x="12458" y="33519"/>
                    <a:pt x="12671" y="33519"/>
                  </a:cubicBezTo>
                  <a:cubicBezTo>
                    <a:pt x="12955" y="33519"/>
                    <a:pt x="13207" y="33419"/>
                    <a:pt x="13278" y="33137"/>
                  </a:cubicBezTo>
                  <a:cubicBezTo>
                    <a:pt x="13337" y="32766"/>
                    <a:pt x="12907" y="32519"/>
                    <a:pt x="12537" y="32332"/>
                  </a:cubicBezTo>
                  <a:cubicBezTo>
                    <a:pt x="10685" y="31591"/>
                    <a:pt x="8768" y="31037"/>
                    <a:pt x="7103" y="29926"/>
                  </a:cubicBezTo>
                  <a:cubicBezTo>
                    <a:pt x="5434" y="28874"/>
                    <a:pt x="3952" y="27209"/>
                    <a:pt x="3705" y="25234"/>
                  </a:cubicBezTo>
                  <a:lnTo>
                    <a:pt x="3705" y="25234"/>
                  </a:lnTo>
                  <a:cubicBezTo>
                    <a:pt x="4634" y="25663"/>
                    <a:pt x="5375" y="26345"/>
                    <a:pt x="6239" y="26839"/>
                  </a:cubicBezTo>
                  <a:cubicBezTo>
                    <a:pt x="6964" y="27303"/>
                    <a:pt x="7818" y="27683"/>
                    <a:pt x="8657" y="27683"/>
                  </a:cubicBezTo>
                  <a:cubicBezTo>
                    <a:pt x="8818" y="27683"/>
                    <a:pt x="8979" y="27669"/>
                    <a:pt x="9139" y="27639"/>
                  </a:cubicBezTo>
                  <a:cubicBezTo>
                    <a:pt x="9079" y="27333"/>
                    <a:pt x="8709" y="27145"/>
                    <a:pt x="8398" y="27022"/>
                  </a:cubicBezTo>
                  <a:cubicBezTo>
                    <a:pt x="7533" y="26775"/>
                    <a:pt x="6545" y="26592"/>
                    <a:pt x="5869" y="26034"/>
                  </a:cubicBezTo>
                  <a:cubicBezTo>
                    <a:pt x="5375" y="25540"/>
                    <a:pt x="5004" y="24863"/>
                    <a:pt x="4446" y="24493"/>
                  </a:cubicBezTo>
                  <a:cubicBezTo>
                    <a:pt x="4076" y="24246"/>
                    <a:pt x="3646" y="24122"/>
                    <a:pt x="3335" y="23811"/>
                  </a:cubicBezTo>
                  <a:cubicBezTo>
                    <a:pt x="3088" y="23564"/>
                    <a:pt x="2964" y="23194"/>
                    <a:pt x="2782" y="22823"/>
                  </a:cubicBezTo>
                  <a:cubicBezTo>
                    <a:pt x="2347" y="21529"/>
                    <a:pt x="1853" y="20230"/>
                    <a:pt x="1423" y="18995"/>
                  </a:cubicBezTo>
                  <a:lnTo>
                    <a:pt x="1423" y="18995"/>
                  </a:lnTo>
                  <a:cubicBezTo>
                    <a:pt x="2535" y="20107"/>
                    <a:pt x="3893" y="21218"/>
                    <a:pt x="5375" y="21959"/>
                  </a:cubicBezTo>
                  <a:cubicBezTo>
                    <a:pt x="5465" y="22049"/>
                    <a:pt x="5587" y="22108"/>
                    <a:pt x="5694" y="22108"/>
                  </a:cubicBezTo>
                  <a:cubicBezTo>
                    <a:pt x="5734" y="22108"/>
                    <a:pt x="5771" y="22100"/>
                    <a:pt x="5804" y="22082"/>
                  </a:cubicBezTo>
                  <a:cubicBezTo>
                    <a:pt x="6051" y="22023"/>
                    <a:pt x="6116" y="21653"/>
                    <a:pt x="5992" y="21406"/>
                  </a:cubicBezTo>
                  <a:cubicBezTo>
                    <a:pt x="5869" y="21218"/>
                    <a:pt x="5622" y="21094"/>
                    <a:pt x="5375" y="20971"/>
                  </a:cubicBezTo>
                  <a:cubicBezTo>
                    <a:pt x="4940" y="20788"/>
                    <a:pt x="4076" y="20665"/>
                    <a:pt x="4323" y="20107"/>
                  </a:cubicBezTo>
                  <a:cubicBezTo>
                    <a:pt x="4419" y="19864"/>
                    <a:pt x="4611" y="19803"/>
                    <a:pt x="4835" y="19803"/>
                  </a:cubicBezTo>
                  <a:cubicBezTo>
                    <a:pt x="5065" y="19803"/>
                    <a:pt x="5328" y="19868"/>
                    <a:pt x="5556" y="19868"/>
                  </a:cubicBezTo>
                  <a:cubicBezTo>
                    <a:pt x="5672" y="19868"/>
                    <a:pt x="5779" y="19851"/>
                    <a:pt x="5869" y="19800"/>
                  </a:cubicBezTo>
                  <a:cubicBezTo>
                    <a:pt x="6363" y="19553"/>
                    <a:pt x="6239" y="19059"/>
                    <a:pt x="5557" y="18995"/>
                  </a:cubicBezTo>
                  <a:cubicBezTo>
                    <a:pt x="5128" y="18995"/>
                    <a:pt x="4693" y="19119"/>
                    <a:pt x="4323" y="19306"/>
                  </a:cubicBezTo>
                  <a:cubicBezTo>
                    <a:pt x="3874" y="19580"/>
                    <a:pt x="3577" y="19722"/>
                    <a:pt x="3345" y="19722"/>
                  </a:cubicBezTo>
                  <a:cubicBezTo>
                    <a:pt x="3003" y="19722"/>
                    <a:pt x="2803" y="19411"/>
                    <a:pt x="2470" y="18748"/>
                  </a:cubicBezTo>
                  <a:cubicBezTo>
                    <a:pt x="2164" y="18131"/>
                    <a:pt x="1112" y="16343"/>
                    <a:pt x="1547" y="15785"/>
                  </a:cubicBezTo>
                  <a:lnTo>
                    <a:pt x="1547" y="15785"/>
                  </a:lnTo>
                  <a:cubicBezTo>
                    <a:pt x="1729" y="15849"/>
                    <a:pt x="1794" y="15972"/>
                    <a:pt x="1917" y="16096"/>
                  </a:cubicBezTo>
                  <a:cubicBezTo>
                    <a:pt x="2055" y="16233"/>
                    <a:pt x="2265" y="16407"/>
                    <a:pt x="2438" y="16407"/>
                  </a:cubicBezTo>
                  <a:cubicBezTo>
                    <a:pt x="2495" y="16407"/>
                    <a:pt x="2549" y="16388"/>
                    <a:pt x="2594" y="16343"/>
                  </a:cubicBezTo>
                  <a:cubicBezTo>
                    <a:pt x="2782" y="16219"/>
                    <a:pt x="2717" y="15972"/>
                    <a:pt x="2594" y="15785"/>
                  </a:cubicBezTo>
                  <a:cubicBezTo>
                    <a:pt x="2470" y="15661"/>
                    <a:pt x="2288" y="15602"/>
                    <a:pt x="2100" y="15478"/>
                  </a:cubicBezTo>
                  <a:cubicBezTo>
                    <a:pt x="987" y="14829"/>
                    <a:pt x="1304" y="13065"/>
                    <a:pt x="1897" y="13065"/>
                  </a:cubicBezTo>
                  <a:cubicBezTo>
                    <a:pt x="2093" y="13065"/>
                    <a:pt x="2320" y="13258"/>
                    <a:pt x="2535" y="13749"/>
                  </a:cubicBezTo>
                  <a:cubicBezTo>
                    <a:pt x="2821" y="14382"/>
                    <a:pt x="3487" y="14803"/>
                    <a:pt x="4129" y="14803"/>
                  </a:cubicBezTo>
                  <a:cubicBezTo>
                    <a:pt x="4174" y="14803"/>
                    <a:pt x="4219" y="14801"/>
                    <a:pt x="4263" y="14797"/>
                  </a:cubicBezTo>
                  <a:cubicBezTo>
                    <a:pt x="4783" y="14710"/>
                    <a:pt x="5363" y="14412"/>
                    <a:pt x="5876" y="14412"/>
                  </a:cubicBezTo>
                  <a:cubicBezTo>
                    <a:pt x="6095" y="14412"/>
                    <a:pt x="6302" y="14466"/>
                    <a:pt x="6486" y="14614"/>
                  </a:cubicBezTo>
                  <a:cubicBezTo>
                    <a:pt x="6610" y="14737"/>
                    <a:pt x="6669" y="14861"/>
                    <a:pt x="6792" y="14920"/>
                  </a:cubicBezTo>
                  <a:cubicBezTo>
                    <a:pt x="6843" y="14946"/>
                    <a:pt x="6894" y="14958"/>
                    <a:pt x="6944" y="14958"/>
                  </a:cubicBezTo>
                  <a:cubicBezTo>
                    <a:pt x="7254" y="14958"/>
                    <a:pt x="7508" y="14499"/>
                    <a:pt x="7350" y="14179"/>
                  </a:cubicBezTo>
                  <a:cubicBezTo>
                    <a:pt x="7179" y="13922"/>
                    <a:pt x="6888" y="13815"/>
                    <a:pt x="6602" y="13815"/>
                  </a:cubicBezTo>
                  <a:cubicBezTo>
                    <a:pt x="6477" y="13815"/>
                    <a:pt x="6352" y="13835"/>
                    <a:pt x="6239" y="13873"/>
                  </a:cubicBezTo>
                  <a:cubicBezTo>
                    <a:pt x="5804" y="13932"/>
                    <a:pt x="5498" y="14120"/>
                    <a:pt x="5064" y="14179"/>
                  </a:cubicBezTo>
                  <a:cubicBezTo>
                    <a:pt x="4985" y="14194"/>
                    <a:pt x="4906" y="14200"/>
                    <a:pt x="4826" y="14200"/>
                  </a:cubicBezTo>
                  <a:cubicBezTo>
                    <a:pt x="4222" y="14200"/>
                    <a:pt x="3617" y="13801"/>
                    <a:pt x="3399" y="13256"/>
                  </a:cubicBezTo>
                  <a:cubicBezTo>
                    <a:pt x="3088" y="12638"/>
                    <a:pt x="3275" y="11833"/>
                    <a:pt x="3769" y="11403"/>
                  </a:cubicBezTo>
                  <a:cubicBezTo>
                    <a:pt x="4103" y="12012"/>
                    <a:pt x="4536" y="12725"/>
                    <a:pt x="5339" y="12725"/>
                  </a:cubicBezTo>
                  <a:cubicBezTo>
                    <a:pt x="5429" y="12725"/>
                    <a:pt x="5523" y="12716"/>
                    <a:pt x="5622" y="12697"/>
                  </a:cubicBezTo>
                  <a:cubicBezTo>
                    <a:pt x="5745" y="12638"/>
                    <a:pt x="5928" y="12574"/>
                    <a:pt x="5992" y="12391"/>
                  </a:cubicBezTo>
                  <a:cubicBezTo>
                    <a:pt x="5992" y="12144"/>
                    <a:pt x="5681" y="12021"/>
                    <a:pt x="5434" y="11897"/>
                  </a:cubicBezTo>
                  <a:cubicBezTo>
                    <a:pt x="3952" y="11280"/>
                    <a:pt x="5064" y="9981"/>
                    <a:pt x="5928" y="9363"/>
                  </a:cubicBezTo>
                  <a:lnTo>
                    <a:pt x="10744" y="5846"/>
                  </a:lnTo>
                  <a:cubicBezTo>
                    <a:pt x="11425" y="5352"/>
                    <a:pt x="12166" y="4859"/>
                    <a:pt x="12967" y="4612"/>
                  </a:cubicBezTo>
                  <a:cubicBezTo>
                    <a:pt x="13343" y="4510"/>
                    <a:pt x="13719" y="4469"/>
                    <a:pt x="14096" y="4469"/>
                  </a:cubicBezTo>
                  <a:cubicBezTo>
                    <a:pt x="15325" y="4469"/>
                    <a:pt x="16554" y="4901"/>
                    <a:pt x="17782" y="5041"/>
                  </a:cubicBezTo>
                  <a:cubicBezTo>
                    <a:pt x="18063" y="5066"/>
                    <a:pt x="18343" y="5078"/>
                    <a:pt x="18623" y="5078"/>
                  </a:cubicBezTo>
                  <a:cubicBezTo>
                    <a:pt x="19760" y="5078"/>
                    <a:pt x="20879" y="4872"/>
                    <a:pt x="21922" y="4424"/>
                  </a:cubicBezTo>
                  <a:cubicBezTo>
                    <a:pt x="22104" y="4365"/>
                    <a:pt x="22228" y="4300"/>
                    <a:pt x="22292" y="4177"/>
                  </a:cubicBezTo>
                  <a:cubicBezTo>
                    <a:pt x="22416" y="3930"/>
                    <a:pt x="22228" y="3683"/>
                    <a:pt x="21981" y="3559"/>
                  </a:cubicBezTo>
                  <a:cubicBezTo>
                    <a:pt x="21909" y="3542"/>
                    <a:pt x="21837" y="3535"/>
                    <a:pt x="21766" y="3535"/>
                  </a:cubicBezTo>
                  <a:cubicBezTo>
                    <a:pt x="21591" y="3535"/>
                    <a:pt x="21415" y="3578"/>
                    <a:pt x="21240" y="3624"/>
                  </a:cubicBezTo>
                  <a:cubicBezTo>
                    <a:pt x="20276" y="3827"/>
                    <a:pt x="19308" y="3947"/>
                    <a:pt x="18343" y="3947"/>
                  </a:cubicBezTo>
                  <a:cubicBezTo>
                    <a:pt x="18136" y="3947"/>
                    <a:pt x="17930" y="3941"/>
                    <a:pt x="17723" y="3930"/>
                  </a:cubicBezTo>
                  <a:cubicBezTo>
                    <a:pt x="16610" y="3898"/>
                    <a:pt x="15443" y="3736"/>
                    <a:pt x="14302" y="3736"/>
                  </a:cubicBezTo>
                  <a:cubicBezTo>
                    <a:pt x="13351" y="3736"/>
                    <a:pt x="12418" y="3848"/>
                    <a:pt x="11549" y="4241"/>
                  </a:cubicBezTo>
                  <a:cubicBezTo>
                    <a:pt x="10561" y="4735"/>
                    <a:pt x="9820" y="5476"/>
                    <a:pt x="9015" y="6217"/>
                  </a:cubicBezTo>
                  <a:cubicBezTo>
                    <a:pt x="7474" y="7634"/>
                    <a:pt x="5804" y="8934"/>
                    <a:pt x="4016" y="10045"/>
                  </a:cubicBezTo>
                  <a:cubicBezTo>
                    <a:pt x="4323" y="8375"/>
                    <a:pt x="5622" y="6894"/>
                    <a:pt x="7286" y="6464"/>
                  </a:cubicBezTo>
                  <a:cubicBezTo>
                    <a:pt x="7904" y="6276"/>
                    <a:pt x="8521" y="6217"/>
                    <a:pt x="9079" y="5906"/>
                  </a:cubicBezTo>
                  <a:lnTo>
                    <a:pt x="8645" y="5476"/>
                  </a:lnTo>
                  <a:cubicBezTo>
                    <a:pt x="8091" y="4982"/>
                    <a:pt x="13154" y="2695"/>
                    <a:pt x="13584" y="2636"/>
                  </a:cubicBezTo>
                  <a:cubicBezTo>
                    <a:pt x="14081" y="2533"/>
                    <a:pt x="14557" y="2493"/>
                    <a:pt x="15022" y="2493"/>
                  </a:cubicBezTo>
                  <a:cubicBezTo>
                    <a:pt x="16519" y="2493"/>
                    <a:pt x="17895" y="2912"/>
                    <a:pt x="19452" y="3006"/>
                  </a:cubicBezTo>
                  <a:cubicBezTo>
                    <a:pt x="19511" y="2883"/>
                    <a:pt x="19511" y="2636"/>
                    <a:pt x="19388" y="2512"/>
                  </a:cubicBezTo>
                  <a:cubicBezTo>
                    <a:pt x="19264" y="2389"/>
                    <a:pt x="19141" y="2325"/>
                    <a:pt x="18958" y="2265"/>
                  </a:cubicBezTo>
                  <a:cubicBezTo>
                    <a:pt x="18075" y="1920"/>
                    <a:pt x="17114" y="1734"/>
                    <a:pt x="16137" y="1734"/>
                  </a:cubicBezTo>
                  <a:cubicBezTo>
                    <a:pt x="15884" y="1734"/>
                    <a:pt x="15631" y="1746"/>
                    <a:pt x="15377" y="1771"/>
                  </a:cubicBezTo>
                  <a:cubicBezTo>
                    <a:pt x="15560" y="1337"/>
                    <a:pt x="15994" y="1090"/>
                    <a:pt x="16365" y="966"/>
                  </a:cubicBezTo>
                  <a:cubicBezTo>
                    <a:pt x="16795" y="783"/>
                    <a:pt x="17229" y="719"/>
                    <a:pt x="17600" y="537"/>
                  </a:cubicBezTo>
                  <a:cubicBezTo>
                    <a:pt x="17782" y="472"/>
                    <a:pt x="18029" y="290"/>
                    <a:pt x="17906" y="102"/>
                  </a:cubicBezTo>
                  <a:cubicBezTo>
                    <a:pt x="17872" y="30"/>
                    <a:pt x="17794" y="0"/>
                    <a:pt x="1769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8" name="Google Shape;2768;p59"/>
            <p:cNvSpPr/>
            <p:nvPr/>
          </p:nvSpPr>
          <p:spPr>
            <a:xfrm>
              <a:off x="3905750" y="4381050"/>
              <a:ext cx="452225" cy="987650"/>
            </a:xfrm>
            <a:custGeom>
              <a:rect b="b" l="l" r="r" t="t"/>
              <a:pathLst>
                <a:path extrusionOk="0" h="39506" w="18089">
                  <a:moveTo>
                    <a:pt x="12655" y="1"/>
                  </a:moveTo>
                  <a:lnTo>
                    <a:pt x="12655" y="1"/>
                  </a:lnTo>
                  <a:cubicBezTo>
                    <a:pt x="10432" y="1917"/>
                    <a:pt x="10496" y="5498"/>
                    <a:pt x="9755" y="8091"/>
                  </a:cubicBezTo>
                  <a:cubicBezTo>
                    <a:pt x="9444" y="9139"/>
                    <a:pt x="8150" y="10438"/>
                    <a:pt x="7409" y="11302"/>
                  </a:cubicBezTo>
                  <a:cubicBezTo>
                    <a:pt x="6421" y="12473"/>
                    <a:pt x="5246" y="13525"/>
                    <a:pt x="4011" y="14448"/>
                  </a:cubicBezTo>
                  <a:cubicBezTo>
                    <a:pt x="3393" y="14883"/>
                    <a:pt x="0" y="16301"/>
                    <a:pt x="988" y="17353"/>
                  </a:cubicBezTo>
                  <a:cubicBezTo>
                    <a:pt x="1222" y="17175"/>
                    <a:pt x="1510" y="16667"/>
                    <a:pt x="1856" y="16667"/>
                  </a:cubicBezTo>
                  <a:cubicBezTo>
                    <a:pt x="1874" y="16667"/>
                    <a:pt x="1893" y="16668"/>
                    <a:pt x="1912" y="16671"/>
                  </a:cubicBezTo>
                  <a:cubicBezTo>
                    <a:pt x="2099" y="16671"/>
                    <a:pt x="2282" y="16918"/>
                    <a:pt x="2282" y="17165"/>
                  </a:cubicBezTo>
                  <a:cubicBezTo>
                    <a:pt x="2223" y="17412"/>
                    <a:pt x="2099" y="17600"/>
                    <a:pt x="1976" y="17783"/>
                  </a:cubicBezTo>
                  <a:cubicBezTo>
                    <a:pt x="1788" y="18094"/>
                    <a:pt x="1665" y="18400"/>
                    <a:pt x="1482" y="18711"/>
                  </a:cubicBezTo>
                  <a:cubicBezTo>
                    <a:pt x="1171" y="19205"/>
                    <a:pt x="1111" y="19699"/>
                    <a:pt x="864" y="20193"/>
                  </a:cubicBezTo>
                  <a:cubicBezTo>
                    <a:pt x="977" y="20269"/>
                    <a:pt x="1091" y="20320"/>
                    <a:pt x="1219" y="20320"/>
                  </a:cubicBezTo>
                  <a:cubicBezTo>
                    <a:pt x="1300" y="20320"/>
                    <a:pt x="1386" y="20300"/>
                    <a:pt x="1482" y="20252"/>
                  </a:cubicBezTo>
                  <a:cubicBezTo>
                    <a:pt x="1665" y="20129"/>
                    <a:pt x="1788" y="19882"/>
                    <a:pt x="1852" y="19699"/>
                  </a:cubicBezTo>
                  <a:cubicBezTo>
                    <a:pt x="2405" y="18647"/>
                    <a:pt x="2717" y="17412"/>
                    <a:pt x="3334" y="16424"/>
                  </a:cubicBezTo>
                  <a:cubicBezTo>
                    <a:pt x="3952" y="15436"/>
                    <a:pt x="4999" y="14819"/>
                    <a:pt x="5863" y="14142"/>
                  </a:cubicBezTo>
                  <a:cubicBezTo>
                    <a:pt x="7286" y="12967"/>
                    <a:pt x="8397" y="11485"/>
                    <a:pt x="9444" y="10067"/>
                  </a:cubicBezTo>
                  <a:cubicBezTo>
                    <a:pt x="9879" y="9509"/>
                    <a:pt x="10249" y="8956"/>
                    <a:pt x="10496" y="8338"/>
                  </a:cubicBezTo>
                  <a:cubicBezTo>
                    <a:pt x="11114" y="6733"/>
                    <a:pt x="10679" y="4693"/>
                    <a:pt x="11855" y="3399"/>
                  </a:cubicBezTo>
                  <a:lnTo>
                    <a:pt x="11855" y="3399"/>
                  </a:lnTo>
                  <a:cubicBezTo>
                    <a:pt x="11484" y="8956"/>
                    <a:pt x="11114" y="14572"/>
                    <a:pt x="9074" y="19758"/>
                  </a:cubicBezTo>
                  <a:cubicBezTo>
                    <a:pt x="8456" y="21117"/>
                    <a:pt x="7839" y="22416"/>
                    <a:pt x="7221" y="23833"/>
                  </a:cubicBezTo>
                  <a:cubicBezTo>
                    <a:pt x="5310" y="28466"/>
                    <a:pt x="4505" y="33653"/>
                    <a:pt x="4999" y="38652"/>
                  </a:cubicBezTo>
                  <a:cubicBezTo>
                    <a:pt x="5063" y="38899"/>
                    <a:pt x="5063" y="39145"/>
                    <a:pt x="5246" y="39333"/>
                  </a:cubicBezTo>
                  <a:cubicBezTo>
                    <a:pt x="5317" y="39439"/>
                    <a:pt x="5472" y="39506"/>
                    <a:pt x="5614" y="39506"/>
                  </a:cubicBezTo>
                  <a:cubicBezTo>
                    <a:pt x="5716" y="39506"/>
                    <a:pt x="5811" y="39471"/>
                    <a:pt x="5863" y="39392"/>
                  </a:cubicBezTo>
                  <a:cubicBezTo>
                    <a:pt x="5927" y="39269"/>
                    <a:pt x="5927" y="39086"/>
                    <a:pt x="5927" y="38963"/>
                  </a:cubicBezTo>
                  <a:cubicBezTo>
                    <a:pt x="5680" y="35441"/>
                    <a:pt x="5927" y="31860"/>
                    <a:pt x="6727" y="28402"/>
                  </a:cubicBezTo>
                  <a:cubicBezTo>
                    <a:pt x="6785" y="28018"/>
                    <a:pt x="7036" y="27583"/>
                    <a:pt x="7399" y="27583"/>
                  </a:cubicBezTo>
                  <a:cubicBezTo>
                    <a:pt x="7442" y="27583"/>
                    <a:pt x="7486" y="27589"/>
                    <a:pt x="7533" y="27602"/>
                  </a:cubicBezTo>
                  <a:cubicBezTo>
                    <a:pt x="7715" y="27726"/>
                    <a:pt x="7780" y="27973"/>
                    <a:pt x="7903" y="28155"/>
                  </a:cubicBezTo>
                  <a:cubicBezTo>
                    <a:pt x="8397" y="29331"/>
                    <a:pt x="9879" y="29637"/>
                    <a:pt x="10743" y="30625"/>
                  </a:cubicBezTo>
                  <a:cubicBezTo>
                    <a:pt x="11049" y="30995"/>
                    <a:pt x="11296" y="31430"/>
                    <a:pt x="11608" y="31860"/>
                  </a:cubicBezTo>
                  <a:cubicBezTo>
                    <a:pt x="12225" y="32665"/>
                    <a:pt x="13830" y="33653"/>
                    <a:pt x="14877" y="33653"/>
                  </a:cubicBezTo>
                  <a:cubicBezTo>
                    <a:pt x="14928" y="33677"/>
                    <a:pt x="14989" y="33691"/>
                    <a:pt x="15053" y="33691"/>
                  </a:cubicBezTo>
                  <a:cubicBezTo>
                    <a:pt x="15144" y="33691"/>
                    <a:pt x="15239" y="33662"/>
                    <a:pt x="15312" y="33589"/>
                  </a:cubicBezTo>
                  <a:cubicBezTo>
                    <a:pt x="15495" y="33465"/>
                    <a:pt x="15371" y="33095"/>
                    <a:pt x="15189" y="32971"/>
                  </a:cubicBezTo>
                  <a:cubicBezTo>
                    <a:pt x="14630" y="32601"/>
                    <a:pt x="13830" y="32601"/>
                    <a:pt x="13149" y="32107"/>
                  </a:cubicBezTo>
                  <a:cubicBezTo>
                    <a:pt x="12595" y="31677"/>
                    <a:pt x="12102" y="31119"/>
                    <a:pt x="11731" y="30442"/>
                  </a:cubicBezTo>
                  <a:cubicBezTo>
                    <a:pt x="13460" y="30442"/>
                    <a:pt x="15930" y="30748"/>
                    <a:pt x="17224" y="31983"/>
                  </a:cubicBezTo>
                  <a:cubicBezTo>
                    <a:pt x="17346" y="32105"/>
                    <a:pt x="17545" y="32200"/>
                    <a:pt x="17719" y="32200"/>
                  </a:cubicBezTo>
                  <a:cubicBezTo>
                    <a:pt x="17814" y="32200"/>
                    <a:pt x="17901" y="32173"/>
                    <a:pt x="17965" y="32107"/>
                  </a:cubicBezTo>
                  <a:cubicBezTo>
                    <a:pt x="18088" y="31983"/>
                    <a:pt x="18088" y="31801"/>
                    <a:pt x="17965" y="31613"/>
                  </a:cubicBezTo>
                  <a:cubicBezTo>
                    <a:pt x="17841" y="31489"/>
                    <a:pt x="17718" y="31366"/>
                    <a:pt x="17535" y="31242"/>
                  </a:cubicBezTo>
                  <a:cubicBezTo>
                    <a:pt x="16423" y="30502"/>
                    <a:pt x="15371" y="29948"/>
                    <a:pt x="14013" y="29637"/>
                  </a:cubicBezTo>
                  <a:cubicBezTo>
                    <a:pt x="12531" y="29331"/>
                    <a:pt x="10990" y="29143"/>
                    <a:pt x="9815" y="28279"/>
                  </a:cubicBezTo>
                  <a:cubicBezTo>
                    <a:pt x="8767" y="27479"/>
                    <a:pt x="8086" y="26120"/>
                    <a:pt x="8150" y="24821"/>
                  </a:cubicBezTo>
                  <a:cubicBezTo>
                    <a:pt x="8209" y="22910"/>
                    <a:pt x="9508" y="21364"/>
                    <a:pt x="10249" y="19635"/>
                  </a:cubicBezTo>
                  <a:cubicBezTo>
                    <a:pt x="11237" y="17600"/>
                    <a:pt x="11484" y="15254"/>
                    <a:pt x="11731" y="12967"/>
                  </a:cubicBezTo>
                  <a:cubicBezTo>
                    <a:pt x="11914" y="11425"/>
                    <a:pt x="12102" y="9820"/>
                    <a:pt x="12284" y="8215"/>
                  </a:cubicBezTo>
                  <a:cubicBezTo>
                    <a:pt x="12531" y="5498"/>
                    <a:pt x="12842" y="2717"/>
                    <a:pt x="1265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9" name="Google Shape;2769;p59"/>
            <p:cNvSpPr/>
            <p:nvPr/>
          </p:nvSpPr>
          <p:spPr>
            <a:xfrm>
              <a:off x="3820775" y="4087650"/>
              <a:ext cx="821200" cy="1181025"/>
            </a:xfrm>
            <a:custGeom>
              <a:rect b="b" l="l" r="r" t="t"/>
              <a:pathLst>
                <a:path extrusionOk="0" h="47241" w="32848">
                  <a:moveTo>
                    <a:pt x="15253" y="1"/>
                  </a:moveTo>
                  <a:cubicBezTo>
                    <a:pt x="14923" y="1"/>
                    <a:pt x="14760" y="461"/>
                    <a:pt x="14760" y="811"/>
                  </a:cubicBezTo>
                  <a:cubicBezTo>
                    <a:pt x="14636" y="3527"/>
                    <a:pt x="16612" y="6120"/>
                    <a:pt x="15807" y="8649"/>
                  </a:cubicBezTo>
                  <a:cubicBezTo>
                    <a:pt x="15747" y="8837"/>
                    <a:pt x="15683" y="9020"/>
                    <a:pt x="15560" y="9143"/>
                  </a:cubicBezTo>
                  <a:cubicBezTo>
                    <a:pt x="15394" y="9309"/>
                    <a:pt x="15173" y="9364"/>
                    <a:pt x="14952" y="9364"/>
                  </a:cubicBezTo>
                  <a:cubicBezTo>
                    <a:pt x="14844" y="9364"/>
                    <a:pt x="14737" y="9351"/>
                    <a:pt x="14636" y="9331"/>
                  </a:cubicBezTo>
                  <a:cubicBezTo>
                    <a:pt x="13031" y="9143"/>
                    <a:pt x="11549" y="8467"/>
                    <a:pt x="10067" y="7909"/>
                  </a:cubicBezTo>
                  <a:cubicBezTo>
                    <a:pt x="9326" y="7602"/>
                    <a:pt x="8585" y="7355"/>
                    <a:pt x="7844" y="7168"/>
                  </a:cubicBezTo>
                  <a:cubicBezTo>
                    <a:pt x="7227" y="6921"/>
                    <a:pt x="6610" y="6427"/>
                    <a:pt x="5928" y="6427"/>
                  </a:cubicBezTo>
                  <a:cubicBezTo>
                    <a:pt x="5745" y="6427"/>
                    <a:pt x="5498" y="6491"/>
                    <a:pt x="5434" y="6674"/>
                  </a:cubicBezTo>
                  <a:cubicBezTo>
                    <a:pt x="5375" y="6985"/>
                    <a:pt x="5681" y="7168"/>
                    <a:pt x="5992" y="7232"/>
                  </a:cubicBezTo>
                  <a:cubicBezTo>
                    <a:pt x="7410" y="7726"/>
                    <a:pt x="8768" y="8220"/>
                    <a:pt x="10067" y="8961"/>
                  </a:cubicBezTo>
                  <a:cubicBezTo>
                    <a:pt x="10438" y="9208"/>
                    <a:pt x="10867" y="9514"/>
                    <a:pt x="10867" y="9949"/>
                  </a:cubicBezTo>
                  <a:cubicBezTo>
                    <a:pt x="10932" y="10378"/>
                    <a:pt x="10620" y="10689"/>
                    <a:pt x="10373" y="11060"/>
                  </a:cubicBezTo>
                  <a:cubicBezTo>
                    <a:pt x="9633" y="12295"/>
                    <a:pt x="10003" y="13959"/>
                    <a:pt x="9386" y="15258"/>
                  </a:cubicBezTo>
                  <a:cubicBezTo>
                    <a:pt x="8832" y="16493"/>
                    <a:pt x="7410" y="17170"/>
                    <a:pt x="6051" y="17358"/>
                  </a:cubicBezTo>
                  <a:cubicBezTo>
                    <a:pt x="5599" y="17419"/>
                    <a:pt x="5139" y="17439"/>
                    <a:pt x="4678" y="17439"/>
                  </a:cubicBezTo>
                  <a:cubicBezTo>
                    <a:pt x="3755" y="17439"/>
                    <a:pt x="2823" y="17358"/>
                    <a:pt x="1917" y="17358"/>
                  </a:cubicBezTo>
                  <a:cubicBezTo>
                    <a:pt x="1423" y="17358"/>
                    <a:pt x="929" y="17358"/>
                    <a:pt x="435" y="17417"/>
                  </a:cubicBezTo>
                  <a:cubicBezTo>
                    <a:pt x="248" y="17417"/>
                    <a:pt x="1" y="17540"/>
                    <a:pt x="1" y="17728"/>
                  </a:cubicBezTo>
                  <a:cubicBezTo>
                    <a:pt x="1" y="17852"/>
                    <a:pt x="188" y="17911"/>
                    <a:pt x="312" y="17975"/>
                  </a:cubicBezTo>
                  <a:cubicBezTo>
                    <a:pt x="1181" y="18250"/>
                    <a:pt x="2121" y="18286"/>
                    <a:pt x="3027" y="18286"/>
                  </a:cubicBezTo>
                  <a:cubicBezTo>
                    <a:pt x="3341" y="18286"/>
                    <a:pt x="3651" y="18281"/>
                    <a:pt x="3952" y="18281"/>
                  </a:cubicBezTo>
                  <a:cubicBezTo>
                    <a:pt x="4387" y="18281"/>
                    <a:pt x="8151" y="18158"/>
                    <a:pt x="8215" y="17787"/>
                  </a:cubicBezTo>
                  <a:lnTo>
                    <a:pt x="8215" y="17787"/>
                  </a:lnTo>
                  <a:cubicBezTo>
                    <a:pt x="7721" y="22233"/>
                    <a:pt x="5128" y="26431"/>
                    <a:pt x="1423" y="28842"/>
                  </a:cubicBezTo>
                  <a:cubicBezTo>
                    <a:pt x="865" y="29272"/>
                    <a:pt x="65" y="29459"/>
                    <a:pt x="1" y="30259"/>
                  </a:cubicBezTo>
                  <a:cubicBezTo>
                    <a:pt x="14" y="30261"/>
                    <a:pt x="30" y="30262"/>
                    <a:pt x="47" y="30262"/>
                  </a:cubicBezTo>
                  <a:cubicBezTo>
                    <a:pt x="587" y="30262"/>
                    <a:pt x="2928" y="29336"/>
                    <a:pt x="3027" y="28854"/>
                  </a:cubicBezTo>
                  <a:lnTo>
                    <a:pt x="3027" y="28854"/>
                  </a:lnTo>
                  <a:cubicBezTo>
                    <a:pt x="2842" y="29961"/>
                    <a:pt x="2965" y="31004"/>
                    <a:pt x="3029" y="32112"/>
                  </a:cubicBezTo>
                  <a:cubicBezTo>
                    <a:pt x="3088" y="32359"/>
                    <a:pt x="3088" y="32670"/>
                    <a:pt x="3276" y="32853"/>
                  </a:cubicBezTo>
                  <a:cubicBezTo>
                    <a:pt x="3337" y="32946"/>
                    <a:pt x="3461" y="32993"/>
                    <a:pt x="3584" y="32993"/>
                  </a:cubicBezTo>
                  <a:cubicBezTo>
                    <a:pt x="3708" y="32993"/>
                    <a:pt x="3831" y="32946"/>
                    <a:pt x="3893" y="32853"/>
                  </a:cubicBezTo>
                  <a:cubicBezTo>
                    <a:pt x="3952" y="32729"/>
                    <a:pt x="3952" y="32546"/>
                    <a:pt x="3893" y="32359"/>
                  </a:cubicBezTo>
                  <a:cubicBezTo>
                    <a:pt x="3705" y="31682"/>
                    <a:pt x="3458" y="31000"/>
                    <a:pt x="3335" y="30259"/>
                  </a:cubicBezTo>
                  <a:cubicBezTo>
                    <a:pt x="3152" y="28037"/>
                    <a:pt x="5187" y="26308"/>
                    <a:pt x="6610" y="24579"/>
                  </a:cubicBezTo>
                  <a:cubicBezTo>
                    <a:pt x="9079" y="21492"/>
                    <a:pt x="9944" y="17481"/>
                    <a:pt x="10867" y="13653"/>
                  </a:cubicBezTo>
                  <a:cubicBezTo>
                    <a:pt x="11302" y="12107"/>
                    <a:pt x="12043" y="10195"/>
                    <a:pt x="13708" y="10072"/>
                  </a:cubicBezTo>
                  <a:cubicBezTo>
                    <a:pt x="13895" y="10072"/>
                    <a:pt x="14078" y="10072"/>
                    <a:pt x="14266" y="10195"/>
                  </a:cubicBezTo>
                  <a:cubicBezTo>
                    <a:pt x="14760" y="10566"/>
                    <a:pt x="14325" y="11366"/>
                    <a:pt x="13954" y="11860"/>
                  </a:cubicBezTo>
                  <a:cubicBezTo>
                    <a:pt x="13090" y="13036"/>
                    <a:pt x="12720" y="14517"/>
                    <a:pt x="12349" y="15935"/>
                  </a:cubicBezTo>
                  <a:cubicBezTo>
                    <a:pt x="10744" y="22850"/>
                    <a:pt x="10003" y="29953"/>
                    <a:pt x="8892" y="36992"/>
                  </a:cubicBezTo>
                  <a:cubicBezTo>
                    <a:pt x="8709" y="38162"/>
                    <a:pt x="8462" y="39338"/>
                    <a:pt x="7968" y="40326"/>
                  </a:cubicBezTo>
                  <a:cubicBezTo>
                    <a:pt x="7410" y="41373"/>
                    <a:pt x="6422" y="42238"/>
                    <a:pt x="5311" y="42361"/>
                  </a:cubicBezTo>
                  <a:cubicBezTo>
                    <a:pt x="5196" y="42373"/>
                    <a:pt x="5083" y="42379"/>
                    <a:pt x="4972" y="42379"/>
                  </a:cubicBezTo>
                  <a:cubicBezTo>
                    <a:pt x="3354" y="42379"/>
                    <a:pt x="2120" y="41174"/>
                    <a:pt x="618" y="40943"/>
                  </a:cubicBezTo>
                  <a:cubicBezTo>
                    <a:pt x="601" y="40939"/>
                    <a:pt x="585" y="40937"/>
                    <a:pt x="570" y="40937"/>
                  </a:cubicBezTo>
                  <a:cubicBezTo>
                    <a:pt x="364" y="40937"/>
                    <a:pt x="320" y="41326"/>
                    <a:pt x="435" y="41497"/>
                  </a:cubicBezTo>
                  <a:cubicBezTo>
                    <a:pt x="806" y="41808"/>
                    <a:pt x="2223" y="41991"/>
                    <a:pt x="2658" y="42178"/>
                  </a:cubicBezTo>
                  <a:cubicBezTo>
                    <a:pt x="3582" y="42484"/>
                    <a:pt x="4570" y="42672"/>
                    <a:pt x="5498" y="42796"/>
                  </a:cubicBezTo>
                  <a:cubicBezTo>
                    <a:pt x="6116" y="42855"/>
                    <a:pt x="6857" y="42978"/>
                    <a:pt x="7163" y="43537"/>
                  </a:cubicBezTo>
                  <a:cubicBezTo>
                    <a:pt x="7227" y="43719"/>
                    <a:pt x="7286" y="43966"/>
                    <a:pt x="7286" y="44154"/>
                  </a:cubicBezTo>
                  <a:cubicBezTo>
                    <a:pt x="7351" y="45201"/>
                    <a:pt x="7286" y="46130"/>
                    <a:pt x="7286" y="47177"/>
                  </a:cubicBezTo>
                  <a:cubicBezTo>
                    <a:pt x="7286" y="47222"/>
                    <a:pt x="7305" y="47240"/>
                    <a:pt x="7335" y="47240"/>
                  </a:cubicBezTo>
                  <a:cubicBezTo>
                    <a:pt x="7471" y="47240"/>
                    <a:pt x="7844" y="46871"/>
                    <a:pt x="7844" y="46871"/>
                  </a:cubicBezTo>
                  <a:cubicBezTo>
                    <a:pt x="7968" y="46747"/>
                    <a:pt x="7904" y="46313"/>
                    <a:pt x="7904" y="46130"/>
                  </a:cubicBezTo>
                  <a:cubicBezTo>
                    <a:pt x="7968" y="45389"/>
                    <a:pt x="7844" y="44707"/>
                    <a:pt x="7904" y="43966"/>
                  </a:cubicBezTo>
                  <a:cubicBezTo>
                    <a:pt x="7904" y="42855"/>
                    <a:pt x="8338" y="41744"/>
                    <a:pt x="8645" y="40696"/>
                  </a:cubicBezTo>
                  <a:cubicBezTo>
                    <a:pt x="11361" y="31988"/>
                    <a:pt x="10932" y="22480"/>
                    <a:pt x="13954" y="13900"/>
                  </a:cubicBezTo>
                  <a:cubicBezTo>
                    <a:pt x="14448" y="12665"/>
                    <a:pt x="15130" y="11243"/>
                    <a:pt x="16424" y="10996"/>
                  </a:cubicBezTo>
                  <a:lnTo>
                    <a:pt x="16424" y="10996"/>
                  </a:lnTo>
                  <a:cubicBezTo>
                    <a:pt x="16795" y="12231"/>
                    <a:pt x="16365" y="13530"/>
                    <a:pt x="16424" y="14824"/>
                  </a:cubicBezTo>
                  <a:cubicBezTo>
                    <a:pt x="16488" y="15935"/>
                    <a:pt x="16982" y="17046"/>
                    <a:pt x="16982" y="18158"/>
                  </a:cubicBezTo>
                  <a:cubicBezTo>
                    <a:pt x="16918" y="19457"/>
                    <a:pt x="16365" y="20628"/>
                    <a:pt x="15994" y="21862"/>
                  </a:cubicBezTo>
                  <a:cubicBezTo>
                    <a:pt x="15130" y="24950"/>
                    <a:pt x="15807" y="28348"/>
                    <a:pt x="14695" y="31371"/>
                  </a:cubicBezTo>
                  <a:cubicBezTo>
                    <a:pt x="14201" y="32793"/>
                    <a:pt x="13525" y="34152"/>
                    <a:pt x="13895" y="35693"/>
                  </a:cubicBezTo>
                  <a:cubicBezTo>
                    <a:pt x="13954" y="35816"/>
                    <a:pt x="13954" y="35940"/>
                    <a:pt x="14078" y="35940"/>
                  </a:cubicBezTo>
                  <a:cubicBezTo>
                    <a:pt x="14106" y="35968"/>
                    <a:pt x="14140" y="35980"/>
                    <a:pt x="14177" y="35980"/>
                  </a:cubicBezTo>
                  <a:cubicBezTo>
                    <a:pt x="14301" y="35980"/>
                    <a:pt x="14448" y="35838"/>
                    <a:pt x="14448" y="35693"/>
                  </a:cubicBezTo>
                  <a:cubicBezTo>
                    <a:pt x="14513" y="35569"/>
                    <a:pt x="14448" y="35387"/>
                    <a:pt x="14389" y="35199"/>
                  </a:cubicBezTo>
                  <a:cubicBezTo>
                    <a:pt x="14142" y="34028"/>
                    <a:pt x="14883" y="32359"/>
                    <a:pt x="15189" y="31188"/>
                  </a:cubicBezTo>
                  <a:cubicBezTo>
                    <a:pt x="15560" y="29706"/>
                    <a:pt x="15930" y="28224"/>
                    <a:pt x="16365" y="26743"/>
                  </a:cubicBezTo>
                  <a:cubicBezTo>
                    <a:pt x="17353" y="27977"/>
                    <a:pt x="16982" y="29765"/>
                    <a:pt x="17476" y="31312"/>
                  </a:cubicBezTo>
                  <a:cubicBezTo>
                    <a:pt x="17783" y="32359"/>
                    <a:pt x="18400" y="33223"/>
                    <a:pt x="18711" y="34211"/>
                  </a:cubicBezTo>
                  <a:cubicBezTo>
                    <a:pt x="18894" y="35016"/>
                    <a:pt x="18894" y="35880"/>
                    <a:pt x="18958" y="36681"/>
                  </a:cubicBezTo>
                  <a:cubicBezTo>
                    <a:pt x="19082" y="37856"/>
                    <a:pt x="19388" y="39027"/>
                    <a:pt x="19882" y="40138"/>
                  </a:cubicBezTo>
                  <a:cubicBezTo>
                    <a:pt x="20193" y="40138"/>
                    <a:pt x="20252" y="39709"/>
                    <a:pt x="20193" y="39462"/>
                  </a:cubicBezTo>
                  <a:lnTo>
                    <a:pt x="19264" y="34458"/>
                  </a:lnTo>
                  <a:lnTo>
                    <a:pt x="19264" y="34458"/>
                  </a:lnTo>
                  <a:cubicBezTo>
                    <a:pt x="20870" y="34581"/>
                    <a:pt x="22292" y="35569"/>
                    <a:pt x="23404" y="36681"/>
                  </a:cubicBezTo>
                  <a:cubicBezTo>
                    <a:pt x="24515" y="37856"/>
                    <a:pt x="25439" y="39150"/>
                    <a:pt x="26673" y="40202"/>
                  </a:cubicBezTo>
                  <a:cubicBezTo>
                    <a:pt x="25562" y="37792"/>
                    <a:pt x="23710" y="35757"/>
                    <a:pt x="21428" y="34334"/>
                  </a:cubicBezTo>
                  <a:cubicBezTo>
                    <a:pt x="20499" y="33781"/>
                    <a:pt x="19452" y="33287"/>
                    <a:pt x="18894" y="32299"/>
                  </a:cubicBezTo>
                  <a:cubicBezTo>
                    <a:pt x="18153" y="31124"/>
                    <a:pt x="18400" y="29642"/>
                    <a:pt x="18029" y="28348"/>
                  </a:cubicBezTo>
                  <a:cubicBezTo>
                    <a:pt x="17723" y="27113"/>
                    <a:pt x="16795" y="26002"/>
                    <a:pt x="16612" y="24703"/>
                  </a:cubicBezTo>
                  <a:cubicBezTo>
                    <a:pt x="16301" y="22914"/>
                    <a:pt x="17289" y="21121"/>
                    <a:pt x="17723" y="19333"/>
                  </a:cubicBezTo>
                  <a:cubicBezTo>
                    <a:pt x="18276" y="17234"/>
                    <a:pt x="18029" y="15011"/>
                    <a:pt x="17847" y="12848"/>
                  </a:cubicBezTo>
                  <a:lnTo>
                    <a:pt x="17847" y="12848"/>
                  </a:lnTo>
                  <a:cubicBezTo>
                    <a:pt x="19452" y="13712"/>
                    <a:pt x="21057" y="14888"/>
                    <a:pt x="21922" y="16553"/>
                  </a:cubicBezTo>
                  <a:cubicBezTo>
                    <a:pt x="22663" y="17975"/>
                    <a:pt x="22786" y="19516"/>
                    <a:pt x="22910" y="21062"/>
                  </a:cubicBezTo>
                  <a:cubicBezTo>
                    <a:pt x="23092" y="22544"/>
                    <a:pt x="23527" y="23962"/>
                    <a:pt x="23527" y="25384"/>
                  </a:cubicBezTo>
                  <a:cubicBezTo>
                    <a:pt x="23527" y="25508"/>
                    <a:pt x="23586" y="25690"/>
                    <a:pt x="23710" y="25755"/>
                  </a:cubicBezTo>
                  <a:cubicBezTo>
                    <a:pt x="23743" y="25770"/>
                    <a:pt x="23780" y="25778"/>
                    <a:pt x="23818" y="25778"/>
                  </a:cubicBezTo>
                  <a:cubicBezTo>
                    <a:pt x="23924" y="25778"/>
                    <a:pt x="24037" y="25722"/>
                    <a:pt x="24080" y="25631"/>
                  </a:cubicBezTo>
                  <a:cubicBezTo>
                    <a:pt x="24144" y="25508"/>
                    <a:pt x="24144" y="25384"/>
                    <a:pt x="24144" y="25197"/>
                  </a:cubicBezTo>
                  <a:cubicBezTo>
                    <a:pt x="24081" y="24277"/>
                    <a:pt x="23288" y="16018"/>
                    <a:pt x="22794" y="15936"/>
                  </a:cubicBezTo>
                  <a:lnTo>
                    <a:pt x="22794" y="15936"/>
                  </a:lnTo>
                  <a:cubicBezTo>
                    <a:pt x="25754" y="16185"/>
                    <a:pt x="28467" y="18101"/>
                    <a:pt x="29637" y="20815"/>
                  </a:cubicBezTo>
                  <a:cubicBezTo>
                    <a:pt x="30378" y="22421"/>
                    <a:pt x="30689" y="24085"/>
                    <a:pt x="31860" y="25508"/>
                  </a:cubicBezTo>
                  <a:cubicBezTo>
                    <a:pt x="31983" y="25631"/>
                    <a:pt x="32171" y="25814"/>
                    <a:pt x="32354" y="25878"/>
                  </a:cubicBezTo>
                  <a:cubicBezTo>
                    <a:pt x="32385" y="25888"/>
                    <a:pt x="32420" y="25893"/>
                    <a:pt x="32455" y="25893"/>
                  </a:cubicBezTo>
                  <a:cubicBezTo>
                    <a:pt x="32635" y="25893"/>
                    <a:pt x="32848" y="25773"/>
                    <a:pt x="32848" y="25567"/>
                  </a:cubicBezTo>
                  <a:cubicBezTo>
                    <a:pt x="32848" y="25443"/>
                    <a:pt x="32724" y="25261"/>
                    <a:pt x="32601" y="25197"/>
                  </a:cubicBezTo>
                  <a:cubicBezTo>
                    <a:pt x="31060" y="24085"/>
                    <a:pt x="30748" y="22233"/>
                    <a:pt x="29884" y="20504"/>
                  </a:cubicBezTo>
                  <a:cubicBezTo>
                    <a:pt x="29331" y="19269"/>
                    <a:pt x="28713" y="18034"/>
                    <a:pt x="27726" y="17111"/>
                  </a:cubicBezTo>
                  <a:cubicBezTo>
                    <a:pt x="25132" y="14764"/>
                    <a:pt x="20687" y="15071"/>
                    <a:pt x="18711" y="12295"/>
                  </a:cubicBezTo>
                  <a:cubicBezTo>
                    <a:pt x="18153" y="11430"/>
                    <a:pt x="17970" y="10131"/>
                    <a:pt x="18770" y="9514"/>
                  </a:cubicBezTo>
                  <a:cubicBezTo>
                    <a:pt x="19452" y="8961"/>
                    <a:pt x="20810" y="8837"/>
                    <a:pt x="21611" y="8590"/>
                  </a:cubicBezTo>
                  <a:cubicBezTo>
                    <a:pt x="22475" y="8343"/>
                    <a:pt x="23404" y="8032"/>
                    <a:pt x="24268" y="7973"/>
                  </a:cubicBezTo>
                  <a:cubicBezTo>
                    <a:pt x="24515" y="7909"/>
                    <a:pt x="24762" y="7909"/>
                    <a:pt x="25009" y="7909"/>
                  </a:cubicBezTo>
                  <a:cubicBezTo>
                    <a:pt x="25119" y="7903"/>
                    <a:pt x="25230" y="7900"/>
                    <a:pt x="25342" y="7900"/>
                  </a:cubicBezTo>
                  <a:cubicBezTo>
                    <a:pt x="26420" y="7900"/>
                    <a:pt x="27560" y="8166"/>
                    <a:pt x="28343" y="8837"/>
                  </a:cubicBezTo>
                  <a:cubicBezTo>
                    <a:pt x="29884" y="10255"/>
                    <a:pt x="30995" y="12171"/>
                    <a:pt x="31366" y="14206"/>
                  </a:cubicBezTo>
                  <a:cubicBezTo>
                    <a:pt x="31983" y="12231"/>
                    <a:pt x="31183" y="9949"/>
                    <a:pt x="29578" y="8590"/>
                  </a:cubicBezTo>
                  <a:cubicBezTo>
                    <a:pt x="28234" y="7429"/>
                    <a:pt x="26657" y="6993"/>
                    <a:pt x="25021" y="6993"/>
                  </a:cubicBezTo>
                  <a:cubicBezTo>
                    <a:pt x="23873" y="6993"/>
                    <a:pt x="22696" y="7208"/>
                    <a:pt x="21551" y="7538"/>
                  </a:cubicBezTo>
                  <a:cubicBezTo>
                    <a:pt x="21338" y="7594"/>
                    <a:pt x="18636" y="8475"/>
                    <a:pt x="17863" y="8475"/>
                  </a:cubicBezTo>
                  <a:cubicBezTo>
                    <a:pt x="17742" y="8475"/>
                    <a:pt x="17668" y="8453"/>
                    <a:pt x="17659" y="8402"/>
                  </a:cubicBezTo>
                  <a:cubicBezTo>
                    <a:pt x="17536" y="7785"/>
                    <a:pt x="17783" y="7108"/>
                    <a:pt x="17783" y="6491"/>
                  </a:cubicBezTo>
                  <a:cubicBezTo>
                    <a:pt x="17783" y="5750"/>
                    <a:pt x="17723" y="5009"/>
                    <a:pt x="17536" y="4327"/>
                  </a:cubicBezTo>
                  <a:cubicBezTo>
                    <a:pt x="17229" y="2910"/>
                    <a:pt x="16612" y="1551"/>
                    <a:pt x="15807" y="376"/>
                  </a:cubicBezTo>
                  <a:cubicBezTo>
                    <a:pt x="15683" y="193"/>
                    <a:pt x="15501" y="5"/>
                    <a:pt x="15313" y="5"/>
                  </a:cubicBezTo>
                  <a:cubicBezTo>
                    <a:pt x="15292" y="2"/>
                    <a:pt x="15272" y="1"/>
                    <a:pt x="1525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0" name="Google Shape;2770;p59"/>
            <p:cNvSpPr/>
            <p:nvPr/>
          </p:nvSpPr>
          <p:spPr>
            <a:xfrm>
              <a:off x="4219025" y="4726250"/>
              <a:ext cx="206850" cy="377225"/>
            </a:xfrm>
            <a:custGeom>
              <a:rect b="b" l="l" r="r" t="t"/>
              <a:pathLst>
                <a:path extrusionOk="0" h="15089" w="8274">
                  <a:moveTo>
                    <a:pt x="626" y="1"/>
                  </a:moveTo>
                  <a:cubicBezTo>
                    <a:pt x="580" y="1"/>
                    <a:pt x="536" y="8"/>
                    <a:pt x="494" y="23"/>
                  </a:cubicBezTo>
                  <a:cubicBezTo>
                    <a:pt x="0" y="270"/>
                    <a:pt x="1112" y="1752"/>
                    <a:pt x="1299" y="2246"/>
                  </a:cubicBezTo>
                  <a:cubicBezTo>
                    <a:pt x="1976" y="3975"/>
                    <a:pt x="2099" y="5827"/>
                    <a:pt x="2099" y="7620"/>
                  </a:cubicBezTo>
                  <a:cubicBezTo>
                    <a:pt x="2164" y="10090"/>
                    <a:pt x="1606" y="12248"/>
                    <a:pt x="2040" y="14718"/>
                  </a:cubicBezTo>
                  <a:cubicBezTo>
                    <a:pt x="2040" y="14905"/>
                    <a:pt x="2099" y="15088"/>
                    <a:pt x="2287" y="15088"/>
                  </a:cubicBezTo>
                  <a:cubicBezTo>
                    <a:pt x="2470" y="15088"/>
                    <a:pt x="2593" y="14905"/>
                    <a:pt x="2593" y="14718"/>
                  </a:cubicBezTo>
                  <a:lnTo>
                    <a:pt x="2593" y="14594"/>
                  </a:lnTo>
                  <a:cubicBezTo>
                    <a:pt x="2717" y="13606"/>
                    <a:pt x="2411" y="12436"/>
                    <a:pt x="2470" y="11384"/>
                  </a:cubicBezTo>
                  <a:cubicBezTo>
                    <a:pt x="2534" y="10025"/>
                    <a:pt x="2164" y="8790"/>
                    <a:pt x="2717" y="7432"/>
                  </a:cubicBezTo>
                  <a:cubicBezTo>
                    <a:pt x="2840" y="7062"/>
                    <a:pt x="3152" y="6632"/>
                    <a:pt x="3522" y="6568"/>
                  </a:cubicBezTo>
                  <a:cubicBezTo>
                    <a:pt x="3570" y="6560"/>
                    <a:pt x="3617" y="6556"/>
                    <a:pt x="3665" y="6556"/>
                  </a:cubicBezTo>
                  <a:cubicBezTo>
                    <a:pt x="3987" y="6556"/>
                    <a:pt x="4302" y="6723"/>
                    <a:pt x="4569" y="6938"/>
                  </a:cubicBezTo>
                  <a:cubicBezTo>
                    <a:pt x="5251" y="7373"/>
                    <a:pt x="5928" y="7867"/>
                    <a:pt x="6668" y="8361"/>
                  </a:cubicBezTo>
                  <a:cubicBezTo>
                    <a:pt x="6907" y="8537"/>
                    <a:pt x="7667" y="9411"/>
                    <a:pt x="7941" y="9411"/>
                  </a:cubicBezTo>
                  <a:cubicBezTo>
                    <a:pt x="7950" y="9411"/>
                    <a:pt x="7959" y="9410"/>
                    <a:pt x="7967" y="9408"/>
                  </a:cubicBezTo>
                  <a:cubicBezTo>
                    <a:pt x="8274" y="9349"/>
                    <a:pt x="8274" y="8855"/>
                    <a:pt x="8091" y="8608"/>
                  </a:cubicBezTo>
                  <a:cubicBezTo>
                    <a:pt x="7409" y="7867"/>
                    <a:pt x="6733" y="7309"/>
                    <a:pt x="5868" y="6815"/>
                  </a:cubicBezTo>
                  <a:cubicBezTo>
                    <a:pt x="4880" y="6261"/>
                    <a:pt x="3769" y="5644"/>
                    <a:pt x="3334" y="4656"/>
                  </a:cubicBezTo>
                  <a:cubicBezTo>
                    <a:pt x="3087" y="4221"/>
                    <a:pt x="3028" y="3728"/>
                    <a:pt x="2964" y="3234"/>
                  </a:cubicBezTo>
                  <a:cubicBezTo>
                    <a:pt x="2781" y="2493"/>
                    <a:pt x="2534" y="1752"/>
                    <a:pt x="2099" y="1075"/>
                  </a:cubicBezTo>
                  <a:cubicBezTo>
                    <a:pt x="1873" y="849"/>
                    <a:pt x="1129" y="1"/>
                    <a:pt x="626" y="1"/>
                  </a:cubicBezTo>
                  <a:close/>
                </a:path>
              </a:pathLst>
            </a:custGeom>
            <a:solidFill>
              <a:srgbClr val="BD2B3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1" name="Google Shape;2771;p59"/>
            <p:cNvSpPr/>
            <p:nvPr/>
          </p:nvSpPr>
          <p:spPr>
            <a:xfrm>
              <a:off x="3783725" y="4939825"/>
              <a:ext cx="260950" cy="169825"/>
            </a:xfrm>
            <a:custGeom>
              <a:rect b="b" l="l" r="r" t="t"/>
              <a:pathLst>
                <a:path extrusionOk="0" h="6793" w="10438">
                  <a:moveTo>
                    <a:pt x="3952" y="0"/>
                  </a:moveTo>
                  <a:cubicBezTo>
                    <a:pt x="3399" y="0"/>
                    <a:pt x="2718" y="247"/>
                    <a:pt x="2594" y="806"/>
                  </a:cubicBezTo>
                  <a:cubicBezTo>
                    <a:pt x="2985" y="546"/>
                    <a:pt x="3464" y="437"/>
                    <a:pt x="3929" y="437"/>
                  </a:cubicBezTo>
                  <a:cubicBezTo>
                    <a:pt x="4128" y="437"/>
                    <a:pt x="4325" y="457"/>
                    <a:pt x="4511" y="494"/>
                  </a:cubicBezTo>
                  <a:cubicBezTo>
                    <a:pt x="5187" y="618"/>
                    <a:pt x="5805" y="929"/>
                    <a:pt x="6422" y="1176"/>
                  </a:cubicBezTo>
                  <a:cubicBezTo>
                    <a:pt x="6857" y="1359"/>
                    <a:pt x="7227" y="1547"/>
                    <a:pt x="7598" y="1793"/>
                  </a:cubicBezTo>
                  <a:cubicBezTo>
                    <a:pt x="7780" y="1853"/>
                    <a:pt x="7904" y="1917"/>
                    <a:pt x="7968" y="2040"/>
                  </a:cubicBezTo>
                  <a:cubicBezTo>
                    <a:pt x="8027" y="2287"/>
                    <a:pt x="7780" y="2534"/>
                    <a:pt x="7533" y="2594"/>
                  </a:cubicBezTo>
                  <a:cubicBezTo>
                    <a:pt x="7084" y="2808"/>
                    <a:pt x="6606" y="2885"/>
                    <a:pt x="6119" y="2885"/>
                  </a:cubicBezTo>
                  <a:cubicBezTo>
                    <a:pt x="5338" y="2885"/>
                    <a:pt x="4530" y="2686"/>
                    <a:pt x="3770" y="2534"/>
                  </a:cubicBezTo>
                  <a:cubicBezTo>
                    <a:pt x="3236" y="2433"/>
                    <a:pt x="2673" y="2352"/>
                    <a:pt x="2125" y="2352"/>
                  </a:cubicBezTo>
                  <a:cubicBezTo>
                    <a:pt x="1337" y="2352"/>
                    <a:pt x="583" y="2519"/>
                    <a:pt x="1" y="3028"/>
                  </a:cubicBezTo>
                  <a:cubicBezTo>
                    <a:pt x="242" y="3198"/>
                    <a:pt x="518" y="3236"/>
                    <a:pt x="792" y="3236"/>
                  </a:cubicBezTo>
                  <a:cubicBezTo>
                    <a:pt x="1012" y="3236"/>
                    <a:pt x="1229" y="3211"/>
                    <a:pt x="1423" y="3211"/>
                  </a:cubicBezTo>
                  <a:cubicBezTo>
                    <a:pt x="1652" y="3187"/>
                    <a:pt x="1880" y="3175"/>
                    <a:pt x="2108" y="3175"/>
                  </a:cubicBezTo>
                  <a:cubicBezTo>
                    <a:pt x="3048" y="3175"/>
                    <a:pt x="3974" y="3383"/>
                    <a:pt x="4817" y="3829"/>
                  </a:cubicBezTo>
                  <a:cubicBezTo>
                    <a:pt x="4940" y="3829"/>
                    <a:pt x="5064" y="3893"/>
                    <a:pt x="5064" y="4016"/>
                  </a:cubicBezTo>
                  <a:cubicBezTo>
                    <a:pt x="5187" y="4140"/>
                    <a:pt x="5128" y="4322"/>
                    <a:pt x="5064" y="4446"/>
                  </a:cubicBezTo>
                  <a:cubicBezTo>
                    <a:pt x="4570" y="5434"/>
                    <a:pt x="3211" y="5804"/>
                    <a:pt x="2594" y="6792"/>
                  </a:cubicBezTo>
                  <a:cubicBezTo>
                    <a:pt x="3705" y="6545"/>
                    <a:pt x="4693" y="5928"/>
                    <a:pt x="5375" y="5063"/>
                  </a:cubicBezTo>
                  <a:cubicBezTo>
                    <a:pt x="5805" y="4569"/>
                    <a:pt x="6175" y="3952"/>
                    <a:pt x="6733" y="3646"/>
                  </a:cubicBezTo>
                  <a:cubicBezTo>
                    <a:pt x="7163" y="3399"/>
                    <a:pt x="7657" y="3399"/>
                    <a:pt x="8151" y="3275"/>
                  </a:cubicBezTo>
                  <a:cubicBezTo>
                    <a:pt x="9203" y="2964"/>
                    <a:pt x="10127" y="2100"/>
                    <a:pt x="10438" y="1053"/>
                  </a:cubicBezTo>
                  <a:lnTo>
                    <a:pt x="10438" y="1053"/>
                  </a:lnTo>
                  <a:cubicBezTo>
                    <a:pt x="10014" y="1318"/>
                    <a:pt x="9544" y="1423"/>
                    <a:pt x="9063" y="1423"/>
                  </a:cubicBezTo>
                  <a:cubicBezTo>
                    <a:pt x="8423" y="1423"/>
                    <a:pt x="7763" y="1236"/>
                    <a:pt x="7163" y="988"/>
                  </a:cubicBezTo>
                  <a:cubicBezTo>
                    <a:pt x="6116" y="559"/>
                    <a:pt x="5128" y="0"/>
                    <a:pt x="3952" y="0"/>
                  </a:cubicBezTo>
                  <a:close/>
                </a:path>
              </a:pathLst>
            </a:custGeom>
            <a:solidFill>
              <a:srgbClr val="BD2B3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2" name="Google Shape;2772;p59"/>
            <p:cNvSpPr/>
            <p:nvPr/>
          </p:nvSpPr>
          <p:spPr>
            <a:xfrm>
              <a:off x="4333250" y="4593725"/>
              <a:ext cx="370475" cy="783025"/>
            </a:xfrm>
            <a:custGeom>
              <a:rect b="b" l="l" r="r" t="t"/>
              <a:pathLst>
                <a:path extrusionOk="0" h="31321" w="14819">
                  <a:moveTo>
                    <a:pt x="13061" y="0"/>
                  </a:moveTo>
                  <a:cubicBezTo>
                    <a:pt x="13020" y="0"/>
                    <a:pt x="12985" y="23"/>
                    <a:pt x="12966" y="78"/>
                  </a:cubicBezTo>
                  <a:cubicBezTo>
                    <a:pt x="12907" y="78"/>
                    <a:pt x="12907" y="202"/>
                    <a:pt x="12907" y="261"/>
                  </a:cubicBezTo>
                  <a:cubicBezTo>
                    <a:pt x="13090" y="1684"/>
                    <a:pt x="13154" y="3165"/>
                    <a:pt x="13460" y="4647"/>
                  </a:cubicBezTo>
                  <a:cubicBezTo>
                    <a:pt x="12536" y="5200"/>
                    <a:pt x="12042" y="6376"/>
                    <a:pt x="12289" y="7423"/>
                  </a:cubicBezTo>
                  <a:cubicBezTo>
                    <a:pt x="12472" y="6623"/>
                    <a:pt x="12783" y="5635"/>
                    <a:pt x="13584" y="5265"/>
                  </a:cubicBezTo>
                  <a:lnTo>
                    <a:pt x="13584" y="5265"/>
                  </a:lnTo>
                  <a:cubicBezTo>
                    <a:pt x="13277" y="7981"/>
                    <a:pt x="12289" y="10510"/>
                    <a:pt x="11237" y="12980"/>
                  </a:cubicBezTo>
                  <a:cubicBezTo>
                    <a:pt x="10990" y="13662"/>
                    <a:pt x="10684" y="14338"/>
                    <a:pt x="10437" y="15020"/>
                  </a:cubicBezTo>
                  <a:cubicBezTo>
                    <a:pt x="9879" y="16191"/>
                    <a:pt x="9385" y="17366"/>
                    <a:pt x="8768" y="18537"/>
                  </a:cubicBezTo>
                  <a:cubicBezTo>
                    <a:pt x="8397" y="19278"/>
                    <a:pt x="7533" y="20019"/>
                    <a:pt x="7533" y="20947"/>
                  </a:cubicBezTo>
                  <a:cubicBezTo>
                    <a:pt x="8274" y="20700"/>
                    <a:pt x="8891" y="19466"/>
                    <a:pt x="9326" y="18848"/>
                  </a:cubicBezTo>
                  <a:cubicBezTo>
                    <a:pt x="9943" y="17919"/>
                    <a:pt x="10561" y="16872"/>
                    <a:pt x="11055" y="15820"/>
                  </a:cubicBezTo>
                  <a:cubicBezTo>
                    <a:pt x="11969" y="13928"/>
                    <a:pt x="12825" y="11789"/>
                    <a:pt x="13144" y="9652"/>
                  </a:cubicBezTo>
                  <a:lnTo>
                    <a:pt x="13144" y="9652"/>
                  </a:lnTo>
                  <a:cubicBezTo>
                    <a:pt x="12712" y="12597"/>
                    <a:pt x="12213" y="15715"/>
                    <a:pt x="10561" y="18166"/>
                  </a:cubicBezTo>
                  <a:cubicBezTo>
                    <a:pt x="10028" y="19018"/>
                    <a:pt x="9221" y="19594"/>
                    <a:pt x="8771" y="20449"/>
                  </a:cubicBezTo>
                  <a:lnTo>
                    <a:pt x="8771" y="20449"/>
                  </a:lnTo>
                  <a:cubicBezTo>
                    <a:pt x="8770" y="20451"/>
                    <a:pt x="8769" y="20452"/>
                    <a:pt x="8768" y="20453"/>
                  </a:cubicBezTo>
                  <a:cubicBezTo>
                    <a:pt x="8768" y="20453"/>
                    <a:pt x="8768" y="20453"/>
                    <a:pt x="8769" y="20453"/>
                  </a:cubicBezTo>
                  <a:lnTo>
                    <a:pt x="8769" y="20453"/>
                  </a:lnTo>
                  <a:cubicBezTo>
                    <a:pt x="8698" y="20589"/>
                    <a:pt x="8635" y="20731"/>
                    <a:pt x="8585" y="20883"/>
                  </a:cubicBezTo>
                  <a:cubicBezTo>
                    <a:pt x="8614" y="20945"/>
                    <a:pt x="8691" y="20976"/>
                    <a:pt x="8776" y="20976"/>
                  </a:cubicBezTo>
                  <a:cubicBezTo>
                    <a:pt x="8860" y="20976"/>
                    <a:pt x="8953" y="20945"/>
                    <a:pt x="9015" y="20883"/>
                  </a:cubicBezTo>
                  <a:cubicBezTo>
                    <a:pt x="9138" y="20760"/>
                    <a:pt x="9202" y="20636"/>
                    <a:pt x="9262" y="20513"/>
                  </a:cubicBezTo>
                  <a:cubicBezTo>
                    <a:pt x="9337" y="20389"/>
                    <a:pt x="9433" y="20275"/>
                    <a:pt x="9544" y="20178"/>
                  </a:cubicBezTo>
                  <a:lnTo>
                    <a:pt x="9544" y="20178"/>
                  </a:lnTo>
                  <a:cubicBezTo>
                    <a:pt x="9670" y="20114"/>
                    <a:pt x="9790" y="20040"/>
                    <a:pt x="9902" y="19959"/>
                  </a:cubicBezTo>
                  <a:lnTo>
                    <a:pt x="9902" y="19959"/>
                  </a:lnTo>
                  <a:cubicBezTo>
                    <a:pt x="9973" y="19930"/>
                    <a:pt x="10048" y="19909"/>
                    <a:pt x="10126" y="19895"/>
                  </a:cubicBezTo>
                  <a:lnTo>
                    <a:pt x="10018" y="19869"/>
                  </a:lnTo>
                  <a:lnTo>
                    <a:pt x="10018" y="19869"/>
                  </a:lnTo>
                  <a:cubicBezTo>
                    <a:pt x="10078" y="19819"/>
                    <a:pt x="10135" y="19767"/>
                    <a:pt x="10190" y="19712"/>
                  </a:cubicBezTo>
                  <a:lnTo>
                    <a:pt x="10190" y="19712"/>
                  </a:lnTo>
                  <a:cubicBezTo>
                    <a:pt x="9696" y="21194"/>
                    <a:pt x="9015" y="22735"/>
                    <a:pt x="7597" y="23476"/>
                  </a:cubicBezTo>
                  <a:cubicBezTo>
                    <a:pt x="7286" y="23664"/>
                    <a:pt x="6980" y="23788"/>
                    <a:pt x="6733" y="23970"/>
                  </a:cubicBezTo>
                  <a:cubicBezTo>
                    <a:pt x="6609" y="24094"/>
                    <a:pt x="6545" y="24158"/>
                    <a:pt x="6486" y="24281"/>
                  </a:cubicBezTo>
                  <a:cubicBezTo>
                    <a:pt x="6486" y="24464"/>
                    <a:pt x="6668" y="24652"/>
                    <a:pt x="6915" y="24711"/>
                  </a:cubicBezTo>
                  <a:cubicBezTo>
                    <a:pt x="7162" y="24711"/>
                    <a:pt x="7473" y="24528"/>
                    <a:pt x="7720" y="24405"/>
                  </a:cubicBezTo>
                  <a:lnTo>
                    <a:pt x="7720" y="24405"/>
                  </a:lnTo>
                  <a:cubicBezTo>
                    <a:pt x="7103" y="25699"/>
                    <a:pt x="6298" y="26998"/>
                    <a:pt x="5621" y="28233"/>
                  </a:cubicBezTo>
                  <a:cubicBezTo>
                    <a:pt x="5374" y="28663"/>
                    <a:pt x="5127" y="29033"/>
                    <a:pt x="4816" y="29344"/>
                  </a:cubicBezTo>
                  <a:cubicBezTo>
                    <a:pt x="4386" y="29715"/>
                    <a:pt x="3828" y="29898"/>
                    <a:pt x="3275" y="30021"/>
                  </a:cubicBezTo>
                  <a:cubicBezTo>
                    <a:pt x="2411" y="30268"/>
                    <a:pt x="1482" y="30515"/>
                    <a:pt x="618" y="30703"/>
                  </a:cubicBezTo>
                  <a:cubicBezTo>
                    <a:pt x="371" y="30826"/>
                    <a:pt x="0" y="31132"/>
                    <a:pt x="247" y="31320"/>
                  </a:cubicBezTo>
                  <a:cubicBezTo>
                    <a:pt x="1605" y="31073"/>
                    <a:pt x="3028" y="30885"/>
                    <a:pt x="4386" y="30638"/>
                  </a:cubicBezTo>
                  <a:cubicBezTo>
                    <a:pt x="4757" y="30638"/>
                    <a:pt x="5063" y="30579"/>
                    <a:pt x="5374" y="30456"/>
                  </a:cubicBezTo>
                  <a:cubicBezTo>
                    <a:pt x="5927" y="30145"/>
                    <a:pt x="6239" y="29591"/>
                    <a:pt x="6609" y="29033"/>
                  </a:cubicBezTo>
                  <a:cubicBezTo>
                    <a:pt x="9326" y="24528"/>
                    <a:pt x="11484" y="19648"/>
                    <a:pt x="13154" y="14650"/>
                  </a:cubicBezTo>
                  <a:cubicBezTo>
                    <a:pt x="13895" y="12239"/>
                    <a:pt x="14571" y="9834"/>
                    <a:pt x="14695" y="7300"/>
                  </a:cubicBezTo>
                  <a:cubicBezTo>
                    <a:pt x="14818" y="4954"/>
                    <a:pt x="14389" y="2425"/>
                    <a:pt x="13337" y="261"/>
                  </a:cubicBezTo>
                  <a:cubicBezTo>
                    <a:pt x="13295" y="132"/>
                    <a:pt x="13159" y="0"/>
                    <a:pt x="1306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3" name="Google Shape;2773;p59"/>
            <p:cNvSpPr/>
            <p:nvPr/>
          </p:nvSpPr>
          <p:spPr>
            <a:xfrm>
              <a:off x="3513675" y="4612575"/>
              <a:ext cx="282425" cy="262975"/>
            </a:xfrm>
            <a:custGeom>
              <a:rect b="b" l="l" r="r" t="t"/>
              <a:pathLst>
                <a:path extrusionOk="0" h="10519" w="11297">
                  <a:moveTo>
                    <a:pt x="494" y="1"/>
                  </a:moveTo>
                  <a:cubicBezTo>
                    <a:pt x="0" y="1"/>
                    <a:pt x="60" y="683"/>
                    <a:pt x="247" y="1112"/>
                  </a:cubicBezTo>
                  <a:cubicBezTo>
                    <a:pt x="741" y="2471"/>
                    <a:pt x="1295" y="3770"/>
                    <a:pt x="1912" y="5064"/>
                  </a:cubicBezTo>
                  <a:cubicBezTo>
                    <a:pt x="2282" y="5746"/>
                    <a:pt x="2653" y="6486"/>
                    <a:pt x="3270" y="6980"/>
                  </a:cubicBezTo>
                  <a:cubicBezTo>
                    <a:pt x="4075" y="7598"/>
                    <a:pt x="5187" y="7721"/>
                    <a:pt x="6110" y="8092"/>
                  </a:cubicBezTo>
                  <a:cubicBezTo>
                    <a:pt x="6975" y="8522"/>
                    <a:pt x="7716" y="9139"/>
                    <a:pt x="8580" y="9697"/>
                  </a:cubicBezTo>
                  <a:cubicBezTo>
                    <a:pt x="9290" y="10133"/>
                    <a:pt x="10093" y="10519"/>
                    <a:pt x="10951" y="10519"/>
                  </a:cubicBezTo>
                  <a:cubicBezTo>
                    <a:pt x="11065" y="10519"/>
                    <a:pt x="11181" y="10512"/>
                    <a:pt x="11297" y="10497"/>
                  </a:cubicBezTo>
                  <a:cubicBezTo>
                    <a:pt x="11173" y="9880"/>
                    <a:pt x="10309" y="9944"/>
                    <a:pt x="9692" y="9880"/>
                  </a:cubicBezTo>
                  <a:cubicBezTo>
                    <a:pt x="8457" y="9633"/>
                    <a:pt x="7839" y="8215"/>
                    <a:pt x="6792" y="7657"/>
                  </a:cubicBezTo>
                  <a:cubicBezTo>
                    <a:pt x="6175" y="7351"/>
                    <a:pt x="5493" y="7287"/>
                    <a:pt x="4876" y="7040"/>
                  </a:cubicBezTo>
                  <a:cubicBezTo>
                    <a:pt x="3458" y="6610"/>
                    <a:pt x="2406" y="5434"/>
                    <a:pt x="1788" y="4140"/>
                  </a:cubicBezTo>
                  <a:cubicBezTo>
                    <a:pt x="1112" y="2841"/>
                    <a:pt x="801" y="1424"/>
                    <a:pt x="494" y="1"/>
                  </a:cubicBezTo>
                  <a:close/>
                </a:path>
              </a:pathLst>
            </a:custGeom>
            <a:solidFill>
              <a:srgbClr val="BD2B3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4" name="Google Shape;2774;p59"/>
            <p:cNvSpPr/>
            <p:nvPr/>
          </p:nvSpPr>
          <p:spPr>
            <a:xfrm>
              <a:off x="3493950" y="4668350"/>
              <a:ext cx="424150" cy="608425"/>
            </a:xfrm>
            <a:custGeom>
              <a:rect b="b" l="l" r="r" t="t"/>
              <a:pathLst>
                <a:path extrusionOk="0" h="24337" w="16966">
                  <a:moveTo>
                    <a:pt x="655" y="1"/>
                  </a:moveTo>
                  <a:cubicBezTo>
                    <a:pt x="263" y="1"/>
                    <a:pt x="1" y="461"/>
                    <a:pt x="49" y="921"/>
                  </a:cubicBezTo>
                  <a:cubicBezTo>
                    <a:pt x="295" y="5367"/>
                    <a:pt x="1096" y="10553"/>
                    <a:pt x="3877" y="14134"/>
                  </a:cubicBezTo>
                  <a:cubicBezTo>
                    <a:pt x="4370" y="14752"/>
                    <a:pt x="4924" y="15369"/>
                    <a:pt x="5358" y="16046"/>
                  </a:cubicBezTo>
                  <a:cubicBezTo>
                    <a:pt x="5665" y="16540"/>
                    <a:pt x="5912" y="17157"/>
                    <a:pt x="6346" y="17651"/>
                  </a:cubicBezTo>
                  <a:cubicBezTo>
                    <a:pt x="7211" y="18639"/>
                    <a:pt x="8628" y="18886"/>
                    <a:pt x="9740" y="19627"/>
                  </a:cubicBezTo>
                  <a:cubicBezTo>
                    <a:pt x="10915" y="20368"/>
                    <a:pt x="11715" y="21667"/>
                    <a:pt x="12767" y="22655"/>
                  </a:cubicBezTo>
                  <a:cubicBezTo>
                    <a:pt x="13510" y="23448"/>
                    <a:pt x="14843" y="24336"/>
                    <a:pt x="16027" y="24336"/>
                  </a:cubicBezTo>
                  <a:cubicBezTo>
                    <a:pt x="16222" y="24336"/>
                    <a:pt x="16412" y="24312"/>
                    <a:pt x="16595" y="24260"/>
                  </a:cubicBezTo>
                  <a:cubicBezTo>
                    <a:pt x="16719" y="24260"/>
                    <a:pt x="16842" y="24196"/>
                    <a:pt x="16902" y="24137"/>
                  </a:cubicBezTo>
                  <a:cubicBezTo>
                    <a:pt x="16966" y="23949"/>
                    <a:pt x="16778" y="23766"/>
                    <a:pt x="16595" y="23643"/>
                  </a:cubicBezTo>
                  <a:lnTo>
                    <a:pt x="15296" y="22902"/>
                  </a:lnTo>
                  <a:cubicBezTo>
                    <a:pt x="13879" y="22161"/>
                    <a:pt x="12580" y="21049"/>
                    <a:pt x="11592" y="19750"/>
                  </a:cubicBezTo>
                  <a:cubicBezTo>
                    <a:pt x="11788" y="19533"/>
                    <a:pt x="12045" y="19446"/>
                    <a:pt x="12323" y="19446"/>
                  </a:cubicBezTo>
                  <a:cubicBezTo>
                    <a:pt x="12834" y="19446"/>
                    <a:pt x="13414" y="19741"/>
                    <a:pt x="13815" y="20062"/>
                  </a:cubicBezTo>
                  <a:cubicBezTo>
                    <a:pt x="14249" y="20432"/>
                    <a:pt x="15173" y="21173"/>
                    <a:pt x="15790" y="21173"/>
                  </a:cubicBezTo>
                  <a:cubicBezTo>
                    <a:pt x="16037" y="21173"/>
                    <a:pt x="16408" y="20985"/>
                    <a:pt x="16284" y="20679"/>
                  </a:cubicBezTo>
                  <a:cubicBezTo>
                    <a:pt x="16245" y="20513"/>
                    <a:pt x="16091" y="20459"/>
                    <a:pt x="15902" y="20459"/>
                  </a:cubicBezTo>
                  <a:cubicBezTo>
                    <a:pt x="15810" y="20459"/>
                    <a:pt x="15708" y="20472"/>
                    <a:pt x="15608" y="20491"/>
                  </a:cubicBezTo>
                  <a:cubicBezTo>
                    <a:pt x="15515" y="20513"/>
                    <a:pt x="15422" y="20523"/>
                    <a:pt x="15330" y="20523"/>
                  </a:cubicBezTo>
                  <a:cubicBezTo>
                    <a:pt x="14622" y="20523"/>
                    <a:pt x="13945" y="19926"/>
                    <a:pt x="13508" y="19380"/>
                  </a:cubicBezTo>
                  <a:cubicBezTo>
                    <a:pt x="13385" y="19256"/>
                    <a:pt x="13197" y="19074"/>
                    <a:pt x="13014" y="18950"/>
                  </a:cubicBezTo>
                  <a:cubicBezTo>
                    <a:pt x="12918" y="18912"/>
                    <a:pt x="12821" y="18897"/>
                    <a:pt x="12725" y="18897"/>
                  </a:cubicBezTo>
                  <a:cubicBezTo>
                    <a:pt x="12512" y="18897"/>
                    <a:pt x="12300" y="18969"/>
                    <a:pt x="12086" y="19010"/>
                  </a:cubicBezTo>
                  <a:cubicBezTo>
                    <a:pt x="11890" y="19052"/>
                    <a:pt x="11690" y="19072"/>
                    <a:pt x="11491" y="19072"/>
                  </a:cubicBezTo>
                  <a:cubicBezTo>
                    <a:pt x="10814" y="19072"/>
                    <a:pt x="10143" y="18838"/>
                    <a:pt x="9616" y="18456"/>
                  </a:cubicBezTo>
                  <a:cubicBezTo>
                    <a:pt x="8996" y="18043"/>
                    <a:pt x="8507" y="17497"/>
                    <a:pt x="8002" y="16934"/>
                  </a:cubicBezTo>
                  <a:lnTo>
                    <a:pt x="8002" y="16934"/>
                  </a:lnTo>
                  <a:cubicBezTo>
                    <a:pt x="8353" y="17201"/>
                    <a:pt x="8850" y="17296"/>
                    <a:pt x="9336" y="17296"/>
                  </a:cubicBezTo>
                  <a:cubicBezTo>
                    <a:pt x="9452" y="17296"/>
                    <a:pt x="9568" y="17290"/>
                    <a:pt x="9680" y="17281"/>
                  </a:cubicBezTo>
                  <a:cubicBezTo>
                    <a:pt x="9926" y="17281"/>
                    <a:pt x="10188" y="17265"/>
                    <a:pt x="10451" y="17265"/>
                  </a:cubicBezTo>
                  <a:cubicBezTo>
                    <a:pt x="10916" y="17265"/>
                    <a:pt x="11386" y="17315"/>
                    <a:pt x="11780" y="17592"/>
                  </a:cubicBezTo>
                  <a:cubicBezTo>
                    <a:pt x="12049" y="17809"/>
                    <a:pt x="12322" y="18167"/>
                    <a:pt x="12675" y="18167"/>
                  </a:cubicBezTo>
                  <a:cubicBezTo>
                    <a:pt x="12724" y="18167"/>
                    <a:pt x="12775" y="18160"/>
                    <a:pt x="12827" y="18145"/>
                  </a:cubicBezTo>
                  <a:cubicBezTo>
                    <a:pt x="12520" y="17592"/>
                    <a:pt x="12150" y="16910"/>
                    <a:pt x="11468" y="16727"/>
                  </a:cubicBezTo>
                  <a:cubicBezTo>
                    <a:pt x="11345" y="16706"/>
                    <a:pt x="11221" y="16699"/>
                    <a:pt x="11098" y="16699"/>
                  </a:cubicBezTo>
                  <a:cubicBezTo>
                    <a:pt x="10851" y="16699"/>
                    <a:pt x="10604" y="16727"/>
                    <a:pt x="10357" y="16727"/>
                  </a:cubicBezTo>
                  <a:cubicBezTo>
                    <a:pt x="8011" y="16727"/>
                    <a:pt x="6099" y="14875"/>
                    <a:pt x="4430" y="13082"/>
                  </a:cubicBezTo>
                  <a:lnTo>
                    <a:pt x="4430" y="13082"/>
                  </a:lnTo>
                  <a:cubicBezTo>
                    <a:pt x="5788" y="13329"/>
                    <a:pt x="7146" y="13576"/>
                    <a:pt x="8505" y="13887"/>
                  </a:cubicBezTo>
                  <a:cubicBezTo>
                    <a:pt x="8634" y="13887"/>
                    <a:pt x="9757" y="14180"/>
                    <a:pt x="10362" y="14180"/>
                  </a:cubicBezTo>
                  <a:cubicBezTo>
                    <a:pt x="10636" y="14180"/>
                    <a:pt x="10804" y="14120"/>
                    <a:pt x="10727" y="13947"/>
                  </a:cubicBezTo>
                  <a:cubicBezTo>
                    <a:pt x="10668" y="13887"/>
                    <a:pt x="10604" y="13823"/>
                    <a:pt x="10545" y="13823"/>
                  </a:cubicBezTo>
                  <a:cubicBezTo>
                    <a:pt x="9369" y="13206"/>
                    <a:pt x="7887" y="13329"/>
                    <a:pt x="6652" y="13082"/>
                  </a:cubicBezTo>
                  <a:cubicBezTo>
                    <a:pt x="4370" y="12652"/>
                    <a:pt x="2577" y="10553"/>
                    <a:pt x="2454" y="8266"/>
                  </a:cubicBezTo>
                  <a:lnTo>
                    <a:pt x="2454" y="8266"/>
                  </a:lnTo>
                  <a:cubicBezTo>
                    <a:pt x="2824" y="9195"/>
                    <a:pt x="3259" y="10242"/>
                    <a:pt x="4247" y="10489"/>
                  </a:cubicBezTo>
                  <a:cubicBezTo>
                    <a:pt x="3136" y="9007"/>
                    <a:pt x="2395" y="7343"/>
                    <a:pt x="2024" y="5550"/>
                  </a:cubicBezTo>
                  <a:cubicBezTo>
                    <a:pt x="2181" y="5497"/>
                    <a:pt x="2345" y="5473"/>
                    <a:pt x="2510" y="5473"/>
                  </a:cubicBezTo>
                  <a:cubicBezTo>
                    <a:pt x="3128" y="5473"/>
                    <a:pt x="3755" y="5817"/>
                    <a:pt x="4000" y="6355"/>
                  </a:cubicBezTo>
                  <a:cubicBezTo>
                    <a:pt x="4157" y="5665"/>
                    <a:pt x="3454" y="4931"/>
                    <a:pt x="2746" y="4931"/>
                  </a:cubicBezTo>
                  <a:cubicBezTo>
                    <a:pt x="2628" y="4931"/>
                    <a:pt x="2509" y="4952"/>
                    <a:pt x="2395" y="4996"/>
                  </a:cubicBezTo>
                  <a:cubicBezTo>
                    <a:pt x="2265" y="5037"/>
                    <a:pt x="2108" y="5109"/>
                    <a:pt x="1963" y="5109"/>
                  </a:cubicBezTo>
                  <a:cubicBezTo>
                    <a:pt x="1897" y="5109"/>
                    <a:pt x="1834" y="5094"/>
                    <a:pt x="1777" y="5056"/>
                  </a:cubicBezTo>
                  <a:cubicBezTo>
                    <a:pt x="1654" y="4996"/>
                    <a:pt x="1654" y="4809"/>
                    <a:pt x="1590" y="4685"/>
                  </a:cubicBezTo>
                  <a:cubicBezTo>
                    <a:pt x="1466" y="4068"/>
                    <a:pt x="1407" y="3391"/>
                    <a:pt x="1343" y="2709"/>
                  </a:cubicBezTo>
                  <a:lnTo>
                    <a:pt x="1343" y="2709"/>
                  </a:lnTo>
                  <a:cubicBezTo>
                    <a:pt x="1407" y="2956"/>
                    <a:pt x="1466" y="3268"/>
                    <a:pt x="1654" y="3450"/>
                  </a:cubicBezTo>
                  <a:cubicBezTo>
                    <a:pt x="1739" y="3538"/>
                    <a:pt x="1879" y="3584"/>
                    <a:pt x="2010" y="3584"/>
                  </a:cubicBezTo>
                  <a:cubicBezTo>
                    <a:pt x="2160" y="3584"/>
                    <a:pt x="2299" y="3523"/>
                    <a:pt x="2331" y="3391"/>
                  </a:cubicBezTo>
                  <a:cubicBezTo>
                    <a:pt x="1837" y="3080"/>
                    <a:pt x="1466" y="2527"/>
                    <a:pt x="1407" y="1969"/>
                  </a:cubicBezTo>
                  <a:cubicBezTo>
                    <a:pt x="1343" y="1598"/>
                    <a:pt x="1407" y="487"/>
                    <a:pt x="1096" y="180"/>
                  </a:cubicBezTo>
                  <a:cubicBezTo>
                    <a:pt x="938" y="55"/>
                    <a:pt x="789" y="1"/>
                    <a:pt x="65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5" name="Google Shape;2775;p59"/>
            <p:cNvSpPr/>
            <p:nvPr/>
          </p:nvSpPr>
          <p:spPr>
            <a:xfrm>
              <a:off x="3967475" y="4001325"/>
              <a:ext cx="209950" cy="101900"/>
            </a:xfrm>
            <a:custGeom>
              <a:rect b="b" l="l" r="r" t="t"/>
              <a:pathLst>
                <a:path extrusionOk="0" h="4076" w="8398">
                  <a:moveTo>
                    <a:pt x="60" y="1"/>
                  </a:moveTo>
                  <a:lnTo>
                    <a:pt x="1" y="65"/>
                  </a:lnTo>
                  <a:cubicBezTo>
                    <a:pt x="1" y="65"/>
                    <a:pt x="60" y="65"/>
                    <a:pt x="60" y="124"/>
                  </a:cubicBezTo>
                  <a:cubicBezTo>
                    <a:pt x="3088" y="806"/>
                    <a:pt x="5928" y="2164"/>
                    <a:pt x="8333" y="4076"/>
                  </a:cubicBezTo>
                  <a:lnTo>
                    <a:pt x="8398" y="4076"/>
                  </a:lnTo>
                  <a:cubicBezTo>
                    <a:pt x="8398" y="4076"/>
                    <a:pt x="8398" y="4017"/>
                    <a:pt x="8333" y="4017"/>
                  </a:cubicBezTo>
                  <a:cubicBezTo>
                    <a:pt x="5928" y="2100"/>
                    <a:pt x="3088" y="742"/>
                    <a:pt x="60" y="1"/>
                  </a:cubicBezTo>
                  <a:close/>
                </a:path>
              </a:pathLst>
            </a:custGeom>
            <a:solidFill>
              <a:srgbClr val="9321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6" name="Google Shape;2776;p59"/>
            <p:cNvSpPr/>
            <p:nvPr/>
          </p:nvSpPr>
          <p:spPr>
            <a:xfrm>
              <a:off x="4492300" y="3767700"/>
              <a:ext cx="69425" cy="79725"/>
            </a:xfrm>
            <a:custGeom>
              <a:rect b="b" l="l" r="r" t="t"/>
              <a:pathLst>
                <a:path extrusionOk="0" h="3189" w="2777">
                  <a:moveTo>
                    <a:pt x="960" y="1"/>
                  </a:moveTo>
                  <a:cubicBezTo>
                    <a:pt x="903" y="1"/>
                    <a:pt x="848" y="9"/>
                    <a:pt x="800" y="25"/>
                  </a:cubicBezTo>
                  <a:cubicBezTo>
                    <a:pt x="553" y="149"/>
                    <a:pt x="371" y="331"/>
                    <a:pt x="247" y="578"/>
                  </a:cubicBezTo>
                  <a:cubicBezTo>
                    <a:pt x="0" y="1072"/>
                    <a:pt x="183" y="1754"/>
                    <a:pt x="553" y="2248"/>
                  </a:cubicBezTo>
                  <a:cubicBezTo>
                    <a:pt x="924" y="2742"/>
                    <a:pt x="1482" y="2989"/>
                    <a:pt x="2099" y="3172"/>
                  </a:cubicBezTo>
                  <a:cubicBezTo>
                    <a:pt x="2162" y="3172"/>
                    <a:pt x="2225" y="3188"/>
                    <a:pt x="2288" y="3188"/>
                  </a:cubicBezTo>
                  <a:cubicBezTo>
                    <a:pt x="2349" y="3188"/>
                    <a:pt x="2409" y="3173"/>
                    <a:pt x="2470" y="3112"/>
                  </a:cubicBezTo>
                  <a:cubicBezTo>
                    <a:pt x="2470" y="3048"/>
                    <a:pt x="2529" y="2989"/>
                    <a:pt x="2529" y="2925"/>
                  </a:cubicBezTo>
                  <a:cubicBezTo>
                    <a:pt x="2776" y="1877"/>
                    <a:pt x="2223" y="702"/>
                    <a:pt x="1294" y="149"/>
                  </a:cubicBezTo>
                  <a:lnTo>
                    <a:pt x="1294" y="149"/>
                  </a:lnTo>
                  <a:lnTo>
                    <a:pt x="1418" y="208"/>
                  </a:lnTo>
                  <a:cubicBezTo>
                    <a:pt x="1325" y="71"/>
                    <a:pt x="1131" y="1"/>
                    <a:pt x="960" y="1"/>
                  </a:cubicBezTo>
                  <a:close/>
                </a:path>
              </a:pathLst>
            </a:custGeom>
            <a:solidFill>
              <a:srgbClr val="9321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7" name="Google Shape;2777;p59"/>
            <p:cNvSpPr/>
            <p:nvPr/>
          </p:nvSpPr>
          <p:spPr>
            <a:xfrm>
              <a:off x="4009100" y="3238800"/>
              <a:ext cx="9275" cy="7825"/>
            </a:xfrm>
            <a:custGeom>
              <a:rect b="b" l="l" r="r" t="t"/>
              <a:pathLst>
                <a:path extrusionOk="0" h="313" w="371">
                  <a:moveTo>
                    <a:pt x="0" y="1"/>
                  </a:moveTo>
                  <a:lnTo>
                    <a:pt x="0" y="65"/>
                  </a:lnTo>
                  <a:cubicBezTo>
                    <a:pt x="64" y="124"/>
                    <a:pt x="188" y="189"/>
                    <a:pt x="247" y="312"/>
                  </a:cubicBezTo>
                  <a:lnTo>
                    <a:pt x="371" y="312"/>
                  </a:lnTo>
                  <a:cubicBezTo>
                    <a:pt x="247" y="189"/>
                    <a:pt x="124" y="65"/>
                    <a:pt x="0" y="1"/>
                  </a:cubicBezTo>
                  <a:close/>
                </a:path>
              </a:pathLst>
            </a:custGeom>
            <a:solidFill>
              <a:srgbClr val="801D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8" name="Google Shape;2778;p59"/>
            <p:cNvSpPr/>
            <p:nvPr/>
          </p:nvSpPr>
          <p:spPr>
            <a:xfrm>
              <a:off x="4015275" y="3246600"/>
              <a:ext cx="30900" cy="137325"/>
            </a:xfrm>
            <a:custGeom>
              <a:rect b="b" l="l" r="r" t="t"/>
              <a:pathLst>
                <a:path extrusionOk="0" h="5493" w="1236">
                  <a:moveTo>
                    <a:pt x="0" y="0"/>
                  </a:moveTo>
                  <a:cubicBezTo>
                    <a:pt x="188" y="124"/>
                    <a:pt x="311" y="371"/>
                    <a:pt x="435" y="553"/>
                  </a:cubicBezTo>
                  <a:cubicBezTo>
                    <a:pt x="371" y="430"/>
                    <a:pt x="247" y="247"/>
                    <a:pt x="188" y="124"/>
                  </a:cubicBezTo>
                  <a:cubicBezTo>
                    <a:pt x="188" y="59"/>
                    <a:pt x="124" y="59"/>
                    <a:pt x="124" y="0"/>
                  </a:cubicBezTo>
                  <a:close/>
                  <a:moveTo>
                    <a:pt x="988" y="2223"/>
                  </a:moveTo>
                  <a:cubicBezTo>
                    <a:pt x="1176" y="3087"/>
                    <a:pt x="1176" y="3887"/>
                    <a:pt x="1176" y="4505"/>
                  </a:cubicBezTo>
                  <a:cubicBezTo>
                    <a:pt x="1235" y="3764"/>
                    <a:pt x="1176" y="2964"/>
                    <a:pt x="988" y="2223"/>
                  </a:cubicBezTo>
                  <a:close/>
                  <a:moveTo>
                    <a:pt x="1052" y="5433"/>
                  </a:moveTo>
                  <a:cubicBezTo>
                    <a:pt x="1052" y="5433"/>
                    <a:pt x="1052" y="5493"/>
                    <a:pt x="988" y="5493"/>
                  </a:cubicBezTo>
                  <a:lnTo>
                    <a:pt x="1052" y="5493"/>
                  </a:lnTo>
                  <a:lnTo>
                    <a:pt x="1052" y="5433"/>
                  </a:lnTo>
                  <a:close/>
                </a:path>
              </a:pathLst>
            </a:custGeom>
            <a:solidFill>
              <a:srgbClr val="70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9" name="Google Shape;2779;p59"/>
            <p:cNvSpPr/>
            <p:nvPr/>
          </p:nvSpPr>
          <p:spPr>
            <a:xfrm>
              <a:off x="4006000" y="3240425"/>
              <a:ext cx="38675" cy="143500"/>
            </a:xfrm>
            <a:custGeom>
              <a:rect b="b" l="l" r="r" t="t"/>
              <a:pathLst>
                <a:path extrusionOk="0" h="5740" w="1547">
                  <a:moveTo>
                    <a:pt x="124" y="0"/>
                  </a:moveTo>
                  <a:cubicBezTo>
                    <a:pt x="1" y="430"/>
                    <a:pt x="65" y="865"/>
                    <a:pt x="124" y="1294"/>
                  </a:cubicBezTo>
                  <a:cubicBezTo>
                    <a:pt x="371" y="2776"/>
                    <a:pt x="682" y="4322"/>
                    <a:pt x="1359" y="5740"/>
                  </a:cubicBezTo>
                  <a:cubicBezTo>
                    <a:pt x="1423" y="5740"/>
                    <a:pt x="1423" y="5680"/>
                    <a:pt x="1423" y="5680"/>
                  </a:cubicBezTo>
                  <a:cubicBezTo>
                    <a:pt x="1483" y="5369"/>
                    <a:pt x="1483" y="5063"/>
                    <a:pt x="1547" y="4752"/>
                  </a:cubicBezTo>
                  <a:cubicBezTo>
                    <a:pt x="1547" y="4134"/>
                    <a:pt x="1547" y="3334"/>
                    <a:pt x="1359" y="2470"/>
                  </a:cubicBezTo>
                  <a:cubicBezTo>
                    <a:pt x="1236" y="1912"/>
                    <a:pt x="1053" y="1358"/>
                    <a:pt x="806" y="800"/>
                  </a:cubicBezTo>
                  <a:cubicBezTo>
                    <a:pt x="682" y="618"/>
                    <a:pt x="559" y="371"/>
                    <a:pt x="371" y="247"/>
                  </a:cubicBezTo>
                  <a:cubicBezTo>
                    <a:pt x="312" y="124"/>
                    <a:pt x="188" y="59"/>
                    <a:pt x="124" y="0"/>
                  </a:cubicBezTo>
                  <a:close/>
                </a:path>
              </a:pathLst>
            </a:custGeom>
            <a:solidFill>
              <a:srgbClr val="9F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0" name="Google Shape;2780;p59"/>
            <p:cNvSpPr/>
            <p:nvPr/>
          </p:nvSpPr>
          <p:spPr>
            <a:xfrm>
              <a:off x="3825475" y="3948850"/>
              <a:ext cx="26200" cy="81900"/>
            </a:xfrm>
            <a:custGeom>
              <a:rect b="b" l="l" r="r" t="t"/>
              <a:pathLst>
                <a:path extrusionOk="0" h="3276" w="1048">
                  <a:moveTo>
                    <a:pt x="0" y="1"/>
                  </a:moveTo>
                  <a:lnTo>
                    <a:pt x="0" y="124"/>
                  </a:lnTo>
                  <a:cubicBezTo>
                    <a:pt x="183" y="124"/>
                    <a:pt x="371" y="248"/>
                    <a:pt x="494" y="371"/>
                  </a:cubicBezTo>
                  <a:cubicBezTo>
                    <a:pt x="677" y="495"/>
                    <a:pt x="801" y="682"/>
                    <a:pt x="865" y="865"/>
                  </a:cubicBezTo>
                  <a:cubicBezTo>
                    <a:pt x="924" y="1112"/>
                    <a:pt x="988" y="1359"/>
                    <a:pt x="988" y="1670"/>
                  </a:cubicBezTo>
                  <a:cubicBezTo>
                    <a:pt x="988" y="1794"/>
                    <a:pt x="988" y="1917"/>
                    <a:pt x="924" y="2041"/>
                  </a:cubicBezTo>
                  <a:lnTo>
                    <a:pt x="924" y="2905"/>
                  </a:lnTo>
                  <a:lnTo>
                    <a:pt x="924" y="3275"/>
                  </a:lnTo>
                  <a:lnTo>
                    <a:pt x="988" y="3211"/>
                  </a:lnTo>
                  <a:lnTo>
                    <a:pt x="988" y="2905"/>
                  </a:lnTo>
                  <a:cubicBezTo>
                    <a:pt x="988" y="2594"/>
                    <a:pt x="988" y="2347"/>
                    <a:pt x="1048" y="2041"/>
                  </a:cubicBezTo>
                  <a:lnTo>
                    <a:pt x="1048" y="1670"/>
                  </a:lnTo>
                  <a:cubicBezTo>
                    <a:pt x="1048" y="1359"/>
                    <a:pt x="1048" y="1112"/>
                    <a:pt x="924" y="806"/>
                  </a:cubicBezTo>
                  <a:cubicBezTo>
                    <a:pt x="865" y="618"/>
                    <a:pt x="741" y="435"/>
                    <a:pt x="554" y="312"/>
                  </a:cubicBezTo>
                  <a:cubicBezTo>
                    <a:pt x="430" y="188"/>
                    <a:pt x="247" y="65"/>
                    <a:pt x="0" y="1"/>
                  </a:cubicBezTo>
                  <a:close/>
                </a:path>
              </a:pathLst>
            </a:custGeom>
            <a:solidFill>
              <a:srgbClr val="B62C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1" name="Google Shape;2781;p59"/>
            <p:cNvSpPr/>
            <p:nvPr/>
          </p:nvSpPr>
          <p:spPr>
            <a:xfrm>
              <a:off x="3649500" y="4073950"/>
              <a:ext cx="43250" cy="46325"/>
            </a:xfrm>
            <a:custGeom>
              <a:rect b="b" l="l" r="r" t="t"/>
              <a:pathLst>
                <a:path extrusionOk="0" h="1853" w="1730">
                  <a:moveTo>
                    <a:pt x="1665" y="0"/>
                  </a:moveTo>
                  <a:cubicBezTo>
                    <a:pt x="1171" y="553"/>
                    <a:pt x="618" y="1112"/>
                    <a:pt x="60" y="1606"/>
                  </a:cubicBezTo>
                  <a:lnTo>
                    <a:pt x="60" y="1665"/>
                  </a:lnTo>
                  <a:lnTo>
                    <a:pt x="1" y="1729"/>
                  </a:lnTo>
                  <a:cubicBezTo>
                    <a:pt x="1" y="1788"/>
                    <a:pt x="60" y="1788"/>
                    <a:pt x="60" y="1788"/>
                  </a:cubicBezTo>
                  <a:cubicBezTo>
                    <a:pt x="60" y="1788"/>
                    <a:pt x="60" y="1853"/>
                    <a:pt x="124" y="1853"/>
                  </a:cubicBezTo>
                  <a:lnTo>
                    <a:pt x="124" y="1788"/>
                  </a:lnTo>
                  <a:lnTo>
                    <a:pt x="184" y="1788"/>
                  </a:lnTo>
                  <a:lnTo>
                    <a:pt x="184" y="1729"/>
                  </a:lnTo>
                  <a:lnTo>
                    <a:pt x="124" y="1665"/>
                  </a:lnTo>
                  <a:cubicBezTo>
                    <a:pt x="677" y="1171"/>
                    <a:pt x="1236" y="618"/>
                    <a:pt x="1730" y="60"/>
                  </a:cubicBezTo>
                  <a:lnTo>
                    <a:pt x="1730" y="0"/>
                  </a:lnTo>
                  <a:close/>
                </a:path>
              </a:pathLst>
            </a:custGeom>
            <a:solidFill>
              <a:srgbClr val="B62C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2" name="Google Shape;2782;p59"/>
            <p:cNvSpPr/>
            <p:nvPr/>
          </p:nvSpPr>
          <p:spPr>
            <a:xfrm>
              <a:off x="3766825" y="3982800"/>
              <a:ext cx="49400" cy="27825"/>
            </a:xfrm>
            <a:custGeom>
              <a:rect b="b" l="l" r="r" t="t"/>
              <a:pathLst>
                <a:path extrusionOk="0" h="1113" w="1976">
                  <a:moveTo>
                    <a:pt x="1912" y="1"/>
                  </a:moveTo>
                  <a:cubicBezTo>
                    <a:pt x="1235" y="248"/>
                    <a:pt x="618" y="618"/>
                    <a:pt x="0" y="1053"/>
                  </a:cubicBezTo>
                  <a:lnTo>
                    <a:pt x="0" y="1112"/>
                  </a:lnTo>
                  <a:lnTo>
                    <a:pt x="59" y="1112"/>
                  </a:lnTo>
                  <a:cubicBezTo>
                    <a:pt x="618" y="683"/>
                    <a:pt x="1294" y="312"/>
                    <a:pt x="1976" y="65"/>
                  </a:cubicBezTo>
                  <a:cubicBezTo>
                    <a:pt x="1976" y="1"/>
                    <a:pt x="1976" y="1"/>
                    <a:pt x="1912" y="1"/>
                  </a:cubicBezTo>
                  <a:close/>
                </a:path>
              </a:pathLst>
            </a:custGeom>
            <a:solidFill>
              <a:srgbClr val="B62C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3" name="Google Shape;2783;p59"/>
            <p:cNvSpPr/>
            <p:nvPr/>
          </p:nvSpPr>
          <p:spPr>
            <a:xfrm>
              <a:off x="3567625" y="4231400"/>
              <a:ext cx="14000" cy="38550"/>
            </a:xfrm>
            <a:custGeom>
              <a:rect b="b" l="l" r="r" t="t"/>
              <a:pathLst>
                <a:path extrusionOk="0" h="1542" w="560">
                  <a:moveTo>
                    <a:pt x="436" y="0"/>
                  </a:moveTo>
                  <a:lnTo>
                    <a:pt x="436" y="59"/>
                  </a:lnTo>
                  <a:lnTo>
                    <a:pt x="371" y="59"/>
                  </a:lnTo>
                  <a:lnTo>
                    <a:pt x="371" y="123"/>
                  </a:lnTo>
                  <a:lnTo>
                    <a:pt x="398" y="148"/>
                  </a:lnTo>
                  <a:lnTo>
                    <a:pt x="398" y="148"/>
                  </a:lnTo>
                  <a:cubicBezTo>
                    <a:pt x="224" y="560"/>
                    <a:pt x="61" y="1021"/>
                    <a:pt x="1" y="1482"/>
                  </a:cubicBezTo>
                  <a:lnTo>
                    <a:pt x="65" y="1541"/>
                  </a:lnTo>
                  <a:lnTo>
                    <a:pt x="65" y="1482"/>
                  </a:lnTo>
                  <a:cubicBezTo>
                    <a:pt x="122" y="1012"/>
                    <a:pt x="294" y="542"/>
                    <a:pt x="468" y="123"/>
                  </a:cubicBezTo>
                  <a:lnTo>
                    <a:pt x="495" y="123"/>
                  </a:lnTo>
                  <a:lnTo>
                    <a:pt x="495" y="59"/>
                  </a:lnTo>
                  <a:lnTo>
                    <a:pt x="559" y="59"/>
                  </a:lnTo>
                  <a:lnTo>
                    <a:pt x="559" y="0"/>
                  </a:lnTo>
                  <a:close/>
                </a:path>
              </a:pathLst>
            </a:custGeom>
            <a:solidFill>
              <a:srgbClr val="B62C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4" name="Google Shape;2784;p59"/>
            <p:cNvSpPr/>
            <p:nvPr/>
          </p:nvSpPr>
          <p:spPr>
            <a:xfrm>
              <a:off x="3647900" y="3862425"/>
              <a:ext cx="101900" cy="40150"/>
            </a:xfrm>
            <a:custGeom>
              <a:rect b="b" l="l" r="r" t="t"/>
              <a:pathLst>
                <a:path extrusionOk="0" h="1606" w="4076">
                  <a:moveTo>
                    <a:pt x="1" y="0"/>
                  </a:moveTo>
                  <a:lnTo>
                    <a:pt x="1" y="64"/>
                  </a:lnTo>
                  <a:cubicBezTo>
                    <a:pt x="1" y="64"/>
                    <a:pt x="1" y="124"/>
                    <a:pt x="65" y="124"/>
                  </a:cubicBezTo>
                  <a:cubicBezTo>
                    <a:pt x="124" y="64"/>
                    <a:pt x="248" y="64"/>
                    <a:pt x="371" y="64"/>
                  </a:cubicBezTo>
                  <a:cubicBezTo>
                    <a:pt x="1359" y="64"/>
                    <a:pt x="2347" y="617"/>
                    <a:pt x="3211" y="1111"/>
                  </a:cubicBezTo>
                  <a:cubicBezTo>
                    <a:pt x="3458" y="1299"/>
                    <a:pt x="3769" y="1482"/>
                    <a:pt x="4016" y="1605"/>
                  </a:cubicBezTo>
                  <a:lnTo>
                    <a:pt x="4076" y="1605"/>
                  </a:lnTo>
                  <a:lnTo>
                    <a:pt x="4076" y="1546"/>
                  </a:lnTo>
                  <a:cubicBezTo>
                    <a:pt x="3769" y="1358"/>
                    <a:pt x="3522" y="1235"/>
                    <a:pt x="3275" y="1052"/>
                  </a:cubicBezTo>
                  <a:cubicBezTo>
                    <a:pt x="2347" y="558"/>
                    <a:pt x="1423" y="0"/>
                    <a:pt x="371" y="0"/>
                  </a:cubicBezTo>
                  <a:close/>
                </a:path>
              </a:pathLst>
            </a:custGeom>
            <a:solidFill>
              <a:srgbClr val="B62C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5" name="Google Shape;2785;p59"/>
            <p:cNvSpPr/>
            <p:nvPr/>
          </p:nvSpPr>
          <p:spPr>
            <a:xfrm>
              <a:off x="4379550" y="3789925"/>
              <a:ext cx="49425" cy="66350"/>
            </a:xfrm>
            <a:custGeom>
              <a:rect b="b" l="l" r="r" t="t"/>
              <a:pathLst>
                <a:path extrusionOk="0" h="2654" w="1977">
                  <a:moveTo>
                    <a:pt x="0" y="1"/>
                  </a:moveTo>
                  <a:lnTo>
                    <a:pt x="0" y="60"/>
                  </a:lnTo>
                  <a:cubicBezTo>
                    <a:pt x="865" y="741"/>
                    <a:pt x="1546" y="1606"/>
                    <a:pt x="1917" y="2653"/>
                  </a:cubicBezTo>
                  <a:lnTo>
                    <a:pt x="1976" y="2653"/>
                  </a:lnTo>
                  <a:lnTo>
                    <a:pt x="1976" y="2594"/>
                  </a:lnTo>
                  <a:cubicBezTo>
                    <a:pt x="1606" y="1606"/>
                    <a:pt x="929" y="677"/>
                    <a:pt x="65" y="1"/>
                  </a:cubicBezTo>
                  <a:close/>
                </a:path>
              </a:pathLst>
            </a:custGeom>
            <a:solidFill>
              <a:srgbClr val="9321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86" name="Google Shape;2786;p59"/>
          <p:cNvSpPr/>
          <p:nvPr/>
        </p:nvSpPr>
        <p:spPr>
          <a:xfrm>
            <a:off x="3921900" y="4700807"/>
            <a:ext cx="1300200" cy="3006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87" name="Google Shape;2787;p59"/>
          <p:cNvSpPr txBox="1"/>
          <p:nvPr>
            <p:ph idx="4294967295" type="ctrTitle"/>
          </p:nvPr>
        </p:nvSpPr>
        <p:spPr>
          <a:xfrm>
            <a:off x="4570291" y="4730057"/>
            <a:ext cx="629400" cy="24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400">
                <a:solidFill>
                  <a:schemeClr val="hlink"/>
                </a:solidFill>
                <a:uFill>
                  <a:noFill/>
                </a:uFill>
                <a:hlinkClick action="ppaction://hlinkshowjump?jump=nextslide"/>
              </a:rPr>
              <a:t>NEXT</a:t>
            </a:r>
            <a:endParaRPr sz="1400"/>
          </a:p>
        </p:txBody>
      </p:sp>
      <p:sp>
        <p:nvSpPr>
          <p:cNvPr id="2788" name="Google Shape;2788;p59"/>
          <p:cNvSpPr txBox="1"/>
          <p:nvPr>
            <p:ph idx="4294967295" type="ctrTitle"/>
          </p:nvPr>
        </p:nvSpPr>
        <p:spPr>
          <a:xfrm>
            <a:off x="3943606" y="4730057"/>
            <a:ext cx="629400" cy="242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sz="1400">
                <a:solidFill>
                  <a:schemeClr val="hlink"/>
                </a:solidFill>
                <a:uFill>
                  <a:noFill/>
                </a:uFill>
                <a:hlinkClick action="ppaction://hlinkshowjump?jump=previousslide"/>
              </a:rPr>
              <a:t>PREV</a:t>
            </a:r>
            <a:endParaRPr sz="14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2686"/>
                                        </p:tgtEl>
                                        <p:attrNameLst>
                                          <p:attrName>style.visibility</p:attrName>
                                        </p:attrNameLst>
                                      </p:cBhvr>
                                      <p:to>
                                        <p:strVal val="visible"/>
                                      </p:to>
                                    </p:set>
                                    <p:animEffect filter="fade" transition="in">
                                      <p:cBhvr>
                                        <p:cTn dur="1000"/>
                                        <p:tgtEl>
                                          <p:spTgt spid="2686"/>
                                        </p:tgtEl>
                                      </p:cBhvr>
                                    </p:animEffect>
                                  </p:childTnLst>
                                </p:cTn>
                              </p:par>
                              <p:par>
                                <p:cTn fill="hold" nodeType="withEffect" presetClass="entr" presetID="10" presetSubtype="0">
                                  <p:stCondLst>
                                    <p:cond delay="0"/>
                                  </p:stCondLst>
                                  <p:childTnLst>
                                    <p:set>
                                      <p:cBhvr>
                                        <p:cTn dur="1" fill="hold">
                                          <p:stCondLst>
                                            <p:cond delay="0"/>
                                          </p:stCondLst>
                                        </p:cTn>
                                        <p:tgtEl>
                                          <p:spTgt spid="2687"/>
                                        </p:tgtEl>
                                        <p:attrNameLst>
                                          <p:attrName>style.visibility</p:attrName>
                                        </p:attrNameLst>
                                      </p:cBhvr>
                                      <p:to>
                                        <p:strVal val="visible"/>
                                      </p:to>
                                    </p:set>
                                    <p:animEffect filter="fade" transition="in">
                                      <p:cBhvr>
                                        <p:cTn dur="1000"/>
                                        <p:tgtEl>
                                          <p:spTgt spid="2687"/>
                                        </p:tgtEl>
                                      </p:cBhvr>
                                    </p:animEffect>
                                  </p:childTnLst>
                                </p:cTn>
                              </p:par>
                              <p:par>
                                <p:cTn fill="hold" nodeType="withEffect" presetClass="entr" presetID="10" presetSubtype="0">
                                  <p:stCondLst>
                                    <p:cond delay="0"/>
                                  </p:stCondLst>
                                  <p:childTnLst>
                                    <p:set>
                                      <p:cBhvr>
                                        <p:cTn dur="1" fill="hold">
                                          <p:stCondLst>
                                            <p:cond delay="0"/>
                                          </p:stCondLst>
                                        </p:cTn>
                                        <p:tgtEl>
                                          <p:spTgt spid="2707"/>
                                        </p:tgtEl>
                                        <p:attrNameLst>
                                          <p:attrName>style.visibility</p:attrName>
                                        </p:attrNameLst>
                                      </p:cBhvr>
                                      <p:to>
                                        <p:strVal val="visible"/>
                                      </p:to>
                                    </p:set>
                                    <p:animEffect filter="fade" transition="in">
                                      <p:cBhvr>
                                        <p:cTn dur="1000"/>
                                        <p:tgtEl>
                                          <p:spTgt spid="27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2" name="Shape 2792"/>
        <p:cNvGrpSpPr/>
        <p:nvPr/>
      </p:nvGrpSpPr>
      <p:grpSpPr>
        <a:xfrm>
          <a:off x="0" y="0"/>
          <a:ext cx="0" cy="0"/>
          <a:chOff x="0" y="0"/>
          <a:chExt cx="0" cy="0"/>
        </a:xfrm>
      </p:grpSpPr>
      <p:sp>
        <p:nvSpPr>
          <p:cNvPr id="2793" name="Google Shape;2793;p60"/>
          <p:cNvSpPr txBox="1"/>
          <p:nvPr>
            <p:ph type="title"/>
          </p:nvPr>
        </p:nvSpPr>
        <p:spPr>
          <a:xfrm>
            <a:off x="713250" y="889225"/>
            <a:ext cx="7717500" cy="478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Challenges</a:t>
            </a:r>
            <a:endParaRPr/>
          </a:p>
          <a:p>
            <a:pPr indent="0" lvl="0" marL="0" rtl="0" algn="ctr">
              <a:spcBef>
                <a:spcPts val="0"/>
              </a:spcBef>
              <a:spcAft>
                <a:spcPts val="0"/>
              </a:spcAft>
              <a:buNone/>
            </a:pPr>
            <a:r>
              <a:t/>
            </a:r>
            <a:endParaRPr/>
          </a:p>
        </p:txBody>
      </p:sp>
      <p:sp>
        <p:nvSpPr>
          <p:cNvPr id="2794" name="Google Shape;2794;p60"/>
          <p:cNvSpPr/>
          <p:nvPr/>
        </p:nvSpPr>
        <p:spPr>
          <a:xfrm>
            <a:off x="3921900" y="4700807"/>
            <a:ext cx="1300200" cy="3006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95" name="Google Shape;2795;p60"/>
          <p:cNvSpPr txBox="1"/>
          <p:nvPr>
            <p:ph idx="4294967295" type="ctrTitle"/>
          </p:nvPr>
        </p:nvSpPr>
        <p:spPr>
          <a:xfrm>
            <a:off x="4570291" y="4730057"/>
            <a:ext cx="629400" cy="24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400">
                <a:solidFill>
                  <a:schemeClr val="hlink"/>
                </a:solidFill>
                <a:uFill>
                  <a:noFill/>
                </a:uFill>
                <a:hlinkClick action="ppaction://hlinkshowjump?jump=nextslide"/>
              </a:rPr>
              <a:t>NEXT</a:t>
            </a:r>
            <a:endParaRPr sz="1400"/>
          </a:p>
        </p:txBody>
      </p:sp>
      <p:sp>
        <p:nvSpPr>
          <p:cNvPr id="2796" name="Google Shape;2796;p60"/>
          <p:cNvSpPr txBox="1"/>
          <p:nvPr>
            <p:ph idx="2" type="subTitle"/>
          </p:nvPr>
        </p:nvSpPr>
        <p:spPr>
          <a:xfrm>
            <a:off x="1609875" y="3267823"/>
            <a:ext cx="5061900" cy="96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Challenges include difficulty detecting irregular rhythms in daily life, managing associated risk factors like hypertension and obesity, and ensuring timely responses to abnormal heart activity.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current solution for AFib analysis is laborious. An EKG reading is given and is hard to understand for the average AFib patient so </a:t>
            </a:r>
            <a:r>
              <a:rPr lang="en"/>
              <a:t>they would need </a:t>
            </a:r>
            <a:r>
              <a:rPr lang="en"/>
              <a:t>a healthcare provider to help decipher.</a:t>
            </a:r>
            <a:endParaRPr b="1"/>
          </a:p>
        </p:txBody>
      </p:sp>
      <p:sp>
        <p:nvSpPr>
          <p:cNvPr id="2797" name="Google Shape;2797;p60"/>
          <p:cNvSpPr txBox="1"/>
          <p:nvPr>
            <p:ph idx="4294967295" type="ctrTitle"/>
          </p:nvPr>
        </p:nvSpPr>
        <p:spPr>
          <a:xfrm>
            <a:off x="3943606" y="4730057"/>
            <a:ext cx="629400" cy="242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sz="1400">
                <a:solidFill>
                  <a:schemeClr val="hlink"/>
                </a:solidFill>
                <a:uFill>
                  <a:noFill/>
                </a:uFill>
                <a:hlinkClick action="ppaction://hlinkshowjump?jump=previousslide"/>
              </a:rPr>
              <a:t>PREV</a:t>
            </a:r>
            <a:endParaRPr sz="1400"/>
          </a:p>
        </p:txBody>
      </p:sp>
      <p:sp>
        <p:nvSpPr>
          <p:cNvPr id="2798" name="Google Shape;2798;p60"/>
          <p:cNvSpPr txBox="1"/>
          <p:nvPr>
            <p:ph idx="1" type="subTitle"/>
          </p:nvPr>
        </p:nvSpPr>
        <p:spPr>
          <a:xfrm>
            <a:off x="1727359" y="2384850"/>
            <a:ext cx="5061900" cy="48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Challenges in Managing AFib in Patients</a:t>
            </a:r>
            <a:endParaRPr/>
          </a:p>
        </p:txBody>
      </p:sp>
      <p:sp>
        <p:nvSpPr>
          <p:cNvPr id="2799" name="Google Shape;2799;p60"/>
          <p:cNvSpPr/>
          <p:nvPr/>
        </p:nvSpPr>
        <p:spPr>
          <a:xfrm>
            <a:off x="645220" y="3171640"/>
            <a:ext cx="814444" cy="634380"/>
          </a:xfrm>
          <a:custGeom>
            <a:rect b="b" l="l" r="r" t="t"/>
            <a:pathLst>
              <a:path extrusionOk="0" h="42712" w="62195">
                <a:moveTo>
                  <a:pt x="44566" y="1"/>
                </a:moveTo>
                <a:cubicBezTo>
                  <a:pt x="27424" y="1"/>
                  <a:pt x="0" y="16215"/>
                  <a:pt x="0" y="27150"/>
                </a:cubicBezTo>
                <a:cubicBezTo>
                  <a:pt x="0" y="38089"/>
                  <a:pt x="13930" y="42712"/>
                  <a:pt x="31072" y="42712"/>
                </a:cubicBezTo>
                <a:cubicBezTo>
                  <a:pt x="48266" y="42712"/>
                  <a:pt x="62195" y="38089"/>
                  <a:pt x="62195" y="27150"/>
                </a:cubicBezTo>
                <a:cubicBezTo>
                  <a:pt x="62195" y="16215"/>
                  <a:pt x="61760" y="1"/>
                  <a:pt x="445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0" name="Google Shape;2800;p60"/>
          <p:cNvSpPr/>
          <p:nvPr/>
        </p:nvSpPr>
        <p:spPr>
          <a:xfrm>
            <a:off x="645220" y="1723853"/>
            <a:ext cx="814444" cy="634380"/>
          </a:xfrm>
          <a:custGeom>
            <a:rect b="b" l="l" r="r" t="t"/>
            <a:pathLst>
              <a:path extrusionOk="0" h="42712" w="62195">
                <a:moveTo>
                  <a:pt x="44566" y="1"/>
                </a:moveTo>
                <a:cubicBezTo>
                  <a:pt x="27424" y="1"/>
                  <a:pt x="0" y="16215"/>
                  <a:pt x="0" y="27150"/>
                </a:cubicBezTo>
                <a:cubicBezTo>
                  <a:pt x="0" y="38089"/>
                  <a:pt x="13930" y="42712"/>
                  <a:pt x="31072" y="42712"/>
                </a:cubicBezTo>
                <a:cubicBezTo>
                  <a:pt x="48266" y="42712"/>
                  <a:pt x="62195" y="38089"/>
                  <a:pt x="62195" y="27150"/>
                </a:cubicBezTo>
                <a:cubicBezTo>
                  <a:pt x="62195" y="16215"/>
                  <a:pt x="61760" y="1"/>
                  <a:pt x="445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1" name="Google Shape;2801;p60"/>
          <p:cNvSpPr txBox="1"/>
          <p:nvPr/>
        </p:nvSpPr>
        <p:spPr>
          <a:xfrm>
            <a:off x="-4675" y="4441750"/>
            <a:ext cx="3795900" cy="20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solidFill>
                <a:schemeClr val="lt2"/>
              </a:solidFill>
              <a:latin typeface="Nunito"/>
              <a:ea typeface="Nunito"/>
              <a:cs typeface="Nunito"/>
              <a:sym typeface="Nunito"/>
            </a:endParaRPr>
          </a:p>
        </p:txBody>
      </p:sp>
      <p:grpSp>
        <p:nvGrpSpPr>
          <p:cNvPr id="2802" name="Google Shape;2802;p60"/>
          <p:cNvGrpSpPr/>
          <p:nvPr/>
        </p:nvGrpSpPr>
        <p:grpSpPr>
          <a:xfrm>
            <a:off x="6870658" y="1367437"/>
            <a:ext cx="1906260" cy="3364963"/>
            <a:chOff x="3451925" y="3129975"/>
            <a:chExt cx="1308975" cy="2310625"/>
          </a:xfrm>
        </p:grpSpPr>
        <p:sp>
          <p:nvSpPr>
            <p:cNvPr id="2803" name="Google Shape;2803;p60"/>
            <p:cNvSpPr/>
            <p:nvPr/>
          </p:nvSpPr>
          <p:spPr>
            <a:xfrm>
              <a:off x="4083175" y="3771050"/>
              <a:ext cx="609800" cy="249475"/>
            </a:xfrm>
            <a:custGeom>
              <a:rect b="b" l="l" r="r" t="t"/>
              <a:pathLst>
                <a:path extrusionOk="0" h="9979" w="24392">
                  <a:moveTo>
                    <a:pt x="6377" y="0"/>
                  </a:moveTo>
                  <a:cubicBezTo>
                    <a:pt x="3614" y="0"/>
                    <a:pt x="1305" y="219"/>
                    <a:pt x="312" y="815"/>
                  </a:cubicBezTo>
                  <a:lnTo>
                    <a:pt x="1" y="2237"/>
                  </a:lnTo>
                  <a:lnTo>
                    <a:pt x="189" y="2855"/>
                  </a:lnTo>
                  <a:cubicBezTo>
                    <a:pt x="189" y="2855"/>
                    <a:pt x="10685" y="7607"/>
                    <a:pt x="17970" y="9582"/>
                  </a:cubicBezTo>
                  <a:cubicBezTo>
                    <a:pt x="18740" y="9875"/>
                    <a:pt x="19482" y="9979"/>
                    <a:pt x="20145" y="9979"/>
                  </a:cubicBezTo>
                  <a:cubicBezTo>
                    <a:pt x="21717" y="9979"/>
                    <a:pt x="22846" y="9400"/>
                    <a:pt x="22846" y="9400"/>
                  </a:cubicBezTo>
                  <a:cubicBezTo>
                    <a:pt x="24392" y="5878"/>
                    <a:pt x="23587" y="2731"/>
                    <a:pt x="21858" y="1432"/>
                  </a:cubicBezTo>
                  <a:cubicBezTo>
                    <a:pt x="20058" y="973"/>
                    <a:pt x="12206" y="0"/>
                    <a:pt x="6377" y="0"/>
                  </a:cubicBezTo>
                  <a:close/>
                </a:path>
              </a:pathLst>
            </a:custGeom>
            <a:solidFill>
              <a:srgbClr val="9B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4" name="Google Shape;2804;p60"/>
            <p:cNvSpPr/>
            <p:nvPr/>
          </p:nvSpPr>
          <p:spPr>
            <a:xfrm>
              <a:off x="4050825" y="3157075"/>
              <a:ext cx="376650" cy="631275"/>
            </a:xfrm>
            <a:custGeom>
              <a:rect b="b" l="l" r="r" t="t"/>
              <a:pathLst>
                <a:path extrusionOk="0" h="25251" w="15066">
                  <a:moveTo>
                    <a:pt x="6481" y="306"/>
                  </a:moveTo>
                  <a:cubicBezTo>
                    <a:pt x="6481" y="430"/>
                    <a:pt x="6481" y="494"/>
                    <a:pt x="6422" y="677"/>
                  </a:cubicBezTo>
                  <a:cubicBezTo>
                    <a:pt x="6481" y="617"/>
                    <a:pt x="6545" y="617"/>
                    <a:pt x="6605" y="617"/>
                  </a:cubicBezTo>
                  <a:cubicBezTo>
                    <a:pt x="6605" y="494"/>
                    <a:pt x="6545" y="370"/>
                    <a:pt x="6481" y="306"/>
                  </a:cubicBezTo>
                  <a:close/>
                  <a:moveTo>
                    <a:pt x="1" y="0"/>
                  </a:moveTo>
                  <a:cubicBezTo>
                    <a:pt x="307" y="1665"/>
                    <a:pt x="307" y="7533"/>
                    <a:pt x="677" y="8827"/>
                  </a:cubicBezTo>
                  <a:cubicBezTo>
                    <a:pt x="801" y="9197"/>
                    <a:pt x="865" y="9444"/>
                    <a:pt x="924" y="9568"/>
                  </a:cubicBezTo>
                  <a:cubicBezTo>
                    <a:pt x="924" y="9508"/>
                    <a:pt x="865" y="9385"/>
                    <a:pt x="865" y="9261"/>
                  </a:cubicBezTo>
                  <a:cubicBezTo>
                    <a:pt x="431" y="7780"/>
                    <a:pt x="495" y="924"/>
                    <a:pt x="60" y="59"/>
                  </a:cubicBezTo>
                  <a:cubicBezTo>
                    <a:pt x="60" y="59"/>
                    <a:pt x="60" y="0"/>
                    <a:pt x="1" y="0"/>
                  </a:cubicBezTo>
                  <a:close/>
                  <a:moveTo>
                    <a:pt x="10744" y="1294"/>
                  </a:moveTo>
                  <a:cubicBezTo>
                    <a:pt x="10803" y="2346"/>
                    <a:pt x="10991" y="5557"/>
                    <a:pt x="10991" y="7656"/>
                  </a:cubicBezTo>
                  <a:cubicBezTo>
                    <a:pt x="10991" y="8456"/>
                    <a:pt x="11238" y="9385"/>
                    <a:pt x="11544" y="10185"/>
                  </a:cubicBezTo>
                  <a:cubicBezTo>
                    <a:pt x="11297" y="9508"/>
                    <a:pt x="11114" y="8768"/>
                    <a:pt x="11114" y="8086"/>
                  </a:cubicBezTo>
                  <a:cubicBezTo>
                    <a:pt x="11114" y="5493"/>
                    <a:pt x="10867" y="1358"/>
                    <a:pt x="10867" y="1358"/>
                  </a:cubicBezTo>
                  <a:cubicBezTo>
                    <a:pt x="10867" y="1358"/>
                    <a:pt x="10803" y="1294"/>
                    <a:pt x="10744" y="1294"/>
                  </a:cubicBezTo>
                  <a:close/>
                  <a:moveTo>
                    <a:pt x="13708" y="14507"/>
                  </a:moveTo>
                  <a:cubicBezTo>
                    <a:pt x="14137" y="15806"/>
                    <a:pt x="14755" y="18459"/>
                    <a:pt x="13396" y="20805"/>
                  </a:cubicBezTo>
                  <a:cubicBezTo>
                    <a:pt x="11421" y="23275"/>
                    <a:pt x="9509" y="23956"/>
                    <a:pt x="7904" y="23956"/>
                  </a:cubicBezTo>
                  <a:cubicBezTo>
                    <a:pt x="5928" y="23956"/>
                    <a:pt x="4506" y="22781"/>
                    <a:pt x="4506" y="22781"/>
                  </a:cubicBezTo>
                  <a:cubicBezTo>
                    <a:pt x="4506" y="22781"/>
                    <a:pt x="4076" y="22040"/>
                    <a:pt x="3705" y="22040"/>
                  </a:cubicBezTo>
                  <a:cubicBezTo>
                    <a:pt x="3641" y="22040"/>
                    <a:pt x="3582" y="22040"/>
                    <a:pt x="3518" y="22104"/>
                  </a:cubicBezTo>
                  <a:cubicBezTo>
                    <a:pt x="2530" y="22781"/>
                    <a:pt x="2036" y="24080"/>
                    <a:pt x="1853" y="25250"/>
                  </a:cubicBezTo>
                  <a:cubicBezTo>
                    <a:pt x="1912" y="25191"/>
                    <a:pt x="1977" y="25191"/>
                    <a:pt x="2100" y="25127"/>
                  </a:cubicBezTo>
                  <a:cubicBezTo>
                    <a:pt x="2347" y="24139"/>
                    <a:pt x="2841" y="23092"/>
                    <a:pt x="3641" y="22534"/>
                  </a:cubicBezTo>
                  <a:cubicBezTo>
                    <a:pt x="3705" y="22474"/>
                    <a:pt x="3765" y="22474"/>
                    <a:pt x="3829" y="22474"/>
                  </a:cubicBezTo>
                  <a:cubicBezTo>
                    <a:pt x="4259" y="22474"/>
                    <a:pt x="4693" y="23215"/>
                    <a:pt x="4693" y="23215"/>
                  </a:cubicBezTo>
                  <a:cubicBezTo>
                    <a:pt x="4693" y="23215"/>
                    <a:pt x="6052" y="24386"/>
                    <a:pt x="8087" y="24386"/>
                  </a:cubicBezTo>
                  <a:cubicBezTo>
                    <a:pt x="9633" y="24386"/>
                    <a:pt x="11544" y="23645"/>
                    <a:pt x="13520" y="21240"/>
                  </a:cubicBezTo>
                  <a:cubicBezTo>
                    <a:pt x="15066" y="18582"/>
                    <a:pt x="14137" y="15559"/>
                    <a:pt x="13708" y="14507"/>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5" name="Google Shape;2805;p60"/>
            <p:cNvSpPr/>
            <p:nvPr/>
          </p:nvSpPr>
          <p:spPr>
            <a:xfrm>
              <a:off x="4092450" y="3785225"/>
              <a:ext cx="10900" cy="37075"/>
            </a:xfrm>
            <a:custGeom>
              <a:rect b="b" l="l" r="r" t="t"/>
              <a:pathLst>
                <a:path extrusionOk="0" h="1483" w="436">
                  <a:moveTo>
                    <a:pt x="435" y="1"/>
                  </a:moveTo>
                  <a:cubicBezTo>
                    <a:pt x="312" y="65"/>
                    <a:pt x="247" y="65"/>
                    <a:pt x="188" y="124"/>
                  </a:cubicBezTo>
                  <a:cubicBezTo>
                    <a:pt x="65" y="618"/>
                    <a:pt x="0" y="1112"/>
                    <a:pt x="0" y="1483"/>
                  </a:cubicBezTo>
                  <a:cubicBezTo>
                    <a:pt x="65" y="1483"/>
                    <a:pt x="124" y="1483"/>
                    <a:pt x="188" y="1423"/>
                  </a:cubicBezTo>
                  <a:cubicBezTo>
                    <a:pt x="247" y="989"/>
                    <a:pt x="312" y="495"/>
                    <a:pt x="435" y="1"/>
                  </a:cubicBezTo>
                  <a:close/>
                </a:path>
              </a:pathLst>
            </a:custGeom>
            <a:solidFill>
              <a:srgbClr val="8721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6" name="Google Shape;2806;p60"/>
            <p:cNvSpPr/>
            <p:nvPr/>
          </p:nvSpPr>
          <p:spPr>
            <a:xfrm>
              <a:off x="4588000" y="3823875"/>
              <a:ext cx="78675" cy="174400"/>
            </a:xfrm>
            <a:custGeom>
              <a:rect b="b" l="l" r="r" t="t"/>
              <a:pathLst>
                <a:path extrusionOk="0" h="6976" w="3147">
                  <a:moveTo>
                    <a:pt x="1482" y="1"/>
                  </a:moveTo>
                  <a:cubicBezTo>
                    <a:pt x="1171" y="1"/>
                    <a:pt x="800" y="60"/>
                    <a:pt x="618" y="307"/>
                  </a:cubicBezTo>
                  <a:cubicBezTo>
                    <a:pt x="494" y="495"/>
                    <a:pt x="494" y="678"/>
                    <a:pt x="430" y="865"/>
                  </a:cubicBezTo>
                  <a:cubicBezTo>
                    <a:pt x="306" y="1606"/>
                    <a:pt x="247" y="2406"/>
                    <a:pt x="183" y="3147"/>
                  </a:cubicBezTo>
                  <a:cubicBezTo>
                    <a:pt x="59" y="4259"/>
                    <a:pt x="0" y="5558"/>
                    <a:pt x="741" y="6422"/>
                  </a:cubicBezTo>
                  <a:cubicBezTo>
                    <a:pt x="988" y="6728"/>
                    <a:pt x="1294" y="6975"/>
                    <a:pt x="1729" y="6975"/>
                  </a:cubicBezTo>
                  <a:lnTo>
                    <a:pt x="1852" y="6975"/>
                  </a:lnTo>
                  <a:cubicBezTo>
                    <a:pt x="2159" y="6916"/>
                    <a:pt x="2470" y="6605"/>
                    <a:pt x="2653" y="6299"/>
                  </a:cubicBezTo>
                  <a:cubicBezTo>
                    <a:pt x="2776" y="5987"/>
                    <a:pt x="2840" y="5681"/>
                    <a:pt x="2900" y="5311"/>
                  </a:cubicBezTo>
                  <a:cubicBezTo>
                    <a:pt x="3147" y="3459"/>
                    <a:pt x="2964" y="1419"/>
                    <a:pt x="1788" y="1"/>
                  </a:cubicBezTo>
                  <a:close/>
                </a:path>
              </a:pathLst>
            </a:custGeom>
            <a:solidFill>
              <a:srgbClr val="8721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7" name="Google Shape;2807;p60"/>
            <p:cNvSpPr/>
            <p:nvPr/>
          </p:nvSpPr>
          <p:spPr>
            <a:xfrm>
              <a:off x="3799175" y="3129975"/>
              <a:ext cx="632875" cy="939300"/>
            </a:xfrm>
            <a:custGeom>
              <a:rect b="b" l="l" r="r" t="t"/>
              <a:pathLst>
                <a:path extrusionOk="0" h="37572" w="25315">
                  <a:moveTo>
                    <a:pt x="7830" y="0"/>
                  </a:moveTo>
                  <a:cubicBezTo>
                    <a:pt x="6037" y="0"/>
                    <a:pt x="3952" y="714"/>
                    <a:pt x="3952" y="714"/>
                  </a:cubicBezTo>
                  <a:lnTo>
                    <a:pt x="3952" y="7812"/>
                  </a:lnTo>
                  <a:lnTo>
                    <a:pt x="2164" y="19360"/>
                  </a:lnTo>
                  <a:lnTo>
                    <a:pt x="0" y="29115"/>
                  </a:lnTo>
                  <a:lnTo>
                    <a:pt x="988" y="37572"/>
                  </a:lnTo>
                  <a:lnTo>
                    <a:pt x="11672" y="28621"/>
                  </a:lnTo>
                  <a:cubicBezTo>
                    <a:pt x="11672" y="28621"/>
                    <a:pt x="11549" y="24606"/>
                    <a:pt x="13584" y="23188"/>
                  </a:cubicBezTo>
                  <a:cubicBezTo>
                    <a:pt x="13643" y="23146"/>
                    <a:pt x="13704" y="23127"/>
                    <a:pt x="13766" y="23127"/>
                  </a:cubicBezTo>
                  <a:cubicBezTo>
                    <a:pt x="14159" y="23127"/>
                    <a:pt x="14572" y="23865"/>
                    <a:pt x="14572" y="23865"/>
                  </a:cubicBezTo>
                  <a:cubicBezTo>
                    <a:pt x="14572" y="23865"/>
                    <a:pt x="15949" y="25027"/>
                    <a:pt x="17972" y="25027"/>
                  </a:cubicBezTo>
                  <a:cubicBezTo>
                    <a:pt x="19531" y="25027"/>
                    <a:pt x="21473" y="24336"/>
                    <a:pt x="23462" y="21889"/>
                  </a:cubicBezTo>
                  <a:cubicBezTo>
                    <a:pt x="25315" y="18619"/>
                    <a:pt x="23462" y="14791"/>
                    <a:pt x="23462" y="14791"/>
                  </a:cubicBezTo>
                  <a:cubicBezTo>
                    <a:pt x="23462" y="14791"/>
                    <a:pt x="21057" y="11333"/>
                    <a:pt x="21057" y="8740"/>
                  </a:cubicBezTo>
                  <a:cubicBezTo>
                    <a:pt x="21057" y="6206"/>
                    <a:pt x="20810" y="2008"/>
                    <a:pt x="20810" y="2008"/>
                  </a:cubicBezTo>
                  <a:cubicBezTo>
                    <a:pt x="20810" y="2008"/>
                    <a:pt x="19904" y="1538"/>
                    <a:pt x="18365" y="1538"/>
                  </a:cubicBezTo>
                  <a:cubicBezTo>
                    <a:pt x="17816" y="1538"/>
                    <a:pt x="17186" y="1598"/>
                    <a:pt x="16488" y="1761"/>
                  </a:cubicBezTo>
                  <a:cubicBezTo>
                    <a:pt x="16671" y="1267"/>
                    <a:pt x="16365" y="896"/>
                    <a:pt x="16365" y="896"/>
                  </a:cubicBezTo>
                  <a:cubicBezTo>
                    <a:pt x="16365" y="896"/>
                    <a:pt x="15855" y="860"/>
                    <a:pt x="15170" y="860"/>
                  </a:cubicBezTo>
                  <a:cubicBezTo>
                    <a:pt x="13862" y="860"/>
                    <a:pt x="11915" y="992"/>
                    <a:pt x="11672" y="1761"/>
                  </a:cubicBezTo>
                  <a:cubicBezTo>
                    <a:pt x="11672" y="3613"/>
                    <a:pt x="12102" y="10405"/>
                    <a:pt x="11672" y="10716"/>
                  </a:cubicBezTo>
                  <a:cubicBezTo>
                    <a:pt x="11480" y="10825"/>
                    <a:pt x="11361" y="10970"/>
                    <a:pt x="11251" y="10970"/>
                  </a:cubicBezTo>
                  <a:cubicBezTo>
                    <a:pt x="11112" y="10970"/>
                    <a:pt x="10986" y="10738"/>
                    <a:pt x="10743" y="9911"/>
                  </a:cubicBezTo>
                  <a:cubicBezTo>
                    <a:pt x="10314" y="8493"/>
                    <a:pt x="10437" y="1578"/>
                    <a:pt x="10003" y="714"/>
                  </a:cubicBezTo>
                  <a:cubicBezTo>
                    <a:pt x="9550" y="178"/>
                    <a:pt x="8727" y="0"/>
                    <a:pt x="78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8" name="Google Shape;2808;p60"/>
            <p:cNvSpPr/>
            <p:nvPr/>
          </p:nvSpPr>
          <p:spPr>
            <a:xfrm>
              <a:off x="3820775" y="3183250"/>
              <a:ext cx="243900" cy="734750"/>
            </a:xfrm>
            <a:custGeom>
              <a:rect b="b" l="l" r="r" t="t"/>
              <a:pathLst>
                <a:path extrusionOk="0" h="29390" w="9756">
                  <a:moveTo>
                    <a:pt x="3211" y="0"/>
                  </a:moveTo>
                  <a:lnTo>
                    <a:pt x="3211" y="3769"/>
                  </a:lnTo>
                  <a:cubicBezTo>
                    <a:pt x="3211" y="3769"/>
                    <a:pt x="3399" y="3705"/>
                    <a:pt x="3705" y="3522"/>
                  </a:cubicBezTo>
                  <a:lnTo>
                    <a:pt x="3705" y="247"/>
                  </a:lnTo>
                  <a:cubicBezTo>
                    <a:pt x="3705" y="247"/>
                    <a:pt x="3522" y="188"/>
                    <a:pt x="3211" y="0"/>
                  </a:cubicBezTo>
                  <a:close/>
                  <a:moveTo>
                    <a:pt x="7904" y="2534"/>
                  </a:moveTo>
                  <a:cubicBezTo>
                    <a:pt x="7904" y="2593"/>
                    <a:pt x="7968" y="2593"/>
                    <a:pt x="7968" y="2658"/>
                  </a:cubicBezTo>
                  <a:cubicBezTo>
                    <a:pt x="8027" y="2781"/>
                    <a:pt x="8151" y="2964"/>
                    <a:pt x="8215" y="3087"/>
                  </a:cubicBezTo>
                  <a:cubicBezTo>
                    <a:pt x="8462" y="3581"/>
                    <a:pt x="8645" y="4199"/>
                    <a:pt x="8768" y="4757"/>
                  </a:cubicBezTo>
                  <a:cubicBezTo>
                    <a:pt x="8956" y="5498"/>
                    <a:pt x="9015" y="6298"/>
                    <a:pt x="8956" y="7039"/>
                  </a:cubicBezTo>
                  <a:cubicBezTo>
                    <a:pt x="8892" y="7474"/>
                    <a:pt x="8892" y="7844"/>
                    <a:pt x="8832" y="7967"/>
                  </a:cubicBezTo>
                  <a:lnTo>
                    <a:pt x="8832" y="8027"/>
                  </a:lnTo>
                  <a:lnTo>
                    <a:pt x="8768" y="8027"/>
                  </a:lnTo>
                  <a:cubicBezTo>
                    <a:pt x="8521" y="8150"/>
                    <a:pt x="5869" y="10067"/>
                    <a:pt x="5558" y="10249"/>
                  </a:cubicBezTo>
                  <a:cubicBezTo>
                    <a:pt x="5187" y="10437"/>
                    <a:pt x="3522" y="12225"/>
                    <a:pt x="3522" y="12225"/>
                  </a:cubicBezTo>
                  <a:cubicBezTo>
                    <a:pt x="3522" y="12225"/>
                    <a:pt x="3769" y="14512"/>
                    <a:pt x="2658" y="16794"/>
                  </a:cubicBezTo>
                  <a:cubicBezTo>
                    <a:pt x="1547" y="19081"/>
                    <a:pt x="618" y="23956"/>
                    <a:pt x="248" y="25191"/>
                  </a:cubicBezTo>
                  <a:cubicBezTo>
                    <a:pt x="1" y="26179"/>
                    <a:pt x="124" y="28219"/>
                    <a:pt x="248" y="29143"/>
                  </a:cubicBezTo>
                  <a:cubicBezTo>
                    <a:pt x="371" y="29207"/>
                    <a:pt x="559" y="29266"/>
                    <a:pt x="682" y="29390"/>
                  </a:cubicBezTo>
                  <a:cubicBezTo>
                    <a:pt x="618" y="28466"/>
                    <a:pt x="495" y="26490"/>
                    <a:pt x="742" y="25502"/>
                  </a:cubicBezTo>
                  <a:cubicBezTo>
                    <a:pt x="1112" y="24203"/>
                    <a:pt x="2041" y="19387"/>
                    <a:pt x="3152" y="17105"/>
                  </a:cubicBezTo>
                  <a:cubicBezTo>
                    <a:pt x="4263" y="14818"/>
                    <a:pt x="3952" y="12472"/>
                    <a:pt x="3952" y="12472"/>
                  </a:cubicBezTo>
                  <a:cubicBezTo>
                    <a:pt x="3952" y="12472"/>
                    <a:pt x="5681" y="10684"/>
                    <a:pt x="5992" y="10561"/>
                  </a:cubicBezTo>
                  <a:cubicBezTo>
                    <a:pt x="6363" y="10373"/>
                    <a:pt x="9015" y="8397"/>
                    <a:pt x="9262" y="8338"/>
                  </a:cubicBezTo>
                  <a:cubicBezTo>
                    <a:pt x="9509" y="8274"/>
                    <a:pt x="9756" y="3828"/>
                    <a:pt x="7968" y="2534"/>
                  </a:cubicBezTo>
                  <a:close/>
                </a:path>
              </a:pathLst>
            </a:custGeom>
            <a:solidFill>
              <a:srgbClr val="801D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9" name="Google Shape;2809;p60"/>
            <p:cNvSpPr/>
            <p:nvPr/>
          </p:nvSpPr>
          <p:spPr>
            <a:xfrm>
              <a:off x="3854750" y="3857850"/>
              <a:ext cx="71025" cy="103375"/>
            </a:xfrm>
            <a:custGeom>
              <a:rect b="b" l="l" r="r" t="t"/>
              <a:pathLst>
                <a:path extrusionOk="0" h="4135" w="2841">
                  <a:moveTo>
                    <a:pt x="864" y="0"/>
                  </a:moveTo>
                  <a:cubicBezTo>
                    <a:pt x="311" y="60"/>
                    <a:pt x="0" y="677"/>
                    <a:pt x="64" y="1235"/>
                  </a:cubicBezTo>
                  <a:cubicBezTo>
                    <a:pt x="124" y="1788"/>
                    <a:pt x="435" y="2223"/>
                    <a:pt x="741" y="2717"/>
                  </a:cubicBezTo>
                  <a:cubicBezTo>
                    <a:pt x="1111" y="3147"/>
                    <a:pt x="1423" y="3641"/>
                    <a:pt x="1793" y="4135"/>
                  </a:cubicBezTo>
                  <a:cubicBezTo>
                    <a:pt x="2099" y="3764"/>
                    <a:pt x="2470" y="3394"/>
                    <a:pt x="2840" y="3023"/>
                  </a:cubicBezTo>
                  <a:cubicBezTo>
                    <a:pt x="2840" y="2900"/>
                    <a:pt x="2840" y="2776"/>
                    <a:pt x="2781" y="2653"/>
                  </a:cubicBezTo>
                  <a:cubicBezTo>
                    <a:pt x="2717" y="2159"/>
                    <a:pt x="2717" y="1665"/>
                    <a:pt x="2470" y="1235"/>
                  </a:cubicBezTo>
                  <a:cubicBezTo>
                    <a:pt x="2346" y="865"/>
                    <a:pt x="2040" y="494"/>
                    <a:pt x="1729" y="247"/>
                  </a:cubicBezTo>
                  <a:cubicBezTo>
                    <a:pt x="1482" y="124"/>
                    <a:pt x="1235" y="0"/>
                    <a:pt x="988" y="0"/>
                  </a:cubicBezTo>
                  <a:close/>
                </a:path>
              </a:pathLst>
            </a:custGeom>
            <a:solidFill>
              <a:srgbClr val="801D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0" name="Google Shape;2810;p60"/>
            <p:cNvSpPr/>
            <p:nvPr/>
          </p:nvSpPr>
          <p:spPr>
            <a:xfrm>
              <a:off x="4094050" y="3618525"/>
              <a:ext cx="155875" cy="126600"/>
            </a:xfrm>
            <a:custGeom>
              <a:rect b="b" l="l" r="r" t="t"/>
              <a:pathLst>
                <a:path extrusionOk="0" h="5064" w="6235">
                  <a:moveTo>
                    <a:pt x="5804" y="1"/>
                  </a:moveTo>
                  <a:cubicBezTo>
                    <a:pt x="5310" y="1"/>
                    <a:pt x="4816" y="248"/>
                    <a:pt x="4382" y="495"/>
                  </a:cubicBezTo>
                  <a:cubicBezTo>
                    <a:pt x="2530" y="1606"/>
                    <a:pt x="1048" y="3211"/>
                    <a:pt x="1" y="5004"/>
                  </a:cubicBezTo>
                  <a:lnTo>
                    <a:pt x="1" y="5064"/>
                  </a:lnTo>
                  <a:lnTo>
                    <a:pt x="60" y="5064"/>
                  </a:lnTo>
                  <a:cubicBezTo>
                    <a:pt x="1112" y="3211"/>
                    <a:pt x="2594" y="1670"/>
                    <a:pt x="4382" y="618"/>
                  </a:cubicBezTo>
                  <a:cubicBezTo>
                    <a:pt x="4816" y="312"/>
                    <a:pt x="5310" y="65"/>
                    <a:pt x="5804" y="65"/>
                  </a:cubicBezTo>
                  <a:cubicBezTo>
                    <a:pt x="5928" y="65"/>
                    <a:pt x="6051" y="124"/>
                    <a:pt x="6175" y="124"/>
                  </a:cubicBezTo>
                  <a:lnTo>
                    <a:pt x="6234" y="124"/>
                  </a:lnTo>
                  <a:cubicBezTo>
                    <a:pt x="6234" y="65"/>
                    <a:pt x="6234" y="65"/>
                    <a:pt x="6175" y="65"/>
                  </a:cubicBezTo>
                  <a:cubicBezTo>
                    <a:pt x="6051" y="1"/>
                    <a:pt x="5928" y="1"/>
                    <a:pt x="5804" y="1"/>
                  </a:cubicBezTo>
                  <a:close/>
                </a:path>
              </a:pathLst>
            </a:custGeom>
            <a:solidFill>
              <a:srgbClr val="B62C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1" name="Google Shape;2811;p60"/>
            <p:cNvSpPr/>
            <p:nvPr/>
          </p:nvSpPr>
          <p:spPr>
            <a:xfrm>
              <a:off x="4177400" y="3609275"/>
              <a:ext cx="182175" cy="89550"/>
            </a:xfrm>
            <a:custGeom>
              <a:rect b="b" l="l" r="r" t="t"/>
              <a:pathLst>
                <a:path extrusionOk="0" h="3582" w="7287">
                  <a:moveTo>
                    <a:pt x="7163" y="0"/>
                  </a:moveTo>
                  <a:cubicBezTo>
                    <a:pt x="6234" y="988"/>
                    <a:pt x="5187" y="1917"/>
                    <a:pt x="3952" y="2534"/>
                  </a:cubicBezTo>
                  <a:cubicBezTo>
                    <a:pt x="2900" y="3152"/>
                    <a:pt x="1665" y="3522"/>
                    <a:pt x="430" y="3522"/>
                  </a:cubicBezTo>
                  <a:lnTo>
                    <a:pt x="60" y="3522"/>
                  </a:lnTo>
                  <a:cubicBezTo>
                    <a:pt x="1" y="3522"/>
                    <a:pt x="1" y="3522"/>
                    <a:pt x="1" y="3581"/>
                  </a:cubicBezTo>
                  <a:lnTo>
                    <a:pt x="430" y="3581"/>
                  </a:lnTo>
                  <a:cubicBezTo>
                    <a:pt x="1665" y="3581"/>
                    <a:pt x="2900" y="3211"/>
                    <a:pt x="4011" y="2658"/>
                  </a:cubicBezTo>
                  <a:cubicBezTo>
                    <a:pt x="5246" y="1976"/>
                    <a:pt x="6298" y="1052"/>
                    <a:pt x="7222" y="64"/>
                  </a:cubicBezTo>
                  <a:cubicBezTo>
                    <a:pt x="7286" y="64"/>
                    <a:pt x="7286" y="0"/>
                    <a:pt x="7222" y="0"/>
                  </a:cubicBezTo>
                  <a:close/>
                </a:path>
              </a:pathLst>
            </a:custGeom>
            <a:solidFill>
              <a:srgbClr val="B62C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2" name="Google Shape;2812;p60"/>
            <p:cNvSpPr/>
            <p:nvPr/>
          </p:nvSpPr>
          <p:spPr>
            <a:xfrm>
              <a:off x="3649500" y="3162550"/>
              <a:ext cx="402850" cy="760150"/>
            </a:xfrm>
            <a:custGeom>
              <a:rect b="b" l="l" r="r" t="t"/>
              <a:pathLst>
                <a:path extrusionOk="0" h="30406" w="16114">
                  <a:moveTo>
                    <a:pt x="6652" y="1"/>
                  </a:moveTo>
                  <a:cubicBezTo>
                    <a:pt x="5645" y="1"/>
                    <a:pt x="4486" y="193"/>
                    <a:pt x="3271" y="769"/>
                  </a:cubicBezTo>
                  <a:cubicBezTo>
                    <a:pt x="3271" y="769"/>
                    <a:pt x="3394" y="5955"/>
                    <a:pt x="3271" y="7496"/>
                  </a:cubicBezTo>
                  <a:cubicBezTo>
                    <a:pt x="3211" y="9042"/>
                    <a:pt x="2036" y="12930"/>
                    <a:pt x="1853" y="15340"/>
                  </a:cubicBezTo>
                  <a:cubicBezTo>
                    <a:pt x="1665" y="17686"/>
                    <a:pt x="989" y="22315"/>
                    <a:pt x="1236" y="23861"/>
                  </a:cubicBezTo>
                  <a:cubicBezTo>
                    <a:pt x="1418" y="25466"/>
                    <a:pt x="677" y="27565"/>
                    <a:pt x="307" y="28059"/>
                  </a:cubicBezTo>
                  <a:cubicBezTo>
                    <a:pt x="1" y="28612"/>
                    <a:pt x="6234" y="30405"/>
                    <a:pt x="6234" y="30405"/>
                  </a:cubicBezTo>
                  <a:lnTo>
                    <a:pt x="7099" y="30405"/>
                  </a:lnTo>
                  <a:cubicBezTo>
                    <a:pt x="7099" y="30405"/>
                    <a:pt x="6792" y="27318"/>
                    <a:pt x="7099" y="26019"/>
                  </a:cubicBezTo>
                  <a:cubicBezTo>
                    <a:pt x="7469" y="24784"/>
                    <a:pt x="8398" y="19909"/>
                    <a:pt x="9509" y="17622"/>
                  </a:cubicBezTo>
                  <a:cubicBezTo>
                    <a:pt x="10620" y="15340"/>
                    <a:pt x="10373" y="13053"/>
                    <a:pt x="10373" y="13053"/>
                  </a:cubicBezTo>
                  <a:cubicBezTo>
                    <a:pt x="10373" y="13053"/>
                    <a:pt x="12038" y="11265"/>
                    <a:pt x="12409" y="11077"/>
                  </a:cubicBezTo>
                  <a:cubicBezTo>
                    <a:pt x="12720" y="10895"/>
                    <a:pt x="15372" y="8978"/>
                    <a:pt x="15619" y="8855"/>
                  </a:cubicBezTo>
                  <a:cubicBezTo>
                    <a:pt x="15866" y="8795"/>
                    <a:pt x="16113" y="4350"/>
                    <a:pt x="14325" y="3115"/>
                  </a:cubicBezTo>
                  <a:cubicBezTo>
                    <a:pt x="14218" y="3081"/>
                    <a:pt x="14095" y="3066"/>
                    <a:pt x="13961" y="3066"/>
                  </a:cubicBezTo>
                  <a:cubicBezTo>
                    <a:pt x="12614" y="3066"/>
                    <a:pt x="10062" y="4597"/>
                    <a:pt x="10062" y="4597"/>
                  </a:cubicBezTo>
                  <a:lnTo>
                    <a:pt x="10062" y="769"/>
                  </a:lnTo>
                  <a:cubicBezTo>
                    <a:pt x="10062" y="769"/>
                    <a:pt x="8664" y="1"/>
                    <a:pt x="665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3" name="Google Shape;2813;p60"/>
            <p:cNvSpPr/>
            <p:nvPr/>
          </p:nvSpPr>
          <p:spPr>
            <a:xfrm>
              <a:off x="3837825" y="3917975"/>
              <a:ext cx="37075" cy="101900"/>
            </a:xfrm>
            <a:custGeom>
              <a:rect b="b" l="l" r="r" t="t"/>
              <a:pathLst>
                <a:path extrusionOk="0" h="4076" w="1483">
                  <a:moveTo>
                    <a:pt x="0" y="1"/>
                  </a:moveTo>
                  <a:cubicBezTo>
                    <a:pt x="60" y="188"/>
                    <a:pt x="60" y="312"/>
                    <a:pt x="60" y="371"/>
                  </a:cubicBezTo>
                  <a:cubicBezTo>
                    <a:pt x="618" y="806"/>
                    <a:pt x="924" y="1359"/>
                    <a:pt x="865" y="2347"/>
                  </a:cubicBezTo>
                  <a:lnTo>
                    <a:pt x="677" y="3276"/>
                  </a:lnTo>
                  <a:cubicBezTo>
                    <a:pt x="618" y="3523"/>
                    <a:pt x="554" y="3829"/>
                    <a:pt x="494" y="4076"/>
                  </a:cubicBezTo>
                  <a:cubicBezTo>
                    <a:pt x="618" y="3952"/>
                    <a:pt x="741" y="3770"/>
                    <a:pt x="924" y="3646"/>
                  </a:cubicBezTo>
                  <a:cubicBezTo>
                    <a:pt x="988" y="3582"/>
                    <a:pt x="1047" y="3458"/>
                    <a:pt x="1112" y="3399"/>
                  </a:cubicBezTo>
                  <a:cubicBezTo>
                    <a:pt x="1235" y="3088"/>
                    <a:pt x="1294" y="2717"/>
                    <a:pt x="1359" y="2347"/>
                  </a:cubicBezTo>
                  <a:cubicBezTo>
                    <a:pt x="1482" y="1053"/>
                    <a:pt x="801" y="495"/>
                    <a:pt x="0" y="1"/>
                  </a:cubicBezTo>
                  <a:close/>
                </a:path>
              </a:pathLst>
            </a:custGeom>
            <a:solidFill>
              <a:srgbClr val="801D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4" name="Google Shape;2814;p60"/>
            <p:cNvSpPr/>
            <p:nvPr/>
          </p:nvSpPr>
          <p:spPr>
            <a:xfrm>
              <a:off x="3826950" y="3911800"/>
              <a:ext cx="12375" cy="15475"/>
            </a:xfrm>
            <a:custGeom>
              <a:rect b="b" l="l" r="r" t="t"/>
              <a:pathLst>
                <a:path extrusionOk="0" h="619" w="495">
                  <a:moveTo>
                    <a:pt x="1" y="1"/>
                  </a:moveTo>
                  <a:lnTo>
                    <a:pt x="1" y="248"/>
                  </a:lnTo>
                  <a:cubicBezTo>
                    <a:pt x="188" y="371"/>
                    <a:pt x="371" y="495"/>
                    <a:pt x="495" y="618"/>
                  </a:cubicBezTo>
                  <a:cubicBezTo>
                    <a:pt x="495" y="559"/>
                    <a:pt x="495" y="435"/>
                    <a:pt x="435" y="248"/>
                  </a:cubicBezTo>
                  <a:cubicBezTo>
                    <a:pt x="312" y="124"/>
                    <a:pt x="124" y="65"/>
                    <a:pt x="1" y="1"/>
                  </a:cubicBezTo>
                  <a:close/>
                </a:path>
              </a:pathLst>
            </a:custGeom>
            <a:solidFill>
              <a:srgbClr val="70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5" name="Google Shape;2815;p60"/>
            <p:cNvSpPr/>
            <p:nvPr/>
          </p:nvSpPr>
          <p:spPr>
            <a:xfrm>
              <a:off x="3691125" y="3845500"/>
              <a:ext cx="135850" cy="72500"/>
            </a:xfrm>
            <a:custGeom>
              <a:rect b="b" l="l" r="r" t="t"/>
              <a:pathLst>
                <a:path extrusionOk="0" h="2900" w="5434">
                  <a:moveTo>
                    <a:pt x="0" y="0"/>
                  </a:moveTo>
                  <a:cubicBezTo>
                    <a:pt x="1052" y="124"/>
                    <a:pt x="1853" y="801"/>
                    <a:pt x="1853" y="801"/>
                  </a:cubicBezTo>
                  <a:cubicBezTo>
                    <a:pt x="2347" y="1235"/>
                    <a:pt x="2905" y="1359"/>
                    <a:pt x="3334" y="1665"/>
                  </a:cubicBezTo>
                  <a:cubicBezTo>
                    <a:pt x="3952" y="2223"/>
                    <a:pt x="4757" y="2529"/>
                    <a:pt x="5434" y="2900"/>
                  </a:cubicBezTo>
                  <a:lnTo>
                    <a:pt x="5434" y="2653"/>
                  </a:lnTo>
                  <a:cubicBezTo>
                    <a:pt x="4880" y="2347"/>
                    <a:pt x="4263" y="2100"/>
                    <a:pt x="3828" y="1665"/>
                  </a:cubicBezTo>
                  <a:cubicBezTo>
                    <a:pt x="3399" y="1359"/>
                    <a:pt x="2840" y="1235"/>
                    <a:pt x="2411" y="801"/>
                  </a:cubicBezTo>
                  <a:cubicBezTo>
                    <a:pt x="2347" y="801"/>
                    <a:pt x="1423" y="0"/>
                    <a:pt x="247" y="0"/>
                  </a:cubicBezTo>
                  <a:close/>
                </a:path>
              </a:pathLst>
            </a:custGeom>
            <a:solidFill>
              <a:srgbClr val="9F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6" name="Google Shape;2816;p60"/>
            <p:cNvSpPr/>
            <p:nvPr/>
          </p:nvSpPr>
          <p:spPr>
            <a:xfrm>
              <a:off x="3819300" y="3263500"/>
              <a:ext cx="100300" cy="67950"/>
            </a:xfrm>
            <a:custGeom>
              <a:rect b="b" l="l" r="r" t="t"/>
              <a:pathLst>
                <a:path extrusionOk="0" h="2718" w="4012">
                  <a:moveTo>
                    <a:pt x="3952" y="1"/>
                  </a:moveTo>
                  <a:lnTo>
                    <a:pt x="0" y="2658"/>
                  </a:lnTo>
                  <a:cubicBezTo>
                    <a:pt x="0" y="2718"/>
                    <a:pt x="60" y="2718"/>
                    <a:pt x="60" y="2718"/>
                  </a:cubicBezTo>
                  <a:lnTo>
                    <a:pt x="4011" y="65"/>
                  </a:lnTo>
                  <a:lnTo>
                    <a:pt x="4011" y="1"/>
                  </a:lnTo>
                  <a:close/>
                </a:path>
              </a:pathLst>
            </a:custGeom>
            <a:solidFill>
              <a:srgbClr val="9B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7" name="Google Shape;2817;p60"/>
            <p:cNvSpPr/>
            <p:nvPr/>
          </p:nvSpPr>
          <p:spPr>
            <a:xfrm>
              <a:off x="3702000" y="3348475"/>
              <a:ext cx="205250" cy="455400"/>
            </a:xfrm>
            <a:custGeom>
              <a:rect b="b" l="l" r="r" t="t"/>
              <a:pathLst>
                <a:path extrusionOk="0" h="18216" w="8210">
                  <a:moveTo>
                    <a:pt x="7839" y="0"/>
                  </a:moveTo>
                  <a:lnTo>
                    <a:pt x="7839" y="0"/>
                  </a:lnTo>
                  <a:cubicBezTo>
                    <a:pt x="6357" y="1418"/>
                    <a:pt x="4939" y="2776"/>
                    <a:pt x="3458" y="4199"/>
                  </a:cubicBezTo>
                  <a:cubicBezTo>
                    <a:pt x="3211" y="4446"/>
                    <a:pt x="2899" y="4693"/>
                    <a:pt x="2717" y="5063"/>
                  </a:cubicBezTo>
                  <a:cubicBezTo>
                    <a:pt x="2529" y="5434"/>
                    <a:pt x="2405" y="5927"/>
                    <a:pt x="2282" y="6421"/>
                  </a:cubicBezTo>
                  <a:cubicBezTo>
                    <a:pt x="2099" y="6975"/>
                    <a:pt x="1788" y="7533"/>
                    <a:pt x="1482" y="8086"/>
                  </a:cubicBezTo>
                  <a:cubicBezTo>
                    <a:pt x="617" y="10126"/>
                    <a:pt x="370" y="12284"/>
                    <a:pt x="123" y="14507"/>
                  </a:cubicBezTo>
                  <a:cubicBezTo>
                    <a:pt x="59" y="15312"/>
                    <a:pt x="0" y="16113"/>
                    <a:pt x="247" y="16853"/>
                  </a:cubicBezTo>
                  <a:cubicBezTo>
                    <a:pt x="483" y="17562"/>
                    <a:pt x="1112" y="18216"/>
                    <a:pt x="1870" y="18216"/>
                  </a:cubicBezTo>
                  <a:cubicBezTo>
                    <a:pt x="1905" y="18216"/>
                    <a:pt x="1940" y="18215"/>
                    <a:pt x="1976" y="18212"/>
                  </a:cubicBezTo>
                  <a:cubicBezTo>
                    <a:pt x="2717" y="16177"/>
                    <a:pt x="1912" y="13831"/>
                    <a:pt x="2346" y="11667"/>
                  </a:cubicBezTo>
                  <a:cubicBezTo>
                    <a:pt x="2593" y="10249"/>
                    <a:pt x="3334" y="9015"/>
                    <a:pt x="3581" y="7656"/>
                  </a:cubicBezTo>
                  <a:cubicBezTo>
                    <a:pt x="3705" y="6915"/>
                    <a:pt x="3705" y="6110"/>
                    <a:pt x="3952" y="5369"/>
                  </a:cubicBezTo>
                  <a:cubicBezTo>
                    <a:pt x="4445" y="3952"/>
                    <a:pt x="5863" y="3087"/>
                    <a:pt x="7039" y="2035"/>
                  </a:cubicBezTo>
                  <a:cubicBezTo>
                    <a:pt x="7592" y="1541"/>
                    <a:pt x="8209" y="741"/>
                    <a:pt x="7839" y="0"/>
                  </a:cubicBezTo>
                  <a:close/>
                </a:path>
              </a:pathLst>
            </a:custGeom>
            <a:solidFill>
              <a:srgbClr val="9321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8" name="Google Shape;2818;p60"/>
            <p:cNvSpPr/>
            <p:nvPr/>
          </p:nvSpPr>
          <p:spPr>
            <a:xfrm>
              <a:off x="3862525" y="3387000"/>
              <a:ext cx="124975" cy="146725"/>
            </a:xfrm>
            <a:custGeom>
              <a:rect b="b" l="l" r="r" t="t"/>
              <a:pathLst>
                <a:path extrusionOk="0" h="5869" w="4999">
                  <a:moveTo>
                    <a:pt x="4940" y="0"/>
                  </a:moveTo>
                  <a:cubicBezTo>
                    <a:pt x="3641" y="618"/>
                    <a:pt x="2593" y="1606"/>
                    <a:pt x="1606" y="2593"/>
                  </a:cubicBezTo>
                  <a:cubicBezTo>
                    <a:pt x="1112" y="3028"/>
                    <a:pt x="677" y="3458"/>
                    <a:pt x="371" y="4016"/>
                  </a:cubicBezTo>
                  <a:cubicBezTo>
                    <a:pt x="124" y="4446"/>
                    <a:pt x="0" y="4880"/>
                    <a:pt x="0" y="5374"/>
                  </a:cubicBezTo>
                  <a:cubicBezTo>
                    <a:pt x="0" y="5498"/>
                    <a:pt x="0" y="5681"/>
                    <a:pt x="59" y="5868"/>
                  </a:cubicBezTo>
                  <a:cubicBezTo>
                    <a:pt x="124" y="5868"/>
                    <a:pt x="124" y="5868"/>
                    <a:pt x="124" y="5804"/>
                  </a:cubicBezTo>
                  <a:cubicBezTo>
                    <a:pt x="59" y="5681"/>
                    <a:pt x="59" y="5498"/>
                    <a:pt x="59" y="5374"/>
                  </a:cubicBezTo>
                  <a:cubicBezTo>
                    <a:pt x="59" y="4880"/>
                    <a:pt x="183" y="4446"/>
                    <a:pt x="430" y="4075"/>
                  </a:cubicBezTo>
                  <a:cubicBezTo>
                    <a:pt x="741" y="3522"/>
                    <a:pt x="1171" y="3087"/>
                    <a:pt x="1665" y="2658"/>
                  </a:cubicBezTo>
                  <a:cubicBezTo>
                    <a:pt x="2653" y="1670"/>
                    <a:pt x="3705" y="682"/>
                    <a:pt x="4999" y="124"/>
                  </a:cubicBezTo>
                  <a:lnTo>
                    <a:pt x="4999" y="64"/>
                  </a:lnTo>
                  <a:cubicBezTo>
                    <a:pt x="4999" y="0"/>
                    <a:pt x="4999" y="0"/>
                    <a:pt x="4940" y="0"/>
                  </a:cubicBezTo>
                  <a:close/>
                </a:path>
              </a:pathLst>
            </a:custGeom>
            <a:solidFill>
              <a:srgbClr val="9B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9" name="Google Shape;2819;p60"/>
            <p:cNvSpPr/>
            <p:nvPr/>
          </p:nvSpPr>
          <p:spPr>
            <a:xfrm>
              <a:off x="4483025" y="4002225"/>
              <a:ext cx="277875" cy="450400"/>
            </a:xfrm>
            <a:custGeom>
              <a:rect b="b" l="l" r="r" t="t"/>
              <a:pathLst>
                <a:path extrusionOk="0" h="18016" w="11115">
                  <a:moveTo>
                    <a:pt x="1279" y="1"/>
                  </a:moveTo>
                  <a:cubicBezTo>
                    <a:pt x="1206" y="1"/>
                    <a:pt x="1130" y="8"/>
                    <a:pt x="1048" y="29"/>
                  </a:cubicBezTo>
                  <a:cubicBezTo>
                    <a:pt x="554" y="212"/>
                    <a:pt x="430" y="893"/>
                    <a:pt x="371" y="1447"/>
                  </a:cubicBezTo>
                  <a:cubicBezTo>
                    <a:pt x="248" y="2993"/>
                    <a:pt x="124" y="4598"/>
                    <a:pt x="60" y="6139"/>
                  </a:cubicBezTo>
                  <a:cubicBezTo>
                    <a:pt x="1" y="7315"/>
                    <a:pt x="1" y="8426"/>
                    <a:pt x="183" y="9597"/>
                  </a:cubicBezTo>
                  <a:cubicBezTo>
                    <a:pt x="307" y="10461"/>
                    <a:pt x="554" y="11390"/>
                    <a:pt x="801" y="12254"/>
                  </a:cubicBezTo>
                  <a:cubicBezTo>
                    <a:pt x="1171" y="13612"/>
                    <a:pt x="1606" y="14971"/>
                    <a:pt x="1976" y="16329"/>
                  </a:cubicBezTo>
                  <a:cubicBezTo>
                    <a:pt x="2159" y="17006"/>
                    <a:pt x="2530" y="17870"/>
                    <a:pt x="3271" y="17994"/>
                  </a:cubicBezTo>
                  <a:cubicBezTo>
                    <a:pt x="3344" y="18009"/>
                    <a:pt x="3416" y="18016"/>
                    <a:pt x="3485" y="18016"/>
                  </a:cubicBezTo>
                  <a:cubicBezTo>
                    <a:pt x="4295" y="18016"/>
                    <a:pt x="4836" y="17056"/>
                    <a:pt x="5064" y="16206"/>
                  </a:cubicBezTo>
                  <a:cubicBezTo>
                    <a:pt x="5370" y="15030"/>
                    <a:pt x="5557" y="13859"/>
                    <a:pt x="6051" y="12807"/>
                  </a:cubicBezTo>
                  <a:cubicBezTo>
                    <a:pt x="6545" y="11696"/>
                    <a:pt x="7469" y="10708"/>
                    <a:pt x="8645" y="10525"/>
                  </a:cubicBezTo>
                  <a:cubicBezTo>
                    <a:pt x="9015" y="10461"/>
                    <a:pt x="9386" y="10525"/>
                    <a:pt x="9692" y="10402"/>
                  </a:cubicBezTo>
                  <a:cubicBezTo>
                    <a:pt x="10433" y="10155"/>
                    <a:pt x="10927" y="9350"/>
                    <a:pt x="10991" y="8550"/>
                  </a:cubicBezTo>
                  <a:cubicBezTo>
                    <a:pt x="11114" y="7809"/>
                    <a:pt x="10867" y="7004"/>
                    <a:pt x="10680" y="6263"/>
                  </a:cubicBezTo>
                  <a:cubicBezTo>
                    <a:pt x="10620" y="6016"/>
                    <a:pt x="10497" y="5769"/>
                    <a:pt x="10373" y="5645"/>
                  </a:cubicBezTo>
                  <a:cubicBezTo>
                    <a:pt x="10211" y="5483"/>
                    <a:pt x="9995" y="5455"/>
                    <a:pt x="9761" y="5455"/>
                  </a:cubicBezTo>
                  <a:cubicBezTo>
                    <a:pt x="9639" y="5455"/>
                    <a:pt x="9512" y="5462"/>
                    <a:pt x="9386" y="5462"/>
                  </a:cubicBezTo>
                  <a:cubicBezTo>
                    <a:pt x="8210" y="5586"/>
                    <a:pt x="6975" y="5709"/>
                    <a:pt x="5740" y="5833"/>
                  </a:cubicBezTo>
                  <a:cubicBezTo>
                    <a:pt x="6234" y="5398"/>
                    <a:pt x="6916" y="5398"/>
                    <a:pt x="7657" y="5398"/>
                  </a:cubicBezTo>
                  <a:cubicBezTo>
                    <a:pt x="8333" y="5398"/>
                    <a:pt x="9015" y="5398"/>
                    <a:pt x="9509" y="5028"/>
                  </a:cubicBezTo>
                  <a:cubicBezTo>
                    <a:pt x="9939" y="4657"/>
                    <a:pt x="10126" y="4040"/>
                    <a:pt x="10309" y="3422"/>
                  </a:cubicBezTo>
                  <a:cubicBezTo>
                    <a:pt x="10433" y="2682"/>
                    <a:pt x="10556" y="1758"/>
                    <a:pt x="9879" y="1323"/>
                  </a:cubicBezTo>
                  <a:cubicBezTo>
                    <a:pt x="9692" y="1200"/>
                    <a:pt x="9386" y="1140"/>
                    <a:pt x="9139" y="1076"/>
                  </a:cubicBezTo>
                  <a:cubicBezTo>
                    <a:pt x="6669" y="770"/>
                    <a:pt x="4199" y="400"/>
                    <a:pt x="1729" y="29"/>
                  </a:cubicBezTo>
                  <a:cubicBezTo>
                    <a:pt x="1565" y="29"/>
                    <a:pt x="1427" y="1"/>
                    <a:pt x="127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0" name="Google Shape;2820;p60"/>
            <p:cNvSpPr/>
            <p:nvPr/>
          </p:nvSpPr>
          <p:spPr>
            <a:xfrm>
              <a:off x="4472150" y="3930325"/>
              <a:ext cx="64875" cy="74125"/>
            </a:xfrm>
            <a:custGeom>
              <a:rect b="b" l="l" r="r" t="t"/>
              <a:pathLst>
                <a:path extrusionOk="0" h="2965" w="2595">
                  <a:moveTo>
                    <a:pt x="189" y="1"/>
                  </a:moveTo>
                  <a:cubicBezTo>
                    <a:pt x="124" y="65"/>
                    <a:pt x="65" y="65"/>
                    <a:pt x="1" y="65"/>
                  </a:cubicBezTo>
                  <a:cubicBezTo>
                    <a:pt x="989" y="806"/>
                    <a:pt x="1730" y="1794"/>
                    <a:pt x="2100" y="2905"/>
                  </a:cubicBezTo>
                  <a:lnTo>
                    <a:pt x="2164" y="2905"/>
                  </a:lnTo>
                  <a:cubicBezTo>
                    <a:pt x="2288" y="2964"/>
                    <a:pt x="2471" y="2964"/>
                    <a:pt x="2594" y="2964"/>
                  </a:cubicBezTo>
                  <a:cubicBezTo>
                    <a:pt x="2224" y="1729"/>
                    <a:pt x="1300" y="742"/>
                    <a:pt x="189" y="1"/>
                  </a:cubicBezTo>
                  <a:close/>
                </a:path>
              </a:pathLst>
            </a:custGeom>
            <a:solidFill>
              <a:srgbClr val="8721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1" name="Google Shape;2821;p60"/>
            <p:cNvSpPr/>
            <p:nvPr/>
          </p:nvSpPr>
          <p:spPr>
            <a:xfrm>
              <a:off x="4521550" y="4002950"/>
              <a:ext cx="37075" cy="304025"/>
            </a:xfrm>
            <a:custGeom>
              <a:rect b="b" l="l" r="r" t="t"/>
              <a:pathLst>
                <a:path extrusionOk="0" h="12161" w="1483">
                  <a:moveTo>
                    <a:pt x="124" y="0"/>
                  </a:moveTo>
                  <a:cubicBezTo>
                    <a:pt x="188" y="183"/>
                    <a:pt x="248" y="430"/>
                    <a:pt x="248" y="618"/>
                  </a:cubicBezTo>
                  <a:cubicBezTo>
                    <a:pt x="559" y="2282"/>
                    <a:pt x="1" y="3952"/>
                    <a:pt x="65" y="5616"/>
                  </a:cubicBezTo>
                  <a:cubicBezTo>
                    <a:pt x="188" y="7409"/>
                    <a:pt x="929" y="9138"/>
                    <a:pt x="929" y="10926"/>
                  </a:cubicBezTo>
                  <a:cubicBezTo>
                    <a:pt x="929" y="11173"/>
                    <a:pt x="865" y="11544"/>
                    <a:pt x="806" y="11790"/>
                  </a:cubicBezTo>
                  <a:cubicBezTo>
                    <a:pt x="929" y="11914"/>
                    <a:pt x="1112" y="12037"/>
                    <a:pt x="1300" y="12161"/>
                  </a:cubicBezTo>
                  <a:cubicBezTo>
                    <a:pt x="1423" y="11790"/>
                    <a:pt x="1483" y="11420"/>
                    <a:pt x="1483" y="11050"/>
                  </a:cubicBezTo>
                  <a:cubicBezTo>
                    <a:pt x="1483" y="9261"/>
                    <a:pt x="742" y="7592"/>
                    <a:pt x="682" y="5804"/>
                  </a:cubicBezTo>
                  <a:cubicBezTo>
                    <a:pt x="559" y="4134"/>
                    <a:pt x="1112" y="2406"/>
                    <a:pt x="806" y="800"/>
                  </a:cubicBezTo>
                  <a:cubicBezTo>
                    <a:pt x="806" y="553"/>
                    <a:pt x="742" y="306"/>
                    <a:pt x="618" y="59"/>
                  </a:cubicBezTo>
                  <a:cubicBezTo>
                    <a:pt x="495" y="59"/>
                    <a:pt x="312" y="59"/>
                    <a:pt x="188" y="0"/>
                  </a:cubicBezTo>
                  <a:close/>
                </a:path>
              </a:pathLst>
            </a:custGeom>
            <a:solidFill>
              <a:srgbClr val="9F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2" name="Google Shape;2822;p60"/>
            <p:cNvSpPr/>
            <p:nvPr/>
          </p:nvSpPr>
          <p:spPr>
            <a:xfrm>
              <a:off x="4691350" y="4039200"/>
              <a:ext cx="44850" cy="85150"/>
            </a:xfrm>
            <a:custGeom>
              <a:rect b="b" l="l" r="r" t="t"/>
              <a:pathLst>
                <a:path extrusionOk="0" h="3406" w="1794">
                  <a:moveTo>
                    <a:pt x="1017" y="1"/>
                  </a:moveTo>
                  <a:cubicBezTo>
                    <a:pt x="750" y="1"/>
                    <a:pt x="494" y="179"/>
                    <a:pt x="371" y="462"/>
                  </a:cubicBezTo>
                  <a:cubicBezTo>
                    <a:pt x="124" y="1079"/>
                    <a:pt x="0" y="1761"/>
                    <a:pt x="65" y="2437"/>
                  </a:cubicBezTo>
                  <a:cubicBezTo>
                    <a:pt x="65" y="2808"/>
                    <a:pt x="188" y="3243"/>
                    <a:pt x="494" y="3366"/>
                  </a:cubicBezTo>
                  <a:cubicBezTo>
                    <a:pt x="558" y="3393"/>
                    <a:pt x="622" y="3405"/>
                    <a:pt x="685" y="3405"/>
                  </a:cubicBezTo>
                  <a:cubicBezTo>
                    <a:pt x="1050" y="3405"/>
                    <a:pt x="1386" y="2992"/>
                    <a:pt x="1546" y="2625"/>
                  </a:cubicBezTo>
                  <a:cubicBezTo>
                    <a:pt x="1670" y="2314"/>
                    <a:pt x="1606" y="1761"/>
                    <a:pt x="1670" y="1390"/>
                  </a:cubicBezTo>
                  <a:cubicBezTo>
                    <a:pt x="1729" y="956"/>
                    <a:pt x="1793" y="462"/>
                    <a:pt x="1423" y="155"/>
                  </a:cubicBezTo>
                  <a:cubicBezTo>
                    <a:pt x="1296" y="49"/>
                    <a:pt x="1155" y="1"/>
                    <a:pt x="1017" y="1"/>
                  </a:cubicBezTo>
                  <a:close/>
                </a:path>
              </a:pathLst>
            </a:custGeom>
            <a:solidFill>
              <a:srgbClr val="9321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3" name="Google Shape;2823;p60"/>
            <p:cNvSpPr/>
            <p:nvPr/>
          </p:nvSpPr>
          <p:spPr>
            <a:xfrm>
              <a:off x="4702225" y="4148700"/>
              <a:ext cx="43225" cy="100775"/>
            </a:xfrm>
            <a:custGeom>
              <a:rect b="b" l="l" r="r" t="t"/>
              <a:pathLst>
                <a:path extrusionOk="0" h="4031" w="1729">
                  <a:moveTo>
                    <a:pt x="722" y="0"/>
                  </a:moveTo>
                  <a:cubicBezTo>
                    <a:pt x="544" y="0"/>
                    <a:pt x="386" y="82"/>
                    <a:pt x="247" y="221"/>
                  </a:cubicBezTo>
                  <a:cubicBezTo>
                    <a:pt x="59" y="404"/>
                    <a:pt x="59" y="651"/>
                    <a:pt x="59" y="898"/>
                  </a:cubicBezTo>
                  <a:cubicBezTo>
                    <a:pt x="0" y="1515"/>
                    <a:pt x="0" y="2132"/>
                    <a:pt x="59" y="2814"/>
                  </a:cubicBezTo>
                  <a:cubicBezTo>
                    <a:pt x="113" y="3273"/>
                    <a:pt x="332" y="4031"/>
                    <a:pt x="865" y="4031"/>
                  </a:cubicBezTo>
                  <a:cubicBezTo>
                    <a:pt x="975" y="4031"/>
                    <a:pt x="1098" y="3999"/>
                    <a:pt x="1235" y="3925"/>
                  </a:cubicBezTo>
                  <a:cubicBezTo>
                    <a:pt x="1358" y="3861"/>
                    <a:pt x="1482" y="3738"/>
                    <a:pt x="1605" y="3555"/>
                  </a:cubicBezTo>
                  <a:cubicBezTo>
                    <a:pt x="1605" y="3491"/>
                    <a:pt x="1605" y="3431"/>
                    <a:pt x="1665" y="3367"/>
                  </a:cubicBezTo>
                  <a:cubicBezTo>
                    <a:pt x="1729" y="3185"/>
                    <a:pt x="1729" y="2938"/>
                    <a:pt x="1729" y="2691"/>
                  </a:cubicBezTo>
                  <a:cubicBezTo>
                    <a:pt x="1729" y="2073"/>
                    <a:pt x="1729" y="1392"/>
                    <a:pt x="1541" y="774"/>
                  </a:cubicBezTo>
                  <a:cubicBezTo>
                    <a:pt x="1482" y="527"/>
                    <a:pt x="1358" y="280"/>
                    <a:pt x="1171" y="157"/>
                  </a:cubicBezTo>
                  <a:cubicBezTo>
                    <a:pt x="1009" y="49"/>
                    <a:pt x="860" y="0"/>
                    <a:pt x="722" y="0"/>
                  </a:cubicBezTo>
                  <a:close/>
                </a:path>
              </a:pathLst>
            </a:custGeom>
            <a:solidFill>
              <a:srgbClr val="9321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4" name="Google Shape;2824;p60"/>
            <p:cNvSpPr/>
            <p:nvPr/>
          </p:nvSpPr>
          <p:spPr>
            <a:xfrm>
              <a:off x="4177400" y="3895225"/>
              <a:ext cx="367400" cy="427475"/>
            </a:xfrm>
            <a:custGeom>
              <a:rect b="b" l="l" r="r" t="t"/>
              <a:pathLst>
                <a:path extrusionOk="0" h="17099" w="14696">
                  <a:moveTo>
                    <a:pt x="7329" y="0"/>
                  </a:moveTo>
                  <a:cubicBezTo>
                    <a:pt x="5806" y="0"/>
                    <a:pt x="4285" y="440"/>
                    <a:pt x="3024" y="1281"/>
                  </a:cubicBezTo>
                  <a:cubicBezTo>
                    <a:pt x="1171" y="2580"/>
                    <a:pt x="1" y="4803"/>
                    <a:pt x="60" y="7026"/>
                  </a:cubicBezTo>
                  <a:cubicBezTo>
                    <a:pt x="60" y="7890"/>
                    <a:pt x="248" y="8690"/>
                    <a:pt x="495" y="9495"/>
                  </a:cubicBezTo>
                  <a:cubicBezTo>
                    <a:pt x="742" y="10236"/>
                    <a:pt x="989" y="10977"/>
                    <a:pt x="1359" y="11654"/>
                  </a:cubicBezTo>
                  <a:cubicBezTo>
                    <a:pt x="2470" y="13383"/>
                    <a:pt x="4382" y="14371"/>
                    <a:pt x="6298" y="14929"/>
                  </a:cubicBezTo>
                  <a:cubicBezTo>
                    <a:pt x="6952" y="15125"/>
                    <a:pt x="7641" y="15269"/>
                    <a:pt x="8309" y="15269"/>
                  </a:cubicBezTo>
                  <a:cubicBezTo>
                    <a:pt x="8878" y="15269"/>
                    <a:pt x="9432" y="15164"/>
                    <a:pt x="9938" y="14900"/>
                  </a:cubicBezTo>
                  <a:lnTo>
                    <a:pt x="9938" y="14900"/>
                  </a:lnTo>
                  <a:cubicBezTo>
                    <a:pt x="9609" y="15120"/>
                    <a:pt x="9959" y="15687"/>
                    <a:pt x="10309" y="15976"/>
                  </a:cubicBezTo>
                  <a:cubicBezTo>
                    <a:pt x="11050" y="16470"/>
                    <a:pt x="11914" y="16840"/>
                    <a:pt x="12843" y="17028"/>
                  </a:cubicBezTo>
                  <a:cubicBezTo>
                    <a:pt x="13021" y="17063"/>
                    <a:pt x="13221" y="17099"/>
                    <a:pt x="13418" y="17099"/>
                  </a:cubicBezTo>
                  <a:cubicBezTo>
                    <a:pt x="13560" y="17099"/>
                    <a:pt x="13701" y="17080"/>
                    <a:pt x="13831" y="17028"/>
                  </a:cubicBezTo>
                  <a:cubicBezTo>
                    <a:pt x="14448" y="16781"/>
                    <a:pt x="14695" y="15917"/>
                    <a:pt x="14695" y="15235"/>
                  </a:cubicBezTo>
                  <a:cubicBezTo>
                    <a:pt x="14695" y="13447"/>
                    <a:pt x="13954" y="11718"/>
                    <a:pt x="13831" y="9925"/>
                  </a:cubicBezTo>
                  <a:cubicBezTo>
                    <a:pt x="13767" y="8261"/>
                    <a:pt x="14325" y="6591"/>
                    <a:pt x="14014" y="4927"/>
                  </a:cubicBezTo>
                  <a:cubicBezTo>
                    <a:pt x="13643" y="2704"/>
                    <a:pt x="11668" y="911"/>
                    <a:pt x="9445" y="293"/>
                  </a:cubicBezTo>
                  <a:cubicBezTo>
                    <a:pt x="8757" y="96"/>
                    <a:pt x="8043" y="0"/>
                    <a:pt x="7329" y="0"/>
                  </a:cubicBezTo>
                  <a:close/>
                </a:path>
              </a:pathLst>
            </a:custGeom>
            <a:solidFill>
              <a:srgbClr val="9321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5" name="Google Shape;2825;p60"/>
            <p:cNvSpPr/>
            <p:nvPr/>
          </p:nvSpPr>
          <p:spPr>
            <a:xfrm>
              <a:off x="4427450" y="3999850"/>
              <a:ext cx="40175" cy="240825"/>
            </a:xfrm>
            <a:custGeom>
              <a:rect b="b" l="l" r="r" t="t"/>
              <a:pathLst>
                <a:path extrusionOk="0" h="9633" w="1607">
                  <a:moveTo>
                    <a:pt x="554" y="60"/>
                  </a:moveTo>
                  <a:cubicBezTo>
                    <a:pt x="618" y="60"/>
                    <a:pt x="678" y="124"/>
                    <a:pt x="801" y="183"/>
                  </a:cubicBezTo>
                  <a:cubicBezTo>
                    <a:pt x="1048" y="430"/>
                    <a:pt x="1172" y="801"/>
                    <a:pt x="1172" y="1171"/>
                  </a:cubicBezTo>
                  <a:cubicBezTo>
                    <a:pt x="1172" y="1359"/>
                    <a:pt x="1172" y="1482"/>
                    <a:pt x="1112" y="1665"/>
                  </a:cubicBezTo>
                  <a:cubicBezTo>
                    <a:pt x="925" y="1976"/>
                    <a:pt x="678" y="2223"/>
                    <a:pt x="431" y="2530"/>
                  </a:cubicBezTo>
                  <a:cubicBezTo>
                    <a:pt x="307" y="2653"/>
                    <a:pt x="248" y="2900"/>
                    <a:pt x="124" y="3088"/>
                  </a:cubicBezTo>
                  <a:cubicBezTo>
                    <a:pt x="107" y="3154"/>
                    <a:pt x="90" y="3221"/>
                    <a:pt x="75" y="3287"/>
                  </a:cubicBezTo>
                  <a:lnTo>
                    <a:pt x="75" y="3287"/>
                  </a:lnTo>
                  <a:cubicBezTo>
                    <a:pt x="111" y="2911"/>
                    <a:pt x="209" y="2565"/>
                    <a:pt x="307" y="2223"/>
                  </a:cubicBezTo>
                  <a:cubicBezTo>
                    <a:pt x="431" y="1789"/>
                    <a:pt x="554" y="1295"/>
                    <a:pt x="554" y="865"/>
                  </a:cubicBezTo>
                  <a:cubicBezTo>
                    <a:pt x="554" y="677"/>
                    <a:pt x="554" y="495"/>
                    <a:pt x="495" y="307"/>
                  </a:cubicBezTo>
                  <a:lnTo>
                    <a:pt x="495" y="183"/>
                  </a:lnTo>
                  <a:lnTo>
                    <a:pt x="495" y="124"/>
                  </a:lnTo>
                  <a:lnTo>
                    <a:pt x="495" y="60"/>
                  </a:lnTo>
                  <a:close/>
                  <a:moveTo>
                    <a:pt x="431" y="1"/>
                  </a:moveTo>
                  <a:lnTo>
                    <a:pt x="431" y="60"/>
                  </a:lnTo>
                  <a:cubicBezTo>
                    <a:pt x="371" y="124"/>
                    <a:pt x="371" y="124"/>
                    <a:pt x="371" y="183"/>
                  </a:cubicBezTo>
                  <a:cubicBezTo>
                    <a:pt x="371" y="183"/>
                    <a:pt x="431" y="248"/>
                    <a:pt x="431" y="307"/>
                  </a:cubicBezTo>
                  <a:cubicBezTo>
                    <a:pt x="495" y="495"/>
                    <a:pt x="495" y="677"/>
                    <a:pt x="495" y="865"/>
                  </a:cubicBezTo>
                  <a:cubicBezTo>
                    <a:pt x="495" y="1295"/>
                    <a:pt x="371" y="1729"/>
                    <a:pt x="248" y="2223"/>
                  </a:cubicBezTo>
                  <a:cubicBezTo>
                    <a:pt x="124" y="2653"/>
                    <a:pt x="1" y="3088"/>
                    <a:pt x="1" y="3582"/>
                  </a:cubicBezTo>
                  <a:cubicBezTo>
                    <a:pt x="1" y="3622"/>
                    <a:pt x="2" y="3661"/>
                    <a:pt x="3" y="3701"/>
                  </a:cubicBezTo>
                  <a:lnTo>
                    <a:pt x="3" y="3701"/>
                  </a:lnTo>
                  <a:cubicBezTo>
                    <a:pt x="2" y="3723"/>
                    <a:pt x="1" y="3744"/>
                    <a:pt x="1" y="3764"/>
                  </a:cubicBezTo>
                  <a:lnTo>
                    <a:pt x="1" y="3952"/>
                  </a:lnTo>
                  <a:lnTo>
                    <a:pt x="22" y="3952"/>
                  </a:lnTo>
                  <a:cubicBezTo>
                    <a:pt x="88" y="4550"/>
                    <a:pt x="311" y="5104"/>
                    <a:pt x="618" y="5617"/>
                  </a:cubicBezTo>
                  <a:cubicBezTo>
                    <a:pt x="925" y="6234"/>
                    <a:pt x="1295" y="6916"/>
                    <a:pt x="1419" y="7592"/>
                  </a:cubicBezTo>
                  <a:cubicBezTo>
                    <a:pt x="1483" y="7780"/>
                    <a:pt x="1542" y="8027"/>
                    <a:pt x="1542" y="8274"/>
                  </a:cubicBezTo>
                  <a:cubicBezTo>
                    <a:pt x="1542" y="8768"/>
                    <a:pt x="1419" y="9198"/>
                    <a:pt x="1048" y="9568"/>
                  </a:cubicBezTo>
                  <a:lnTo>
                    <a:pt x="1048" y="9632"/>
                  </a:lnTo>
                  <a:lnTo>
                    <a:pt x="1112" y="9632"/>
                  </a:lnTo>
                  <a:cubicBezTo>
                    <a:pt x="1483" y="9262"/>
                    <a:pt x="1606" y="8768"/>
                    <a:pt x="1606" y="8274"/>
                  </a:cubicBezTo>
                  <a:cubicBezTo>
                    <a:pt x="1606" y="8027"/>
                    <a:pt x="1606" y="7780"/>
                    <a:pt x="1542" y="7592"/>
                  </a:cubicBezTo>
                  <a:cubicBezTo>
                    <a:pt x="1359" y="6852"/>
                    <a:pt x="989" y="6234"/>
                    <a:pt x="678" y="5617"/>
                  </a:cubicBezTo>
                  <a:cubicBezTo>
                    <a:pt x="388" y="4976"/>
                    <a:pt x="93" y="4388"/>
                    <a:pt x="63" y="3698"/>
                  </a:cubicBezTo>
                  <a:lnTo>
                    <a:pt x="63" y="3698"/>
                  </a:lnTo>
                  <a:cubicBezTo>
                    <a:pt x="75" y="3525"/>
                    <a:pt x="131" y="3313"/>
                    <a:pt x="184" y="3147"/>
                  </a:cubicBezTo>
                  <a:cubicBezTo>
                    <a:pt x="307" y="2900"/>
                    <a:pt x="431" y="2717"/>
                    <a:pt x="495" y="2594"/>
                  </a:cubicBezTo>
                  <a:cubicBezTo>
                    <a:pt x="742" y="2283"/>
                    <a:pt x="989" y="2036"/>
                    <a:pt x="1172" y="1729"/>
                  </a:cubicBezTo>
                  <a:cubicBezTo>
                    <a:pt x="1236" y="1542"/>
                    <a:pt x="1295" y="1359"/>
                    <a:pt x="1295" y="1171"/>
                  </a:cubicBezTo>
                  <a:cubicBezTo>
                    <a:pt x="1295" y="801"/>
                    <a:pt x="1112" y="430"/>
                    <a:pt x="801" y="124"/>
                  </a:cubicBezTo>
                  <a:cubicBezTo>
                    <a:pt x="742" y="60"/>
                    <a:pt x="678" y="1"/>
                    <a:pt x="554" y="1"/>
                  </a:cubicBezTo>
                  <a:close/>
                </a:path>
              </a:pathLst>
            </a:custGeom>
            <a:solidFill>
              <a:srgbClr val="B62C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6" name="Google Shape;2826;p60"/>
            <p:cNvSpPr/>
            <p:nvPr/>
          </p:nvSpPr>
          <p:spPr>
            <a:xfrm>
              <a:off x="4569475" y="4043075"/>
              <a:ext cx="44725" cy="81775"/>
            </a:xfrm>
            <a:custGeom>
              <a:rect b="b" l="l" r="r" t="t"/>
              <a:pathLst>
                <a:path extrusionOk="0" h="3271" w="1789">
                  <a:moveTo>
                    <a:pt x="0" y="0"/>
                  </a:moveTo>
                  <a:lnTo>
                    <a:pt x="0" y="60"/>
                  </a:lnTo>
                  <a:cubicBezTo>
                    <a:pt x="800" y="988"/>
                    <a:pt x="1359" y="2100"/>
                    <a:pt x="1729" y="3270"/>
                  </a:cubicBezTo>
                  <a:lnTo>
                    <a:pt x="1788" y="3270"/>
                  </a:lnTo>
                  <a:lnTo>
                    <a:pt x="1788" y="3211"/>
                  </a:lnTo>
                  <a:cubicBezTo>
                    <a:pt x="1418" y="2035"/>
                    <a:pt x="865" y="988"/>
                    <a:pt x="60" y="0"/>
                  </a:cubicBezTo>
                  <a:close/>
                </a:path>
              </a:pathLst>
            </a:custGeom>
            <a:solidFill>
              <a:srgbClr val="9321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7" name="Google Shape;2827;p60"/>
            <p:cNvSpPr/>
            <p:nvPr/>
          </p:nvSpPr>
          <p:spPr>
            <a:xfrm>
              <a:off x="4620350" y="4177300"/>
              <a:ext cx="15450" cy="78800"/>
            </a:xfrm>
            <a:custGeom>
              <a:rect b="b" l="l" r="r" t="t"/>
              <a:pathLst>
                <a:path extrusionOk="0" h="3152" w="618">
                  <a:moveTo>
                    <a:pt x="0" y="1"/>
                  </a:moveTo>
                  <a:lnTo>
                    <a:pt x="0" y="65"/>
                  </a:lnTo>
                  <a:cubicBezTo>
                    <a:pt x="371" y="1053"/>
                    <a:pt x="558" y="2100"/>
                    <a:pt x="558" y="3152"/>
                  </a:cubicBezTo>
                  <a:lnTo>
                    <a:pt x="618" y="3152"/>
                  </a:lnTo>
                  <a:cubicBezTo>
                    <a:pt x="618" y="2100"/>
                    <a:pt x="435" y="1053"/>
                    <a:pt x="64" y="65"/>
                  </a:cubicBezTo>
                  <a:cubicBezTo>
                    <a:pt x="64" y="1"/>
                    <a:pt x="64" y="1"/>
                    <a:pt x="0" y="1"/>
                  </a:cubicBezTo>
                  <a:close/>
                </a:path>
              </a:pathLst>
            </a:custGeom>
            <a:solidFill>
              <a:srgbClr val="9321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8" name="Google Shape;2828;p60"/>
            <p:cNvSpPr/>
            <p:nvPr/>
          </p:nvSpPr>
          <p:spPr>
            <a:xfrm>
              <a:off x="4560200" y="4112475"/>
              <a:ext cx="38550" cy="47925"/>
            </a:xfrm>
            <a:custGeom>
              <a:rect b="b" l="l" r="r" t="t"/>
              <a:pathLst>
                <a:path extrusionOk="0" h="1917" w="1542">
                  <a:moveTo>
                    <a:pt x="1" y="0"/>
                  </a:moveTo>
                  <a:cubicBezTo>
                    <a:pt x="60" y="494"/>
                    <a:pt x="184" y="929"/>
                    <a:pt x="371" y="1299"/>
                  </a:cubicBezTo>
                  <a:cubicBezTo>
                    <a:pt x="495" y="1482"/>
                    <a:pt x="618" y="1606"/>
                    <a:pt x="742" y="1729"/>
                  </a:cubicBezTo>
                  <a:cubicBezTo>
                    <a:pt x="924" y="1853"/>
                    <a:pt x="1112" y="1917"/>
                    <a:pt x="1236" y="1917"/>
                  </a:cubicBezTo>
                  <a:lnTo>
                    <a:pt x="1483" y="1917"/>
                  </a:lnTo>
                  <a:lnTo>
                    <a:pt x="1542" y="1853"/>
                  </a:lnTo>
                  <a:lnTo>
                    <a:pt x="1483" y="1793"/>
                  </a:lnTo>
                  <a:cubicBezTo>
                    <a:pt x="1418" y="1853"/>
                    <a:pt x="1359" y="1853"/>
                    <a:pt x="1236" y="1853"/>
                  </a:cubicBezTo>
                  <a:cubicBezTo>
                    <a:pt x="1112" y="1853"/>
                    <a:pt x="924" y="1793"/>
                    <a:pt x="801" y="1670"/>
                  </a:cubicBezTo>
                  <a:cubicBezTo>
                    <a:pt x="677" y="1546"/>
                    <a:pt x="554" y="1423"/>
                    <a:pt x="495" y="1235"/>
                  </a:cubicBezTo>
                  <a:cubicBezTo>
                    <a:pt x="248" y="865"/>
                    <a:pt x="124" y="435"/>
                    <a:pt x="124" y="0"/>
                  </a:cubicBezTo>
                  <a:close/>
                </a:path>
              </a:pathLst>
            </a:custGeom>
            <a:solidFill>
              <a:srgbClr val="9321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9" name="Google Shape;2829;p60"/>
            <p:cNvSpPr/>
            <p:nvPr/>
          </p:nvSpPr>
          <p:spPr>
            <a:xfrm>
              <a:off x="3451925" y="3844950"/>
              <a:ext cx="412100" cy="672150"/>
            </a:xfrm>
            <a:custGeom>
              <a:rect b="b" l="l" r="r" t="t"/>
              <a:pathLst>
                <a:path extrusionOk="0" h="26886" w="16484">
                  <a:moveTo>
                    <a:pt x="9347" y="1"/>
                  </a:moveTo>
                  <a:cubicBezTo>
                    <a:pt x="9083" y="1"/>
                    <a:pt x="8805" y="43"/>
                    <a:pt x="8521" y="146"/>
                  </a:cubicBezTo>
                  <a:cubicBezTo>
                    <a:pt x="8521" y="146"/>
                    <a:pt x="6669" y="146"/>
                    <a:pt x="4629" y="2986"/>
                  </a:cubicBezTo>
                  <a:cubicBezTo>
                    <a:pt x="2594" y="5826"/>
                    <a:pt x="1359" y="8232"/>
                    <a:pt x="924" y="11072"/>
                  </a:cubicBezTo>
                  <a:cubicBezTo>
                    <a:pt x="430" y="13853"/>
                    <a:pt x="1" y="17434"/>
                    <a:pt x="430" y="19039"/>
                  </a:cubicBezTo>
                  <a:cubicBezTo>
                    <a:pt x="801" y="20210"/>
                    <a:pt x="801" y="21445"/>
                    <a:pt x="1171" y="22620"/>
                  </a:cubicBezTo>
                  <a:cubicBezTo>
                    <a:pt x="1665" y="24038"/>
                    <a:pt x="2470" y="25337"/>
                    <a:pt x="3147" y="26631"/>
                  </a:cubicBezTo>
                  <a:cubicBezTo>
                    <a:pt x="3147" y="26695"/>
                    <a:pt x="3147" y="26754"/>
                    <a:pt x="3211" y="26819"/>
                  </a:cubicBezTo>
                  <a:cubicBezTo>
                    <a:pt x="3258" y="26865"/>
                    <a:pt x="3322" y="26885"/>
                    <a:pt x="3391" y="26885"/>
                  </a:cubicBezTo>
                  <a:cubicBezTo>
                    <a:pt x="3504" y="26885"/>
                    <a:pt x="3628" y="26831"/>
                    <a:pt x="3705" y="26754"/>
                  </a:cubicBezTo>
                  <a:cubicBezTo>
                    <a:pt x="3829" y="26631"/>
                    <a:pt x="3888" y="26448"/>
                    <a:pt x="3952" y="26261"/>
                  </a:cubicBezTo>
                  <a:cubicBezTo>
                    <a:pt x="4505" y="24532"/>
                    <a:pt x="5987" y="22867"/>
                    <a:pt x="7039" y="21321"/>
                  </a:cubicBezTo>
                  <a:cubicBezTo>
                    <a:pt x="7904" y="20027"/>
                    <a:pt x="9262" y="18481"/>
                    <a:pt x="9880" y="16999"/>
                  </a:cubicBezTo>
                  <a:cubicBezTo>
                    <a:pt x="10867" y="14406"/>
                    <a:pt x="11050" y="11566"/>
                    <a:pt x="13337" y="9713"/>
                  </a:cubicBezTo>
                  <a:cubicBezTo>
                    <a:pt x="13831" y="9284"/>
                    <a:pt x="14384" y="8973"/>
                    <a:pt x="14819" y="8479"/>
                  </a:cubicBezTo>
                  <a:cubicBezTo>
                    <a:pt x="15249" y="8049"/>
                    <a:pt x="15496" y="7491"/>
                    <a:pt x="15743" y="6938"/>
                  </a:cubicBezTo>
                  <a:cubicBezTo>
                    <a:pt x="15990" y="6379"/>
                    <a:pt x="16237" y="5826"/>
                    <a:pt x="16301" y="5268"/>
                  </a:cubicBezTo>
                  <a:cubicBezTo>
                    <a:pt x="16483" y="2922"/>
                    <a:pt x="14201" y="2862"/>
                    <a:pt x="12902" y="1687"/>
                  </a:cubicBezTo>
                  <a:cubicBezTo>
                    <a:pt x="12473" y="1381"/>
                    <a:pt x="11915" y="1257"/>
                    <a:pt x="11421" y="823"/>
                  </a:cubicBezTo>
                  <a:cubicBezTo>
                    <a:pt x="11421" y="823"/>
                    <a:pt x="10517" y="1"/>
                    <a:pt x="934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0" name="Google Shape;2830;p60"/>
            <p:cNvSpPr/>
            <p:nvPr/>
          </p:nvSpPr>
          <p:spPr>
            <a:xfrm>
              <a:off x="3592325" y="4050725"/>
              <a:ext cx="152900" cy="160550"/>
            </a:xfrm>
            <a:custGeom>
              <a:rect b="b" l="l" r="r" t="t"/>
              <a:pathLst>
                <a:path extrusionOk="0" h="6422" w="6116">
                  <a:moveTo>
                    <a:pt x="3893" y="1"/>
                  </a:moveTo>
                  <a:cubicBezTo>
                    <a:pt x="3582" y="124"/>
                    <a:pt x="3276" y="435"/>
                    <a:pt x="3029" y="682"/>
                  </a:cubicBezTo>
                  <a:cubicBezTo>
                    <a:pt x="2041" y="1729"/>
                    <a:pt x="1053" y="2782"/>
                    <a:pt x="371" y="4076"/>
                  </a:cubicBezTo>
                  <a:cubicBezTo>
                    <a:pt x="189" y="4510"/>
                    <a:pt x="1" y="5128"/>
                    <a:pt x="312" y="5498"/>
                  </a:cubicBezTo>
                  <a:cubicBezTo>
                    <a:pt x="435" y="5622"/>
                    <a:pt x="559" y="5681"/>
                    <a:pt x="742" y="5745"/>
                  </a:cubicBezTo>
                  <a:cubicBezTo>
                    <a:pt x="1236" y="6051"/>
                    <a:pt x="1730" y="6298"/>
                    <a:pt x="2288" y="6422"/>
                  </a:cubicBezTo>
                  <a:cubicBezTo>
                    <a:pt x="3458" y="5064"/>
                    <a:pt x="4757" y="3829"/>
                    <a:pt x="6116" y="2594"/>
                  </a:cubicBezTo>
                  <a:cubicBezTo>
                    <a:pt x="5498" y="2223"/>
                    <a:pt x="5064" y="1547"/>
                    <a:pt x="5004" y="865"/>
                  </a:cubicBezTo>
                  <a:cubicBezTo>
                    <a:pt x="4940" y="682"/>
                    <a:pt x="4940" y="495"/>
                    <a:pt x="4881" y="312"/>
                  </a:cubicBezTo>
                  <a:cubicBezTo>
                    <a:pt x="4757" y="65"/>
                    <a:pt x="4446" y="1"/>
                    <a:pt x="4199" y="1"/>
                  </a:cubicBezTo>
                  <a:close/>
                </a:path>
              </a:pathLst>
            </a:custGeom>
            <a:solidFill>
              <a:srgbClr val="801D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1" name="Google Shape;2831;p60"/>
            <p:cNvSpPr/>
            <p:nvPr/>
          </p:nvSpPr>
          <p:spPr>
            <a:xfrm>
              <a:off x="3839300" y="3999850"/>
              <a:ext cx="15475" cy="30900"/>
            </a:xfrm>
            <a:custGeom>
              <a:rect b="b" l="l" r="r" t="t"/>
              <a:pathLst>
                <a:path extrusionOk="0" h="1236" w="619">
                  <a:moveTo>
                    <a:pt x="618" y="1"/>
                  </a:moveTo>
                  <a:lnTo>
                    <a:pt x="248" y="742"/>
                  </a:lnTo>
                  <a:cubicBezTo>
                    <a:pt x="188" y="924"/>
                    <a:pt x="124" y="1112"/>
                    <a:pt x="1" y="1235"/>
                  </a:cubicBezTo>
                  <a:cubicBezTo>
                    <a:pt x="188" y="1112"/>
                    <a:pt x="312" y="924"/>
                    <a:pt x="435" y="801"/>
                  </a:cubicBezTo>
                  <a:cubicBezTo>
                    <a:pt x="495" y="554"/>
                    <a:pt x="559" y="248"/>
                    <a:pt x="618" y="1"/>
                  </a:cubicBezTo>
                  <a:close/>
                </a:path>
              </a:pathLst>
            </a:custGeom>
            <a:solidFill>
              <a:srgbClr val="70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2" name="Google Shape;2832;p60"/>
            <p:cNvSpPr/>
            <p:nvPr/>
          </p:nvSpPr>
          <p:spPr>
            <a:xfrm>
              <a:off x="3723600" y="3955025"/>
              <a:ext cx="131175" cy="137475"/>
            </a:xfrm>
            <a:custGeom>
              <a:rect b="b" l="l" r="r" t="t"/>
              <a:pathLst>
                <a:path extrusionOk="0" h="5499" w="5247">
                  <a:moveTo>
                    <a:pt x="4135" y="1"/>
                  </a:moveTo>
                  <a:cubicBezTo>
                    <a:pt x="3888" y="65"/>
                    <a:pt x="3705" y="188"/>
                    <a:pt x="3517" y="312"/>
                  </a:cubicBezTo>
                  <a:cubicBezTo>
                    <a:pt x="2529" y="1053"/>
                    <a:pt x="1359" y="1482"/>
                    <a:pt x="371" y="2288"/>
                  </a:cubicBezTo>
                  <a:cubicBezTo>
                    <a:pt x="247" y="2411"/>
                    <a:pt x="124" y="2535"/>
                    <a:pt x="60" y="2717"/>
                  </a:cubicBezTo>
                  <a:cubicBezTo>
                    <a:pt x="0" y="2905"/>
                    <a:pt x="60" y="3088"/>
                    <a:pt x="124" y="3275"/>
                  </a:cubicBezTo>
                  <a:cubicBezTo>
                    <a:pt x="494" y="4140"/>
                    <a:pt x="1112" y="4940"/>
                    <a:pt x="1912" y="5498"/>
                  </a:cubicBezTo>
                  <a:cubicBezTo>
                    <a:pt x="2653" y="4817"/>
                    <a:pt x="3394" y="4199"/>
                    <a:pt x="4075" y="3582"/>
                  </a:cubicBezTo>
                  <a:lnTo>
                    <a:pt x="4629" y="3028"/>
                  </a:lnTo>
                  <a:cubicBezTo>
                    <a:pt x="4752" y="2905"/>
                    <a:pt x="4816" y="2717"/>
                    <a:pt x="4876" y="2535"/>
                  </a:cubicBezTo>
                  <a:lnTo>
                    <a:pt x="5246" y="1794"/>
                  </a:lnTo>
                  <a:cubicBezTo>
                    <a:pt x="5246" y="1482"/>
                    <a:pt x="5187" y="1235"/>
                    <a:pt x="5187" y="988"/>
                  </a:cubicBezTo>
                  <a:cubicBezTo>
                    <a:pt x="5063" y="495"/>
                    <a:pt x="4693" y="1"/>
                    <a:pt x="4199" y="1"/>
                  </a:cubicBezTo>
                  <a:close/>
                </a:path>
              </a:pathLst>
            </a:custGeom>
            <a:solidFill>
              <a:srgbClr val="801D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3" name="Google Shape;2833;p60"/>
            <p:cNvSpPr/>
            <p:nvPr/>
          </p:nvSpPr>
          <p:spPr>
            <a:xfrm>
              <a:off x="3513675" y="4205075"/>
              <a:ext cx="106475" cy="234650"/>
            </a:xfrm>
            <a:custGeom>
              <a:rect b="b" l="l" r="r" t="t"/>
              <a:pathLst>
                <a:path extrusionOk="0" h="9386" w="4259">
                  <a:moveTo>
                    <a:pt x="2717" y="1"/>
                  </a:moveTo>
                  <a:cubicBezTo>
                    <a:pt x="2529" y="1"/>
                    <a:pt x="2347" y="65"/>
                    <a:pt x="2223" y="189"/>
                  </a:cubicBezTo>
                  <a:cubicBezTo>
                    <a:pt x="2100" y="312"/>
                    <a:pt x="2035" y="495"/>
                    <a:pt x="1976" y="683"/>
                  </a:cubicBezTo>
                  <a:cubicBezTo>
                    <a:pt x="865" y="3459"/>
                    <a:pt x="0" y="6486"/>
                    <a:pt x="801" y="9386"/>
                  </a:cubicBezTo>
                  <a:cubicBezTo>
                    <a:pt x="865" y="8892"/>
                    <a:pt x="924" y="8462"/>
                    <a:pt x="1235" y="8151"/>
                  </a:cubicBezTo>
                  <a:cubicBezTo>
                    <a:pt x="1665" y="6422"/>
                    <a:pt x="2347" y="4758"/>
                    <a:pt x="3211" y="3335"/>
                  </a:cubicBezTo>
                  <a:cubicBezTo>
                    <a:pt x="3517" y="2782"/>
                    <a:pt x="3888" y="2224"/>
                    <a:pt x="4258" y="1730"/>
                  </a:cubicBezTo>
                  <a:lnTo>
                    <a:pt x="4135" y="1606"/>
                  </a:lnTo>
                  <a:cubicBezTo>
                    <a:pt x="3888" y="1483"/>
                    <a:pt x="3641" y="1300"/>
                    <a:pt x="3517" y="1053"/>
                  </a:cubicBezTo>
                  <a:cubicBezTo>
                    <a:pt x="3394" y="865"/>
                    <a:pt x="3394" y="618"/>
                    <a:pt x="3335" y="436"/>
                  </a:cubicBezTo>
                  <a:cubicBezTo>
                    <a:pt x="3211" y="189"/>
                    <a:pt x="2964" y="1"/>
                    <a:pt x="2717" y="1"/>
                  </a:cubicBezTo>
                  <a:close/>
                </a:path>
              </a:pathLst>
            </a:custGeom>
            <a:solidFill>
              <a:srgbClr val="801D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4" name="Google Shape;2834;p60"/>
            <p:cNvSpPr/>
            <p:nvPr/>
          </p:nvSpPr>
          <p:spPr>
            <a:xfrm>
              <a:off x="3530600" y="3950450"/>
              <a:ext cx="297975" cy="371975"/>
            </a:xfrm>
            <a:custGeom>
              <a:rect b="b" l="l" r="r" t="t"/>
              <a:pathLst>
                <a:path extrusionOk="0" h="14879" w="11919">
                  <a:moveTo>
                    <a:pt x="11855" y="1"/>
                  </a:moveTo>
                  <a:cubicBezTo>
                    <a:pt x="11855" y="1"/>
                    <a:pt x="9449" y="1171"/>
                    <a:pt x="6733" y="3641"/>
                  </a:cubicBezTo>
                  <a:cubicBezTo>
                    <a:pt x="4016" y="6111"/>
                    <a:pt x="1052" y="9756"/>
                    <a:pt x="0" y="14819"/>
                  </a:cubicBezTo>
                  <a:cubicBezTo>
                    <a:pt x="0" y="14819"/>
                    <a:pt x="0" y="14878"/>
                    <a:pt x="64" y="14878"/>
                  </a:cubicBezTo>
                  <a:lnTo>
                    <a:pt x="64" y="14819"/>
                  </a:lnTo>
                  <a:cubicBezTo>
                    <a:pt x="1176" y="9815"/>
                    <a:pt x="4075" y="6111"/>
                    <a:pt x="6792" y="3705"/>
                  </a:cubicBezTo>
                  <a:cubicBezTo>
                    <a:pt x="8150" y="2471"/>
                    <a:pt x="9385" y="1606"/>
                    <a:pt x="10373" y="989"/>
                  </a:cubicBezTo>
                  <a:cubicBezTo>
                    <a:pt x="10808" y="678"/>
                    <a:pt x="11178" y="431"/>
                    <a:pt x="11484" y="307"/>
                  </a:cubicBezTo>
                  <a:cubicBezTo>
                    <a:pt x="11608" y="248"/>
                    <a:pt x="11731" y="184"/>
                    <a:pt x="11795" y="124"/>
                  </a:cubicBezTo>
                  <a:cubicBezTo>
                    <a:pt x="11855" y="124"/>
                    <a:pt x="11919" y="60"/>
                    <a:pt x="11919" y="60"/>
                  </a:cubicBezTo>
                  <a:cubicBezTo>
                    <a:pt x="11919" y="1"/>
                    <a:pt x="11855" y="1"/>
                    <a:pt x="11855" y="1"/>
                  </a:cubicBezTo>
                  <a:close/>
                </a:path>
              </a:pathLst>
            </a:custGeom>
            <a:solidFill>
              <a:srgbClr val="B62C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5" name="Google Shape;2835;p60"/>
            <p:cNvSpPr/>
            <p:nvPr/>
          </p:nvSpPr>
          <p:spPr>
            <a:xfrm>
              <a:off x="3695825" y="4043075"/>
              <a:ext cx="52500" cy="69425"/>
            </a:xfrm>
            <a:custGeom>
              <a:rect b="b" l="l" r="r" t="t"/>
              <a:pathLst>
                <a:path extrusionOk="0" h="2777" w="2100">
                  <a:moveTo>
                    <a:pt x="59" y="0"/>
                  </a:moveTo>
                  <a:cubicBezTo>
                    <a:pt x="59" y="60"/>
                    <a:pt x="0" y="60"/>
                    <a:pt x="0" y="124"/>
                  </a:cubicBezTo>
                  <a:cubicBezTo>
                    <a:pt x="0" y="124"/>
                    <a:pt x="0" y="183"/>
                    <a:pt x="59" y="183"/>
                  </a:cubicBezTo>
                  <a:lnTo>
                    <a:pt x="124" y="183"/>
                  </a:lnTo>
                  <a:lnTo>
                    <a:pt x="124" y="124"/>
                  </a:lnTo>
                  <a:lnTo>
                    <a:pt x="124" y="60"/>
                  </a:lnTo>
                  <a:lnTo>
                    <a:pt x="183" y="60"/>
                  </a:lnTo>
                  <a:cubicBezTo>
                    <a:pt x="183" y="60"/>
                    <a:pt x="247" y="60"/>
                    <a:pt x="306" y="124"/>
                  </a:cubicBezTo>
                  <a:cubicBezTo>
                    <a:pt x="430" y="124"/>
                    <a:pt x="494" y="183"/>
                    <a:pt x="553" y="247"/>
                  </a:cubicBezTo>
                  <a:cubicBezTo>
                    <a:pt x="617" y="247"/>
                    <a:pt x="677" y="247"/>
                    <a:pt x="677" y="307"/>
                  </a:cubicBezTo>
                  <a:lnTo>
                    <a:pt x="741" y="307"/>
                  </a:lnTo>
                  <a:cubicBezTo>
                    <a:pt x="864" y="494"/>
                    <a:pt x="924" y="677"/>
                    <a:pt x="988" y="865"/>
                  </a:cubicBezTo>
                  <a:cubicBezTo>
                    <a:pt x="988" y="1112"/>
                    <a:pt x="988" y="1359"/>
                    <a:pt x="1047" y="1541"/>
                  </a:cubicBezTo>
                  <a:cubicBezTo>
                    <a:pt x="1171" y="2100"/>
                    <a:pt x="1605" y="2470"/>
                    <a:pt x="2035" y="2776"/>
                  </a:cubicBezTo>
                  <a:lnTo>
                    <a:pt x="2099" y="2717"/>
                  </a:lnTo>
                  <a:cubicBezTo>
                    <a:pt x="1665" y="2406"/>
                    <a:pt x="1235" y="2035"/>
                    <a:pt x="1111" y="1541"/>
                  </a:cubicBezTo>
                  <a:cubicBezTo>
                    <a:pt x="1111" y="1359"/>
                    <a:pt x="1047" y="1112"/>
                    <a:pt x="1047" y="865"/>
                  </a:cubicBezTo>
                  <a:cubicBezTo>
                    <a:pt x="1047" y="677"/>
                    <a:pt x="988" y="430"/>
                    <a:pt x="800" y="247"/>
                  </a:cubicBezTo>
                  <a:lnTo>
                    <a:pt x="741" y="247"/>
                  </a:lnTo>
                  <a:cubicBezTo>
                    <a:pt x="677" y="183"/>
                    <a:pt x="617" y="124"/>
                    <a:pt x="494" y="60"/>
                  </a:cubicBezTo>
                  <a:cubicBezTo>
                    <a:pt x="370" y="0"/>
                    <a:pt x="247" y="0"/>
                    <a:pt x="183" y="0"/>
                  </a:cubicBezTo>
                  <a:close/>
                </a:path>
              </a:pathLst>
            </a:custGeom>
            <a:solidFill>
              <a:srgbClr val="B62C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6" name="Google Shape;2836;p60"/>
            <p:cNvSpPr/>
            <p:nvPr/>
          </p:nvSpPr>
          <p:spPr>
            <a:xfrm>
              <a:off x="3593950" y="4168050"/>
              <a:ext cx="55575" cy="41750"/>
            </a:xfrm>
            <a:custGeom>
              <a:rect b="b" l="l" r="r" t="t"/>
              <a:pathLst>
                <a:path extrusionOk="0" h="1670" w="2223">
                  <a:moveTo>
                    <a:pt x="59" y="0"/>
                  </a:moveTo>
                  <a:cubicBezTo>
                    <a:pt x="0" y="64"/>
                    <a:pt x="0" y="188"/>
                    <a:pt x="0" y="247"/>
                  </a:cubicBezTo>
                  <a:cubicBezTo>
                    <a:pt x="0" y="494"/>
                    <a:pt x="124" y="682"/>
                    <a:pt x="247" y="864"/>
                  </a:cubicBezTo>
                  <a:cubicBezTo>
                    <a:pt x="494" y="1052"/>
                    <a:pt x="864" y="1235"/>
                    <a:pt x="1171" y="1358"/>
                  </a:cubicBezTo>
                  <a:cubicBezTo>
                    <a:pt x="1541" y="1482"/>
                    <a:pt x="1912" y="1546"/>
                    <a:pt x="2159" y="1670"/>
                  </a:cubicBezTo>
                  <a:lnTo>
                    <a:pt x="2223" y="1546"/>
                  </a:lnTo>
                  <a:cubicBezTo>
                    <a:pt x="1852" y="1423"/>
                    <a:pt x="1294" y="1358"/>
                    <a:pt x="864" y="1176"/>
                  </a:cubicBezTo>
                  <a:cubicBezTo>
                    <a:pt x="677" y="1052"/>
                    <a:pt x="430" y="929"/>
                    <a:pt x="306" y="805"/>
                  </a:cubicBezTo>
                  <a:cubicBezTo>
                    <a:pt x="183" y="618"/>
                    <a:pt x="124" y="435"/>
                    <a:pt x="124" y="247"/>
                  </a:cubicBezTo>
                  <a:lnTo>
                    <a:pt x="124" y="0"/>
                  </a:lnTo>
                  <a:close/>
                </a:path>
              </a:pathLst>
            </a:custGeom>
            <a:solidFill>
              <a:srgbClr val="B62C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7" name="Google Shape;2837;p60"/>
            <p:cNvSpPr/>
            <p:nvPr/>
          </p:nvSpPr>
          <p:spPr>
            <a:xfrm>
              <a:off x="3579975" y="4197425"/>
              <a:ext cx="40175" cy="52500"/>
            </a:xfrm>
            <a:custGeom>
              <a:rect b="b" l="l" r="r" t="t"/>
              <a:pathLst>
                <a:path extrusionOk="0" h="2100" w="1607">
                  <a:moveTo>
                    <a:pt x="65" y="1"/>
                  </a:moveTo>
                  <a:lnTo>
                    <a:pt x="1" y="60"/>
                  </a:lnTo>
                  <a:cubicBezTo>
                    <a:pt x="189" y="124"/>
                    <a:pt x="371" y="183"/>
                    <a:pt x="495" y="371"/>
                  </a:cubicBezTo>
                  <a:cubicBezTo>
                    <a:pt x="618" y="495"/>
                    <a:pt x="683" y="677"/>
                    <a:pt x="683" y="865"/>
                  </a:cubicBezTo>
                  <a:lnTo>
                    <a:pt x="683" y="989"/>
                  </a:lnTo>
                  <a:lnTo>
                    <a:pt x="683" y="1112"/>
                  </a:lnTo>
                  <a:cubicBezTo>
                    <a:pt x="683" y="1171"/>
                    <a:pt x="683" y="1236"/>
                    <a:pt x="742" y="1295"/>
                  </a:cubicBezTo>
                  <a:cubicBezTo>
                    <a:pt x="806" y="1359"/>
                    <a:pt x="806" y="1418"/>
                    <a:pt x="865" y="1542"/>
                  </a:cubicBezTo>
                  <a:cubicBezTo>
                    <a:pt x="1053" y="1789"/>
                    <a:pt x="1300" y="2036"/>
                    <a:pt x="1606" y="2100"/>
                  </a:cubicBezTo>
                  <a:lnTo>
                    <a:pt x="1606" y="2036"/>
                  </a:lnTo>
                  <a:cubicBezTo>
                    <a:pt x="1359" y="1976"/>
                    <a:pt x="1112" y="1729"/>
                    <a:pt x="989" y="1482"/>
                  </a:cubicBezTo>
                  <a:cubicBezTo>
                    <a:pt x="865" y="1359"/>
                    <a:pt x="865" y="1295"/>
                    <a:pt x="806" y="1236"/>
                  </a:cubicBezTo>
                  <a:cubicBezTo>
                    <a:pt x="742" y="1236"/>
                    <a:pt x="742" y="1171"/>
                    <a:pt x="742" y="1112"/>
                  </a:cubicBezTo>
                  <a:lnTo>
                    <a:pt x="742" y="989"/>
                  </a:lnTo>
                  <a:lnTo>
                    <a:pt x="742" y="865"/>
                  </a:lnTo>
                  <a:cubicBezTo>
                    <a:pt x="742" y="677"/>
                    <a:pt x="683" y="430"/>
                    <a:pt x="559" y="307"/>
                  </a:cubicBezTo>
                  <a:cubicBezTo>
                    <a:pt x="436" y="124"/>
                    <a:pt x="248" y="1"/>
                    <a:pt x="65" y="1"/>
                  </a:cubicBezTo>
                  <a:close/>
                </a:path>
              </a:pathLst>
            </a:custGeom>
            <a:solidFill>
              <a:srgbClr val="B62C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8" name="Google Shape;2838;p60"/>
            <p:cNvSpPr/>
            <p:nvPr/>
          </p:nvSpPr>
          <p:spPr>
            <a:xfrm>
              <a:off x="3722000" y="4021450"/>
              <a:ext cx="55575" cy="67950"/>
            </a:xfrm>
            <a:custGeom>
              <a:rect b="b" l="l" r="r" t="t"/>
              <a:pathLst>
                <a:path extrusionOk="0" h="2718" w="2223">
                  <a:moveTo>
                    <a:pt x="64" y="1"/>
                  </a:moveTo>
                  <a:cubicBezTo>
                    <a:pt x="64" y="124"/>
                    <a:pt x="0" y="248"/>
                    <a:pt x="0" y="307"/>
                  </a:cubicBezTo>
                  <a:cubicBezTo>
                    <a:pt x="0" y="554"/>
                    <a:pt x="124" y="742"/>
                    <a:pt x="247" y="925"/>
                  </a:cubicBezTo>
                  <a:lnTo>
                    <a:pt x="805" y="1295"/>
                  </a:lnTo>
                  <a:cubicBezTo>
                    <a:pt x="1359" y="1606"/>
                    <a:pt x="1793" y="2160"/>
                    <a:pt x="2164" y="2718"/>
                  </a:cubicBezTo>
                  <a:lnTo>
                    <a:pt x="2223" y="2653"/>
                  </a:lnTo>
                  <a:cubicBezTo>
                    <a:pt x="1852" y="2100"/>
                    <a:pt x="1423" y="1542"/>
                    <a:pt x="865" y="1236"/>
                  </a:cubicBezTo>
                  <a:lnTo>
                    <a:pt x="311" y="865"/>
                  </a:lnTo>
                  <a:cubicBezTo>
                    <a:pt x="188" y="678"/>
                    <a:pt x="124" y="554"/>
                    <a:pt x="124" y="307"/>
                  </a:cubicBezTo>
                  <a:cubicBezTo>
                    <a:pt x="124" y="248"/>
                    <a:pt x="124" y="124"/>
                    <a:pt x="188" y="1"/>
                  </a:cubicBezTo>
                  <a:close/>
                </a:path>
              </a:pathLst>
            </a:custGeom>
            <a:solidFill>
              <a:srgbClr val="B62C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9" name="Google Shape;2839;p60"/>
            <p:cNvSpPr/>
            <p:nvPr/>
          </p:nvSpPr>
          <p:spPr>
            <a:xfrm>
              <a:off x="4209750" y="3172500"/>
              <a:ext cx="38675" cy="206850"/>
            </a:xfrm>
            <a:custGeom>
              <a:rect b="b" l="l" r="r" t="t"/>
              <a:pathLst>
                <a:path extrusionOk="0" h="8274" w="1547">
                  <a:moveTo>
                    <a:pt x="65" y="0"/>
                  </a:moveTo>
                  <a:cubicBezTo>
                    <a:pt x="1" y="741"/>
                    <a:pt x="1" y="1418"/>
                    <a:pt x="1" y="2036"/>
                  </a:cubicBezTo>
                  <a:cubicBezTo>
                    <a:pt x="1" y="5063"/>
                    <a:pt x="312" y="6604"/>
                    <a:pt x="618" y="7410"/>
                  </a:cubicBezTo>
                  <a:cubicBezTo>
                    <a:pt x="806" y="7780"/>
                    <a:pt x="989" y="8027"/>
                    <a:pt x="1112" y="8151"/>
                  </a:cubicBezTo>
                  <a:cubicBezTo>
                    <a:pt x="1300" y="8274"/>
                    <a:pt x="1423" y="8274"/>
                    <a:pt x="1483" y="8274"/>
                  </a:cubicBezTo>
                  <a:cubicBezTo>
                    <a:pt x="1483" y="8274"/>
                    <a:pt x="1547" y="8274"/>
                    <a:pt x="1547" y="8210"/>
                  </a:cubicBezTo>
                  <a:lnTo>
                    <a:pt x="1483" y="8210"/>
                  </a:lnTo>
                  <a:cubicBezTo>
                    <a:pt x="1423" y="8210"/>
                    <a:pt x="1300" y="8210"/>
                    <a:pt x="1176" y="8086"/>
                  </a:cubicBezTo>
                  <a:cubicBezTo>
                    <a:pt x="989" y="7904"/>
                    <a:pt x="682" y="7533"/>
                    <a:pt x="495" y="6604"/>
                  </a:cubicBezTo>
                  <a:cubicBezTo>
                    <a:pt x="248" y="5740"/>
                    <a:pt x="65" y="4322"/>
                    <a:pt x="65" y="2036"/>
                  </a:cubicBezTo>
                  <a:cubicBezTo>
                    <a:pt x="65" y="1418"/>
                    <a:pt x="65" y="741"/>
                    <a:pt x="124" y="60"/>
                  </a:cubicBezTo>
                  <a:cubicBezTo>
                    <a:pt x="124" y="0"/>
                    <a:pt x="124" y="0"/>
                    <a:pt x="65" y="0"/>
                  </a:cubicBezTo>
                  <a:close/>
                </a:path>
              </a:pathLst>
            </a:custGeom>
            <a:solidFill>
              <a:srgbClr val="B62C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0" name="Google Shape;2840;p60"/>
            <p:cNvSpPr/>
            <p:nvPr/>
          </p:nvSpPr>
          <p:spPr>
            <a:xfrm>
              <a:off x="3499725" y="3760250"/>
              <a:ext cx="1216350" cy="1680350"/>
            </a:xfrm>
            <a:custGeom>
              <a:rect b="b" l="l" r="r" t="t"/>
              <a:pathLst>
                <a:path extrusionOk="0" h="67214" w="48654">
                  <a:moveTo>
                    <a:pt x="40557" y="0"/>
                  </a:moveTo>
                  <a:cubicBezTo>
                    <a:pt x="40499" y="0"/>
                    <a:pt x="40440" y="4"/>
                    <a:pt x="40380" y="12"/>
                  </a:cubicBezTo>
                  <a:cubicBezTo>
                    <a:pt x="39456" y="135"/>
                    <a:pt x="36305" y="506"/>
                    <a:pt x="35687" y="629"/>
                  </a:cubicBezTo>
                  <a:cubicBezTo>
                    <a:pt x="35534" y="662"/>
                    <a:pt x="35195" y="678"/>
                    <a:pt x="34739" y="678"/>
                  </a:cubicBezTo>
                  <a:cubicBezTo>
                    <a:pt x="34283" y="678"/>
                    <a:pt x="33712" y="662"/>
                    <a:pt x="33094" y="629"/>
                  </a:cubicBezTo>
                  <a:cubicBezTo>
                    <a:pt x="32199" y="595"/>
                    <a:pt x="31240" y="559"/>
                    <a:pt x="30449" y="559"/>
                  </a:cubicBezTo>
                  <a:cubicBezTo>
                    <a:pt x="29878" y="559"/>
                    <a:pt x="29394" y="578"/>
                    <a:pt x="29083" y="629"/>
                  </a:cubicBezTo>
                  <a:cubicBezTo>
                    <a:pt x="27784" y="941"/>
                    <a:pt x="23462" y="2482"/>
                    <a:pt x="22045" y="3287"/>
                  </a:cubicBezTo>
                  <a:cubicBezTo>
                    <a:pt x="20375" y="4151"/>
                    <a:pt x="18834" y="5386"/>
                    <a:pt x="17412" y="6621"/>
                  </a:cubicBezTo>
                  <a:cubicBezTo>
                    <a:pt x="16241" y="7609"/>
                    <a:pt x="15377" y="8844"/>
                    <a:pt x="14448" y="9955"/>
                  </a:cubicBezTo>
                  <a:cubicBezTo>
                    <a:pt x="14018" y="10449"/>
                    <a:pt x="13524" y="10943"/>
                    <a:pt x="13030" y="11373"/>
                  </a:cubicBezTo>
                  <a:cubicBezTo>
                    <a:pt x="9820" y="14154"/>
                    <a:pt x="5928" y="17488"/>
                    <a:pt x="3769" y="21128"/>
                  </a:cubicBezTo>
                  <a:cubicBezTo>
                    <a:pt x="1976" y="24032"/>
                    <a:pt x="1052" y="27796"/>
                    <a:pt x="1052" y="31195"/>
                  </a:cubicBezTo>
                  <a:cubicBezTo>
                    <a:pt x="1052" y="35517"/>
                    <a:pt x="0" y="37181"/>
                    <a:pt x="1052" y="41133"/>
                  </a:cubicBezTo>
                  <a:cubicBezTo>
                    <a:pt x="2100" y="45084"/>
                    <a:pt x="2100" y="46630"/>
                    <a:pt x="3152" y="48606"/>
                  </a:cubicBezTo>
                  <a:cubicBezTo>
                    <a:pt x="4199" y="50582"/>
                    <a:pt x="8027" y="55274"/>
                    <a:pt x="12225" y="58174"/>
                  </a:cubicBezTo>
                  <a:cubicBezTo>
                    <a:pt x="16424" y="61078"/>
                    <a:pt x="24021" y="64595"/>
                    <a:pt x="24514" y="64842"/>
                  </a:cubicBezTo>
                  <a:cubicBezTo>
                    <a:pt x="24997" y="65113"/>
                    <a:pt x="28344" y="67213"/>
                    <a:pt x="31364" y="67213"/>
                  </a:cubicBezTo>
                  <a:cubicBezTo>
                    <a:pt x="31808" y="67213"/>
                    <a:pt x="32245" y="67168"/>
                    <a:pt x="32664" y="67065"/>
                  </a:cubicBezTo>
                  <a:cubicBezTo>
                    <a:pt x="35934" y="66324"/>
                    <a:pt x="38651" y="64595"/>
                    <a:pt x="39580" y="62249"/>
                  </a:cubicBezTo>
                  <a:cubicBezTo>
                    <a:pt x="40503" y="59902"/>
                    <a:pt x="44578" y="53728"/>
                    <a:pt x="44949" y="51629"/>
                  </a:cubicBezTo>
                  <a:cubicBezTo>
                    <a:pt x="45383" y="49530"/>
                    <a:pt x="48653" y="41133"/>
                    <a:pt x="47483" y="36811"/>
                  </a:cubicBezTo>
                  <a:cubicBezTo>
                    <a:pt x="46742" y="34282"/>
                    <a:pt x="46001" y="31501"/>
                    <a:pt x="44702" y="29219"/>
                  </a:cubicBezTo>
                  <a:cubicBezTo>
                    <a:pt x="44084" y="28231"/>
                    <a:pt x="44272" y="27367"/>
                    <a:pt x="44025" y="26314"/>
                  </a:cubicBezTo>
                  <a:cubicBezTo>
                    <a:pt x="43902" y="25573"/>
                    <a:pt x="43467" y="24897"/>
                    <a:pt x="43096" y="24215"/>
                  </a:cubicBezTo>
                  <a:cubicBezTo>
                    <a:pt x="42667" y="23351"/>
                    <a:pt x="42109" y="22486"/>
                    <a:pt x="41368" y="21810"/>
                  </a:cubicBezTo>
                  <a:cubicBezTo>
                    <a:pt x="39580" y="20204"/>
                    <a:pt x="35875" y="20204"/>
                    <a:pt x="33588" y="19523"/>
                  </a:cubicBezTo>
                  <a:cubicBezTo>
                    <a:pt x="31612" y="18905"/>
                    <a:pt x="28466" y="17917"/>
                    <a:pt x="27908" y="15571"/>
                  </a:cubicBezTo>
                  <a:cubicBezTo>
                    <a:pt x="26984" y="11807"/>
                    <a:pt x="27537" y="9832"/>
                    <a:pt x="28466" y="9150"/>
                  </a:cubicBezTo>
                  <a:cubicBezTo>
                    <a:pt x="29337" y="8568"/>
                    <a:pt x="31362" y="5849"/>
                    <a:pt x="33866" y="5849"/>
                  </a:cubicBezTo>
                  <a:cubicBezTo>
                    <a:pt x="34019" y="5849"/>
                    <a:pt x="34173" y="5859"/>
                    <a:pt x="34329" y="5880"/>
                  </a:cubicBezTo>
                  <a:cubicBezTo>
                    <a:pt x="36550" y="6223"/>
                    <a:pt x="37665" y="6963"/>
                    <a:pt x="38497" y="6963"/>
                  </a:cubicBezTo>
                  <a:cubicBezTo>
                    <a:pt x="38707" y="6963"/>
                    <a:pt x="38899" y="6916"/>
                    <a:pt x="39086" y="6804"/>
                  </a:cubicBezTo>
                  <a:cubicBezTo>
                    <a:pt x="40009" y="6310"/>
                    <a:pt x="40750" y="5075"/>
                    <a:pt x="40874" y="4704"/>
                  </a:cubicBezTo>
                  <a:cubicBezTo>
                    <a:pt x="41061" y="4334"/>
                    <a:pt x="41679" y="4704"/>
                    <a:pt x="42232" y="4211"/>
                  </a:cubicBezTo>
                  <a:cubicBezTo>
                    <a:pt x="42726" y="3657"/>
                    <a:pt x="42973" y="2111"/>
                    <a:pt x="42479" y="1435"/>
                  </a:cubicBezTo>
                  <a:cubicBezTo>
                    <a:pt x="41962" y="797"/>
                    <a:pt x="41388" y="0"/>
                    <a:pt x="4055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1" name="Google Shape;2841;p60"/>
            <p:cNvSpPr/>
            <p:nvPr/>
          </p:nvSpPr>
          <p:spPr>
            <a:xfrm>
              <a:off x="3532200" y="4441325"/>
              <a:ext cx="3100" cy="23100"/>
            </a:xfrm>
            <a:custGeom>
              <a:rect b="b" l="l" r="r" t="t"/>
              <a:pathLst>
                <a:path extrusionOk="0" h="924" w="124">
                  <a:moveTo>
                    <a:pt x="60" y="0"/>
                  </a:moveTo>
                  <a:lnTo>
                    <a:pt x="60" y="59"/>
                  </a:lnTo>
                  <a:cubicBezTo>
                    <a:pt x="0" y="370"/>
                    <a:pt x="0" y="617"/>
                    <a:pt x="0" y="924"/>
                  </a:cubicBezTo>
                  <a:cubicBezTo>
                    <a:pt x="60" y="677"/>
                    <a:pt x="60" y="370"/>
                    <a:pt x="124" y="124"/>
                  </a:cubicBezTo>
                  <a:cubicBezTo>
                    <a:pt x="124" y="124"/>
                    <a:pt x="124" y="59"/>
                    <a:pt x="60" y="0"/>
                  </a:cubicBezTo>
                  <a:close/>
                </a:path>
              </a:pathLst>
            </a:custGeom>
            <a:solidFill>
              <a:srgbClr val="801D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2" name="Google Shape;2842;p60"/>
            <p:cNvSpPr/>
            <p:nvPr/>
          </p:nvSpPr>
          <p:spPr>
            <a:xfrm>
              <a:off x="3533675" y="4408825"/>
              <a:ext cx="10900" cy="35600"/>
            </a:xfrm>
            <a:custGeom>
              <a:rect b="b" l="l" r="r" t="t"/>
              <a:pathLst>
                <a:path extrusionOk="0" h="1424" w="436">
                  <a:moveTo>
                    <a:pt x="435" y="1"/>
                  </a:moveTo>
                  <a:lnTo>
                    <a:pt x="435" y="1"/>
                  </a:lnTo>
                  <a:cubicBezTo>
                    <a:pt x="124" y="312"/>
                    <a:pt x="65" y="742"/>
                    <a:pt x="1" y="1236"/>
                  </a:cubicBezTo>
                  <a:lnTo>
                    <a:pt x="1" y="1300"/>
                  </a:lnTo>
                  <a:cubicBezTo>
                    <a:pt x="65" y="1359"/>
                    <a:pt x="65" y="1424"/>
                    <a:pt x="65" y="1424"/>
                  </a:cubicBezTo>
                  <a:cubicBezTo>
                    <a:pt x="188" y="930"/>
                    <a:pt x="248" y="436"/>
                    <a:pt x="435" y="1"/>
                  </a:cubicBezTo>
                  <a:close/>
                </a:path>
              </a:pathLst>
            </a:custGeom>
            <a:solidFill>
              <a:srgbClr val="70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3" name="Google Shape;2843;p60"/>
            <p:cNvSpPr/>
            <p:nvPr/>
          </p:nvSpPr>
          <p:spPr>
            <a:xfrm>
              <a:off x="3530600" y="4117175"/>
              <a:ext cx="558775" cy="855150"/>
            </a:xfrm>
            <a:custGeom>
              <a:rect b="b" l="l" r="r" t="t"/>
              <a:pathLst>
                <a:path extrusionOk="0" h="34206" w="22351">
                  <a:moveTo>
                    <a:pt x="17599" y="0"/>
                  </a:moveTo>
                  <a:cubicBezTo>
                    <a:pt x="17535" y="0"/>
                    <a:pt x="17476" y="0"/>
                    <a:pt x="17411" y="59"/>
                  </a:cubicBezTo>
                  <a:cubicBezTo>
                    <a:pt x="16547" y="247"/>
                    <a:pt x="15870" y="924"/>
                    <a:pt x="15065" y="1294"/>
                  </a:cubicBezTo>
                  <a:cubicBezTo>
                    <a:pt x="14077" y="1665"/>
                    <a:pt x="13030" y="2099"/>
                    <a:pt x="12042" y="2529"/>
                  </a:cubicBezTo>
                  <a:cubicBezTo>
                    <a:pt x="11054" y="2899"/>
                    <a:pt x="10067" y="3334"/>
                    <a:pt x="9202" y="3887"/>
                  </a:cubicBezTo>
                  <a:cubicBezTo>
                    <a:pt x="8027" y="4692"/>
                    <a:pt x="6915" y="5927"/>
                    <a:pt x="5433" y="6174"/>
                  </a:cubicBezTo>
                  <a:cubicBezTo>
                    <a:pt x="5992" y="5186"/>
                    <a:pt x="6856" y="4258"/>
                    <a:pt x="7473" y="3270"/>
                  </a:cubicBezTo>
                  <a:cubicBezTo>
                    <a:pt x="7350" y="3211"/>
                    <a:pt x="7226" y="3146"/>
                    <a:pt x="7103" y="3146"/>
                  </a:cubicBezTo>
                  <a:cubicBezTo>
                    <a:pt x="6668" y="3146"/>
                    <a:pt x="6239" y="3458"/>
                    <a:pt x="5927" y="3828"/>
                  </a:cubicBezTo>
                  <a:cubicBezTo>
                    <a:pt x="4075" y="5927"/>
                    <a:pt x="3952" y="9385"/>
                    <a:pt x="1423" y="10990"/>
                  </a:cubicBezTo>
                  <a:cubicBezTo>
                    <a:pt x="1111" y="11173"/>
                    <a:pt x="805" y="11296"/>
                    <a:pt x="618" y="11543"/>
                  </a:cubicBezTo>
                  <a:cubicBezTo>
                    <a:pt x="558" y="11608"/>
                    <a:pt x="558" y="11608"/>
                    <a:pt x="558" y="11667"/>
                  </a:cubicBezTo>
                  <a:cubicBezTo>
                    <a:pt x="371" y="12102"/>
                    <a:pt x="311" y="12596"/>
                    <a:pt x="188" y="13090"/>
                  </a:cubicBezTo>
                  <a:cubicBezTo>
                    <a:pt x="124" y="13336"/>
                    <a:pt x="124" y="13643"/>
                    <a:pt x="64" y="13890"/>
                  </a:cubicBezTo>
                  <a:cubicBezTo>
                    <a:pt x="0" y="15742"/>
                    <a:pt x="247" y="17594"/>
                    <a:pt x="494" y="19387"/>
                  </a:cubicBezTo>
                  <a:cubicBezTo>
                    <a:pt x="741" y="20869"/>
                    <a:pt x="988" y="22351"/>
                    <a:pt x="1605" y="23709"/>
                  </a:cubicBezTo>
                  <a:cubicBezTo>
                    <a:pt x="1917" y="24450"/>
                    <a:pt x="2346" y="25191"/>
                    <a:pt x="2781" y="25868"/>
                  </a:cubicBezTo>
                  <a:cubicBezTo>
                    <a:pt x="2964" y="26238"/>
                    <a:pt x="3211" y="26549"/>
                    <a:pt x="3398" y="26920"/>
                  </a:cubicBezTo>
                  <a:cubicBezTo>
                    <a:pt x="3645" y="27043"/>
                    <a:pt x="3952" y="27167"/>
                    <a:pt x="4199" y="27290"/>
                  </a:cubicBezTo>
                  <a:cubicBezTo>
                    <a:pt x="4263" y="27290"/>
                    <a:pt x="4322" y="27350"/>
                    <a:pt x="4386" y="27350"/>
                  </a:cubicBezTo>
                  <a:cubicBezTo>
                    <a:pt x="3952" y="26732"/>
                    <a:pt x="3705" y="25991"/>
                    <a:pt x="3581" y="25250"/>
                  </a:cubicBezTo>
                  <a:lnTo>
                    <a:pt x="3581" y="25250"/>
                  </a:lnTo>
                  <a:cubicBezTo>
                    <a:pt x="4510" y="25685"/>
                    <a:pt x="5310" y="26362"/>
                    <a:pt x="6174" y="26856"/>
                  </a:cubicBezTo>
                  <a:cubicBezTo>
                    <a:pt x="6915" y="27290"/>
                    <a:pt x="7780" y="27661"/>
                    <a:pt x="8585" y="27661"/>
                  </a:cubicBezTo>
                  <a:lnTo>
                    <a:pt x="9079" y="27661"/>
                  </a:lnTo>
                  <a:cubicBezTo>
                    <a:pt x="9015" y="27350"/>
                    <a:pt x="8644" y="27167"/>
                    <a:pt x="8338" y="27043"/>
                  </a:cubicBezTo>
                  <a:cubicBezTo>
                    <a:pt x="7473" y="26796"/>
                    <a:pt x="6486" y="26609"/>
                    <a:pt x="5804" y="25991"/>
                  </a:cubicBezTo>
                  <a:cubicBezTo>
                    <a:pt x="5251" y="25562"/>
                    <a:pt x="4940" y="24880"/>
                    <a:pt x="4386" y="24509"/>
                  </a:cubicBezTo>
                  <a:cubicBezTo>
                    <a:pt x="4016" y="24262"/>
                    <a:pt x="3581" y="24139"/>
                    <a:pt x="3275" y="23833"/>
                  </a:cubicBezTo>
                  <a:cubicBezTo>
                    <a:pt x="3028" y="23586"/>
                    <a:pt x="2840" y="23215"/>
                    <a:pt x="2717" y="22845"/>
                  </a:cubicBezTo>
                  <a:cubicBezTo>
                    <a:pt x="2287" y="21546"/>
                    <a:pt x="1793" y="20252"/>
                    <a:pt x="1299" y="19017"/>
                  </a:cubicBezTo>
                  <a:lnTo>
                    <a:pt x="1299" y="19017"/>
                  </a:lnTo>
                  <a:cubicBezTo>
                    <a:pt x="2470" y="20128"/>
                    <a:pt x="3828" y="21240"/>
                    <a:pt x="5251" y="21980"/>
                  </a:cubicBezTo>
                  <a:cubicBezTo>
                    <a:pt x="5374" y="22040"/>
                    <a:pt x="5498" y="22104"/>
                    <a:pt x="5621" y="22104"/>
                  </a:cubicBezTo>
                  <a:lnTo>
                    <a:pt x="5745" y="22104"/>
                  </a:lnTo>
                  <a:cubicBezTo>
                    <a:pt x="5992" y="22040"/>
                    <a:pt x="6051" y="21669"/>
                    <a:pt x="5927" y="21422"/>
                  </a:cubicBezTo>
                  <a:cubicBezTo>
                    <a:pt x="5804" y="21240"/>
                    <a:pt x="5557" y="21116"/>
                    <a:pt x="5310" y="20993"/>
                  </a:cubicBezTo>
                  <a:cubicBezTo>
                    <a:pt x="4880" y="20805"/>
                    <a:pt x="4016" y="20681"/>
                    <a:pt x="4263" y="20128"/>
                  </a:cubicBezTo>
                  <a:cubicBezTo>
                    <a:pt x="4322" y="19881"/>
                    <a:pt x="4569" y="19817"/>
                    <a:pt x="4816" y="19817"/>
                  </a:cubicBezTo>
                  <a:cubicBezTo>
                    <a:pt x="4880" y="19817"/>
                    <a:pt x="5004" y="19817"/>
                    <a:pt x="5127" y="19881"/>
                  </a:cubicBezTo>
                  <a:lnTo>
                    <a:pt x="5498" y="19881"/>
                  </a:lnTo>
                  <a:cubicBezTo>
                    <a:pt x="5621" y="19881"/>
                    <a:pt x="5680" y="19881"/>
                    <a:pt x="5804" y="19817"/>
                  </a:cubicBezTo>
                  <a:cubicBezTo>
                    <a:pt x="6298" y="19570"/>
                    <a:pt x="6174" y="19076"/>
                    <a:pt x="5498" y="19017"/>
                  </a:cubicBezTo>
                  <a:lnTo>
                    <a:pt x="5374" y="19017"/>
                  </a:lnTo>
                  <a:cubicBezTo>
                    <a:pt x="4940" y="19017"/>
                    <a:pt x="4569" y="19140"/>
                    <a:pt x="4199" y="19323"/>
                  </a:cubicBezTo>
                  <a:cubicBezTo>
                    <a:pt x="3769" y="19634"/>
                    <a:pt x="3458" y="19758"/>
                    <a:pt x="3275" y="19758"/>
                  </a:cubicBezTo>
                  <a:cubicBezTo>
                    <a:pt x="2904" y="19758"/>
                    <a:pt x="2717" y="19447"/>
                    <a:pt x="2411" y="18770"/>
                  </a:cubicBezTo>
                  <a:cubicBezTo>
                    <a:pt x="2099" y="18152"/>
                    <a:pt x="1052" y="16359"/>
                    <a:pt x="1423" y="15806"/>
                  </a:cubicBezTo>
                  <a:lnTo>
                    <a:pt x="1423" y="15806"/>
                  </a:lnTo>
                  <a:cubicBezTo>
                    <a:pt x="1605" y="15865"/>
                    <a:pt x="1729" y="15989"/>
                    <a:pt x="1852" y="16112"/>
                  </a:cubicBezTo>
                  <a:cubicBezTo>
                    <a:pt x="1976" y="16300"/>
                    <a:pt x="2164" y="16424"/>
                    <a:pt x="2346" y="16424"/>
                  </a:cubicBezTo>
                  <a:cubicBezTo>
                    <a:pt x="2411" y="16424"/>
                    <a:pt x="2470" y="16424"/>
                    <a:pt x="2534" y="16359"/>
                  </a:cubicBezTo>
                  <a:cubicBezTo>
                    <a:pt x="2658" y="16236"/>
                    <a:pt x="2658" y="15989"/>
                    <a:pt x="2534" y="15806"/>
                  </a:cubicBezTo>
                  <a:cubicBezTo>
                    <a:pt x="2411" y="15683"/>
                    <a:pt x="2164" y="15618"/>
                    <a:pt x="2040" y="15495"/>
                  </a:cubicBezTo>
                  <a:cubicBezTo>
                    <a:pt x="929" y="14818"/>
                    <a:pt x="1235" y="13090"/>
                    <a:pt x="1793" y="13090"/>
                  </a:cubicBezTo>
                  <a:cubicBezTo>
                    <a:pt x="1976" y="13090"/>
                    <a:pt x="2223" y="13272"/>
                    <a:pt x="2470" y="13766"/>
                  </a:cubicBezTo>
                  <a:cubicBezTo>
                    <a:pt x="2717" y="14384"/>
                    <a:pt x="3334" y="14818"/>
                    <a:pt x="4016" y="14818"/>
                  </a:cubicBezTo>
                  <a:lnTo>
                    <a:pt x="4199" y="14818"/>
                  </a:lnTo>
                  <a:cubicBezTo>
                    <a:pt x="4693" y="14754"/>
                    <a:pt x="5310" y="14448"/>
                    <a:pt x="5804" y="14448"/>
                  </a:cubicBezTo>
                  <a:cubicBezTo>
                    <a:pt x="5992" y="14448"/>
                    <a:pt x="6239" y="14507"/>
                    <a:pt x="6421" y="14631"/>
                  </a:cubicBezTo>
                  <a:cubicBezTo>
                    <a:pt x="6486" y="14754"/>
                    <a:pt x="6609" y="14878"/>
                    <a:pt x="6733" y="14942"/>
                  </a:cubicBezTo>
                  <a:cubicBezTo>
                    <a:pt x="6792" y="14942"/>
                    <a:pt x="6792" y="15001"/>
                    <a:pt x="6856" y="15001"/>
                  </a:cubicBezTo>
                  <a:cubicBezTo>
                    <a:pt x="7162" y="15001"/>
                    <a:pt x="7409" y="14507"/>
                    <a:pt x="7226" y="14201"/>
                  </a:cubicBezTo>
                  <a:cubicBezTo>
                    <a:pt x="7103" y="13954"/>
                    <a:pt x="6792" y="13830"/>
                    <a:pt x="6486" y="13830"/>
                  </a:cubicBezTo>
                  <a:cubicBezTo>
                    <a:pt x="6362" y="13830"/>
                    <a:pt x="6239" y="13830"/>
                    <a:pt x="6174" y="13890"/>
                  </a:cubicBezTo>
                  <a:cubicBezTo>
                    <a:pt x="5745" y="13954"/>
                    <a:pt x="5374" y="14137"/>
                    <a:pt x="5004" y="14201"/>
                  </a:cubicBezTo>
                  <a:lnTo>
                    <a:pt x="4816" y="14201"/>
                  </a:lnTo>
                  <a:cubicBezTo>
                    <a:pt x="4199" y="14201"/>
                    <a:pt x="3581" y="13830"/>
                    <a:pt x="3334" y="13272"/>
                  </a:cubicBezTo>
                  <a:cubicBezTo>
                    <a:pt x="3028" y="12655"/>
                    <a:pt x="3211" y="11855"/>
                    <a:pt x="3705" y="11420"/>
                  </a:cubicBezTo>
                  <a:cubicBezTo>
                    <a:pt x="4016" y="12037"/>
                    <a:pt x="4446" y="12719"/>
                    <a:pt x="5251" y="12719"/>
                  </a:cubicBezTo>
                  <a:lnTo>
                    <a:pt x="5498" y="12719"/>
                  </a:lnTo>
                  <a:cubicBezTo>
                    <a:pt x="5680" y="12655"/>
                    <a:pt x="5868" y="12596"/>
                    <a:pt x="5868" y="12408"/>
                  </a:cubicBezTo>
                  <a:cubicBezTo>
                    <a:pt x="5927" y="12161"/>
                    <a:pt x="5621" y="12037"/>
                    <a:pt x="5374" y="11914"/>
                  </a:cubicBezTo>
                  <a:cubicBezTo>
                    <a:pt x="3892" y="11296"/>
                    <a:pt x="4940" y="10002"/>
                    <a:pt x="5804" y="9385"/>
                  </a:cubicBezTo>
                  <a:cubicBezTo>
                    <a:pt x="7473" y="8209"/>
                    <a:pt x="9079" y="7039"/>
                    <a:pt x="10684" y="5863"/>
                  </a:cubicBezTo>
                  <a:cubicBezTo>
                    <a:pt x="11361" y="5369"/>
                    <a:pt x="12102" y="4875"/>
                    <a:pt x="12907" y="4628"/>
                  </a:cubicBezTo>
                  <a:cubicBezTo>
                    <a:pt x="13277" y="4505"/>
                    <a:pt x="13648" y="4505"/>
                    <a:pt x="14018" y="4505"/>
                  </a:cubicBezTo>
                  <a:cubicBezTo>
                    <a:pt x="15253" y="4505"/>
                    <a:pt x="16488" y="4875"/>
                    <a:pt x="17658" y="5063"/>
                  </a:cubicBezTo>
                  <a:cubicBezTo>
                    <a:pt x="17970" y="5063"/>
                    <a:pt x="18340" y="5122"/>
                    <a:pt x="18646" y="5122"/>
                  </a:cubicBezTo>
                  <a:cubicBezTo>
                    <a:pt x="19758" y="5122"/>
                    <a:pt x="20869" y="4875"/>
                    <a:pt x="21857" y="4446"/>
                  </a:cubicBezTo>
                  <a:cubicBezTo>
                    <a:pt x="21980" y="4381"/>
                    <a:pt x="22168" y="4322"/>
                    <a:pt x="22227" y="4199"/>
                  </a:cubicBezTo>
                  <a:cubicBezTo>
                    <a:pt x="22351" y="3952"/>
                    <a:pt x="22168" y="3705"/>
                    <a:pt x="21921" y="3581"/>
                  </a:cubicBezTo>
                  <a:lnTo>
                    <a:pt x="21674" y="3581"/>
                  </a:lnTo>
                  <a:cubicBezTo>
                    <a:pt x="21486" y="3581"/>
                    <a:pt x="21304" y="3581"/>
                    <a:pt x="21180" y="3640"/>
                  </a:cubicBezTo>
                  <a:cubicBezTo>
                    <a:pt x="20128" y="3828"/>
                    <a:pt x="19140" y="3952"/>
                    <a:pt x="18093" y="3952"/>
                  </a:cubicBezTo>
                  <a:lnTo>
                    <a:pt x="17658" y="3952"/>
                  </a:lnTo>
                  <a:cubicBezTo>
                    <a:pt x="16547" y="3887"/>
                    <a:pt x="15376" y="3764"/>
                    <a:pt x="14265" y="3764"/>
                  </a:cubicBezTo>
                  <a:cubicBezTo>
                    <a:pt x="13277" y="3764"/>
                    <a:pt x="12349" y="3887"/>
                    <a:pt x="11484" y="4258"/>
                  </a:cubicBezTo>
                  <a:cubicBezTo>
                    <a:pt x="10496" y="4752"/>
                    <a:pt x="9755" y="5493"/>
                    <a:pt x="8955" y="6234"/>
                  </a:cubicBezTo>
                  <a:cubicBezTo>
                    <a:pt x="7409" y="7656"/>
                    <a:pt x="5680" y="8950"/>
                    <a:pt x="3892" y="10062"/>
                  </a:cubicBezTo>
                  <a:cubicBezTo>
                    <a:pt x="4199" y="8397"/>
                    <a:pt x="5557" y="6915"/>
                    <a:pt x="7226" y="6481"/>
                  </a:cubicBezTo>
                  <a:cubicBezTo>
                    <a:pt x="7844" y="6298"/>
                    <a:pt x="8461" y="6234"/>
                    <a:pt x="9015" y="5927"/>
                  </a:cubicBezTo>
                  <a:cubicBezTo>
                    <a:pt x="8891" y="5740"/>
                    <a:pt x="8708" y="5616"/>
                    <a:pt x="8521" y="5433"/>
                  </a:cubicBezTo>
                  <a:cubicBezTo>
                    <a:pt x="8027" y="4939"/>
                    <a:pt x="13090" y="2717"/>
                    <a:pt x="13524" y="2593"/>
                  </a:cubicBezTo>
                  <a:cubicBezTo>
                    <a:pt x="14018" y="2529"/>
                    <a:pt x="14512" y="2470"/>
                    <a:pt x="14942" y="2470"/>
                  </a:cubicBezTo>
                  <a:cubicBezTo>
                    <a:pt x="16424" y="2470"/>
                    <a:pt x="17782" y="2899"/>
                    <a:pt x="19328" y="3023"/>
                  </a:cubicBezTo>
                  <a:cubicBezTo>
                    <a:pt x="19451" y="2899"/>
                    <a:pt x="19451" y="2653"/>
                    <a:pt x="19328" y="2529"/>
                  </a:cubicBezTo>
                  <a:cubicBezTo>
                    <a:pt x="19204" y="2406"/>
                    <a:pt x="19081" y="2346"/>
                    <a:pt x="18893" y="2282"/>
                  </a:cubicBezTo>
                  <a:cubicBezTo>
                    <a:pt x="18029" y="1912"/>
                    <a:pt x="17041" y="1729"/>
                    <a:pt x="16053" y="1729"/>
                  </a:cubicBezTo>
                  <a:cubicBezTo>
                    <a:pt x="15806" y="1729"/>
                    <a:pt x="15559" y="1788"/>
                    <a:pt x="15312" y="1788"/>
                  </a:cubicBezTo>
                  <a:cubicBezTo>
                    <a:pt x="15500" y="1358"/>
                    <a:pt x="15870" y="1111"/>
                    <a:pt x="16300" y="988"/>
                  </a:cubicBezTo>
                  <a:cubicBezTo>
                    <a:pt x="16735" y="800"/>
                    <a:pt x="17165" y="741"/>
                    <a:pt x="17535" y="553"/>
                  </a:cubicBezTo>
                  <a:cubicBezTo>
                    <a:pt x="17723" y="494"/>
                    <a:pt x="17905" y="306"/>
                    <a:pt x="17846" y="124"/>
                  </a:cubicBezTo>
                  <a:cubicBezTo>
                    <a:pt x="17782" y="59"/>
                    <a:pt x="17658" y="0"/>
                    <a:pt x="17599" y="0"/>
                  </a:cubicBezTo>
                  <a:close/>
                  <a:moveTo>
                    <a:pt x="3952" y="27844"/>
                  </a:moveTo>
                  <a:cubicBezTo>
                    <a:pt x="4016" y="27908"/>
                    <a:pt x="4016" y="27967"/>
                    <a:pt x="4075" y="28031"/>
                  </a:cubicBezTo>
                  <a:cubicBezTo>
                    <a:pt x="5063" y="29696"/>
                    <a:pt x="6115" y="31425"/>
                    <a:pt x="7162" y="33094"/>
                  </a:cubicBezTo>
                  <a:cubicBezTo>
                    <a:pt x="7533" y="33588"/>
                    <a:pt x="8091" y="34206"/>
                    <a:pt x="8644" y="34206"/>
                  </a:cubicBezTo>
                  <a:lnTo>
                    <a:pt x="8955" y="34206"/>
                  </a:lnTo>
                  <a:cubicBezTo>
                    <a:pt x="7967" y="33341"/>
                    <a:pt x="7162" y="32353"/>
                    <a:pt x="6486" y="31301"/>
                  </a:cubicBezTo>
                  <a:lnTo>
                    <a:pt x="6486" y="31301"/>
                  </a:lnTo>
                  <a:cubicBezTo>
                    <a:pt x="8274" y="31983"/>
                    <a:pt x="10126" y="32659"/>
                    <a:pt x="11978" y="33400"/>
                  </a:cubicBezTo>
                  <a:cubicBezTo>
                    <a:pt x="12166" y="33465"/>
                    <a:pt x="12349" y="33524"/>
                    <a:pt x="12596" y="33524"/>
                  </a:cubicBezTo>
                  <a:cubicBezTo>
                    <a:pt x="12843" y="33524"/>
                    <a:pt x="13090" y="33400"/>
                    <a:pt x="13154" y="33153"/>
                  </a:cubicBezTo>
                  <a:cubicBezTo>
                    <a:pt x="13277" y="32783"/>
                    <a:pt x="12843" y="32536"/>
                    <a:pt x="12472" y="32353"/>
                  </a:cubicBezTo>
                  <a:cubicBezTo>
                    <a:pt x="10620" y="31612"/>
                    <a:pt x="8708" y="30995"/>
                    <a:pt x="7039" y="29943"/>
                  </a:cubicBezTo>
                  <a:cubicBezTo>
                    <a:pt x="6239" y="29449"/>
                    <a:pt x="5557" y="28831"/>
                    <a:pt x="4940" y="28155"/>
                  </a:cubicBezTo>
                  <a:cubicBezTo>
                    <a:pt x="4633" y="28031"/>
                    <a:pt x="4263" y="27967"/>
                    <a:pt x="3952" y="27844"/>
                  </a:cubicBezTo>
                  <a:close/>
                </a:path>
              </a:pathLst>
            </a:custGeom>
            <a:solidFill>
              <a:srgbClr val="9F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4" name="Google Shape;2844;p60"/>
            <p:cNvSpPr/>
            <p:nvPr/>
          </p:nvSpPr>
          <p:spPr>
            <a:xfrm>
              <a:off x="4030700" y="5341150"/>
              <a:ext cx="24725" cy="38675"/>
            </a:xfrm>
            <a:custGeom>
              <a:rect b="b" l="l" r="r" t="t"/>
              <a:pathLst>
                <a:path extrusionOk="0" h="1547" w="989">
                  <a:moveTo>
                    <a:pt x="1" y="1"/>
                  </a:moveTo>
                  <a:cubicBezTo>
                    <a:pt x="1" y="248"/>
                    <a:pt x="65" y="495"/>
                    <a:pt x="65" y="682"/>
                  </a:cubicBezTo>
                  <a:cubicBezTo>
                    <a:pt x="65" y="929"/>
                    <a:pt x="124" y="1176"/>
                    <a:pt x="312" y="1359"/>
                  </a:cubicBezTo>
                  <a:cubicBezTo>
                    <a:pt x="371" y="1482"/>
                    <a:pt x="495" y="1547"/>
                    <a:pt x="618" y="1547"/>
                  </a:cubicBezTo>
                  <a:cubicBezTo>
                    <a:pt x="742" y="1547"/>
                    <a:pt x="865" y="1482"/>
                    <a:pt x="929" y="1423"/>
                  </a:cubicBezTo>
                  <a:cubicBezTo>
                    <a:pt x="989" y="1300"/>
                    <a:pt x="989" y="1112"/>
                    <a:pt x="989" y="988"/>
                  </a:cubicBezTo>
                  <a:cubicBezTo>
                    <a:pt x="989" y="806"/>
                    <a:pt x="929" y="682"/>
                    <a:pt x="929" y="495"/>
                  </a:cubicBezTo>
                  <a:cubicBezTo>
                    <a:pt x="682" y="371"/>
                    <a:pt x="312" y="188"/>
                    <a:pt x="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5" name="Google Shape;2845;p60"/>
            <p:cNvSpPr/>
            <p:nvPr/>
          </p:nvSpPr>
          <p:spPr>
            <a:xfrm>
              <a:off x="3907225" y="4391925"/>
              <a:ext cx="452350" cy="961600"/>
            </a:xfrm>
            <a:custGeom>
              <a:rect b="b" l="l" r="r" t="t"/>
              <a:pathLst>
                <a:path extrusionOk="0" h="38464" w="18094">
                  <a:moveTo>
                    <a:pt x="7597" y="11050"/>
                  </a:moveTo>
                  <a:lnTo>
                    <a:pt x="7597" y="11050"/>
                  </a:lnTo>
                  <a:cubicBezTo>
                    <a:pt x="7533" y="11114"/>
                    <a:pt x="7474" y="11237"/>
                    <a:pt x="7409" y="11297"/>
                  </a:cubicBezTo>
                  <a:cubicBezTo>
                    <a:pt x="6421" y="12472"/>
                    <a:pt x="5251" y="13519"/>
                    <a:pt x="4016" y="14448"/>
                  </a:cubicBezTo>
                  <a:cubicBezTo>
                    <a:pt x="3399" y="14878"/>
                    <a:pt x="0" y="16300"/>
                    <a:pt x="988" y="17348"/>
                  </a:cubicBezTo>
                  <a:cubicBezTo>
                    <a:pt x="1235" y="17165"/>
                    <a:pt x="1482" y="16671"/>
                    <a:pt x="1853" y="16671"/>
                  </a:cubicBezTo>
                  <a:cubicBezTo>
                    <a:pt x="2100" y="16671"/>
                    <a:pt x="2287" y="16918"/>
                    <a:pt x="2223" y="17165"/>
                  </a:cubicBezTo>
                  <a:cubicBezTo>
                    <a:pt x="2223" y="17412"/>
                    <a:pt x="2100" y="17594"/>
                    <a:pt x="1976" y="17782"/>
                  </a:cubicBezTo>
                  <a:lnTo>
                    <a:pt x="1423" y="18706"/>
                  </a:lnTo>
                  <a:cubicBezTo>
                    <a:pt x="1112" y="19141"/>
                    <a:pt x="1052" y="19694"/>
                    <a:pt x="805" y="20188"/>
                  </a:cubicBezTo>
                  <a:cubicBezTo>
                    <a:pt x="929" y="20252"/>
                    <a:pt x="1052" y="20311"/>
                    <a:pt x="1176" y="20311"/>
                  </a:cubicBezTo>
                  <a:cubicBezTo>
                    <a:pt x="1235" y="20311"/>
                    <a:pt x="1359" y="20311"/>
                    <a:pt x="1423" y="20252"/>
                  </a:cubicBezTo>
                  <a:cubicBezTo>
                    <a:pt x="1670" y="20128"/>
                    <a:pt x="1729" y="19881"/>
                    <a:pt x="1853" y="19694"/>
                  </a:cubicBezTo>
                  <a:cubicBezTo>
                    <a:pt x="2411" y="18647"/>
                    <a:pt x="2717" y="17412"/>
                    <a:pt x="3334" y="16424"/>
                  </a:cubicBezTo>
                  <a:cubicBezTo>
                    <a:pt x="3893" y="15436"/>
                    <a:pt x="5004" y="14819"/>
                    <a:pt x="5868" y="14137"/>
                  </a:cubicBezTo>
                  <a:cubicBezTo>
                    <a:pt x="6421" y="13707"/>
                    <a:pt x="6856" y="13213"/>
                    <a:pt x="7350" y="12779"/>
                  </a:cubicBezTo>
                  <a:cubicBezTo>
                    <a:pt x="7409" y="12161"/>
                    <a:pt x="7474" y="11608"/>
                    <a:pt x="7597" y="11050"/>
                  </a:cubicBezTo>
                  <a:close/>
                  <a:moveTo>
                    <a:pt x="12660" y="0"/>
                  </a:moveTo>
                  <a:lnTo>
                    <a:pt x="12660" y="0"/>
                  </a:lnTo>
                  <a:cubicBezTo>
                    <a:pt x="10437" y="1912"/>
                    <a:pt x="10496" y="5493"/>
                    <a:pt x="9756" y="8086"/>
                  </a:cubicBezTo>
                  <a:cubicBezTo>
                    <a:pt x="9573" y="8644"/>
                    <a:pt x="9138" y="9321"/>
                    <a:pt x="8585" y="9938"/>
                  </a:cubicBezTo>
                  <a:cubicBezTo>
                    <a:pt x="8521" y="10432"/>
                    <a:pt x="8397" y="10990"/>
                    <a:pt x="8338" y="11544"/>
                  </a:cubicBezTo>
                  <a:lnTo>
                    <a:pt x="9449" y="10062"/>
                  </a:lnTo>
                  <a:cubicBezTo>
                    <a:pt x="9820" y="9509"/>
                    <a:pt x="10250" y="8950"/>
                    <a:pt x="10496" y="8333"/>
                  </a:cubicBezTo>
                  <a:cubicBezTo>
                    <a:pt x="11114" y="6728"/>
                    <a:pt x="10684" y="4693"/>
                    <a:pt x="11855" y="3394"/>
                  </a:cubicBezTo>
                  <a:lnTo>
                    <a:pt x="11855" y="3394"/>
                  </a:lnTo>
                  <a:cubicBezTo>
                    <a:pt x="11484" y="8950"/>
                    <a:pt x="11114" y="14572"/>
                    <a:pt x="9015" y="19694"/>
                  </a:cubicBezTo>
                  <a:cubicBezTo>
                    <a:pt x="8461" y="21116"/>
                    <a:pt x="7780" y="22410"/>
                    <a:pt x="7227" y="23833"/>
                  </a:cubicBezTo>
                  <a:cubicBezTo>
                    <a:pt x="5374" y="28278"/>
                    <a:pt x="4569" y="33154"/>
                    <a:pt x="4940" y="37970"/>
                  </a:cubicBezTo>
                  <a:cubicBezTo>
                    <a:pt x="5251" y="38157"/>
                    <a:pt x="5621" y="38340"/>
                    <a:pt x="5868" y="38464"/>
                  </a:cubicBezTo>
                  <a:cubicBezTo>
                    <a:pt x="5681" y="35070"/>
                    <a:pt x="5992" y="31672"/>
                    <a:pt x="6733" y="28402"/>
                  </a:cubicBezTo>
                  <a:cubicBezTo>
                    <a:pt x="6792" y="28031"/>
                    <a:pt x="7039" y="27597"/>
                    <a:pt x="7350" y="27597"/>
                  </a:cubicBezTo>
                  <a:lnTo>
                    <a:pt x="7474" y="27597"/>
                  </a:lnTo>
                  <a:cubicBezTo>
                    <a:pt x="7721" y="27720"/>
                    <a:pt x="7780" y="27967"/>
                    <a:pt x="7844" y="28155"/>
                  </a:cubicBezTo>
                  <a:cubicBezTo>
                    <a:pt x="8397" y="29326"/>
                    <a:pt x="9879" y="29637"/>
                    <a:pt x="10743" y="30625"/>
                  </a:cubicBezTo>
                  <a:cubicBezTo>
                    <a:pt x="11055" y="30995"/>
                    <a:pt x="11302" y="31425"/>
                    <a:pt x="11608" y="31860"/>
                  </a:cubicBezTo>
                  <a:cubicBezTo>
                    <a:pt x="12225" y="32660"/>
                    <a:pt x="13771" y="33588"/>
                    <a:pt x="14883" y="33648"/>
                  </a:cubicBezTo>
                  <a:lnTo>
                    <a:pt x="14942" y="33648"/>
                  </a:lnTo>
                  <a:cubicBezTo>
                    <a:pt x="15065" y="33648"/>
                    <a:pt x="15189" y="33648"/>
                    <a:pt x="15253" y="33588"/>
                  </a:cubicBezTo>
                  <a:cubicBezTo>
                    <a:pt x="15436" y="33465"/>
                    <a:pt x="15377" y="33094"/>
                    <a:pt x="15189" y="32971"/>
                  </a:cubicBezTo>
                  <a:cubicBezTo>
                    <a:pt x="14636" y="32536"/>
                    <a:pt x="13771" y="32600"/>
                    <a:pt x="13154" y="32106"/>
                  </a:cubicBezTo>
                  <a:cubicBezTo>
                    <a:pt x="12536" y="31672"/>
                    <a:pt x="12043" y="31119"/>
                    <a:pt x="11672" y="30437"/>
                  </a:cubicBezTo>
                  <a:lnTo>
                    <a:pt x="11919" y="30437"/>
                  </a:lnTo>
                  <a:cubicBezTo>
                    <a:pt x="13648" y="30437"/>
                    <a:pt x="15994" y="30807"/>
                    <a:pt x="17229" y="31983"/>
                  </a:cubicBezTo>
                  <a:cubicBezTo>
                    <a:pt x="17352" y="32106"/>
                    <a:pt x="17535" y="32230"/>
                    <a:pt x="17723" y="32230"/>
                  </a:cubicBezTo>
                  <a:cubicBezTo>
                    <a:pt x="17782" y="32230"/>
                    <a:pt x="17846" y="32166"/>
                    <a:pt x="17906" y="32106"/>
                  </a:cubicBezTo>
                  <a:cubicBezTo>
                    <a:pt x="18093" y="31983"/>
                    <a:pt x="18029" y="31795"/>
                    <a:pt x="17970" y="31613"/>
                  </a:cubicBezTo>
                  <a:cubicBezTo>
                    <a:pt x="17846" y="31425"/>
                    <a:pt x="17723" y="31366"/>
                    <a:pt x="17535" y="31242"/>
                  </a:cubicBezTo>
                  <a:cubicBezTo>
                    <a:pt x="16364" y="30501"/>
                    <a:pt x="15377" y="29943"/>
                    <a:pt x="14018" y="29637"/>
                  </a:cubicBezTo>
                  <a:cubicBezTo>
                    <a:pt x="12536" y="29326"/>
                    <a:pt x="10990" y="29143"/>
                    <a:pt x="9820" y="28278"/>
                  </a:cubicBezTo>
                  <a:cubicBezTo>
                    <a:pt x="8708" y="27473"/>
                    <a:pt x="8091" y="26115"/>
                    <a:pt x="8150" y="24757"/>
                  </a:cubicBezTo>
                  <a:cubicBezTo>
                    <a:pt x="8214" y="22904"/>
                    <a:pt x="9449" y="21363"/>
                    <a:pt x="10250" y="19634"/>
                  </a:cubicBezTo>
                  <a:cubicBezTo>
                    <a:pt x="11237" y="17594"/>
                    <a:pt x="11484" y="15248"/>
                    <a:pt x="11731" y="12966"/>
                  </a:cubicBezTo>
                  <a:cubicBezTo>
                    <a:pt x="11919" y="11361"/>
                    <a:pt x="12102" y="9815"/>
                    <a:pt x="12289" y="8210"/>
                  </a:cubicBezTo>
                  <a:cubicBezTo>
                    <a:pt x="12536" y="5493"/>
                    <a:pt x="12783" y="2717"/>
                    <a:pt x="12660" y="0"/>
                  </a:cubicBezTo>
                  <a:close/>
                </a:path>
              </a:pathLst>
            </a:custGeom>
            <a:solidFill>
              <a:srgbClr val="9F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6" name="Google Shape;2846;p60"/>
            <p:cNvSpPr/>
            <p:nvPr/>
          </p:nvSpPr>
          <p:spPr>
            <a:xfrm>
              <a:off x="4601825" y="4402650"/>
              <a:ext cx="10900" cy="51025"/>
            </a:xfrm>
            <a:custGeom>
              <a:rect b="b" l="l" r="r" t="t"/>
              <a:pathLst>
                <a:path extrusionOk="0" h="2041" w="436">
                  <a:moveTo>
                    <a:pt x="371" y="1"/>
                  </a:moveTo>
                  <a:cubicBezTo>
                    <a:pt x="312" y="65"/>
                    <a:pt x="312" y="124"/>
                    <a:pt x="312" y="189"/>
                  </a:cubicBezTo>
                  <a:cubicBezTo>
                    <a:pt x="247" y="436"/>
                    <a:pt x="124" y="683"/>
                    <a:pt x="0" y="930"/>
                  </a:cubicBezTo>
                  <a:cubicBezTo>
                    <a:pt x="65" y="1177"/>
                    <a:pt x="65" y="1424"/>
                    <a:pt x="65" y="1606"/>
                  </a:cubicBezTo>
                  <a:cubicBezTo>
                    <a:pt x="124" y="1794"/>
                    <a:pt x="124" y="1917"/>
                    <a:pt x="188" y="2041"/>
                  </a:cubicBezTo>
                  <a:cubicBezTo>
                    <a:pt x="371" y="1359"/>
                    <a:pt x="435" y="683"/>
                    <a:pt x="371" y="1"/>
                  </a:cubicBezTo>
                  <a:close/>
                </a:path>
              </a:pathLst>
            </a:custGeom>
            <a:solidFill>
              <a:srgbClr val="DFDF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7" name="Google Shape;2847;p60"/>
            <p:cNvSpPr/>
            <p:nvPr/>
          </p:nvSpPr>
          <p:spPr>
            <a:xfrm>
              <a:off x="4546250" y="4306950"/>
              <a:ext cx="64850" cy="118950"/>
            </a:xfrm>
            <a:custGeom>
              <a:rect b="b" l="l" r="r" t="t"/>
              <a:pathLst>
                <a:path extrusionOk="0" h="4758" w="2594">
                  <a:moveTo>
                    <a:pt x="312" y="1"/>
                  </a:moveTo>
                  <a:cubicBezTo>
                    <a:pt x="248" y="189"/>
                    <a:pt x="124" y="312"/>
                    <a:pt x="1" y="436"/>
                  </a:cubicBezTo>
                  <a:cubicBezTo>
                    <a:pt x="495" y="1053"/>
                    <a:pt x="865" y="1670"/>
                    <a:pt x="1235" y="2347"/>
                  </a:cubicBezTo>
                  <a:cubicBezTo>
                    <a:pt x="1606" y="3029"/>
                    <a:pt x="2041" y="3705"/>
                    <a:pt x="2164" y="4446"/>
                  </a:cubicBezTo>
                  <a:cubicBezTo>
                    <a:pt x="2223" y="4511"/>
                    <a:pt x="2223" y="4634"/>
                    <a:pt x="2223" y="4758"/>
                  </a:cubicBezTo>
                  <a:cubicBezTo>
                    <a:pt x="2347" y="4511"/>
                    <a:pt x="2470" y="4264"/>
                    <a:pt x="2535" y="4017"/>
                  </a:cubicBezTo>
                  <a:cubicBezTo>
                    <a:pt x="2535" y="3952"/>
                    <a:pt x="2535" y="3893"/>
                    <a:pt x="2594" y="3829"/>
                  </a:cubicBezTo>
                  <a:cubicBezTo>
                    <a:pt x="2411" y="2471"/>
                    <a:pt x="1670" y="1177"/>
                    <a:pt x="618" y="248"/>
                  </a:cubicBezTo>
                  <a:cubicBezTo>
                    <a:pt x="495" y="189"/>
                    <a:pt x="435" y="65"/>
                    <a:pt x="312" y="1"/>
                  </a:cubicBezTo>
                  <a:close/>
                </a:path>
              </a:pathLst>
            </a:custGeom>
            <a:solidFill>
              <a:srgbClr val="9F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8" name="Google Shape;2848;p60"/>
            <p:cNvSpPr/>
            <p:nvPr/>
          </p:nvSpPr>
          <p:spPr>
            <a:xfrm>
              <a:off x="4537000" y="4297700"/>
              <a:ext cx="17050" cy="20150"/>
            </a:xfrm>
            <a:custGeom>
              <a:rect b="b" l="l" r="r" t="t"/>
              <a:pathLst>
                <a:path extrusionOk="0" h="806" w="682">
                  <a:moveTo>
                    <a:pt x="188" y="0"/>
                  </a:moveTo>
                  <a:cubicBezTo>
                    <a:pt x="124" y="188"/>
                    <a:pt x="64" y="312"/>
                    <a:pt x="0" y="435"/>
                  </a:cubicBezTo>
                  <a:lnTo>
                    <a:pt x="371" y="806"/>
                  </a:lnTo>
                  <a:cubicBezTo>
                    <a:pt x="494" y="682"/>
                    <a:pt x="618" y="559"/>
                    <a:pt x="682" y="371"/>
                  </a:cubicBezTo>
                  <a:cubicBezTo>
                    <a:pt x="494" y="247"/>
                    <a:pt x="311" y="124"/>
                    <a:pt x="188" y="0"/>
                  </a:cubicBezTo>
                  <a:close/>
                </a:path>
              </a:pathLst>
            </a:custGeom>
            <a:solidFill>
              <a:srgbClr val="8B21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9" name="Google Shape;2849;p60"/>
            <p:cNvSpPr/>
            <p:nvPr/>
          </p:nvSpPr>
          <p:spPr>
            <a:xfrm>
              <a:off x="4191225" y="4098650"/>
              <a:ext cx="350475" cy="209950"/>
            </a:xfrm>
            <a:custGeom>
              <a:rect b="b" l="l" r="r" t="t"/>
              <a:pathLst>
                <a:path extrusionOk="0" h="8398" w="14019">
                  <a:moveTo>
                    <a:pt x="495" y="0"/>
                  </a:moveTo>
                  <a:cubicBezTo>
                    <a:pt x="189" y="0"/>
                    <a:pt x="65" y="306"/>
                    <a:pt x="1" y="618"/>
                  </a:cubicBezTo>
                  <a:cubicBezTo>
                    <a:pt x="65" y="1047"/>
                    <a:pt x="124" y="1541"/>
                    <a:pt x="248" y="2035"/>
                  </a:cubicBezTo>
                  <a:cubicBezTo>
                    <a:pt x="559" y="3334"/>
                    <a:pt x="1670" y="4199"/>
                    <a:pt x="2841" y="4816"/>
                  </a:cubicBezTo>
                  <a:cubicBezTo>
                    <a:pt x="2841" y="4628"/>
                    <a:pt x="2782" y="4505"/>
                    <a:pt x="2782" y="4322"/>
                  </a:cubicBezTo>
                  <a:cubicBezTo>
                    <a:pt x="2471" y="2900"/>
                    <a:pt x="1853" y="1541"/>
                    <a:pt x="1053" y="371"/>
                  </a:cubicBezTo>
                  <a:cubicBezTo>
                    <a:pt x="929" y="183"/>
                    <a:pt x="742" y="0"/>
                    <a:pt x="559" y="0"/>
                  </a:cubicBezTo>
                  <a:close/>
                  <a:moveTo>
                    <a:pt x="10868" y="6975"/>
                  </a:moveTo>
                  <a:lnTo>
                    <a:pt x="10868" y="6975"/>
                  </a:lnTo>
                  <a:cubicBezTo>
                    <a:pt x="11979" y="7286"/>
                    <a:pt x="12967" y="7656"/>
                    <a:pt x="13708" y="8274"/>
                  </a:cubicBezTo>
                  <a:lnTo>
                    <a:pt x="13831" y="8397"/>
                  </a:lnTo>
                  <a:cubicBezTo>
                    <a:pt x="13895" y="8274"/>
                    <a:pt x="13955" y="8150"/>
                    <a:pt x="14019" y="7962"/>
                  </a:cubicBezTo>
                  <a:cubicBezTo>
                    <a:pt x="13031" y="7345"/>
                    <a:pt x="11979" y="7039"/>
                    <a:pt x="10868" y="6975"/>
                  </a:cubicBezTo>
                  <a:close/>
                </a:path>
              </a:pathLst>
            </a:custGeom>
            <a:solidFill>
              <a:srgbClr val="801D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0" name="Google Shape;2850;p60"/>
            <p:cNvSpPr/>
            <p:nvPr/>
          </p:nvSpPr>
          <p:spPr>
            <a:xfrm>
              <a:off x="3822375" y="4114075"/>
              <a:ext cx="821200" cy="1165350"/>
            </a:xfrm>
            <a:custGeom>
              <a:rect b="b" l="l" r="r" t="t"/>
              <a:pathLst>
                <a:path extrusionOk="0" h="46614" w="32848">
                  <a:moveTo>
                    <a:pt x="14755" y="1"/>
                  </a:moveTo>
                  <a:cubicBezTo>
                    <a:pt x="14696" y="60"/>
                    <a:pt x="14696" y="124"/>
                    <a:pt x="14696" y="183"/>
                  </a:cubicBezTo>
                  <a:cubicBezTo>
                    <a:pt x="14631" y="2900"/>
                    <a:pt x="16607" y="5493"/>
                    <a:pt x="15807" y="8027"/>
                  </a:cubicBezTo>
                  <a:cubicBezTo>
                    <a:pt x="15743" y="8210"/>
                    <a:pt x="15683" y="8398"/>
                    <a:pt x="15560" y="8521"/>
                  </a:cubicBezTo>
                  <a:cubicBezTo>
                    <a:pt x="15372" y="8704"/>
                    <a:pt x="15125" y="8704"/>
                    <a:pt x="14943" y="8704"/>
                  </a:cubicBezTo>
                  <a:lnTo>
                    <a:pt x="14631" y="8704"/>
                  </a:lnTo>
                  <a:cubicBezTo>
                    <a:pt x="13026" y="8521"/>
                    <a:pt x="11544" y="7839"/>
                    <a:pt x="10062" y="7222"/>
                  </a:cubicBezTo>
                  <a:lnTo>
                    <a:pt x="7840" y="6481"/>
                  </a:lnTo>
                  <a:cubicBezTo>
                    <a:pt x="7222" y="6298"/>
                    <a:pt x="6546" y="5804"/>
                    <a:pt x="5928" y="5804"/>
                  </a:cubicBezTo>
                  <a:cubicBezTo>
                    <a:pt x="5740" y="5804"/>
                    <a:pt x="5494" y="5864"/>
                    <a:pt x="5434" y="6051"/>
                  </a:cubicBezTo>
                  <a:cubicBezTo>
                    <a:pt x="5370" y="6298"/>
                    <a:pt x="5681" y="6545"/>
                    <a:pt x="5928" y="6605"/>
                  </a:cubicBezTo>
                  <a:cubicBezTo>
                    <a:pt x="7346" y="7099"/>
                    <a:pt x="8768" y="7592"/>
                    <a:pt x="10062" y="8333"/>
                  </a:cubicBezTo>
                  <a:cubicBezTo>
                    <a:pt x="10433" y="8580"/>
                    <a:pt x="10868" y="8892"/>
                    <a:pt x="10868" y="9321"/>
                  </a:cubicBezTo>
                  <a:cubicBezTo>
                    <a:pt x="10927" y="9756"/>
                    <a:pt x="10621" y="10062"/>
                    <a:pt x="10374" y="10433"/>
                  </a:cubicBezTo>
                  <a:cubicBezTo>
                    <a:pt x="9633" y="11667"/>
                    <a:pt x="10003" y="13337"/>
                    <a:pt x="9386" y="14631"/>
                  </a:cubicBezTo>
                  <a:cubicBezTo>
                    <a:pt x="8828" y="15866"/>
                    <a:pt x="7410" y="16548"/>
                    <a:pt x="6052" y="16730"/>
                  </a:cubicBezTo>
                  <a:cubicBezTo>
                    <a:pt x="5558" y="16795"/>
                    <a:pt x="5064" y="16854"/>
                    <a:pt x="4629" y="16854"/>
                  </a:cubicBezTo>
                  <a:cubicBezTo>
                    <a:pt x="3705" y="16854"/>
                    <a:pt x="2777" y="16730"/>
                    <a:pt x="1912" y="16730"/>
                  </a:cubicBezTo>
                  <a:lnTo>
                    <a:pt x="1730" y="16730"/>
                  </a:lnTo>
                  <a:cubicBezTo>
                    <a:pt x="1295" y="16730"/>
                    <a:pt x="865" y="16730"/>
                    <a:pt x="431" y="16795"/>
                  </a:cubicBezTo>
                  <a:cubicBezTo>
                    <a:pt x="248" y="16795"/>
                    <a:pt x="1" y="16854"/>
                    <a:pt x="1" y="17101"/>
                  </a:cubicBezTo>
                  <a:cubicBezTo>
                    <a:pt x="1" y="17224"/>
                    <a:pt x="184" y="17289"/>
                    <a:pt x="307" y="17348"/>
                  </a:cubicBezTo>
                  <a:cubicBezTo>
                    <a:pt x="1112" y="17595"/>
                    <a:pt x="2036" y="17659"/>
                    <a:pt x="2900" y="17659"/>
                  </a:cubicBezTo>
                  <a:lnTo>
                    <a:pt x="3952" y="17659"/>
                  </a:lnTo>
                  <a:cubicBezTo>
                    <a:pt x="4382" y="17659"/>
                    <a:pt x="8151" y="17536"/>
                    <a:pt x="8210" y="17165"/>
                  </a:cubicBezTo>
                  <a:lnTo>
                    <a:pt x="8210" y="17165"/>
                  </a:lnTo>
                  <a:cubicBezTo>
                    <a:pt x="7716" y="21611"/>
                    <a:pt x="5123" y="25745"/>
                    <a:pt x="1419" y="28215"/>
                  </a:cubicBezTo>
                  <a:cubicBezTo>
                    <a:pt x="801" y="28649"/>
                    <a:pt x="60" y="28832"/>
                    <a:pt x="1" y="29637"/>
                  </a:cubicBezTo>
                  <a:lnTo>
                    <a:pt x="60" y="29637"/>
                  </a:lnTo>
                  <a:cubicBezTo>
                    <a:pt x="613" y="29637"/>
                    <a:pt x="2919" y="28726"/>
                    <a:pt x="3021" y="28229"/>
                  </a:cubicBezTo>
                  <a:lnTo>
                    <a:pt x="3021" y="28229"/>
                  </a:lnTo>
                  <a:cubicBezTo>
                    <a:pt x="2842" y="29335"/>
                    <a:pt x="2965" y="30383"/>
                    <a:pt x="3024" y="31489"/>
                  </a:cubicBezTo>
                  <a:cubicBezTo>
                    <a:pt x="3024" y="31736"/>
                    <a:pt x="3088" y="31983"/>
                    <a:pt x="3212" y="32166"/>
                  </a:cubicBezTo>
                  <a:cubicBezTo>
                    <a:pt x="3335" y="32290"/>
                    <a:pt x="3458" y="32354"/>
                    <a:pt x="3582" y="32354"/>
                  </a:cubicBezTo>
                  <a:cubicBezTo>
                    <a:pt x="3705" y="32354"/>
                    <a:pt x="3829" y="32290"/>
                    <a:pt x="3888" y="32230"/>
                  </a:cubicBezTo>
                  <a:cubicBezTo>
                    <a:pt x="3952" y="32107"/>
                    <a:pt x="3888" y="31919"/>
                    <a:pt x="3888" y="31736"/>
                  </a:cubicBezTo>
                  <a:cubicBezTo>
                    <a:pt x="3705" y="31055"/>
                    <a:pt x="3458" y="30378"/>
                    <a:pt x="3335" y="29637"/>
                  </a:cubicBezTo>
                  <a:cubicBezTo>
                    <a:pt x="3088" y="27350"/>
                    <a:pt x="5187" y="25686"/>
                    <a:pt x="6605" y="23893"/>
                  </a:cubicBezTo>
                  <a:cubicBezTo>
                    <a:pt x="9075" y="20870"/>
                    <a:pt x="9880" y="16854"/>
                    <a:pt x="10868" y="13026"/>
                  </a:cubicBezTo>
                  <a:cubicBezTo>
                    <a:pt x="11297" y="11485"/>
                    <a:pt x="12038" y="9568"/>
                    <a:pt x="13644" y="9445"/>
                  </a:cubicBezTo>
                  <a:lnTo>
                    <a:pt x="13767" y="9445"/>
                  </a:lnTo>
                  <a:cubicBezTo>
                    <a:pt x="13955" y="9445"/>
                    <a:pt x="14137" y="9509"/>
                    <a:pt x="14261" y="9568"/>
                  </a:cubicBezTo>
                  <a:cubicBezTo>
                    <a:pt x="14755" y="9939"/>
                    <a:pt x="14325" y="10744"/>
                    <a:pt x="13955" y="11238"/>
                  </a:cubicBezTo>
                  <a:cubicBezTo>
                    <a:pt x="13090" y="12408"/>
                    <a:pt x="12656" y="13890"/>
                    <a:pt x="12349" y="15313"/>
                  </a:cubicBezTo>
                  <a:cubicBezTo>
                    <a:pt x="11791" y="17595"/>
                    <a:pt x="11362" y="19882"/>
                    <a:pt x="10991" y="22164"/>
                  </a:cubicBezTo>
                  <a:cubicBezTo>
                    <a:pt x="11297" y="21857"/>
                    <a:pt x="11668" y="21423"/>
                    <a:pt x="11979" y="21052"/>
                  </a:cubicBezTo>
                  <a:cubicBezTo>
                    <a:pt x="12473" y="18400"/>
                    <a:pt x="13090" y="15807"/>
                    <a:pt x="13955" y="13273"/>
                  </a:cubicBezTo>
                  <a:cubicBezTo>
                    <a:pt x="14449" y="12038"/>
                    <a:pt x="15125" y="10620"/>
                    <a:pt x="16424" y="10309"/>
                  </a:cubicBezTo>
                  <a:lnTo>
                    <a:pt x="16424" y="10309"/>
                  </a:lnTo>
                  <a:cubicBezTo>
                    <a:pt x="16795" y="11544"/>
                    <a:pt x="16360" y="12902"/>
                    <a:pt x="16424" y="14201"/>
                  </a:cubicBezTo>
                  <a:cubicBezTo>
                    <a:pt x="16484" y="15313"/>
                    <a:pt x="16918" y="16424"/>
                    <a:pt x="16918" y="17536"/>
                  </a:cubicBezTo>
                  <a:cubicBezTo>
                    <a:pt x="16918" y="18830"/>
                    <a:pt x="16360" y="20005"/>
                    <a:pt x="15990" y="21240"/>
                  </a:cubicBezTo>
                  <a:cubicBezTo>
                    <a:pt x="15125" y="24327"/>
                    <a:pt x="15807" y="27721"/>
                    <a:pt x="14696" y="30748"/>
                  </a:cubicBezTo>
                  <a:cubicBezTo>
                    <a:pt x="14202" y="32166"/>
                    <a:pt x="13461" y="33524"/>
                    <a:pt x="13890" y="35070"/>
                  </a:cubicBezTo>
                  <a:cubicBezTo>
                    <a:pt x="13890" y="35130"/>
                    <a:pt x="13955" y="35253"/>
                    <a:pt x="14078" y="35317"/>
                  </a:cubicBezTo>
                  <a:lnTo>
                    <a:pt x="14137" y="35377"/>
                  </a:lnTo>
                  <a:cubicBezTo>
                    <a:pt x="14261" y="35377"/>
                    <a:pt x="14384" y="35253"/>
                    <a:pt x="14449" y="35070"/>
                  </a:cubicBezTo>
                  <a:cubicBezTo>
                    <a:pt x="14508" y="34947"/>
                    <a:pt x="14449" y="34759"/>
                    <a:pt x="14384" y="34577"/>
                  </a:cubicBezTo>
                  <a:cubicBezTo>
                    <a:pt x="14137" y="33401"/>
                    <a:pt x="14878" y="31736"/>
                    <a:pt x="15190" y="30561"/>
                  </a:cubicBezTo>
                  <a:lnTo>
                    <a:pt x="16301" y="26115"/>
                  </a:lnTo>
                  <a:cubicBezTo>
                    <a:pt x="17348" y="27350"/>
                    <a:pt x="16978" y="29143"/>
                    <a:pt x="17412" y="30684"/>
                  </a:cubicBezTo>
                  <a:cubicBezTo>
                    <a:pt x="17595" y="31178"/>
                    <a:pt x="17783" y="31613"/>
                    <a:pt x="18030" y="32043"/>
                  </a:cubicBezTo>
                  <a:cubicBezTo>
                    <a:pt x="17965" y="30378"/>
                    <a:pt x="17842" y="28708"/>
                    <a:pt x="17225" y="27167"/>
                  </a:cubicBezTo>
                  <a:cubicBezTo>
                    <a:pt x="17042" y="26673"/>
                    <a:pt x="15930" y="25127"/>
                    <a:pt x="16424" y="24945"/>
                  </a:cubicBezTo>
                  <a:lnTo>
                    <a:pt x="16548" y="24945"/>
                  </a:lnTo>
                  <a:cubicBezTo>
                    <a:pt x="16671" y="24945"/>
                    <a:pt x="16731" y="24945"/>
                    <a:pt x="16854" y="25004"/>
                  </a:cubicBezTo>
                  <a:cubicBezTo>
                    <a:pt x="16731" y="24698"/>
                    <a:pt x="16607" y="24386"/>
                    <a:pt x="16607" y="24080"/>
                  </a:cubicBezTo>
                  <a:cubicBezTo>
                    <a:pt x="16237" y="22287"/>
                    <a:pt x="17289" y="20499"/>
                    <a:pt x="17719" y="18706"/>
                  </a:cubicBezTo>
                  <a:cubicBezTo>
                    <a:pt x="18277" y="16607"/>
                    <a:pt x="18030" y="14384"/>
                    <a:pt x="17842" y="12226"/>
                  </a:cubicBezTo>
                  <a:lnTo>
                    <a:pt x="17842" y="12226"/>
                  </a:lnTo>
                  <a:cubicBezTo>
                    <a:pt x="19447" y="13090"/>
                    <a:pt x="21053" y="14261"/>
                    <a:pt x="21917" y="15930"/>
                  </a:cubicBezTo>
                  <a:cubicBezTo>
                    <a:pt x="22599" y="17348"/>
                    <a:pt x="22781" y="18894"/>
                    <a:pt x="22905" y="20435"/>
                  </a:cubicBezTo>
                  <a:cubicBezTo>
                    <a:pt x="23028" y="21917"/>
                    <a:pt x="23522" y="23339"/>
                    <a:pt x="23522" y="24757"/>
                  </a:cubicBezTo>
                  <a:cubicBezTo>
                    <a:pt x="23522" y="24880"/>
                    <a:pt x="23522" y="25068"/>
                    <a:pt x="23646" y="25127"/>
                  </a:cubicBezTo>
                  <a:cubicBezTo>
                    <a:pt x="23710" y="25127"/>
                    <a:pt x="23769" y="25192"/>
                    <a:pt x="23769" y="25192"/>
                  </a:cubicBezTo>
                  <a:cubicBezTo>
                    <a:pt x="23893" y="25192"/>
                    <a:pt x="24016" y="25127"/>
                    <a:pt x="24080" y="25004"/>
                  </a:cubicBezTo>
                  <a:cubicBezTo>
                    <a:pt x="24140" y="24880"/>
                    <a:pt x="24140" y="24757"/>
                    <a:pt x="24140" y="24574"/>
                  </a:cubicBezTo>
                  <a:cubicBezTo>
                    <a:pt x="24080" y="23646"/>
                    <a:pt x="23216" y="15313"/>
                    <a:pt x="22781" y="15249"/>
                  </a:cubicBezTo>
                  <a:lnTo>
                    <a:pt x="22781" y="15249"/>
                  </a:lnTo>
                  <a:cubicBezTo>
                    <a:pt x="25686" y="15560"/>
                    <a:pt x="28462" y="17471"/>
                    <a:pt x="29637" y="20188"/>
                  </a:cubicBezTo>
                  <a:cubicBezTo>
                    <a:pt x="30378" y="21793"/>
                    <a:pt x="30625" y="23463"/>
                    <a:pt x="31860" y="24880"/>
                  </a:cubicBezTo>
                  <a:cubicBezTo>
                    <a:pt x="31983" y="25004"/>
                    <a:pt x="32107" y="25192"/>
                    <a:pt x="32354" y="25251"/>
                  </a:cubicBezTo>
                  <a:lnTo>
                    <a:pt x="32413" y="25251"/>
                  </a:lnTo>
                  <a:cubicBezTo>
                    <a:pt x="32601" y="25251"/>
                    <a:pt x="32784" y="25127"/>
                    <a:pt x="32848" y="24945"/>
                  </a:cubicBezTo>
                  <a:cubicBezTo>
                    <a:pt x="32848" y="24757"/>
                    <a:pt x="32660" y="24633"/>
                    <a:pt x="32537" y="24574"/>
                  </a:cubicBezTo>
                  <a:cubicBezTo>
                    <a:pt x="31055" y="23463"/>
                    <a:pt x="30684" y="21611"/>
                    <a:pt x="29884" y="19882"/>
                  </a:cubicBezTo>
                  <a:cubicBezTo>
                    <a:pt x="29326" y="18647"/>
                    <a:pt x="28709" y="17412"/>
                    <a:pt x="27662" y="16483"/>
                  </a:cubicBezTo>
                  <a:cubicBezTo>
                    <a:pt x="25128" y="14137"/>
                    <a:pt x="20682" y="14448"/>
                    <a:pt x="18706" y="11667"/>
                  </a:cubicBezTo>
                  <a:cubicBezTo>
                    <a:pt x="18153" y="10803"/>
                    <a:pt x="17965" y="9509"/>
                    <a:pt x="18706" y="8892"/>
                  </a:cubicBezTo>
                  <a:cubicBezTo>
                    <a:pt x="19447" y="8333"/>
                    <a:pt x="20806" y="8210"/>
                    <a:pt x="21611" y="7963"/>
                  </a:cubicBezTo>
                  <a:cubicBezTo>
                    <a:pt x="22475" y="7716"/>
                    <a:pt x="23340" y="7410"/>
                    <a:pt x="24263" y="7345"/>
                  </a:cubicBezTo>
                  <a:cubicBezTo>
                    <a:pt x="24510" y="7286"/>
                    <a:pt x="24757" y="7286"/>
                    <a:pt x="24945" y="7286"/>
                  </a:cubicBezTo>
                  <a:lnTo>
                    <a:pt x="25192" y="7286"/>
                  </a:lnTo>
                  <a:cubicBezTo>
                    <a:pt x="26303" y="7286"/>
                    <a:pt x="27474" y="7533"/>
                    <a:pt x="28279" y="8210"/>
                  </a:cubicBezTo>
                  <a:cubicBezTo>
                    <a:pt x="29761" y="9509"/>
                    <a:pt x="30808" y="11297"/>
                    <a:pt x="31243" y="13149"/>
                  </a:cubicBezTo>
                  <a:cubicBezTo>
                    <a:pt x="31243" y="12967"/>
                    <a:pt x="31243" y="12720"/>
                    <a:pt x="31178" y="12473"/>
                  </a:cubicBezTo>
                  <a:cubicBezTo>
                    <a:pt x="31178" y="12349"/>
                    <a:pt x="31178" y="12226"/>
                    <a:pt x="31119" y="12161"/>
                  </a:cubicBezTo>
                  <a:cubicBezTo>
                    <a:pt x="30996" y="11420"/>
                    <a:pt x="30561" y="10744"/>
                    <a:pt x="30190" y="10062"/>
                  </a:cubicBezTo>
                  <a:cubicBezTo>
                    <a:pt x="29820" y="9385"/>
                    <a:pt x="29450" y="8768"/>
                    <a:pt x="28956" y="8151"/>
                  </a:cubicBezTo>
                  <a:lnTo>
                    <a:pt x="28585" y="7780"/>
                  </a:lnTo>
                  <a:lnTo>
                    <a:pt x="28462" y="7657"/>
                  </a:lnTo>
                  <a:cubicBezTo>
                    <a:pt x="27721" y="7039"/>
                    <a:pt x="26733" y="6669"/>
                    <a:pt x="25622" y="6358"/>
                  </a:cubicBezTo>
                  <a:lnTo>
                    <a:pt x="25004" y="6358"/>
                  </a:lnTo>
                  <a:cubicBezTo>
                    <a:pt x="23833" y="6358"/>
                    <a:pt x="22658" y="6545"/>
                    <a:pt x="21547" y="6916"/>
                  </a:cubicBezTo>
                  <a:cubicBezTo>
                    <a:pt x="21300" y="6975"/>
                    <a:pt x="18583" y="7839"/>
                    <a:pt x="17842" y="7839"/>
                  </a:cubicBezTo>
                  <a:cubicBezTo>
                    <a:pt x="17719" y="7839"/>
                    <a:pt x="17595" y="7839"/>
                    <a:pt x="17595" y="7780"/>
                  </a:cubicBezTo>
                  <a:cubicBezTo>
                    <a:pt x="17472" y="7163"/>
                    <a:pt x="17783" y="6481"/>
                    <a:pt x="17783" y="5864"/>
                  </a:cubicBezTo>
                  <a:cubicBezTo>
                    <a:pt x="17783" y="5310"/>
                    <a:pt x="17719" y="4752"/>
                    <a:pt x="17595" y="4199"/>
                  </a:cubicBezTo>
                  <a:cubicBezTo>
                    <a:pt x="16424" y="3582"/>
                    <a:pt x="15313" y="2717"/>
                    <a:pt x="15002" y="1418"/>
                  </a:cubicBezTo>
                  <a:cubicBezTo>
                    <a:pt x="14878" y="924"/>
                    <a:pt x="14819" y="430"/>
                    <a:pt x="14755" y="1"/>
                  </a:cubicBezTo>
                  <a:close/>
                  <a:moveTo>
                    <a:pt x="18953" y="31796"/>
                  </a:moveTo>
                  <a:cubicBezTo>
                    <a:pt x="18830" y="31983"/>
                    <a:pt x="18706" y="32166"/>
                    <a:pt x="18647" y="32354"/>
                  </a:cubicBezTo>
                  <a:cubicBezTo>
                    <a:pt x="18524" y="32537"/>
                    <a:pt x="18524" y="32724"/>
                    <a:pt x="18459" y="32971"/>
                  </a:cubicBezTo>
                  <a:cubicBezTo>
                    <a:pt x="18524" y="33154"/>
                    <a:pt x="18583" y="33342"/>
                    <a:pt x="18647" y="33589"/>
                  </a:cubicBezTo>
                  <a:cubicBezTo>
                    <a:pt x="18894" y="34389"/>
                    <a:pt x="18830" y="35194"/>
                    <a:pt x="18953" y="36058"/>
                  </a:cubicBezTo>
                  <a:cubicBezTo>
                    <a:pt x="19018" y="37229"/>
                    <a:pt x="19388" y="38405"/>
                    <a:pt x="19882" y="39516"/>
                  </a:cubicBezTo>
                  <a:cubicBezTo>
                    <a:pt x="20188" y="39516"/>
                    <a:pt x="20252" y="39081"/>
                    <a:pt x="20188" y="38834"/>
                  </a:cubicBezTo>
                  <a:lnTo>
                    <a:pt x="19265" y="33836"/>
                  </a:lnTo>
                  <a:lnTo>
                    <a:pt x="19265" y="33836"/>
                  </a:lnTo>
                  <a:cubicBezTo>
                    <a:pt x="20870" y="33959"/>
                    <a:pt x="22228" y="34947"/>
                    <a:pt x="23399" y="36058"/>
                  </a:cubicBezTo>
                  <a:cubicBezTo>
                    <a:pt x="24510" y="37229"/>
                    <a:pt x="25439" y="38528"/>
                    <a:pt x="26674" y="39575"/>
                  </a:cubicBezTo>
                  <a:cubicBezTo>
                    <a:pt x="25562" y="37170"/>
                    <a:pt x="23710" y="35130"/>
                    <a:pt x="21423" y="33712"/>
                  </a:cubicBezTo>
                  <a:cubicBezTo>
                    <a:pt x="20559" y="33154"/>
                    <a:pt x="19512" y="32660"/>
                    <a:pt x="18953" y="31796"/>
                  </a:cubicBezTo>
                  <a:close/>
                  <a:moveTo>
                    <a:pt x="11732" y="22658"/>
                  </a:moveTo>
                  <a:lnTo>
                    <a:pt x="11732" y="22658"/>
                  </a:lnTo>
                  <a:cubicBezTo>
                    <a:pt x="11421" y="23092"/>
                    <a:pt x="11050" y="23463"/>
                    <a:pt x="10744" y="23893"/>
                  </a:cubicBezTo>
                  <a:cubicBezTo>
                    <a:pt x="10062" y="28032"/>
                    <a:pt x="9509" y="32230"/>
                    <a:pt x="8828" y="36365"/>
                  </a:cubicBezTo>
                  <a:cubicBezTo>
                    <a:pt x="8645" y="37540"/>
                    <a:pt x="8457" y="38652"/>
                    <a:pt x="7904" y="39699"/>
                  </a:cubicBezTo>
                  <a:cubicBezTo>
                    <a:pt x="7410" y="40751"/>
                    <a:pt x="6422" y="41615"/>
                    <a:pt x="5311" y="41739"/>
                  </a:cubicBezTo>
                  <a:lnTo>
                    <a:pt x="4940" y="41739"/>
                  </a:lnTo>
                  <a:cubicBezTo>
                    <a:pt x="3335" y="41739"/>
                    <a:pt x="2100" y="40504"/>
                    <a:pt x="618" y="40316"/>
                  </a:cubicBezTo>
                  <a:cubicBezTo>
                    <a:pt x="371" y="40316"/>
                    <a:pt x="248" y="40687"/>
                    <a:pt x="431" y="40874"/>
                  </a:cubicBezTo>
                  <a:cubicBezTo>
                    <a:pt x="801" y="41181"/>
                    <a:pt x="2159" y="41368"/>
                    <a:pt x="2653" y="41551"/>
                  </a:cubicBezTo>
                  <a:cubicBezTo>
                    <a:pt x="3582" y="41862"/>
                    <a:pt x="4570" y="42045"/>
                    <a:pt x="5494" y="42168"/>
                  </a:cubicBezTo>
                  <a:cubicBezTo>
                    <a:pt x="6111" y="42233"/>
                    <a:pt x="6852" y="42356"/>
                    <a:pt x="7163" y="42909"/>
                  </a:cubicBezTo>
                  <a:cubicBezTo>
                    <a:pt x="7222" y="43097"/>
                    <a:pt x="7287" y="43344"/>
                    <a:pt x="7287" y="43527"/>
                  </a:cubicBezTo>
                  <a:cubicBezTo>
                    <a:pt x="7346" y="44579"/>
                    <a:pt x="7287" y="45503"/>
                    <a:pt x="7287" y="46555"/>
                  </a:cubicBezTo>
                  <a:cubicBezTo>
                    <a:pt x="7287" y="46614"/>
                    <a:pt x="7287" y="46614"/>
                    <a:pt x="7346" y="46614"/>
                  </a:cubicBezTo>
                  <a:cubicBezTo>
                    <a:pt x="7469" y="46614"/>
                    <a:pt x="7840" y="46243"/>
                    <a:pt x="7840" y="46243"/>
                  </a:cubicBezTo>
                  <a:cubicBezTo>
                    <a:pt x="7904" y="46120"/>
                    <a:pt x="7904" y="45690"/>
                    <a:pt x="7904" y="45503"/>
                  </a:cubicBezTo>
                  <a:cubicBezTo>
                    <a:pt x="7963" y="44762"/>
                    <a:pt x="7840" y="44085"/>
                    <a:pt x="7840" y="43344"/>
                  </a:cubicBezTo>
                  <a:cubicBezTo>
                    <a:pt x="7904" y="42233"/>
                    <a:pt x="8274" y="41121"/>
                    <a:pt x="8645" y="40069"/>
                  </a:cubicBezTo>
                  <a:cubicBezTo>
                    <a:pt x="10374" y="34453"/>
                    <a:pt x="10803" y="28462"/>
                    <a:pt x="11732" y="22658"/>
                  </a:cubicBezTo>
                  <a:close/>
                </a:path>
              </a:pathLst>
            </a:custGeom>
            <a:solidFill>
              <a:srgbClr val="9F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1" name="Google Shape;2851;p60"/>
            <p:cNvSpPr/>
            <p:nvPr/>
          </p:nvSpPr>
          <p:spPr>
            <a:xfrm>
              <a:off x="4090975" y="4640375"/>
              <a:ext cx="30875" cy="71025"/>
            </a:xfrm>
            <a:custGeom>
              <a:rect b="b" l="l" r="r" t="t"/>
              <a:pathLst>
                <a:path extrusionOk="0" h="2841" w="1235">
                  <a:moveTo>
                    <a:pt x="1235" y="0"/>
                  </a:moveTo>
                  <a:lnTo>
                    <a:pt x="1235" y="0"/>
                  </a:lnTo>
                  <a:cubicBezTo>
                    <a:pt x="924" y="371"/>
                    <a:pt x="553" y="805"/>
                    <a:pt x="247" y="1112"/>
                  </a:cubicBezTo>
                  <a:cubicBezTo>
                    <a:pt x="124" y="1670"/>
                    <a:pt x="59" y="2223"/>
                    <a:pt x="0" y="2841"/>
                  </a:cubicBezTo>
                  <a:cubicBezTo>
                    <a:pt x="306" y="2411"/>
                    <a:pt x="677" y="2040"/>
                    <a:pt x="988" y="1606"/>
                  </a:cubicBezTo>
                  <a:cubicBezTo>
                    <a:pt x="1047" y="1052"/>
                    <a:pt x="1171" y="494"/>
                    <a:pt x="1235" y="0"/>
                  </a:cubicBezTo>
                  <a:close/>
                </a:path>
              </a:pathLst>
            </a:custGeom>
            <a:solidFill>
              <a:srgbClr val="8B21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2" name="Google Shape;2852;p60"/>
            <p:cNvSpPr/>
            <p:nvPr/>
          </p:nvSpPr>
          <p:spPr>
            <a:xfrm>
              <a:off x="4243725" y="4739150"/>
              <a:ext cx="183750" cy="375175"/>
            </a:xfrm>
            <a:custGeom>
              <a:rect b="b" l="l" r="r" t="t"/>
              <a:pathLst>
                <a:path extrusionOk="0" h="15007" w="7350">
                  <a:moveTo>
                    <a:pt x="0" y="1"/>
                  </a:moveTo>
                  <a:lnTo>
                    <a:pt x="0" y="1"/>
                  </a:lnTo>
                  <a:cubicBezTo>
                    <a:pt x="371" y="930"/>
                    <a:pt x="929" y="1794"/>
                    <a:pt x="1176" y="2718"/>
                  </a:cubicBezTo>
                  <a:cubicBezTo>
                    <a:pt x="1546" y="4017"/>
                    <a:pt x="1299" y="5498"/>
                    <a:pt x="1976" y="6669"/>
                  </a:cubicBezTo>
                  <a:lnTo>
                    <a:pt x="2099" y="6793"/>
                  </a:lnTo>
                  <a:cubicBezTo>
                    <a:pt x="2223" y="6610"/>
                    <a:pt x="2411" y="6486"/>
                    <a:pt x="2593" y="6486"/>
                  </a:cubicBezTo>
                  <a:cubicBezTo>
                    <a:pt x="2658" y="6422"/>
                    <a:pt x="2717" y="6422"/>
                    <a:pt x="2717" y="6422"/>
                  </a:cubicBezTo>
                  <a:cubicBezTo>
                    <a:pt x="3087" y="6422"/>
                    <a:pt x="3334" y="6669"/>
                    <a:pt x="3645" y="6857"/>
                  </a:cubicBezTo>
                  <a:cubicBezTo>
                    <a:pt x="4322" y="7287"/>
                    <a:pt x="5004" y="7780"/>
                    <a:pt x="5680" y="8274"/>
                  </a:cubicBezTo>
                  <a:cubicBezTo>
                    <a:pt x="5927" y="8462"/>
                    <a:pt x="6733" y="9327"/>
                    <a:pt x="7039" y="9327"/>
                  </a:cubicBezTo>
                  <a:cubicBezTo>
                    <a:pt x="7350" y="9262"/>
                    <a:pt x="7350" y="8768"/>
                    <a:pt x="7103" y="8521"/>
                  </a:cubicBezTo>
                  <a:cubicBezTo>
                    <a:pt x="6486" y="7780"/>
                    <a:pt x="5804" y="7227"/>
                    <a:pt x="4940" y="6733"/>
                  </a:cubicBezTo>
                  <a:cubicBezTo>
                    <a:pt x="3952" y="6175"/>
                    <a:pt x="2840" y="5558"/>
                    <a:pt x="2346" y="4570"/>
                  </a:cubicBezTo>
                  <a:cubicBezTo>
                    <a:pt x="2164" y="4140"/>
                    <a:pt x="2099" y="3646"/>
                    <a:pt x="2040" y="3152"/>
                  </a:cubicBezTo>
                  <a:cubicBezTo>
                    <a:pt x="1852" y="2411"/>
                    <a:pt x="1605" y="1670"/>
                    <a:pt x="1176" y="989"/>
                  </a:cubicBezTo>
                  <a:cubicBezTo>
                    <a:pt x="988" y="806"/>
                    <a:pt x="435" y="189"/>
                    <a:pt x="0" y="1"/>
                  </a:cubicBezTo>
                  <a:close/>
                  <a:moveTo>
                    <a:pt x="1176" y="7040"/>
                  </a:moveTo>
                  <a:lnTo>
                    <a:pt x="1176" y="7534"/>
                  </a:lnTo>
                  <a:cubicBezTo>
                    <a:pt x="1235" y="9944"/>
                    <a:pt x="618" y="12167"/>
                    <a:pt x="1052" y="14636"/>
                  </a:cubicBezTo>
                  <a:cubicBezTo>
                    <a:pt x="1111" y="14819"/>
                    <a:pt x="1176" y="15007"/>
                    <a:pt x="1358" y="15007"/>
                  </a:cubicBezTo>
                  <a:cubicBezTo>
                    <a:pt x="1546" y="15007"/>
                    <a:pt x="1605" y="14819"/>
                    <a:pt x="1670" y="14636"/>
                  </a:cubicBezTo>
                  <a:lnTo>
                    <a:pt x="1670" y="14513"/>
                  </a:lnTo>
                  <a:cubicBezTo>
                    <a:pt x="1729" y="13525"/>
                    <a:pt x="1482" y="12349"/>
                    <a:pt x="1482" y="11302"/>
                  </a:cubicBezTo>
                  <a:cubicBezTo>
                    <a:pt x="1546" y="10127"/>
                    <a:pt x="1358" y="9080"/>
                    <a:pt x="1605" y="7968"/>
                  </a:cubicBezTo>
                  <a:cubicBezTo>
                    <a:pt x="1482" y="7657"/>
                    <a:pt x="1299" y="7351"/>
                    <a:pt x="1176" y="7040"/>
                  </a:cubicBezTo>
                  <a:close/>
                </a:path>
              </a:pathLst>
            </a:custGeom>
            <a:solidFill>
              <a:srgbClr val="9F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3" name="Google Shape;2853;p60"/>
            <p:cNvSpPr/>
            <p:nvPr/>
          </p:nvSpPr>
          <p:spPr>
            <a:xfrm>
              <a:off x="4220625" y="4737675"/>
              <a:ext cx="75600" cy="200700"/>
            </a:xfrm>
            <a:custGeom>
              <a:rect b="b" l="l" r="r" t="t"/>
              <a:pathLst>
                <a:path extrusionOk="0" h="8028" w="3024">
                  <a:moveTo>
                    <a:pt x="494" y="1"/>
                  </a:moveTo>
                  <a:cubicBezTo>
                    <a:pt x="0" y="183"/>
                    <a:pt x="1112" y="1729"/>
                    <a:pt x="1295" y="2223"/>
                  </a:cubicBezTo>
                  <a:cubicBezTo>
                    <a:pt x="1912" y="3764"/>
                    <a:pt x="2035" y="5434"/>
                    <a:pt x="2100" y="7099"/>
                  </a:cubicBezTo>
                  <a:cubicBezTo>
                    <a:pt x="2223" y="7410"/>
                    <a:pt x="2406" y="7716"/>
                    <a:pt x="2529" y="8027"/>
                  </a:cubicBezTo>
                  <a:cubicBezTo>
                    <a:pt x="2594" y="7780"/>
                    <a:pt x="2594" y="7593"/>
                    <a:pt x="2717" y="7410"/>
                  </a:cubicBezTo>
                  <a:cubicBezTo>
                    <a:pt x="2776" y="7222"/>
                    <a:pt x="2900" y="7039"/>
                    <a:pt x="3023" y="6852"/>
                  </a:cubicBezTo>
                  <a:lnTo>
                    <a:pt x="2900" y="6728"/>
                  </a:lnTo>
                  <a:cubicBezTo>
                    <a:pt x="2223" y="5557"/>
                    <a:pt x="2470" y="4076"/>
                    <a:pt x="2100" y="2777"/>
                  </a:cubicBezTo>
                  <a:cubicBezTo>
                    <a:pt x="1853" y="1853"/>
                    <a:pt x="1295" y="989"/>
                    <a:pt x="924" y="60"/>
                  </a:cubicBezTo>
                  <a:cubicBezTo>
                    <a:pt x="801" y="1"/>
                    <a:pt x="741" y="1"/>
                    <a:pt x="618" y="1"/>
                  </a:cubicBezTo>
                  <a:close/>
                </a:path>
              </a:pathLst>
            </a:custGeom>
            <a:solidFill>
              <a:srgbClr val="8B21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4" name="Google Shape;2854;p60"/>
            <p:cNvSpPr/>
            <p:nvPr/>
          </p:nvSpPr>
          <p:spPr>
            <a:xfrm>
              <a:off x="3785350" y="4950700"/>
              <a:ext cx="260825" cy="169800"/>
            </a:xfrm>
            <a:custGeom>
              <a:rect b="b" l="l" r="r" t="t"/>
              <a:pathLst>
                <a:path extrusionOk="0" h="6792" w="10433">
                  <a:moveTo>
                    <a:pt x="3952" y="0"/>
                  </a:moveTo>
                  <a:cubicBezTo>
                    <a:pt x="3393" y="0"/>
                    <a:pt x="2717" y="247"/>
                    <a:pt x="2593" y="800"/>
                  </a:cubicBezTo>
                  <a:cubicBezTo>
                    <a:pt x="2964" y="494"/>
                    <a:pt x="3458" y="430"/>
                    <a:pt x="3887" y="430"/>
                  </a:cubicBezTo>
                  <a:cubicBezTo>
                    <a:pt x="4134" y="430"/>
                    <a:pt x="4322" y="430"/>
                    <a:pt x="4505" y="494"/>
                  </a:cubicBezTo>
                  <a:cubicBezTo>
                    <a:pt x="5186" y="618"/>
                    <a:pt x="5804" y="865"/>
                    <a:pt x="6421" y="1171"/>
                  </a:cubicBezTo>
                  <a:cubicBezTo>
                    <a:pt x="6792" y="1358"/>
                    <a:pt x="7221" y="1541"/>
                    <a:pt x="7592" y="1729"/>
                  </a:cubicBezTo>
                  <a:cubicBezTo>
                    <a:pt x="7715" y="1852"/>
                    <a:pt x="7903" y="1912"/>
                    <a:pt x="7962" y="2035"/>
                  </a:cubicBezTo>
                  <a:cubicBezTo>
                    <a:pt x="8027" y="2282"/>
                    <a:pt x="7780" y="2529"/>
                    <a:pt x="7533" y="2593"/>
                  </a:cubicBezTo>
                  <a:cubicBezTo>
                    <a:pt x="7098" y="2840"/>
                    <a:pt x="6604" y="2900"/>
                    <a:pt x="6110" y="2900"/>
                  </a:cubicBezTo>
                  <a:cubicBezTo>
                    <a:pt x="5310" y="2900"/>
                    <a:pt x="4505" y="2717"/>
                    <a:pt x="3705" y="2529"/>
                  </a:cubicBezTo>
                  <a:cubicBezTo>
                    <a:pt x="3211" y="2406"/>
                    <a:pt x="2653" y="2346"/>
                    <a:pt x="2099" y="2346"/>
                  </a:cubicBezTo>
                  <a:cubicBezTo>
                    <a:pt x="1358" y="2346"/>
                    <a:pt x="553" y="2529"/>
                    <a:pt x="0" y="3023"/>
                  </a:cubicBezTo>
                  <a:cubicBezTo>
                    <a:pt x="247" y="3211"/>
                    <a:pt x="494" y="3211"/>
                    <a:pt x="741" y="3211"/>
                  </a:cubicBezTo>
                  <a:cubicBezTo>
                    <a:pt x="988" y="3211"/>
                    <a:pt x="1235" y="3211"/>
                    <a:pt x="1418" y="3147"/>
                  </a:cubicBezTo>
                  <a:lnTo>
                    <a:pt x="2035" y="3147"/>
                  </a:lnTo>
                  <a:cubicBezTo>
                    <a:pt x="2964" y="3147"/>
                    <a:pt x="3952" y="3394"/>
                    <a:pt x="4816" y="3764"/>
                  </a:cubicBezTo>
                  <a:cubicBezTo>
                    <a:pt x="4939" y="3828"/>
                    <a:pt x="4999" y="3887"/>
                    <a:pt x="5063" y="4011"/>
                  </a:cubicBezTo>
                  <a:cubicBezTo>
                    <a:pt x="5122" y="4134"/>
                    <a:pt x="5122" y="4258"/>
                    <a:pt x="5063" y="4446"/>
                  </a:cubicBezTo>
                  <a:cubicBezTo>
                    <a:pt x="4569" y="5433"/>
                    <a:pt x="3211" y="5804"/>
                    <a:pt x="2593" y="6792"/>
                  </a:cubicBezTo>
                  <a:cubicBezTo>
                    <a:pt x="3705" y="6545"/>
                    <a:pt x="4693" y="5927"/>
                    <a:pt x="5369" y="5063"/>
                  </a:cubicBezTo>
                  <a:cubicBezTo>
                    <a:pt x="5804" y="4569"/>
                    <a:pt x="6174" y="3952"/>
                    <a:pt x="6728" y="3640"/>
                  </a:cubicBezTo>
                  <a:cubicBezTo>
                    <a:pt x="7162" y="3394"/>
                    <a:pt x="7656" y="3394"/>
                    <a:pt x="8150" y="3270"/>
                  </a:cubicBezTo>
                  <a:cubicBezTo>
                    <a:pt x="9197" y="2964"/>
                    <a:pt x="10062" y="2099"/>
                    <a:pt x="10432" y="1047"/>
                  </a:cubicBezTo>
                  <a:lnTo>
                    <a:pt x="10432" y="1047"/>
                  </a:lnTo>
                  <a:cubicBezTo>
                    <a:pt x="10002" y="1294"/>
                    <a:pt x="9568" y="1418"/>
                    <a:pt x="9074" y="1418"/>
                  </a:cubicBezTo>
                  <a:cubicBezTo>
                    <a:pt x="8456" y="1418"/>
                    <a:pt x="7780" y="1235"/>
                    <a:pt x="7162" y="988"/>
                  </a:cubicBezTo>
                  <a:cubicBezTo>
                    <a:pt x="6110" y="553"/>
                    <a:pt x="5063" y="0"/>
                    <a:pt x="3952" y="0"/>
                  </a:cubicBezTo>
                  <a:close/>
                </a:path>
              </a:pathLst>
            </a:custGeom>
            <a:solidFill>
              <a:srgbClr val="9F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5" name="Google Shape;2855;p60"/>
            <p:cNvSpPr/>
            <p:nvPr/>
          </p:nvSpPr>
          <p:spPr>
            <a:xfrm>
              <a:off x="4452150" y="4606425"/>
              <a:ext cx="263925" cy="764150"/>
            </a:xfrm>
            <a:custGeom>
              <a:rect b="b" l="l" r="r" t="t"/>
              <a:pathLst>
                <a:path extrusionOk="0" h="30566" w="10557">
                  <a:moveTo>
                    <a:pt x="8521" y="0"/>
                  </a:moveTo>
                  <a:lnTo>
                    <a:pt x="8521" y="0"/>
                  </a:lnTo>
                  <a:cubicBezTo>
                    <a:pt x="8828" y="988"/>
                    <a:pt x="9074" y="1976"/>
                    <a:pt x="9386" y="2964"/>
                  </a:cubicBezTo>
                  <a:cubicBezTo>
                    <a:pt x="10556" y="7286"/>
                    <a:pt x="7286" y="15683"/>
                    <a:pt x="6852" y="17782"/>
                  </a:cubicBezTo>
                  <a:cubicBezTo>
                    <a:pt x="6481" y="19881"/>
                    <a:pt x="2406" y="26055"/>
                    <a:pt x="1483" y="28402"/>
                  </a:cubicBezTo>
                  <a:cubicBezTo>
                    <a:pt x="1171" y="29207"/>
                    <a:pt x="678" y="29884"/>
                    <a:pt x="1" y="30565"/>
                  </a:cubicBezTo>
                  <a:cubicBezTo>
                    <a:pt x="248" y="30501"/>
                    <a:pt x="431" y="30442"/>
                    <a:pt x="618" y="30318"/>
                  </a:cubicBezTo>
                  <a:cubicBezTo>
                    <a:pt x="1171" y="30071"/>
                    <a:pt x="1542" y="29513"/>
                    <a:pt x="1853" y="28960"/>
                  </a:cubicBezTo>
                  <a:cubicBezTo>
                    <a:pt x="4629" y="24450"/>
                    <a:pt x="6792" y="19575"/>
                    <a:pt x="8457" y="14571"/>
                  </a:cubicBezTo>
                  <a:cubicBezTo>
                    <a:pt x="9198" y="12166"/>
                    <a:pt x="9815" y="9755"/>
                    <a:pt x="9939" y="7226"/>
                  </a:cubicBezTo>
                  <a:cubicBezTo>
                    <a:pt x="10062" y="4880"/>
                    <a:pt x="9692" y="2346"/>
                    <a:pt x="8581" y="124"/>
                  </a:cubicBezTo>
                  <a:cubicBezTo>
                    <a:pt x="8581" y="124"/>
                    <a:pt x="8581" y="64"/>
                    <a:pt x="852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6" name="Google Shape;2856;p60"/>
            <p:cNvSpPr/>
            <p:nvPr/>
          </p:nvSpPr>
          <p:spPr>
            <a:xfrm>
              <a:off x="4334850" y="4604925"/>
              <a:ext cx="381225" cy="782550"/>
            </a:xfrm>
            <a:custGeom>
              <a:rect b="b" l="l" r="r" t="t"/>
              <a:pathLst>
                <a:path extrusionOk="0" h="31302" w="15249">
                  <a:moveTo>
                    <a:pt x="13026" y="1"/>
                  </a:moveTo>
                  <a:cubicBezTo>
                    <a:pt x="12966" y="1"/>
                    <a:pt x="12966" y="1"/>
                    <a:pt x="12966" y="60"/>
                  </a:cubicBezTo>
                  <a:cubicBezTo>
                    <a:pt x="12902" y="60"/>
                    <a:pt x="12902" y="124"/>
                    <a:pt x="12902" y="184"/>
                  </a:cubicBezTo>
                  <a:cubicBezTo>
                    <a:pt x="13090" y="1665"/>
                    <a:pt x="13090" y="3147"/>
                    <a:pt x="13460" y="4570"/>
                  </a:cubicBezTo>
                  <a:cubicBezTo>
                    <a:pt x="12532" y="5187"/>
                    <a:pt x="11978" y="6358"/>
                    <a:pt x="12285" y="7410"/>
                  </a:cubicBezTo>
                  <a:cubicBezTo>
                    <a:pt x="12472" y="6605"/>
                    <a:pt x="12779" y="5617"/>
                    <a:pt x="13584" y="5246"/>
                  </a:cubicBezTo>
                  <a:lnTo>
                    <a:pt x="13584" y="5246"/>
                  </a:lnTo>
                  <a:cubicBezTo>
                    <a:pt x="13273" y="7963"/>
                    <a:pt x="12285" y="10497"/>
                    <a:pt x="11238" y="12967"/>
                  </a:cubicBezTo>
                  <a:cubicBezTo>
                    <a:pt x="10991" y="13643"/>
                    <a:pt x="10679" y="14325"/>
                    <a:pt x="10373" y="15002"/>
                  </a:cubicBezTo>
                  <a:cubicBezTo>
                    <a:pt x="9879" y="16177"/>
                    <a:pt x="9385" y="17348"/>
                    <a:pt x="8768" y="18524"/>
                  </a:cubicBezTo>
                  <a:cubicBezTo>
                    <a:pt x="8333" y="19264"/>
                    <a:pt x="7533" y="20005"/>
                    <a:pt x="7533" y="20929"/>
                  </a:cubicBezTo>
                  <a:cubicBezTo>
                    <a:pt x="8210" y="20682"/>
                    <a:pt x="8891" y="19447"/>
                    <a:pt x="9262" y="18830"/>
                  </a:cubicBezTo>
                  <a:cubicBezTo>
                    <a:pt x="9938" y="17906"/>
                    <a:pt x="10497" y="16854"/>
                    <a:pt x="11050" y="15807"/>
                  </a:cubicBezTo>
                  <a:cubicBezTo>
                    <a:pt x="11939" y="13972"/>
                    <a:pt x="12769" y="11915"/>
                    <a:pt x="13055" y="9845"/>
                  </a:cubicBezTo>
                  <a:lnTo>
                    <a:pt x="13055" y="9845"/>
                  </a:lnTo>
                  <a:cubicBezTo>
                    <a:pt x="12688" y="12727"/>
                    <a:pt x="12174" y="15760"/>
                    <a:pt x="10556" y="18153"/>
                  </a:cubicBezTo>
                  <a:cubicBezTo>
                    <a:pt x="9879" y="19141"/>
                    <a:pt x="8951" y="19758"/>
                    <a:pt x="8580" y="20870"/>
                  </a:cubicBezTo>
                  <a:cubicBezTo>
                    <a:pt x="8580" y="20929"/>
                    <a:pt x="8704" y="20929"/>
                    <a:pt x="8768" y="20929"/>
                  </a:cubicBezTo>
                  <a:cubicBezTo>
                    <a:pt x="8827" y="20929"/>
                    <a:pt x="8951" y="20929"/>
                    <a:pt x="9015" y="20870"/>
                  </a:cubicBezTo>
                  <a:cubicBezTo>
                    <a:pt x="9138" y="20746"/>
                    <a:pt x="9198" y="20623"/>
                    <a:pt x="9262" y="20499"/>
                  </a:cubicBezTo>
                  <a:cubicBezTo>
                    <a:pt x="9321" y="20376"/>
                    <a:pt x="9385" y="20252"/>
                    <a:pt x="9509" y="20188"/>
                  </a:cubicBezTo>
                  <a:cubicBezTo>
                    <a:pt x="9632" y="20129"/>
                    <a:pt x="9815" y="20005"/>
                    <a:pt x="9938" y="19882"/>
                  </a:cubicBezTo>
                  <a:lnTo>
                    <a:pt x="10062" y="19882"/>
                  </a:lnTo>
                  <a:lnTo>
                    <a:pt x="10003" y="19818"/>
                  </a:lnTo>
                  <a:cubicBezTo>
                    <a:pt x="10062" y="19818"/>
                    <a:pt x="10126" y="19758"/>
                    <a:pt x="10185" y="19694"/>
                  </a:cubicBezTo>
                  <a:lnTo>
                    <a:pt x="10185" y="19694"/>
                  </a:lnTo>
                  <a:cubicBezTo>
                    <a:pt x="9691" y="21117"/>
                    <a:pt x="8951" y="22722"/>
                    <a:pt x="7592" y="23463"/>
                  </a:cubicBezTo>
                  <a:cubicBezTo>
                    <a:pt x="7286" y="23646"/>
                    <a:pt x="6975" y="23769"/>
                    <a:pt x="6669" y="23957"/>
                  </a:cubicBezTo>
                  <a:cubicBezTo>
                    <a:pt x="6604" y="24016"/>
                    <a:pt x="6545" y="24140"/>
                    <a:pt x="6481" y="24263"/>
                  </a:cubicBezTo>
                  <a:cubicBezTo>
                    <a:pt x="6422" y="24451"/>
                    <a:pt x="6669" y="24634"/>
                    <a:pt x="6916" y="24698"/>
                  </a:cubicBezTo>
                  <a:cubicBezTo>
                    <a:pt x="7163" y="24698"/>
                    <a:pt x="7469" y="24510"/>
                    <a:pt x="7716" y="24387"/>
                  </a:cubicBezTo>
                  <a:lnTo>
                    <a:pt x="7716" y="24387"/>
                  </a:lnTo>
                  <a:cubicBezTo>
                    <a:pt x="7098" y="25686"/>
                    <a:pt x="6298" y="26980"/>
                    <a:pt x="5557" y="28215"/>
                  </a:cubicBezTo>
                  <a:cubicBezTo>
                    <a:pt x="5370" y="28649"/>
                    <a:pt x="5123" y="29020"/>
                    <a:pt x="4816" y="29326"/>
                  </a:cubicBezTo>
                  <a:cubicBezTo>
                    <a:pt x="4382" y="29697"/>
                    <a:pt x="3764" y="29884"/>
                    <a:pt x="3270" y="30008"/>
                  </a:cubicBezTo>
                  <a:cubicBezTo>
                    <a:pt x="2347" y="30255"/>
                    <a:pt x="1482" y="30502"/>
                    <a:pt x="618" y="30684"/>
                  </a:cubicBezTo>
                  <a:cubicBezTo>
                    <a:pt x="307" y="30808"/>
                    <a:pt x="0" y="31119"/>
                    <a:pt x="183" y="31302"/>
                  </a:cubicBezTo>
                  <a:cubicBezTo>
                    <a:pt x="1606" y="31055"/>
                    <a:pt x="3023" y="30872"/>
                    <a:pt x="4382" y="30625"/>
                  </a:cubicBezTo>
                  <a:lnTo>
                    <a:pt x="4693" y="30625"/>
                  </a:lnTo>
                  <a:cubicBezTo>
                    <a:pt x="5370" y="29944"/>
                    <a:pt x="5863" y="29267"/>
                    <a:pt x="6175" y="28462"/>
                  </a:cubicBezTo>
                  <a:cubicBezTo>
                    <a:pt x="7098" y="26115"/>
                    <a:pt x="11173" y="19941"/>
                    <a:pt x="11544" y="17842"/>
                  </a:cubicBezTo>
                  <a:cubicBezTo>
                    <a:pt x="11978" y="15743"/>
                    <a:pt x="15248" y="7346"/>
                    <a:pt x="14078" y="3024"/>
                  </a:cubicBezTo>
                  <a:cubicBezTo>
                    <a:pt x="13766" y="2036"/>
                    <a:pt x="13520" y="1048"/>
                    <a:pt x="13213" y="60"/>
                  </a:cubicBezTo>
                  <a:cubicBezTo>
                    <a:pt x="13149" y="1"/>
                    <a:pt x="13090" y="1"/>
                    <a:pt x="13026" y="1"/>
                  </a:cubicBezTo>
                  <a:close/>
                </a:path>
              </a:pathLst>
            </a:custGeom>
            <a:solidFill>
              <a:srgbClr val="9F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7" name="Google Shape;2857;p60"/>
            <p:cNvSpPr/>
            <p:nvPr/>
          </p:nvSpPr>
          <p:spPr>
            <a:xfrm>
              <a:off x="3516750" y="4624925"/>
              <a:ext cx="4600" cy="21650"/>
            </a:xfrm>
            <a:custGeom>
              <a:rect b="b" l="l" r="r" t="t"/>
              <a:pathLst>
                <a:path extrusionOk="0" h="866" w="184">
                  <a:moveTo>
                    <a:pt x="184" y="1"/>
                  </a:moveTo>
                  <a:lnTo>
                    <a:pt x="184" y="1"/>
                  </a:lnTo>
                  <a:cubicBezTo>
                    <a:pt x="1" y="189"/>
                    <a:pt x="1" y="559"/>
                    <a:pt x="60" y="865"/>
                  </a:cubicBezTo>
                  <a:cubicBezTo>
                    <a:pt x="124" y="618"/>
                    <a:pt x="124" y="312"/>
                    <a:pt x="184" y="1"/>
                  </a:cubicBezTo>
                  <a:close/>
                </a:path>
              </a:pathLst>
            </a:custGeom>
            <a:solidFill>
              <a:srgbClr val="DFDF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8" name="Google Shape;2858;p60"/>
            <p:cNvSpPr/>
            <p:nvPr/>
          </p:nvSpPr>
          <p:spPr>
            <a:xfrm>
              <a:off x="3518250" y="4623450"/>
              <a:ext cx="279475" cy="262425"/>
            </a:xfrm>
            <a:custGeom>
              <a:rect b="b" l="l" r="r" t="t"/>
              <a:pathLst>
                <a:path extrusionOk="0" h="10497" w="11179">
                  <a:moveTo>
                    <a:pt x="371" y="1"/>
                  </a:moveTo>
                  <a:cubicBezTo>
                    <a:pt x="247" y="1"/>
                    <a:pt x="188" y="1"/>
                    <a:pt x="124" y="60"/>
                  </a:cubicBezTo>
                  <a:cubicBezTo>
                    <a:pt x="64" y="371"/>
                    <a:pt x="64" y="677"/>
                    <a:pt x="0" y="924"/>
                  </a:cubicBezTo>
                  <a:cubicBezTo>
                    <a:pt x="64" y="989"/>
                    <a:pt x="64" y="1048"/>
                    <a:pt x="64" y="1112"/>
                  </a:cubicBezTo>
                  <a:cubicBezTo>
                    <a:pt x="618" y="2470"/>
                    <a:pt x="1176" y="3765"/>
                    <a:pt x="1793" y="5064"/>
                  </a:cubicBezTo>
                  <a:cubicBezTo>
                    <a:pt x="2099" y="5740"/>
                    <a:pt x="2470" y="6481"/>
                    <a:pt x="3087" y="6975"/>
                  </a:cubicBezTo>
                  <a:cubicBezTo>
                    <a:pt x="3522" y="7286"/>
                    <a:pt x="3952" y="7469"/>
                    <a:pt x="4446" y="7593"/>
                  </a:cubicBezTo>
                  <a:lnTo>
                    <a:pt x="3892" y="6669"/>
                  </a:lnTo>
                  <a:cubicBezTo>
                    <a:pt x="2905" y="6111"/>
                    <a:pt x="2164" y="5123"/>
                    <a:pt x="1605" y="4135"/>
                  </a:cubicBezTo>
                  <a:cubicBezTo>
                    <a:pt x="988" y="2841"/>
                    <a:pt x="682" y="1418"/>
                    <a:pt x="371" y="1"/>
                  </a:cubicBezTo>
                  <a:close/>
                  <a:moveTo>
                    <a:pt x="4880" y="7099"/>
                  </a:moveTo>
                  <a:lnTo>
                    <a:pt x="4880" y="7099"/>
                  </a:lnTo>
                  <a:cubicBezTo>
                    <a:pt x="5004" y="7346"/>
                    <a:pt x="5251" y="7657"/>
                    <a:pt x="5434" y="7904"/>
                  </a:cubicBezTo>
                  <a:lnTo>
                    <a:pt x="5992" y="8087"/>
                  </a:lnTo>
                  <a:cubicBezTo>
                    <a:pt x="6856" y="8457"/>
                    <a:pt x="7597" y="9139"/>
                    <a:pt x="8397" y="9692"/>
                  </a:cubicBezTo>
                  <a:cubicBezTo>
                    <a:pt x="9138" y="10126"/>
                    <a:pt x="9943" y="10497"/>
                    <a:pt x="10743" y="10497"/>
                  </a:cubicBezTo>
                  <a:lnTo>
                    <a:pt x="11178" y="10497"/>
                  </a:lnTo>
                  <a:cubicBezTo>
                    <a:pt x="10990" y="9880"/>
                    <a:pt x="10126" y="9939"/>
                    <a:pt x="9509" y="9880"/>
                  </a:cubicBezTo>
                  <a:cubicBezTo>
                    <a:pt x="8338" y="9633"/>
                    <a:pt x="7720" y="8210"/>
                    <a:pt x="6609" y="7657"/>
                  </a:cubicBezTo>
                  <a:cubicBezTo>
                    <a:pt x="6115" y="7346"/>
                    <a:pt x="5434" y="7286"/>
                    <a:pt x="4880" y="7099"/>
                  </a:cubicBezTo>
                  <a:close/>
                </a:path>
              </a:pathLst>
            </a:custGeom>
            <a:solidFill>
              <a:srgbClr val="9F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9" name="Google Shape;2859;p60"/>
            <p:cNvSpPr/>
            <p:nvPr/>
          </p:nvSpPr>
          <p:spPr>
            <a:xfrm>
              <a:off x="3615550" y="4790150"/>
              <a:ext cx="38550" cy="30900"/>
            </a:xfrm>
            <a:custGeom>
              <a:rect b="b" l="l" r="r" t="t"/>
              <a:pathLst>
                <a:path extrusionOk="0" h="1236" w="1542">
                  <a:moveTo>
                    <a:pt x="0" y="1"/>
                  </a:moveTo>
                  <a:lnTo>
                    <a:pt x="554" y="925"/>
                  </a:lnTo>
                  <a:cubicBezTo>
                    <a:pt x="865" y="1048"/>
                    <a:pt x="1235" y="1112"/>
                    <a:pt x="1542" y="1236"/>
                  </a:cubicBezTo>
                  <a:cubicBezTo>
                    <a:pt x="1359" y="989"/>
                    <a:pt x="1112" y="678"/>
                    <a:pt x="988" y="431"/>
                  </a:cubicBezTo>
                  <a:cubicBezTo>
                    <a:pt x="924" y="431"/>
                    <a:pt x="865" y="371"/>
                    <a:pt x="801" y="371"/>
                  </a:cubicBezTo>
                  <a:cubicBezTo>
                    <a:pt x="554" y="248"/>
                    <a:pt x="247" y="124"/>
                    <a:pt x="0" y="1"/>
                  </a:cubicBezTo>
                  <a:close/>
                </a:path>
              </a:pathLst>
            </a:custGeom>
            <a:solidFill>
              <a:srgbClr val="8B21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0" name="Google Shape;2860;p60"/>
            <p:cNvSpPr/>
            <p:nvPr/>
          </p:nvSpPr>
          <p:spPr>
            <a:xfrm>
              <a:off x="3495150" y="4679025"/>
              <a:ext cx="421350" cy="608200"/>
            </a:xfrm>
            <a:custGeom>
              <a:rect b="b" l="l" r="r" t="t"/>
              <a:pathLst>
                <a:path extrusionOk="0" h="24328" w="16854">
                  <a:moveTo>
                    <a:pt x="618" y="0"/>
                  </a:moveTo>
                  <a:cubicBezTo>
                    <a:pt x="247" y="0"/>
                    <a:pt x="1" y="430"/>
                    <a:pt x="1" y="924"/>
                  </a:cubicBezTo>
                  <a:cubicBezTo>
                    <a:pt x="307" y="5370"/>
                    <a:pt x="1048" y="10556"/>
                    <a:pt x="3888" y="14137"/>
                  </a:cubicBezTo>
                  <a:cubicBezTo>
                    <a:pt x="4382" y="14754"/>
                    <a:pt x="4940" y="15372"/>
                    <a:pt x="5370" y="16054"/>
                  </a:cubicBezTo>
                  <a:cubicBezTo>
                    <a:pt x="5681" y="16547"/>
                    <a:pt x="5928" y="17165"/>
                    <a:pt x="6298" y="17659"/>
                  </a:cubicBezTo>
                  <a:cubicBezTo>
                    <a:pt x="7163" y="18647"/>
                    <a:pt x="8580" y="18894"/>
                    <a:pt x="9692" y="19635"/>
                  </a:cubicBezTo>
                  <a:cubicBezTo>
                    <a:pt x="10926" y="20376"/>
                    <a:pt x="11732" y="21670"/>
                    <a:pt x="12719" y="22658"/>
                  </a:cubicBezTo>
                  <a:cubicBezTo>
                    <a:pt x="13520" y="23463"/>
                    <a:pt x="14878" y="24327"/>
                    <a:pt x="16113" y="24327"/>
                  </a:cubicBezTo>
                  <a:cubicBezTo>
                    <a:pt x="16236" y="24327"/>
                    <a:pt x="16424" y="24327"/>
                    <a:pt x="16607" y="24263"/>
                  </a:cubicBezTo>
                  <a:cubicBezTo>
                    <a:pt x="16730" y="24263"/>
                    <a:pt x="16794" y="24204"/>
                    <a:pt x="16854" y="24139"/>
                  </a:cubicBezTo>
                  <a:cubicBezTo>
                    <a:pt x="15248" y="23216"/>
                    <a:pt x="13643" y="22287"/>
                    <a:pt x="12408" y="21423"/>
                  </a:cubicBezTo>
                  <a:cubicBezTo>
                    <a:pt x="8210" y="18523"/>
                    <a:pt x="4382" y="13831"/>
                    <a:pt x="3335" y="11855"/>
                  </a:cubicBezTo>
                  <a:cubicBezTo>
                    <a:pt x="2283" y="9879"/>
                    <a:pt x="2283" y="8333"/>
                    <a:pt x="1235" y="4382"/>
                  </a:cubicBezTo>
                  <a:cubicBezTo>
                    <a:pt x="801" y="2653"/>
                    <a:pt x="741" y="1295"/>
                    <a:pt x="80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1" name="Google Shape;2861;p60"/>
            <p:cNvSpPr/>
            <p:nvPr/>
          </p:nvSpPr>
          <p:spPr>
            <a:xfrm>
              <a:off x="3513675" y="4679025"/>
              <a:ext cx="405925" cy="603500"/>
            </a:xfrm>
            <a:custGeom>
              <a:rect b="b" l="l" r="r" t="t"/>
              <a:pathLst>
                <a:path extrusionOk="0" h="24140" w="16237">
                  <a:moveTo>
                    <a:pt x="60" y="0"/>
                  </a:moveTo>
                  <a:lnTo>
                    <a:pt x="60" y="0"/>
                  </a:lnTo>
                  <a:cubicBezTo>
                    <a:pt x="0" y="1295"/>
                    <a:pt x="60" y="2653"/>
                    <a:pt x="494" y="4382"/>
                  </a:cubicBezTo>
                  <a:cubicBezTo>
                    <a:pt x="1542" y="8333"/>
                    <a:pt x="1542" y="9879"/>
                    <a:pt x="2594" y="11855"/>
                  </a:cubicBezTo>
                  <a:cubicBezTo>
                    <a:pt x="3641" y="13831"/>
                    <a:pt x="7469" y="18523"/>
                    <a:pt x="11667" y="21423"/>
                  </a:cubicBezTo>
                  <a:cubicBezTo>
                    <a:pt x="12902" y="22287"/>
                    <a:pt x="14507" y="23216"/>
                    <a:pt x="16113" y="24139"/>
                  </a:cubicBezTo>
                  <a:cubicBezTo>
                    <a:pt x="16236" y="23957"/>
                    <a:pt x="15989" y="23769"/>
                    <a:pt x="15806" y="23645"/>
                  </a:cubicBezTo>
                  <a:lnTo>
                    <a:pt x="14507" y="22905"/>
                  </a:lnTo>
                  <a:cubicBezTo>
                    <a:pt x="13090" y="22104"/>
                    <a:pt x="11855" y="21052"/>
                    <a:pt x="10867" y="19758"/>
                  </a:cubicBezTo>
                  <a:cubicBezTo>
                    <a:pt x="11050" y="19570"/>
                    <a:pt x="11297" y="19447"/>
                    <a:pt x="11608" y="19447"/>
                  </a:cubicBezTo>
                  <a:cubicBezTo>
                    <a:pt x="12102" y="19447"/>
                    <a:pt x="12655" y="19758"/>
                    <a:pt x="13090" y="20064"/>
                  </a:cubicBezTo>
                  <a:cubicBezTo>
                    <a:pt x="13520" y="20435"/>
                    <a:pt x="14448" y="21176"/>
                    <a:pt x="15066" y="21176"/>
                  </a:cubicBezTo>
                  <a:cubicBezTo>
                    <a:pt x="15313" y="21176"/>
                    <a:pt x="15683" y="20993"/>
                    <a:pt x="15560" y="20682"/>
                  </a:cubicBezTo>
                  <a:cubicBezTo>
                    <a:pt x="15495" y="20558"/>
                    <a:pt x="15313" y="20499"/>
                    <a:pt x="15125" y="20499"/>
                  </a:cubicBezTo>
                  <a:lnTo>
                    <a:pt x="14631" y="20499"/>
                  </a:lnTo>
                  <a:cubicBezTo>
                    <a:pt x="13890" y="20499"/>
                    <a:pt x="13213" y="19941"/>
                    <a:pt x="12779" y="19388"/>
                  </a:cubicBezTo>
                  <a:cubicBezTo>
                    <a:pt x="12596" y="19264"/>
                    <a:pt x="12472" y="19017"/>
                    <a:pt x="12285" y="18953"/>
                  </a:cubicBezTo>
                  <a:cubicBezTo>
                    <a:pt x="12161" y="18894"/>
                    <a:pt x="12102" y="18894"/>
                    <a:pt x="11978" y="18894"/>
                  </a:cubicBezTo>
                  <a:cubicBezTo>
                    <a:pt x="11791" y="18894"/>
                    <a:pt x="11544" y="18953"/>
                    <a:pt x="11361" y="19017"/>
                  </a:cubicBezTo>
                  <a:cubicBezTo>
                    <a:pt x="11173" y="19076"/>
                    <a:pt x="10991" y="19076"/>
                    <a:pt x="10803" y="19076"/>
                  </a:cubicBezTo>
                  <a:cubicBezTo>
                    <a:pt x="10126" y="19076"/>
                    <a:pt x="9445" y="18829"/>
                    <a:pt x="8827" y="18459"/>
                  </a:cubicBezTo>
                  <a:cubicBezTo>
                    <a:pt x="8274" y="18029"/>
                    <a:pt x="7780" y="17535"/>
                    <a:pt x="7286" y="16977"/>
                  </a:cubicBezTo>
                  <a:lnTo>
                    <a:pt x="7286" y="16977"/>
                  </a:lnTo>
                  <a:cubicBezTo>
                    <a:pt x="7656" y="17224"/>
                    <a:pt x="8150" y="17288"/>
                    <a:pt x="8644" y="17288"/>
                  </a:cubicBezTo>
                  <a:lnTo>
                    <a:pt x="9815" y="17288"/>
                  </a:lnTo>
                  <a:cubicBezTo>
                    <a:pt x="10250" y="17288"/>
                    <a:pt x="10679" y="17348"/>
                    <a:pt x="10991" y="17595"/>
                  </a:cubicBezTo>
                  <a:cubicBezTo>
                    <a:pt x="11297" y="17782"/>
                    <a:pt x="11608" y="18212"/>
                    <a:pt x="11978" y="18212"/>
                  </a:cubicBezTo>
                  <a:cubicBezTo>
                    <a:pt x="11978" y="18212"/>
                    <a:pt x="12038" y="18153"/>
                    <a:pt x="12102" y="18153"/>
                  </a:cubicBezTo>
                  <a:cubicBezTo>
                    <a:pt x="11791" y="17535"/>
                    <a:pt x="11361" y="16918"/>
                    <a:pt x="10744" y="16730"/>
                  </a:cubicBezTo>
                  <a:cubicBezTo>
                    <a:pt x="10556" y="16671"/>
                    <a:pt x="10373" y="16671"/>
                    <a:pt x="10250" y="16671"/>
                  </a:cubicBezTo>
                  <a:cubicBezTo>
                    <a:pt x="10003" y="16671"/>
                    <a:pt x="9815" y="16730"/>
                    <a:pt x="9632" y="16730"/>
                  </a:cubicBezTo>
                  <a:lnTo>
                    <a:pt x="9568" y="16730"/>
                  </a:lnTo>
                  <a:cubicBezTo>
                    <a:pt x="7222" y="16730"/>
                    <a:pt x="5310" y="14819"/>
                    <a:pt x="3705" y="13090"/>
                  </a:cubicBezTo>
                  <a:lnTo>
                    <a:pt x="3705" y="13090"/>
                  </a:lnTo>
                  <a:lnTo>
                    <a:pt x="7780" y="13831"/>
                  </a:lnTo>
                  <a:cubicBezTo>
                    <a:pt x="7903" y="13890"/>
                    <a:pt x="9074" y="14201"/>
                    <a:pt x="9632" y="14201"/>
                  </a:cubicBezTo>
                  <a:cubicBezTo>
                    <a:pt x="9879" y="14201"/>
                    <a:pt x="10062" y="14137"/>
                    <a:pt x="9938" y="13954"/>
                  </a:cubicBezTo>
                  <a:cubicBezTo>
                    <a:pt x="9938" y="13890"/>
                    <a:pt x="9879" y="13831"/>
                    <a:pt x="9815" y="13831"/>
                  </a:cubicBezTo>
                  <a:cubicBezTo>
                    <a:pt x="8644" y="13213"/>
                    <a:pt x="7163" y="13273"/>
                    <a:pt x="5863" y="13090"/>
                  </a:cubicBezTo>
                  <a:cubicBezTo>
                    <a:pt x="3641" y="12655"/>
                    <a:pt x="1788" y="10556"/>
                    <a:pt x="1729" y="8274"/>
                  </a:cubicBezTo>
                  <a:lnTo>
                    <a:pt x="1729" y="8274"/>
                  </a:lnTo>
                  <a:cubicBezTo>
                    <a:pt x="2035" y="9198"/>
                    <a:pt x="2529" y="10250"/>
                    <a:pt x="3458" y="10497"/>
                  </a:cubicBezTo>
                  <a:cubicBezTo>
                    <a:pt x="2406" y="9015"/>
                    <a:pt x="1665" y="7345"/>
                    <a:pt x="1295" y="5557"/>
                  </a:cubicBezTo>
                  <a:cubicBezTo>
                    <a:pt x="1482" y="5493"/>
                    <a:pt x="1606" y="5493"/>
                    <a:pt x="1788" y="5493"/>
                  </a:cubicBezTo>
                  <a:cubicBezTo>
                    <a:pt x="2406" y="5493"/>
                    <a:pt x="2964" y="5804"/>
                    <a:pt x="3211" y="6357"/>
                  </a:cubicBezTo>
                  <a:cubicBezTo>
                    <a:pt x="3394" y="5681"/>
                    <a:pt x="2717" y="4940"/>
                    <a:pt x="2035" y="4940"/>
                  </a:cubicBezTo>
                  <a:cubicBezTo>
                    <a:pt x="1912" y="4940"/>
                    <a:pt x="1788" y="4940"/>
                    <a:pt x="1665" y="4999"/>
                  </a:cubicBezTo>
                  <a:cubicBezTo>
                    <a:pt x="1542" y="5063"/>
                    <a:pt x="1359" y="5123"/>
                    <a:pt x="1235" y="5123"/>
                  </a:cubicBezTo>
                  <a:cubicBezTo>
                    <a:pt x="1171" y="5123"/>
                    <a:pt x="1112" y="5123"/>
                    <a:pt x="1048" y="5063"/>
                  </a:cubicBezTo>
                  <a:cubicBezTo>
                    <a:pt x="924" y="4999"/>
                    <a:pt x="865" y="4816"/>
                    <a:pt x="865" y="4693"/>
                  </a:cubicBezTo>
                  <a:cubicBezTo>
                    <a:pt x="741" y="4011"/>
                    <a:pt x="618" y="3394"/>
                    <a:pt x="618" y="2717"/>
                  </a:cubicBezTo>
                  <a:lnTo>
                    <a:pt x="618" y="2717"/>
                  </a:lnTo>
                  <a:cubicBezTo>
                    <a:pt x="677" y="2964"/>
                    <a:pt x="677" y="3270"/>
                    <a:pt x="924" y="3458"/>
                  </a:cubicBezTo>
                  <a:cubicBezTo>
                    <a:pt x="988" y="3581"/>
                    <a:pt x="1112" y="3581"/>
                    <a:pt x="1235" y="3581"/>
                  </a:cubicBezTo>
                  <a:cubicBezTo>
                    <a:pt x="1418" y="3581"/>
                    <a:pt x="1542" y="3517"/>
                    <a:pt x="1606" y="3394"/>
                  </a:cubicBezTo>
                  <a:cubicBezTo>
                    <a:pt x="1112" y="3088"/>
                    <a:pt x="741" y="2529"/>
                    <a:pt x="677" y="1976"/>
                  </a:cubicBezTo>
                  <a:cubicBezTo>
                    <a:pt x="618" y="1606"/>
                    <a:pt x="677" y="430"/>
                    <a:pt x="371" y="183"/>
                  </a:cubicBezTo>
                  <a:cubicBezTo>
                    <a:pt x="247" y="124"/>
                    <a:pt x="183" y="60"/>
                    <a:pt x="60" y="0"/>
                  </a:cubicBezTo>
                  <a:close/>
                </a:path>
              </a:pathLst>
            </a:custGeom>
            <a:solidFill>
              <a:srgbClr val="9F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2" name="Google Shape;2862;p60"/>
            <p:cNvSpPr/>
            <p:nvPr/>
          </p:nvSpPr>
          <p:spPr>
            <a:xfrm>
              <a:off x="3527500" y="4106850"/>
              <a:ext cx="560400" cy="855825"/>
            </a:xfrm>
            <a:custGeom>
              <a:rect b="b" l="l" r="r" t="t"/>
              <a:pathLst>
                <a:path extrusionOk="0" h="34233" w="22416">
                  <a:moveTo>
                    <a:pt x="17699" y="0"/>
                  </a:moveTo>
                  <a:cubicBezTo>
                    <a:pt x="17630" y="0"/>
                    <a:pt x="17553" y="16"/>
                    <a:pt x="17476" y="43"/>
                  </a:cubicBezTo>
                  <a:cubicBezTo>
                    <a:pt x="16612" y="225"/>
                    <a:pt x="15994" y="907"/>
                    <a:pt x="15130" y="1277"/>
                  </a:cubicBezTo>
                  <a:cubicBezTo>
                    <a:pt x="14142" y="1707"/>
                    <a:pt x="13090" y="2078"/>
                    <a:pt x="12102" y="2512"/>
                  </a:cubicBezTo>
                  <a:cubicBezTo>
                    <a:pt x="11114" y="2883"/>
                    <a:pt x="10126" y="3312"/>
                    <a:pt x="9262" y="3871"/>
                  </a:cubicBezTo>
                  <a:cubicBezTo>
                    <a:pt x="8091" y="4671"/>
                    <a:pt x="6980" y="5906"/>
                    <a:pt x="5557" y="6153"/>
                  </a:cubicBezTo>
                  <a:cubicBezTo>
                    <a:pt x="6051" y="5165"/>
                    <a:pt x="6980" y="4241"/>
                    <a:pt x="7533" y="3253"/>
                  </a:cubicBezTo>
                  <a:cubicBezTo>
                    <a:pt x="7407" y="3174"/>
                    <a:pt x="7273" y="3139"/>
                    <a:pt x="7137" y="3139"/>
                  </a:cubicBezTo>
                  <a:cubicBezTo>
                    <a:pt x="6737" y="3139"/>
                    <a:pt x="6312" y="3438"/>
                    <a:pt x="5992" y="3806"/>
                  </a:cubicBezTo>
                  <a:cubicBezTo>
                    <a:pt x="4140" y="5906"/>
                    <a:pt x="4016" y="9363"/>
                    <a:pt x="1482" y="10969"/>
                  </a:cubicBezTo>
                  <a:cubicBezTo>
                    <a:pt x="1235" y="11156"/>
                    <a:pt x="865" y="11339"/>
                    <a:pt x="682" y="11586"/>
                  </a:cubicBezTo>
                  <a:cubicBezTo>
                    <a:pt x="312" y="11956"/>
                    <a:pt x="248" y="12515"/>
                    <a:pt x="188" y="13009"/>
                  </a:cubicBezTo>
                  <a:cubicBezTo>
                    <a:pt x="1" y="15167"/>
                    <a:pt x="248" y="17266"/>
                    <a:pt x="559" y="19366"/>
                  </a:cubicBezTo>
                  <a:cubicBezTo>
                    <a:pt x="806" y="20847"/>
                    <a:pt x="1053" y="22329"/>
                    <a:pt x="1670" y="23688"/>
                  </a:cubicBezTo>
                  <a:cubicBezTo>
                    <a:pt x="1976" y="24429"/>
                    <a:pt x="2411" y="25169"/>
                    <a:pt x="2841" y="25851"/>
                  </a:cubicBezTo>
                  <a:cubicBezTo>
                    <a:pt x="3275" y="26592"/>
                    <a:pt x="3705" y="27333"/>
                    <a:pt x="4140" y="28010"/>
                  </a:cubicBezTo>
                  <a:cubicBezTo>
                    <a:pt x="5187" y="29679"/>
                    <a:pt x="6175" y="31408"/>
                    <a:pt x="7227" y="33072"/>
                  </a:cubicBezTo>
                  <a:cubicBezTo>
                    <a:pt x="7599" y="33606"/>
                    <a:pt x="8159" y="34233"/>
                    <a:pt x="8741" y="34233"/>
                  </a:cubicBezTo>
                  <a:cubicBezTo>
                    <a:pt x="8832" y="34233"/>
                    <a:pt x="8923" y="34217"/>
                    <a:pt x="9015" y="34184"/>
                  </a:cubicBezTo>
                  <a:cubicBezTo>
                    <a:pt x="8027" y="33319"/>
                    <a:pt x="7227" y="32332"/>
                    <a:pt x="6545" y="31284"/>
                  </a:cubicBezTo>
                  <a:lnTo>
                    <a:pt x="6545" y="31284"/>
                  </a:lnTo>
                  <a:cubicBezTo>
                    <a:pt x="8398" y="31961"/>
                    <a:pt x="10191" y="32702"/>
                    <a:pt x="12043" y="33384"/>
                  </a:cubicBezTo>
                  <a:cubicBezTo>
                    <a:pt x="12227" y="33462"/>
                    <a:pt x="12458" y="33519"/>
                    <a:pt x="12671" y="33519"/>
                  </a:cubicBezTo>
                  <a:cubicBezTo>
                    <a:pt x="12955" y="33519"/>
                    <a:pt x="13207" y="33419"/>
                    <a:pt x="13278" y="33137"/>
                  </a:cubicBezTo>
                  <a:cubicBezTo>
                    <a:pt x="13337" y="32766"/>
                    <a:pt x="12907" y="32519"/>
                    <a:pt x="12537" y="32332"/>
                  </a:cubicBezTo>
                  <a:cubicBezTo>
                    <a:pt x="10685" y="31591"/>
                    <a:pt x="8768" y="31037"/>
                    <a:pt x="7103" y="29926"/>
                  </a:cubicBezTo>
                  <a:cubicBezTo>
                    <a:pt x="5434" y="28874"/>
                    <a:pt x="3952" y="27209"/>
                    <a:pt x="3705" y="25234"/>
                  </a:cubicBezTo>
                  <a:lnTo>
                    <a:pt x="3705" y="25234"/>
                  </a:lnTo>
                  <a:cubicBezTo>
                    <a:pt x="4634" y="25663"/>
                    <a:pt x="5375" y="26345"/>
                    <a:pt x="6239" y="26839"/>
                  </a:cubicBezTo>
                  <a:cubicBezTo>
                    <a:pt x="6964" y="27303"/>
                    <a:pt x="7818" y="27683"/>
                    <a:pt x="8657" y="27683"/>
                  </a:cubicBezTo>
                  <a:cubicBezTo>
                    <a:pt x="8818" y="27683"/>
                    <a:pt x="8979" y="27669"/>
                    <a:pt x="9139" y="27639"/>
                  </a:cubicBezTo>
                  <a:cubicBezTo>
                    <a:pt x="9079" y="27333"/>
                    <a:pt x="8709" y="27145"/>
                    <a:pt x="8398" y="27022"/>
                  </a:cubicBezTo>
                  <a:cubicBezTo>
                    <a:pt x="7533" y="26775"/>
                    <a:pt x="6545" y="26592"/>
                    <a:pt x="5869" y="26034"/>
                  </a:cubicBezTo>
                  <a:cubicBezTo>
                    <a:pt x="5375" y="25540"/>
                    <a:pt x="5004" y="24863"/>
                    <a:pt x="4446" y="24493"/>
                  </a:cubicBezTo>
                  <a:cubicBezTo>
                    <a:pt x="4076" y="24246"/>
                    <a:pt x="3646" y="24122"/>
                    <a:pt x="3335" y="23811"/>
                  </a:cubicBezTo>
                  <a:cubicBezTo>
                    <a:pt x="3088" y="23564"/>
                    <a:pt x="2964" y="23194"/>
                    <a:pt x="2782" y="22823"/>
                  </a:cubicBezTo>
                  <a:cubicBezTo>
                    <a:pt x="2347" y="21529"/>
                    <a:pt x="1853" y="20230"/>
                    <a:pt x="1423" y="18995"/>
                  </a:cubicBezTo>
                  <a:lnTo>
                    <a:pt x="1423" y="18995"/>
                  </a:lnTo>
                  <a:cubicBezTo>
                    <a:pt x="2535" y="20107"/>
                    <a:pt x="3893" y="21218"/>
                    <a:pt x="5375" y="21959"/>
                  </a:cubicBezTo>
                  <a:cubicBezTo>
                    <a:pt x="5465" y="22049"/>
                    <a:pt x="5587" y="22108"/>
                    <a:pt x="5694" y="22108"/>
                  </a:cubicBezTo>
                  <a:cubicBezTo>
                    <a:pt x="5734" y="22108"/>
                    <a:pt x="5771" y="22100"/>
                    <a:pt x="5804" y="22082"/>
                  </a:cubicBezTo>
                  <a:cubicBezTo>
                    <a:pt x="6051" y="22023"/>
                    <a:pt x="6116" y="21653"/>
                    <a:pt x="5992" y="21406"/>
                  </a:cubicBezTo>
                  <a:cubicBezTo>
                    <a:pt x="5869" y="21218"/>
                    <a:pt x="5622" y="21094"/>
                    <a:pt x="5375" y="20971"/>
                  </a:cubicBezTo>
                  <a:cubicBezTo>
                    <a:pt x="4940" y="20788"/>
                    <a:pt x="4076" y="20665"/>
                    <a:pt x="4323" y="20107"/>
                  </a:cubicBezTo>
                  <a:cubicBezTo>
                    <a:pt x="4419" y="19864"/>
                    <a:pt x="4611" y="19803"/>
                    <a:pt x="4835" y="19803"/>
                  </a:cubicBezTo>
                  <a:cubicBezTo>
                    <a:pt x="5065" y="19803"/>
                    <a:pt x="5328" y="19868"/>
                    <a:pt x="5556" y="19868"/>
                  </a:cubicBezTo>
                  <a:cubicBezTo>
                    <a:pt x="5672" y="19868"/>
                    <a:pt x="5779" y="19851"/>
                    <a:pt x="5869" y="19800"/>
                  </a:cubicBezTo>
                  <a:cubicBezTo>
                    <a:pt x="6363" y="19553"/>
                    <a:pt x="6239" y="19059"/>
                    <a:pt x="5557" y="18995"/>
                  </a:cubicBezTo>
                  <a:cubicBezTo>
                    <a:pt x="5128" y="18995"/>
                    <a:pt x="4693" y="19119"/>
                    <a:pt x="4323" y="19306"/>
                  </a:cubicBezTo>
                  <a:cubicBezTo>
                    <a:pt x="3874" y="19580"/>
                    <a:pt x="3577" y="19722"/>
                    <a:pt x="3345" y="19722"/>
                  </a:cubicBezTo>
                  <a:cubicBezTo>
                    <a:pt x="3003" y="19722"/>
                    <a:pt x="2803" y="19411"/>
                    <a:pt x="2470" y="18748"/>
                  </a:cubicBezTo>
                  <a:cubicBezTo>
                    <a:pt x="2164" y="18131"/>
                    <a:pt x="1112" y="16343"/>
                    <a:pt x="1547" y="15785"/>
                  </a:cubicBezTo>
                  <a:lnTo>
                    <a:pt x="1547" y="15785"/>
                  </a:lnTo>
                  <a:cubicBezTo>
                    <a:pt x="1729" y="15849"/>
                    <a:pt x="1794" y="15972"/>
                    <a:pt x="1917" y="16096"/>
                  </a:cubicBezTo>
                  <a:cubicBezTo>
                    <a:pt x="2055" y="16233"/>
                    <a:pt x="2265" y="16407"/>
                    <a:pt x="2438" y="16407"/>
                  </a:cubicBezTo>
                  <a:cubicBezTo>
                    <a:pt x="2495" y="16407"/>
                    <a:pt x="2549" y="16388"/>
                    <a:pt x="2594" y="16343"/>
                  </a:cubicBezTo>
                  <a:cubicBezTo>
                    <a:pt x="2782" y="16219"/>
                    <a:pt x="2717" y="15972"/>
                    <a:pt x="2594" y="15785"/>
                  </a:cubicBezTo>
                  <a:cubicBezTo>
                    <a:pt x="2470" y="15661"/>
                    <a:pt x="2288" y="15602"/>
                    <a:pt x="2100" y="15478"/>
                  </a:cubicBezTo>
                  <a:cubicBezTo>
                    <a:pt x="987" y="14829"/>
                    <a:pt x="1304" y="13065"/>
                    <a:pt x="1897" y="13065"/>
                  </a:cubicBezTo>
                  <a:cubicBezTo>
                    <a:pt x="2093" y="13065"/>
                    <a:pt x="2320" y="13258"/>
                    <a:pt x="2535" y="13749"/>
                  </a:cubicBezTo>
                  <a:cubicBezTo>
                    <a:pt x="2821" y="14382"/>
                    <a:pt x="3487" y="14803"/>
                    <a:pt x="4129" y="14803"/>
                  </a:cubicBezTo>
                  <a:cubicBezTo>
                    <a:pt x="4174" y="14803"/>
                    <a:pt x="4219" y="14801"/>
                    <a:pt x="4263" y="14797"/>
                  </a:cubicBezTo>
                  <a:cubicBezTo>
                    <a:pt x="4783" y="14710"/>
                    <a:pt x="5363" y="14412"/>
                    <a:pt x="5876" y="14412"/>
                  </a:cubicBezTo>
                  <a:cubicBezTo>
                    <a:pt x="6095" y="14412"/>
                    <a:pt x="6302" y="14466"/>
                    <a:pt x="6486" y="14614"/>
                  </a:cubicBezTo>
                  <a:cubicBezTo>
                    <a:pt x="6610" y="14737"/>
                    <a:pt x="6669" y="14861"/>
                    <a:pt x="6792" y="14920"/>
                  </a:cubicBezTo>
                  <a:cubicBezTo>
                    <a:pt x="6843" y="14946"/>
                    <a:pt x="6894" y="14958"/>
                    <a:pt x="6944" y="14958"/>
                  </a:cubicBezTo>
                  <a:cubicBezTo>
                    <a:pt x="7254" y="14958"/>
                    <a:pt x="7508" y="14499"/>
                    <a:pt x="7350" y="14179"/>
                  </a:cubicBezTo>
                  <a:cubicBezTo>
                    <a:pt x="7179" y="13922"/>
                    <a:pt x="6888" y="13815"/>
                    <a:pt x="6602" y="13815"/>
                  </a:cubicBezTo>
                  <a:cubicBezTo>
                    <a:pt x="6477" y="13815"/>
                    <a:pt x="6352" y="13835"/>
                    <a:pt x="6239" y="13873"/>
                  </a:cubicBezTo>
                  <a:cubicBezTo>
                    <a:pt x="5804" y="13932"/>
                    <a:pt x="5498" y="14120"/>
                    <a:pt x="5064" y="14179"/>
                  </a:cubicBezTo>
                  <a:cubicBezTo>
                    <a:pt x="4985" y="14194"/>
                    <a:pt x="4906" y="14200"/>
                    <a:pt x="4826" y="14200"/>
                  </a:cubicBezTo>
                  <a:cubicBezTo>
                    <a:pt x="4222" y="14200"/>
                    <a:pt x="3617" y="13801"/>
                    <a:pt x="3399" y="13256"/>
                  </a:cubicBezTo>
                  <a:cubicBezTo>
                    <a:pt x="3088" y="12638"/>
                    <a:pt x="3275" y="11833"/>
                    <a:pt x="3769" y="11403"/>
                  </a:cubicBezTo>
                  <a:cubicBezTo>
                    <a:pt x="4103" y="12012"/>
                    <a:pt x="4536" y="12725"/>
                    <a:pt x="5339" y="12725"/>
                  </a:cubicBezTo>
                  <a:cubicBezTo>
                    <a:pt x="5429" y="12725"/>
                    <a:pt x="5523" y="12716"/>
                    <a:pt x="5622" y="12697"/>
                  </a:cubicBezTo>
                  <a:cubicBezTo>
                    <a:pt x="5745" y="12638"/>
                    <a:pt x="5928" y="12574"/>
                    <a:pt x="5992" y="12391"/>
                  </a:cubicBezTo>
                  <a:cubicBezTo>
                    <a:pt x="5992" y="12144"/>
                    <a:pt x="5681" y="12021"/>
                    <a:pt x="5434" y="11897"/>
                  </a:cubicBezTo>
                  <a:cubicBezTo>
                    <a:pt x="3952" y="11280"/>
                    <a:pt x="5064" y="9981"/>
                    <a:pt x="5928" y="9363"/>
                  </a:cubicBezTo>
                  <a:lnTo>
                    <a:pt x="10744" y="5846"/>
                  </a:lnTo>
                  <a:cubicBezTo>
                    <a:pt x="11425" y="5352"/>
                    <a:pt x="12166" y="4859"/>
                    <a:pt x="12967" y="4612"/>
                  </a:cubicBezTo>
                  <a:cubicBezTo>
                    <a:pt x="13343" y="4510"/>
                    <a:pt x="13719" y="4469"/>
                    <a:pt x="14096" y="4469"/>
                  </a:cubicBezTo>
                  <a:cubicBezTo>
                    <a:pt x="15325" y="4469"/>
                    <a:pt x="16554" y="4901"/>
                    <a:pt x="17782" y="5041"/>
                  </a:cubicBezTo>
                  <a:cubicBezTo>
                    <a:pt x="18063" y="5066"/>
                    <a:pt x="18343" y="5078"/>
                    <a:pt x="18623" y="5078"/>
                  </a:cubicBezTo>
                  <a:cubicBezTo>
                    <a:pt x="19760" y="5078"/>
                    <a:pt x="20879" y="4872"/>
                    <a:pt x="21922" y="4424"/>
                  </a:cubicBezTo>
                  <a:cubicBezTo>
                    <a:pt x="22104" y="4365"/>
                    <a:pt x="22228" y="4300"/>
                    <a:pt x="22292" y="4177"/>
                  </a:cubicBezTo>
                  <a:cubicBezTo>
                    <a:pt x="22416" y="3930"/>
                    <a:pt x="22228" y="3683"/>
                    <a:pt x="21981" y="3559"/>
                  </a:cubicBezTo>
                  <a:cubicBezTo>
                    <a:pt x="21909" y="3542"/>
                    <a:pt x="21837" y="3535"/>
                    <a:pt x="21766" y="3535"/>
                  </a:cubicBezTo>
                  <a:cubicBezTo>
                    <a:pt x="21591" y="3535"/>
                    <a:pt x="21415" y="3578"/>
                    <a:pt x="21240" y="3624"/>
                  </a:cubicBezTo>
                  <a:cubicBezTo>
                    <a:pt x="20276" y="3827"/>
                    <a:pt x="19308" y="3947"/>
                    <a:pt x="18343" y="3947"/>
                  </a:cubicBezTo>
                  <a:cubicBezTo>
                    <a:pt x="18136" y="3947"/>
                    <a:pt x="17930" y="3941"/>
                    <a:pt x="17723" y="3930"/>
                  </a:cubicBezTo>
                  <a:cubicBezTo>
                    <a:pt x="16610" y="3898"/>
                    <a:pt x="15443" y="3736"/>
                    <a:pt x="14302" y="3736"/>
                  </a:cubicBezTo>
                  <a:cubicBezTo>
                    <a:pt x="13351" y="3736"/>
                    <a:pt x="12418" y="3848"/>
                    <a:pt x="11549" y="4241"/>
                  </a:cubicBezTo>
                  <a:cubicBezTo>
                    <a:pt x="10561" y="4735"/>
                    <a:pt x="9820" y="5476"/>
                    <a:pt x="9015" y="6217"/>
                  </a:cubicBezTo>
                  <a:cubicBezTo>
                    <a:pt x="7474" y="7634"/>
                    <a:pt x="5804" y="8934"/>
                    <a:pt x="4016" y="10045"/>
                  </a:cubicBezTo>
                  <a:cubicBezTo>
                    <a:pt x="4323" y="8375"/>
                    <a:pt x="5622" y="6894"/>
                    <a:pt x="7286" y="6464"/>
                  </a:cubicBezTo>
                  <a:cubicBezTo>
                    <a:pt x="7904" y="6276"/>
                    <a:pt x="8521" y="6217"/>
                    <a:pt x="9079" y="5906"/>
                  </a:cubicBezTo>
                  <a:lnTo>
                    <a:pt x="8645" y="5476"/>
                  </a:lnTo>
                  <a:cubicBezTo>
                    <a:pt x="8091" y="4982"/>
                    <a:pt x="13154" y="2695"/>
                    <a:pt x="13584" y="2636"/>
                  </a:cubicBezTo>
                  <a:cubicBezTo>
                    <a:pt x="14081" y="2533"/>
                    <a:pt x="14557" y="2493"/>
                    <a:pt x="15022" y="2493"/>
                  </a:cubicBezTo>
                  <a:cubicBezTo>
                    <a:pt x="16519" y="2493"/>
                    <a:pt x="17895" y="2912"/>
                    <a:pt x="19452" y="3006"/>
                  </a:cubicBezTo>
                  <a:cubicBezTo>
                    <a:pt x="19511" y="2883"/>
                    <a:pt x="19511" y="2636"/>
                    <a:pt x="19388" y="2512"/>
                  </a:cubicBezTo>
                  <a:cubicBezTo>
                    <a:pt x="19264" y="2389"/>
                    <a:pt x="19141" y="2325"/>
                    <a:pt x="18958" y="2265"/>
                  </a:cubicBezTo>
                  <a:cubicBezTo>
                    <a:pt x="18075" y="1920"/>
                    <a:pt x="17114" y="1734"/>
                    <a:pt x="16137" y="1734"/>
                  </a:cubicBezTo>
                  <a:cubicBezTo>
                    <a:pt x="15884" y="1734"/>
                    <a:pt x="15631" y="1746"/>
                    <a:pt x="15377" y="1771"/>
                  </a:cubicBezTo>
                  <a:cubicBezTo>
                    <a:pt x="15560" y="1337"/>
                    <a:pt x="15994" y="1090"/>
                    <a:pt x="16365" y="966"/>
                  </a:cubicBezTo>
                  <a:cubicBezTo>
                    <a:pt x="16795" y="783"/>
                    <a:pt x="17229" y="719"/>
                    <a:pt x="17600" y="537"/>
                  </a:cubicBezTo>
                  <a:cubicBezTo>
                    <a:pt x="17782" y="472"/>
                    <a:pt x="18029" y="290"/>
                    <a:pt x="17906" y="102"/>
                  </a:cubicBezTo>
                  <a:cubicBezTo>
                    <a:pt x="17872" y="30"/>
                    <a:pt x="17794" y="0"/>
                    <a:pt x="1769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3" name="Google Shape;2863;p60"/>
            <p:cNvSpPr/>
            <p:nvPr/>
          </p:nvSpPr>
          <p:spPr>
            <a:xfrm>
              <a:off x="3905750" y="4381050"/>
              <a:ext cx="452225" cy="987650"/>
            </a:xfrm>
            <a:custGeom>
              <a:rect b="b" l="l" r="r" t="t"/>
              <a:pathLst>
                <a:path extrusionOk="0" h="39506" w="18089">
                  <a:moveTo>
                    <a:pt x="12655" y="1"/>
                  </a:moveTo>
                  <a:lnTo>
                    <a:pt x="12655" y="1"/>
                  </a:lnTo>
                  <a:cubicBezTo>
                    <a:pt x="10432" y="1917"/>
                    <a:pt x="10496" y="5498"/>
                    <a:pt x="9755" y="8091"/>
                  </a:cubicBezTo>
                  <a:cubicBezTo>
                    <a:pt x="9444" y="9139"/>
                    <a:pt x="8150" y="10438"/>
                    <a:pt x="7409" y="11302"/>
                  </a:cubicBezTo>
                  <a:cubicBezTo>
                    <a:pt x="6421" y="12473"/>
                    <a:pt x="5246" y="13525"/>
                    <a:pt x="4011" y="14448"/>
                  </a:cubicBezTo>
                  <a:cubicBezTo>
                    <a:pt x="3393" y="14883"/>
                    <a:pt x="0" y="16301"/>
                    <a:pt x="988" y="17353"/>
                  </a:cubicBezTo>
                  <a:cubicBezTo>
                    <a:pt x="1222" y="17175"/>
                    <a:pt x="1510" y="16667"/>
                    <a:pt x="1856" y="16667"/>
                  </a:cubicBezTo>
                  <a:cubicBezTo>
                    <a:pt x="1874" y="16667"/>
                    <a:pt x="1893" y="16668"/>
                    <a:pt x="1912" y="16671"/>
                  </a:cubicBezTo>
                  <a:cubicBezTo>
                    <a:pt x="2099" y="16671"/>
                    <a:pt x="2282" y="16918"/>
                    <a:pt x="2282" y="17165"/>
                  </a:cubicBezTo>
                  <a:cubicBezTo>
                    <a:pt x="2223" y="17412"/>
                    <a:pt x="2099" y="17600"/>
                    <a:pt x="1976" y="17783"/>
                  </a:cubicBezTo>
                  <a:cubicBezTo>
                    <a:pt x="1788" y="18094"/>
                    <a:pt x="1665" y="18400"/>
                    <a:pt x="1482" y="18711"/>
                  </a:cubicBezTo>
                  <a:cubicBezTo>
                    <a:pt x="1171" y="19205"/>
                    <a:pt x="1111" y="19699"/>
                    <a:pt x="864" y="20193"/>
                  </a:cubicBezTo>
                  <a:cubicBezTo>
                    <a:pt x="977" y="20269"/>
                    <a:pt x="1091" y="20320"/>
                    <a:pt x="1219" y="20320"/>
                  </a:cubicBezTo>
                  <a:cubicBezTo>
                    <a:pt x="1300" y="20320"/>
                    <a:pt x="1386" y="20300"/>
                    <a:pt x="1482" y="20252"/>
                  </a:cubicBezTo>
                  <a:cubicBezTo>
                    <a:pt x="1665" y="20129"/>
                    <a:pt x="1788" y="19882"/>
                    <a:pt x="1852" y="19699"/>
                  </a:cubicBezTo>
                  <a:cubicBezTo>
                    <a:pt x="2405" y="18647"/>
                    <a:pt x="2717" y="17412"/>
                    <a:pt x="3334" y="16424"/>
                  </a:cubicBezTo>
                  <a:cubicBezTo>
                    <a:pt x="3952" y="15436"/>
                    <a:pt x="4999" y="14819"/>
                    <a:pt x="5863" y="14142"/>
                  </a:cubicBezTo>
                  <a:cubicBezTo>
                    <a:pt x="7286" y="12967"/>
                    <a:pt x="8397" y="11485"/>
                    <a:pt x="9444" y="10067"/>
                  </a:cubicBezTo>
                  <a:cubicBezTo>
                    <a:pt x="9879" y="9509"/>
                    <a:pt x="10249" y="8956"/>
                    <a:pt x="10496" y="8338"/>
                  </a:cubicBezTo>
                  <a:cubicBezTo>
                    <a:pt x="11114" y="6733"/>
                    <a:pt x="10679" y="4693"/>
                    <a:pt x="11855" y="3399"/>
                  </a:cubicBezTo>
                  <a:lnTo>
                    <a:pt x="11855" y="3399"/>
                  </a:lnTo>
                  <a:cubicBezTo>
                    <a:pt x="11484" y="8956"/>
                    <a:pt x="11114" y="14572"/>
                    <a:pt x="9074" y="19758"/>
                  </a:cubicBezTo>
                  <a:cubicBezTo>
                    <a:pt x="8456" y="21117"/>
                    <a:pt x="7839" y="22416"/>
                    <a:pt x="7221" y="23833"/>
                  </a:cubicBezTo>
                  <a:cubicBezTo>
                    <a:pt x="5310" y="28466"/>
                    <a:pt x="4505" y="33653"/>
                    <a:pt x="4999" y="38652"/>
                  </a:cubicBezTo>
                  <a:cubicBezTo>
                    <a:pt x="5063" y="38899"/>
                    <a:pt x="5063" y="39145"/>
                    <a:pt x="5246" y="39333"/>
                  </a:cubicBezTo>
                  <a:cubicBezTo>
                    <a:pt x="5317" y="39439"/>
                    <a:pt x="5472" y="39506"/>
                    <a:pt x="5614" y="39506"/>
                  </a:cubicBezTo>
                  <a:cubicBezTo>
                    <a:pt x="5716" y="39506"/>
                    <a:pt x="5811" y="39471"/>
                    <a:pt x="5863" y="39392"/>
                  </a:cubicBezTo>
                  <a:cubicBezTo>
                    <a:pt x="5927" y="39269"/>
                    <a:pt x="5927" y="39086"/>
                    <a:pt x="5927" y="38963"/>
                  </a:cubicBezTo>
                  <a:cubicBezTo>
                    <a:pt x="5680" y="35441"/>
                    <a:pt x="5927" y="31860"/>
                    <a:pt x="6727" y="28402"/>
                  </a:cubicBezTo>
                  <a:cubicBezTo>
                    <a:pt x="6785" y="28018"/>
                    <a:pt x="7036" y="27583"/>
                    <a:pt x="7399" y="27583"/>
                  </a:cubicBezTo>
                  <a:cubicBezTo>
                    <a:pt x="7442" y="27583"/>
                    <a:pt x="7486" y="27589"/>
                    <a:pt x="7533" y="27602"/>
                  </a:cubicBezTo>
                  <a:cubicBezTo>
                    <a:pt x="7715" y="27726"/>
                    <a:pt x="7780" y="27973"/>
                    <a:pt x="7903" y="28155"/>
                  </a:cubicBezTo>
                  <a:cubicBezTo>
                    <a:pt x="8397" y="29331"/>
                    <a:pt x="9879" y="29637"/>
                    <a:pt x="10743" y="30625"/>
                  </a:cubicBezTo>
                  <a:cubicBezTo>
                    <a:pt x="11049" y="30995"/>
                    <a:pt x="11296" y="31430"/>
                    <a:pt x="11608" y="31860"/>
                  </a:cubicBezTo>
                  <a:cubicBezTo>
                    <a:pt x="12225" y="32665"/>
                    <a:pt x="13830" y="33653"/>
                    <a:pt x="14877" y="33653"/>
                  </a:cubicBezTo>
                  <a:cubicBezTo>
                    <a:pt x="14928" y="33677"/>
                    <a:pt x="14989" y="33691"/>
                    <a:pt x="15053" y="33691"/>
                  </a:cubicBezTo>
                  <a:cubicBezTo>
                    <a:pt x="15144" y="33691"/>
                    <a:pt x="15239" y="33662"/>
                    <a:pt x="15312" y="33589"/>
                  </a:cubicBezTo>
                  <a:cubicBezTo>
                    <a:pt x="15495" y="33465"/>
                    <a:pt x="15371" y="33095"/>
                    <a:pt x="15189" y="32971"/>
                  </a:cubicBezTo>
                  <a:cubicBezTo>
                    <a:pt x="14630" y="32601"/>
                    <a:pt x="13830" y="32601"/>
                    <a:pt x="13149" y="32107"/>
                  </a:cubicBezTo>
                  <a:cubicBezTo>
                    <a:pt x="12595" y="31677"/>
                    <a:pt x="12102" y="31119"/>
                    <a:pt x="11731" y="30442"/>
                  </a:cubicBezTo>
                  <a:cubicBezTo>
                    <a:pt x="13460" y="30442"/>
                    <a:pt x="15930" y="30748"/>
                    <a:pt x="17224" y="31983"/>
                  </a:cubicBezTo>
                  <a:cubicBezTo>
                    <a:pt x="17346" y="32105"/>
                    <a:pt x="17545" y="32200"/>
                    <a:pt x="17719" y="32200"/>
                  </a:cubicBezTo>
                  <a:cubicBezTo>
                    <a:pt x="17814" y="32200"/>
                    <a:pt x="17901" y="32173"/>
                    <a:pt x="17965" y="32107"/>
                  </a:cubicBezTo>
                  <a:cubicBezTo>
                    <a:pt x="18088" y="31983"/>
                    <a:pt x="18088" y="31801"/>
                    <a:pt x="17965" y="31613"/>
                  </a:cubicBezTo>
                  <a:cubicBezTo>
                    <a:pt x="17841" y="31489"/>
                    <a:pt x="17718" y="31366"/>
                    <a:pt x="17535" y="31242"/>
                  </a:cubicBezTo>
                  <a:cubicBezTo>
                    <a:pt x="16423" y="30502"/>
                    <a:pt x="15371" y="29948"/>
                    <a:pt x="14013" y="29637"/>
                  </a:cubicBezTo>
                  <a:cubicBezTo>
                    <a:pt x="12531" y="29331"/>
                    <a:pt x="10990" y="29143"/>
                    <a:pt x="9815" y="28279"/>
                  </a:cubicBezTo>
                  <a:cubicBezTo>
                    <a:pt x="8767" y="27479"/>
                    <a:pt x="8086" y="26120"/>
                    <a:pt x="8150" y="24821"/>
                  </a:cubicBezTo>
                  <a:cubicBezTo>
                    <a:pt x="8209" y="22910"/>
                    <a:pt x="9508" y="21364"/>
                    <a:pt x="10249" y="19635"/>
                  </a:cubicBezTo>
                  <a:cubicBezTo>
                    <a:pt x="11237" y="17600"/>
                    <a:pt x="11484" y="15254"/>
                    <a:pt x="11731" y="12967"/>
                  </a:cubicBezTo>
                  <a:cubicBezTo>
                    <a:pt x="11914" y="11425"/>
                    <a:pt x="12102" y="9820"/>
                    <a:pt x="12284" y="8215"/>
                  </a:cubicBezTo>
                  <a:cubicBezTo>
                    <a:pt x="12531" y="5498"/>
                    <a:pt x="12842" y="2717"/>
                    <a:pt x="1265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4" name="Google Shape;2864;p60"/>
            <p:cNvSpPr/>
            <p:nvPr/>
          </p:nvSpPr>
          <p:spPr>
            <a:xfrm>
              <a:off x="3820775" y="4087650"/>
              <a:ext cx="821200" cy="1181025"/>
            </a:xfrm>
            <a:custGeom>
              <a:rect b="b" l="l" r="r" t="t"/>
              <a:pathLst>
                <a:path extrusionOk="0" h="47241" w="32848">
                  <a:moveTo>
                    <a:pt x="15253" y="1"/>
                  </a:moveTo>
                  <a:cubicBezTo>
                    <a:pt x="14923" y="1"/>
                    <a:pt x="14760" y="461"/>
                    <a:pt x="14760" y="811"/>
                  </a:cubicBezTo>
                  <a:cubicBezTo>
                    <a:pt x="14636" y="3527"/>
                    <a:pt x="16612" y="6120"/>
                    <a:pt x="15807" y="8649"/>
                  </a:cubicBezTo>
                  <a:cubicBezTo>
                    <a:pt x="15747" y="8837"/>
                    <a:pt x="15683" y="9020"/>
                    <a:pt x="15560" y="9143"/>
                  </a:cubicBezTo>
                  <a:cubicBezTo>
                    <a:pt x="15394" y="9309"/>
                    <a:pt x="15173" y="9364"/>
                    <a:pt x="14952" y="9364"/>
                  </a:cubicBezTo>
                  <a:cubicBezTo>
                    <a:pt x="14844" y="9364"/>
                    <a:pt x="14737" y="9351"/>
                    <a:pt x="14636" y="9331"/>
                  </a:cubicBezTo>
                  <a:cubicBezTo>
                    <a:pt x="13031" y="9143"/>
                    <a:pt x="11549" y="8467"/>
                    <a:pt x="10067" y="7909"/>
                  </a:cubicBezTo>
                  <a:cubicBezTo>
                    <a:pt x="9326" y="7602"/>
                    <a:pt x="8585" y="7355"/>
                    <a:pt x="7844" y="7168"/>
                  </a:cubicBezTo>
                  <a:cubicBezTo>
                    <a:pt x="7227" y="6921"/>
                    <a:pt x="6610" y="6427"/>
                    <a:pt x="5928" y="6427"/>
                  </a:cubicBezTo>
                  <a:cubicBezTo>
                    <a:pt x="5745" y="6427"/>
                    <a:pt x="5498" y="6491"/>
                    <a:pt x="5434" y="6674"/>
                  </a:cubicBezTo>
                  <a:cubicBezTo>
                    <a:pt x="5375" y="6985"/>
                    <a:pt x="5681" y="7168"/>
                    <a:pt x="5992" y="7232"/>
                  </a:cubicBezTo>
                  <a:cubicBezTo>
                    <a:pt x="7410" y="7726"/>
                    <a:pt x="8768" y="8220"/>
                    <a:pt x="10067" y="8961"/>
                  </a:cubicBezTo>
                  <a:cubicBezTo>
                    <a:pt x="10438" y="9208"/>
                    <a:pt x="10867" y="9514"/>
                    <a:pt x="10867" y="9949"/>
                  </a:cubicBezTo>
                  <a:cubicBezTo>
                    <a:pt x="10932" y="10378"/>
                    <a:pt x="10620" y="10689"/>
                    <a:pt x="10373" y="11060"/>
                  </a:cubicBezTo>
                  <a:cubicBezTo>
                    <a:pt x="9633" y="12295"/>
                    <a:pt x="10003" y="13959"/>
                    <a:pt x="9386" y="15258"/>
                  </a:cubicBezTo>
                  <a:cubicBezTo>
                    <a:pt x="8832" y="16493"/>
                    <a:pt x="7410" y="17170"/>
                    <a:pt x="6051" y="17358"/>
                  </a:cubicBezTo>
                  <a:cubicBezTo>
                    <a:pt x="5599" y="17419"/>
                    <a:pt x="5139" y="17439"/>
                    <a:pt x="4678" y="17439"/>
                  </a:cubicBezTo>
                  <a:cubicBezTo>
                    <a:pt x="3755" y="17439"/>
                    <a:pt x="2823" y="17358"/>
                    <a:pt x="1917" y="17358"/>
                  </a:cubicBezTo>
                  <a:cubicBezTo>
                    <a:pt x="1423" y="17358"/>
                    <a:pt x="929" y="17358"/>
                    <a:pt x="435" y="17417"/>
                  </a:cubicBezTo>
                  <a:cubicBezTo>
                    <a:pt x="248" y="17417"/>
                    <a:pt x="1" y="17540"/>
                    <a:pt x="1" y="17728"/>
                  </a:cubicBezTo>
                  <a:cubicBezTo>
                    <a:pt x="1" y="17852"/>
                    <a:pt x="188" y="17911"/>
                    <a:pt x="312" y="17975"/>
                  </a:cubicBezTo>
                  <a:cubicBezTo>
                    <a:pt x="1181" y="18250"/>
                    <a:pt x="2121" y="18286"/>
                    <a:pt x="3027" y="18286"/>
                  </a:cubicBezTo>
                  <a:cubicBezTo>
                    <a:pt x="3341" y="18286"/>
                    <a:pt x="3651" y="18281"/>
                    <a:pt x="3952" y="18281"/>
                  </a:cubicBezTo>
                  <a:cubicBezTo>
                    <a:pt x="4387" y="18281"/>
                    <a:pt x="8151" y="18158"/>
                    <a:pt x="8215" y="17787"/>
                  </a:cubicBezTo>
                  <a:lnTo>
                    <a:pt x="8215" y="17787"/>
                  </a:lnTo>
                  <a:cubicBezTo>
                    <a:pt x="7721" y="22233"/>
                    <a:pt x="5128" y="26431"/>
                    <a:pt x="1423" y="28842"/>
                  </a:cubicBezTo>
                  <a:cubicBezTo>
                    <a:pt x="865" y="29272"/>
                    <a:pt x="65" y="29459"/>
                    <a:pt x="1" y="30259"/>
                  </a:cubicBezTo>
                  <a:cubicBezTo>
                    <a:pt x="14" y="30261"/>
                    <a:pt x="30" y="30262"/>
                    <a:pt x="47" y="30262"/>
                  </a:cubicBezTo>
                  <a:cubicBezTo>
                    <a:pt x="587" y="30262"/>
                    <a:pt x="2928" y="29336"/>
                    <a:pt x="3027" y="28854"/>
                  </a:cubicBezTo>
                  <a:lnTo>
                    <a:pt x="3027" y="28854"/>
                  </a:lnTo>
                  <a:cubicBezTo>
                    <a:pt x="2842" y="29961"/>
                    <a:pt x="2965" y="31004"/>
                    <a:pt x="3029" y="32112"/>
                  </a:cubicBezTo>
                  <a:cubicBezTo>
                    <a:pt x="3088" y="32359"/>
                    <a:pt x="3088" y="32670"/>
                    <a:pt x="3276" y="32853"/>
                  </a:cubicBezTo>
                  <a:cubicBezTo>
                    <a:pt x="3337" y="32946"/>
                    <a:pt x="3461" y="32993"/>
                    <a:pt x="3584" y="32993"/>
                  </a:cubicBezTo>
                  <a:cubicBezTo>
                    <a:pt x="3708" y="32993"/>
                    <a:pt x="3831" y="32946"/>
                    <a:pt x="3893" y="32853"/>
                  </a:cubicBezTo>
                  <a:cubicBezTo>
                    <a:pt x="3952" y="32729"/>
                    <a:pt x="3952" y="32546"/>
                    <a:pt x="3893" y="32359"/>
                  </a:cubicBezTo>
                  <a:cubicBezTo>
                    <a:pt x="3705" y="31682"/>
                    <a:pt x="3458" y="31000"/>
                    <a:pt x="3335" y="30259"/>
                  </a:cubicBezTo>
                  <a:cubicBezTo>
                    <a:pt x="3152" y="28037"/>
                    <a:pt x="5187" y="26308"/>
                    <a:pt x="6610" y="24579"/>
                  </a:cubicBezTo>
                  <a:cubicBezTo>
                    <a:pt x="9079" y="21492"/>
                    <a:pt x="9944" y="17481"/>
                    <a:pt x="10867" y="13653"/>
                  </a:cubicBezTo>
                  <a:cubicBezTo>
                    <a:pt x="11302" y="12107"/>
                    <a:pt x="12043" y="10195"/>
                    <a:pt x="13708" y="10072"/>
                  </a:cubicBezTo>
                  <a:cubicBezTo>
                    <a:pt x="13895" y="10072"/>
                    <a:pt x="14078" y="10072"/>
                    <a:pt x="14266" y="10195"/>
                  </a:cubicBezTo>
                  <a:cubicBezTo>
                    <a:pt x="14760" y="10566"/>
                    <a:pt x="14325" y="11366"/>
                    <a:pt x="13954" y="11860"/>
                  </a:cubicBezTo>
                  <a:cubicBezTo>
                    <a:pt x="13090" y="13036"/>
                    <a:pt x="12720" y="14517"/>
                    <a:pt x="12349" y="15935"/>
                  </a:cubicBezTo>
                  <a:cubicBezTo>
                    <a:pt x="10744" y="22850"/>
                    <a:pt x="10003" y="29953"/>
                    <a:pt x="8892" y="36992"/>
                  </a:cubicBezTo>
                  <a:cubicBezTo>
                    <a:pt x="8709" y="38162"/>
                    <a:pt x="8462" y="39338"/>
                    <a:pt x="7968" y="40326"/>
                  </a:cubicBezTo>
                  <a:cubicBezTo>
                    <a:pt x="7410" y="41373"/>
                    <a:pt x="6422" y="42238"/>
                    <a:pt x="5311" y="42361"/>
                  </a:cubicBezTo>
                  <a:cubicBezTo>
                    <a:pt x="5196" y="42373"/>
                    <a:pt x="5083" y="42379"/>
                    <a:pt x="4972" y="42379"/>
                  </a:cubicBezTo>
                  <a:cubicBezTo>
                    <a:pt x="3354" y="42379"/>
                    <a:pt x="2120" y="41174"/>
                    <a:pt x="618" y="40943"/>
                  </a:cubicBezTo>
                  <a:cubicBezTo>
                    <a:pt x="601" y="40939"/>
                    <a:pt x="585" y="40937"/>
                    <a:pt x="570" y="40937"/>
                  </a:cubicBezTo>
                  <a:cubicBezTo>
                    <a:pt x="364" y="40937"/>
                    <a:pt x="320" y="41326"/>
                    <a:pt x="435" y="41497"/>
                  </a:cubicBezTo>
                  <a:cubicBezTo>
                    <a:pt x="806" y="41808"/>
                    <a:pt x="2223" y="41991"/>
                    <a:pt x="2658" y="42178"/>
                  </a:cubicBezTo>
                  <a:cubicBezTo>
                    <a:pt x="3582" y="42484"/>
                    <a:pt x="4570" y="42672"/>
                    <a:pt x="5498" y="42796"/>
                  </a:cubicBezTo>
                  <a:cubicBezTo>
                    <a:pt x="6116" y="42855"/>
                    <a:pt x="6857" y="42978"/>
                    <a:pt x="7163" y="43537"/>
                  </a:cubicBezTo>
                  <a:cubicBezTo>
                    <a:pt x="7227" y="43719"/>
                    <a:pt x="7286" y="43966"/>
                    <a:pt x="7286" y="44154"/>
                  </a:cubicBezTo>
                  <a:cubicBezTo>
                    <a:pt x="7351" y="45201"/>
                    <a:pt x="7286" y="46130"/>
                    <a:pt x="7286" y="47177"/>
                  </a:cubicBezTo>
                  <a:cubicBezTo>
                    <a:pt x="7286" y="47222"/>
                    <a:pt x="7305" y="47240"/>
                    <a:pt x="7335" y="47240"/>
                  </a:cubicBezTo>
                  <a:cubicBezTo>
                    <a:pt x="7471" y="47240"/>
                    <a:pt x="7844" y="46871"/>
                    <a:pt x="7844" y="46871"/>
                  </a:cubicBezTo>
                  <a:cubicBezTo>
                    <a:pt x="7968" y="46747"/>
                    <a:pt x="7904" y="46313"/>
                    <a:pt x="7904" y="46130"/>
                  </a:cubicBezTo>
                  <a:cubicBezTo>
                    <a:pt x="7968" y="45389"/>
                    <a:pt x="7844" y="44707"/>
                    <a:pt x="7904" y="43966"/>
                  </a:cubicBezTo>
                  <a:cubicBezTo>
                    <a:pt x="7904" y="42855"/>
                    <a:pt x="8338" y="41744"/>
                    <a:pt x="8645" y="40696"/>
                  </a:cubicBezTo>
                  <a:cubicBezTo>
                    <a:pt x="11361" y="31988"/>
                    <a:pt x="10932" y="22480"/>
                    <a:pt x="13954" y="13900"/>
                  </a:cubicBezTo>
                  <a:cubicBezTo>
                    <a:pt x="14448" y="12665"/>
                    <a:pt x="15130" y="11243"/>
                    <a:pt x="16424" y="10996"/>
                  </a:cubicBezTo>
                  <a:lnTo>
                    <a:pt x="16424" y="10996"/>
                  </a:lnTo>
                  <a:cubicBezTo>
                    <a:pt x="16795" y="12231"/>
                    <a:pt x="16365" y="13530"/>
                    <a:pt x="16424" y="14824"/>
                  </a:cubicBezTo>
                  <a:cubicBezTo>
                    <a:pt x="16488" y="15935"/>
                    <a:pt x="16982" y="17046"/>
                    <a:pt x="16982" y="18158"/>
                  </a:cubicBezTo>
                  <a:cubicBezTo>
                    <a:pt x="16918" y="19457"/>
                    <a:pt x="16365" y="20628"/>
                    <a:pt x="15994" y="21862"/>
                  </a:cubicBezTo>
                  <a:cubicBezTo>
                    <a:pt x="15130" y="24950"/>
                    <a:pt x="15807" y="28348"/>
                    <a:pt x="14695" y="31371"/>
                  </a:cubicBezTo>
                  <a:cubicBezTo>
                    <a:pt x="14201" y="32793"/>
                    <a:pt x="13525" y="34152"/>
                    <a:pt x="13895" y="35693"/>
                  </a:cubicBezTo>
                  <a:cubicBezTo>
                    <a:pt x="13954" y="35816"/>
                    <a:pt x="13954" y="35940"/>
                    <a:pt x="14078" y="35940"/>
                  </a:cubicBezTo>
                  <a:cubicBezTo>
                    <a:pt x="14106" y="35968"/>
                    <a:pt x="14140" y="35980"/>
                    <a:pt x="14177" y="35980"/>
                  </a:cubicBezTo>
                  <a:cubicBezTo>
                    <a:pt x="14301" y="35980"/>
                    <a:pt x="14448" y="35838"/>
                    <a:pt x="14448" y="35693"/>
                  </a:cubicBezTo>
                  <a:cubicBezTo>
                    <a:pt x="14513" y="35569"/>
                    <a:pt x="14448" y="35387"/>
                    <a:pt x="14389" y="35199"/>
                  </a:cubicBezTo>
                  <a:cubicBezTo>
                    <a:pt x="14142" y="34028"/>
                    <a:pt x="14883" y="32359"/>
                    <a:pt x="15189" y="31188"/>
                  </a:cubicBezTo>
                  <a:cubicBezTo>
                    <a:pt x="15560" y="29706"/>
                    <a:pt x="15930" y="28224"/>
                    <a:pt x="16365" y="26743"/>
                  </a:cubicBezTo>
                  <a:cubicBezTo>
                    <a:pt x="17353" y="27977"/>
                    <a:pt x="16982" y="29765"/>
                    <a:pt x="17476" y="31312"/>
                  </a:cubicBezTo>
                  <a:cubicBezTo>
                    <a:pt x="17783" y="32359"/>
                    <a:pt x="18400" y="33223"/>
                    <a:pt x="18711" y="34211"/>
                  </a:cubicBezTo>
                  <a:cubicBezTo>
                    <a:pt x="18894" y="35016"/>
                    <a:pt x="18894" y="35880"/>
                    <a:pt x="18958" y="36681"/>
                  </a:cubicBezTo>
                  <a:cubicBezTo>
                    <a:pt x="19082" y="37856"/>
                    <a:pt x="19388" y="39027"/>
                    <a:pt x="19882" y="40138"/>
                  </a:cubicBezTo>
                  <a:cubicBezTo>
                    <a:pt x="20193" y="40138"/>
                    <a:pt x="20252" y="39709"/>
                    <a:pt x="20193" y="39462"/>
                  </a:cubicBezTo>
                  <a:lnTo>
                    <a:pt x="19264" y="34458"/>
                  </a:lnTo>
                  <a:lnTo>
                    <a:pt x="19264" y="34458"/>
                  </a:lnTo>
                  <a:cubicBezTo>
                    <a:pt x="20870" y="34581"/>
                    <a:pt x="22292" y="35569"/>
                    <a:pt x="23404" y="36681"/>
                  </a:cubicBezTo>
                  <a:cubicBezTo>
                    <a:pt x="24515" y="37856"/>
                    <a:pt x="25439" y="39150"/>
                    <a:pt x="26673" y="40202"/>
                  </a:cubicBezTo>
                  <a:cubicBezTo>
                    <a:pt x="25562" y="37792"/>
                    <a:pt x="23710" y="35757"/>
                    <a:pt x="21428" y="34334"/>
                  </a:cubicBezTo>
                  <a:cubicBezTo>
                    <a:pt x="20499" y="33781"/>
                    <a:pt x="19452" y="33287"/>
                    <a:pt x="18894" y="32299"/>
                  </a:cubicBezTo>
                  <a:cubicBezTo>
                    <a:pt x="18153" y="31124"/>
                    <a:pt x="18400" y="29642"/>
                    <a:pt x="18029" y="28348"/>
                  </a:cubicBezTo>
                  <a:cubicBezTo>
                    <a:pt x="17723" y="27113"/>
                    <a:pt x="16795" y="26002"/>
                    <a:pt x="16612" y="24703"/>
                  </a:cubicBezTo>
                  <a:cubicBezTo>
                    <a:pt x="16301" y="22914"/>
                    <a:pt x="17289" y="21121"/>
                    <a:pt x="17723" y="19333"/>
                  </a:cubicBezTo>
                  <a:cubicBezTo>
                    <a:pt x="18276" y="17234"/>
                    <a:pt x="18029" y="15011"/>
                    <a:pt x="17847" y="12848"/>
                  </a:cubicBezTo>
                  <a:lnTo>
                    <a:pt x="17847" y="12848"/>
                  </a:lnTo>
                  <a:cubicBezTo>
                    <a:pt x="19452" y="13712"/>
                    <a:pt x="21057" y="14888"/>
                    <a:pt x="21922" y="16553"/>
                  </a:cubicBezTo>
                  <a:cubicBezTo>
                    <a:pt x="22663" y="17975"/>
                    <a:pt x="22786" y="19516"/>
                    <a:pt x="22910" y="21062"/>
                  </a:cubicBezTo>
                  <a:cubicBezTo>
                    <a:pt x="23092" y="22544"/>
                    <a:pt x="23527" y="23962"/>
                    <a:pt x="23527" y="25384"/>
                  </a:cubicBezTo>
                  <a:cubicBezTo>
                    <a:pt x="23527" y="25508"/>
                    <a:pt x="23586" y="25690"/>
                    <a:pt x="23710" y="25755"/>
                  </a:cubicBezTo>
                  <a:cubicBezTo>
                    <a:pt x="23743" y="25770"/>
                    <a:pt x="23780" y="25778"/>
                    <a:pt x="23818" y="25778"/>
                  </a:cubicBezTo>
                  <a:cubicBezTo>
                    <a:pt x="23924" y="25778"/>
                    <a:pt x="24037" y="25722"/>
                    <a:pt x="24080" y="25631"/>
                  </a:cubicBezTo>
                  <a:cubicBezTo>
                    <a:pt x="24144" y="25508"/>
                    <a:pt x="24144" y="25384"/>
                    <a:pt x="24144" y="25197"/>
                  </a:cubicBezTo>
                  <a:cubicBezTo>
                    <a:pt x="24081" y="24277"/>
                    <a:pt x="23288" y="16018"/>
                    <a:pt x="22794" y="15936"/>
                  </a:cubicBezTo>
                  <a:lnTo>
                    <a:pt x="22794" y="15936"/>
                  </a:lnTo>
                  <a:cubicBezTo>
                    <a:pt x="25754" y="16185"/>
                    <a:pt x="28467" y="18101"/>
                    <a:pt x="29637" y="20815"/>
                  </a:cubicBezTo>
                  <a:cubicBezTo>
                    <a:pt x="30378" y="22421"/>
                    <a:pt x="30689" y="24085"/>
                    <a:pt x="31860" y="25508"/>
                  </a:cubicBezTo>
                  <a:cubicBezTo>
                    <a:pt x="31983" y="25631"/>
                    <a:pt x="32171" y="25814"/>
                    <a:pt x="32354" y="25878"/>
                  </a:cubicBezTo>
                  <a:cubicBezTo>
                    <a:pt x="32385" y="25888"/>
                    <a:pt x="32420" y="25893"/>
                    <a:pt x="32455" y="25893"/>
                  </a:cubicBezTo>
                  <a:cubicBezTo>
                    <a:pt x="32635" y="25893"/>
                    <a:pt x="32848" y="25773"/>
                    <a:pt x="32848" y="25567"/>
                  </a:cubicBezTo>
                  <a:cubicBezTo>
                    <a:pt x="32848" y="25443"/>
                    <a:pt x="32724" y="25261"/>
                    <a:pt x="32601" y="25197"/>
                  </a:cubicBezTo>
                  <a:cubicBezTo>
                    <a:pt x="31060" y="24085"/>
                    <a:pt x="30748" y="22233"/>
                    <a:pt x="29884" y="20504"/>
                  </a:cubicBezTo>
                  <a:cubicBezTo>
                    <a:pt x="29331" y="19269"/>
                    <a:pt x="28713" y="18034"/>
                    <a:pt x="27726" y="17111"/>
                  </a:cubicBezTo>
                  <a:cubicBezTo>
                    <a:pt x="25132" y="14764"/>
                    <a:pt x="20687" y="15071"/>
                    <a:pt x="18711" y="12295"/>
                  </a:cubicBezTo>
                  <a:cubicBezTo>
                    <a:pt x="18153" y="11430"/>
                    <a:pt x="17970" y="10131"/>
                    <a:pt x="18770" y="9514"/>
                  </a:cubicBezTo>
                  <a:cubicBezTo>
                    <a:pt x="19452" y="8961"/>
                    <a:pt x="20810" y="8837"/>
                    <a:pt x="21611" y="8590"/>
                  </a:cubicBezTo>
                  <a:cubicBezTo>
                    <a:pt x="22475" y="8343"/>
                    <a:pt x="23404" y="8032"/>
                    <a:pt x="24268" y="7973"/>
                  </a:cubicBezTo>
                  <a:cubicBezTo>
                    <a:pt x="24515" y="7909"/>
                    <a:pt x="24762" y="7909"/>
                    <a:pt x="25009" y="7909"/>
                  </a:cubicBezTo>
                  <a:cubicBezTo>
                    <a:pt x="25119" y="7903"/>
                    <a:pt x="25230" y="7900"/>
                    <a:pt x="25342" y="7900"/>
                  </a:cubicBezTo>
                  <a:cubicBezTo>
                    <a:pt x="26420" y="7900"/>
                    <a:pt x="27560" y="8166"/>
                    <a:pt x="28343" y="8837"/>
                  </a:cubicBezTo>
                  <a:cubicBezTo>
                    <a:pt x="29884" y="10255"/>
                    <a:pt x="30995" y="12171"/>
                    <a:pt x="31366" y="14206"/>
                  </a:cubicBezTo>
                  <a:cubicBezTo>
                    <a:pt x="31983" y="12231"/>
                    <a:pt x="31183" y="9949"/>
                    <a:pt x="29578" y="8590"/>
                  </a:cubicBezTo>
                  <a:cubicBezTo>
                    <a:pt x="28234" y="7429"/>
                    <a:pt x="26657" y="6993"/>
                    <a:pt x="25021" y="6993"/>
                  </a:cubicBezTo>
                  <a:cubicBezTo>
                    <a:pt x="23873" y="6993"/>
                    <a:pt x="22696" y="7208"/>
                    <a:pt x="21551" y="7538"/>
                  </a:cubicBezTo>
                  <a:cubicBezTo>
                    <a:pt x="21338" y="7594"/>
                    <a:pt x="18636" y="8475"/>
                    <a:pt x="17863" y="8475"/>
                  </a:cubicBezTo>
                  <a:cubicBezTo>
                    <a:pt x="17742" y="8475"/>
                    <a:pt x="17668" y="8453"/>
                    <a:pt x="17659" y="8402"/>
                  </a:cubicBezTo>
                  <a:cubicBezTo>
                    <a:pt x="17536" y="7785"/>
                    <a:pt x="17783" y="7108"/>
                    <a:pt x="17783" y="6491"/>
                  </a:cubicBezTo>
                  <a:cubicBezTo>
                    <a:pt x="17783" y="5750"/>
                    <a:pt x="17723" y="5009"/>
                    <a:pt x="17536" y="4327"/>
                  </a:cubicBezTo>
                  <a:cubicBezTo>
                    <a:pt x="17229" y="2910"/>
                    <a:pt x="16612" y="1551"/>
                    <a:pt x="15807" y="376"/>
                  </a:cubicBezTo>
                  <a:cubicBezTo>
                    <a:pt x="15683" y="193"/>
                    <a:pt x="15501" y="5"/>
                    <a:pt x="15313" y="5"/>
                  </a:cubicBezTo>
                  <a:cubicBezTo>
                    <a:pt x="15292" y="2"/>
                    <a:pt x="15272" y="1"/>
                    <a:pt x="1525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5" name="Google Shape;2865;p60"/>
            <p:cNvSpPr/>
            <p:nvPr/>
          </p:nvSpPr>
          <p:spPr>
            <a:xfrm>
              <a:off x="4219025" y="4726250"/>
              <a:ext cx="206850" cy="377225"/>
            </a:xfrm>
            <a:custGeom>
              <a:rect b="b" l="l" r="r" t="t"/>
              <a:pathLst>
                <a:path extrusionOk="0" h="15089" w="8274">
                  <a:moveTo>
                    <a:pt x="626" y="1"/>
                  </a:moveTo>
                  <a:cubicBezTo>
                    <a:pt x="580" y="1"/>
                    <a:pt x="536" y="8"/>
                    <a:pt x="494" y="23"/>
                  </a:cubicBezTo>
                  <a:cubicBezTo>
                    <a:pt x="0" y="270"/>
                    <a:pt x="1112" y="1752"/>
                    <a:pt x="1299" y="2246"/>
                  </a:cubicBezTo>
                  <a:cubicBezTo>
                    <a:pt x="1976" y="3975"/>
                    <a:pt x="2099" y="5827"/>
                    <a:pt x="2099" y="7620"/>
                  </a:cubicBezTo>
                  <a:cubicBezTo>
                    <a:pt x="2164" y="10090"/>
                    <a:pt x="1606" y="12248"/>
                    <a:pt x="2040" y="14718"/>
                  </a:cubicBezTo>
                  <a:cubicBezTo>
                    <a:pt x="2040" y="14905"/>
                    <a:pt x="2099" y="15088"/>
                    <a:pt x="2287" y="15088"/>
                  </a:cubicBezTo>
                  <a:cubicBezTo>
                    <a:pt x="2470" y="15088"/>
                    <a:pt x="2593" y="14905"/>
                    <a:pt x="2593" y="14718"/>
                  </a:cubicBezTo>
                  <a:lnTo>
                    <a:pt x="2593" y="14594"/>
                  </a:lnTo>
                  <a:cubicBezTo>
                    <a:pt x="2717" y="13606"/>
                    <a:pt x="2411" y="12436"/>
                    <a:pt x="2470" y="11384"/>
                  </a:cubicBezTo>
                  <a:cubicBezTo>
                    <a:pt x="2534" y="10025"/>
                    <a:pt x="2164" y="8790"/>
                    <a:pt x="2717" y="7432"/>
                  </a:cubicBezTo>
                  <a:cubicBezTo>
                    <a:pt x="2840" y="7062"/>
                    <a:pt x="3152" y="6632"/>
                    <a:pt x="3522" y="6568"/>
                  </a:cubicBezTo>
                  <a:cubicBezTo>
                    <a:pt x="3570" y="6560"/>
                    <a:pt x="3617" y="6556"/>
                    <a:pt x="3665" y="6556"/>
                  </a:cubicBezTo>
                  <a:cubicBezTo>
                    <a:pt x="3987" y="6556"/>
                    <a:pt x="4302" y="6723"/>
                    <a:pt x="4569" y="6938"/>
                  </a:cubicBezTo>
                  <a:cubicBezTo>
                    <a:pt x="5251" y="7373"/>
                    <a:pt x="5928" y="7867"/>
                    <a:pt x="6668" y="8361"/>
                  </a:cubicBezTo>
                  <a:cubicBezTo>
                    <a:pt x="6907" y="8537"/>
                    <a:pt x="7667" y="9411"/>
                    <a:pt x="7941" y="9411"/>
                  </a:cubicBezTo>
                  <a:cubicBezTo>
                    <a:pt x="7950" y="9411"/>
                    <a:pt x="7959" y="9410"/>
                    <a:pt x="7967" y="9408"/>
                  </a:cubicBezTo>
                  <a:cubicBezTo>
                    <a:pt x="8274" y="9349"/>
                    <a:pt x="8274" y="8855"/>
                    <a:pt x="8091" y="8608"/>
                  </a:cubicBezTo>
                  <a:cubicBezTo>
                    <a:pt x="7409" y="7867"/>
                    <a:pt x="6733" y="7309"/>
                    <a:pt x="5868" y="6815"/>
                  </a:cubicBezTo>
                  <a:cubicBezTo>
                    <a:pt x="4880" y="6261"/>
                    <a:pt x="3769" y="5644"/>
                    <a:pt x="3334" y="4656"/>
                  </a:cubicBezTo>
                  <a:cubicBezTo>
                    <a:pt x="3087" y="4221"/>
                    <a:pt x="3028" y="3728"/>
                    <a:pt x="2964" y="3234"/>
                  </a:cubicBezTo>
                  <a:cubicBezTo>
                    <a:pt x="2781" y="2493"/>
                    <a:pt x="2534" y="1752"/>
                    <a:pt x="2099" y="1075"/>
                  </a:cubicBezTo>
                  <a:cubicBezTo>
                    <a:pt x="1873" y="849"/>
                    <a:pt x="1129" y="1"/>
                    <a:pt x="626" y="1"/>
                  </a:cubicBezTo>
                  <a:close/>
                </a:path>
              </a:pathLst>
            </a:custGeom>
            <a:solidFill>
              <a:srgbClr val="BD2B3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6" name="Google Shape;2866;p60"/>
            <p:cNvSpPr/>
            <p:nvPr/>
          </p:nvSpPr>
          <p:spPr>
            <a:xfrm>
              <a:off x="3783725" y="4939825"/>
              <a:ext cx="260950" cy="169825"/>
            </a:xfrm>
            <a:custGeom>
              <a:rect b="b" l="l" r="r" t="t"/>
              <a:pathLst>
                <a:path extrusionOk="0" h="6793" w="10438">
                  <a:moveTo>
                    <a:pt x="3952" y="0"/>
                  </a:moveTo>
                  <a:cubicBezTo>
                    <a:pt x="3399" y="0"/>
                    <a:pt x="2718" y="247"/>
                    <a:pt x="2594" y="806"/>
                  </a:cubicBezTo>
                  <a:cubicBezTo>
                    <a:pt x="2985" y="546"/>
                    <a:pt x="3464" y="437"/>
                    <a:pt x="3929" y="437"/>
                  </a:cubicBezTo>
                  <a:cubicBezTo>
                    <a:pt x="4128" y="437"/>
                    <a:pt x="4325" y="457"/>
                    <a:pt x="4511" y="494"/>
                  </a:cubicBezTo>
                  <a:cubicBezTo>
                    <a:pt x="5187" y="618"/>
                    <a:pt x="5805" y="929"/>
                    <a:pt x="6422" y="1176"/>
                  </a:cubicBezTo>
                  <a:cubicBezTo>
                    <a:pt x="6857" y="1359"/>
                    <a:pt x="7227" y="1547"/>
                    <a:pt x="7598" y="1793"/>
                  </a:cubicBezTo>
                  <a:cubicBezTo>
                    <a:pt x="7780" y="1853"/>
                    <a:pt x="7904" y="1917"/>
                    <a:pt x="7968" y="2040"/>
                  </a:cubicBezTo>
                  <a:cubicBezTo>
                    <a:pt x="8027" y="2287"/>
                    <a:pt x="7780" y="2534"/>
                    <a:pt x="7533" y="2594"/>
                  </a:cubicBezTo>
                  <a:cubicBezTo>
                    <a:pt x="7084" y="2808"/>
                    <a:pt x="6606" y="2885"/>
                    <a:pt x="6119" y="2885"/>
                  </a:cubicBezTo>
                  <a:cubicBezTo>
                    <a:pt x="5338" y="2885"/>
                    <a:pt x="4530" y="2686"/>
                    <a:pt x="3770" y="2534"/>
                  </a:cubicBezTo>
                  <a:cubicBezTo>
                    <a:pt x="3236" y="2433"/>
                    <a:pt x="2673" y="2352"/>
                    <a:pt x="2125" y="2352"/>
                  </a:cubicBezTo>
                  <a:cubicBezTo>
                    <a:pt x="1337" y="2352"/>
                    <a:pt x="583" y="2519"/>
                    <a:pt x="1" y="3028"/>
                  </a:cubicBezTo>
                  <a:cubicBezTo>
                    <a:pt x="242" y="3198"/>
                    <a:pt x="518" y="3236"/>
                    <a:pt x="792" y="3236"/>
                  </a:cubicBezTo>
                  <a:cubicBezTo>
                    <a:pt x="1012" y="3236"/>
                    <a:pt x="1229" y="3211"/>
                    <a:pt x="1423" y="3211"/>
                  </a:cubicBezTo>
                  <a:cubicBezTo>
                    <a:pt x="1652" y="3187"/>
                    <a:pt x="1880" y="3175"/>
                    <a:pt x="2108" y="3175"/>
                  </a:cubicBezTo>
                  <a:cubicBezTo>
                    <a:pt x="3048" y="3175"/>
                    <a:pt x="3974" y="3383"/>
                    <a:pt x="4817" y="3829"/>
                  </a:cubicBezTo>
                  <a:cubicBezTo>
                    <a:pt x="4940" y="3829"/>
                    <a:pt x="5064" y="3893"/>
                    <a:pt x="5064" y="4016"/>
                  </a:cubicBezTo>
                  <a:cubicBezTo>
                    <a:pt x="5187" y="4140"/>
                    <a:pt x="5128" y="4322"/>
                    <a:pt x="5064" y="4446"/>
                  </a:cubicBezTo>
                  <a:cubicBezTo>
                    <a:pt x="4570" y="5434"/>
                    <a:pt x="3211" y="5804"/>
                    <a:pt x="2594" y="6792"/>
                  </a:cubicBezTo>
                  <a:cubicBezTo>
                    <a:pt x="3705" y="6545"/>
                    <a:pt x="4693" y="5928"/>
                    <a:pt x="5375" y="5063"/>
                  </a:cubicBezTo>
                  <a:cubicBezTo>
                    <a:pt x="5805" y="4569"/>
                    <a:pt x="6175" y="3952"/>
                    <a:pt x="6733" y="3646"/>
                  </a:cubicBezTo>
                  <a:cubicBezTo>
                    <a:pt x="7163" y="3399"/>
                    <a:pt x="7657" y="3399"/>
                    <a:pt x="8151" y="3275"/>
                  </a:cubicBezTo>
                  <a:cubicBezTo>
                    <a:pt x="9203" y="2964"/>
                    <a:pt x="10127" y="2100"/>
                    <a:pt x="10438" y="1053"/>
                  </a:cubicBezTo>
                  <a:lnTo>
                    <a:pt x="10438" y="1053"/>
                  </a:lnTo>
                  <a:cubicBezTo>
                    <a:pt x="10014" y="1318"/>
                    <a:pt x="9544" y="1423"/>
                    <a:pt x="9063" y="1423"/>
                  </a:cubicBezTo>
                  <a:cubicBezTo>
                    <a:pt x="8423" y="1423"/>
                    <a:pt x="7763" y="1236"/>
                    <a:pt x="7163" y="988"/>
                  </a:cubicBezTo>
                  <a:cubicBezTo>
                    <a:pt x="6116" y="559"/>
                    <a:pt x="5128" y="0"/>
                    <a:pt x="3952" y="0"/>
                  </a:cubicBezTo>
                  <a:close/>
                </a:path>
              </a:pathLst>
            </a:custGeom>
            <a:solidFill>
              <a:srgbClr val="BD2B3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7" name="Google Shape;2867;p60"/>
            <p:cNvSpPr/>
            <p:nvPr/>
          </p:nvSpPr>
          <p:spPr>
            <a:xfrm>
              <a:off x="4333250" y="4593725"/>
              <a:ext cx="370475" cy="783025"/>
            </a:xfrm>
            <a:custGeom>
              <a:rect b="b" l="l" r="r" t="t"/>
              <a:pathLst>
                <a:path extrusionOk="0" h="31321" w="14819">
                  <a:moveTo>
                    <a:pt x="13061" y="0"/>
                  </a:moveTo>
                  <a:cubicBezTo>
                    <a:pt x="13020" y="0"/>
                    <a:pt x="12985" y="23"/>
                    <a:pt x="12966" y="78"/>
                  </a:cubicBezTo>
                  <a:cubicBezTo>
                    <a:pt x="12907" y="78"/>
                    <a:pt x="12907" y="202"/>
                    <a:pt x="12907" y="261"/>
                  </a:cubicBezTo>
                  <a:cubicBezTo>
                    <a:pt x="13090" y="1684"/>
                    <a:pt x="13154" y="3165"/>
                    <a:pt x="13460" y="4647"/>
                  </a:cubicBezTo>
                  <a:cubicBezTo>
                    <a:pt x="12536" y="5200"/>
                    <a:pt x="12042" y="6376"/>
                    <a:pt x="12289" y="7423"/>
                  </a:cubicBezTo>
                  <a:cubicBezTo>
                    <a:pt x="12472" y="6623"/>
                    <a:pt x="12783" y="5635"/>
                    <a:pt x="13584" y="5265"/>
                  </a:cubicBezTo>
                  <a:lnTo>
                    <a:pt x="13584" y="5265"/>
                  </a:lnTo>
                  <a:cubicBezTo>
                    <a:pt x="13277" y="7981"/>
                    <a:pt x="12289" y="10510"/>
                    <a:pt x="11237" y="12980"/>
                  </a:cubicBezTo>
                  <a:cubicBezTo>
                    <a:pt x="10990" y="13662"/>
                    <a:pt x="10684" y="14338"/>
                    <a:pt x="10437" y="15020"/>
                  </a:cubicBezTo>
                  <a:cubicBezTo>
                    <a:pt x="9879" y="16191"/>
                    <a:pt x="9385" y="17366"/>
                    <a:pt x="8768" y="18537"/>
                  </a:cubicBezTo>
                  <a:cubicBezTo>
                    <a:pt x="8397" y="19278"/>
                    <a:pt x="7533" y="20019"/>
                    <a:pt x="7533" y="20947"/>
                  </a:cubicBezTo>
                  <a:cubicBezTo>
                    <a:pt x="8274" y="20700"/>
                    <a:pt x="8891" y="19466"/>
                    <a:pt x="9326" y="18848"/>
                  </a:cubicBezTo>
                  <a:cubicBezTo>
                    <a:pt x="9943" y="17919"/>
                    <a:pt x="10561" y="16872"/>
                    <a:pt x="11055" y="15820"/>
                  </a:cubicBezTo>
                  <a:cubicBezTo>
                    <a:pt x="11969" y="13928"/>
                    <a:pt x="12825" y="11789"/>
                    <a:pt x="13144" y="9652"/>
                  </a:cubicBezTo>
                  <a:lnTo>
                    <a:pt x="13144" y="9652"/>
                  </a:lnTo>
                  <a:cubicBezTo>
                    <a:pt x="12712" y="12597"/>
                    <a:pt x="12213" y="15715"/>
                    <a:pt x="10561" y="18166"/>
                  </a:cubicBezTo>
                  <a:cubicBezTo>
                    <a:pt x="10028" y="19018"/>
                    <a:pt x="9221" y="19594"/>
                    <a:pt x="8771" y="20449"/>
                  </a:cubicBezTo>
                  <a:lnTo>
                    <a:pt x="8771" y="20449"/>
                  </a:lnTo>
                  <a:cubicBezTo>
                    <a:pt x="8770" y="20451"/>
                    <a:pt x="8769" y="20452"/>
                    <a:pt x="8768" y="20453"/>
                  </a:cubicBezTo>
                  <a:cubicBezTo>
                    <a:pt x="8768" y="20453"/>
                    <a:pt x="8768" y="20453"/>
                    <a:pt x="8769" y="20453"/>
                  </a:cubicBezTo>
                  <a:lnTo>
                    <a:pt x="8769" y="20453"/>
                  </a:lnTo>
                  <a:cubicBezTo>
                    <a:pt x="8698" y="20589"/>
                    <a:pt x="8635" y="20731"/>
                    <a:pt x="8585" y="20883"/>
                  </a:cubicBezTo>
                  <a:cubicBezTo>
                    <a:pt x="8614" y="20945"/>
                    <a:pt x="8691" y="20976"/>
                    <a:pt x="8776" y="20976"/>
                  </a:cubicBezTo>
                  <a:cubicBezTo>
                    <a:pt x="8860" y="20976"/>
                    <a:pt x="8953" y="20945"/>
                    <a:pt x="9015" y="20883"/>
                  </a:cubicBezTo>
                  <a:cubicBezTo>
                    <a:pt x="9138" y="20760"/>
                    <a:pt x="9202" y="20636"/>
                    <a:pt x="9262" y="20513"/>
                  </a:cubicBezTo>
                  <a:cubicBezTo>
                    <a:pt x="9337" y="20389"/>
                    <a:pt x="9433" y="20275"/>
                    <a:pt x="9544" y="20178"/>
                  </a:cubicBezTo>
                  <a:lnTo>
                    <a:pt x="9544" y="20178"/>
                  </a:lnTo>
                  <a:cubicBezTo>
                    <a:pt x="9670" y="20114"/>
                    <a:pt x="9790" y="20040"/>
                    <a:pt x="9902" y="19959"/>
                  </a:cubicBezTo>
                  <a:lnTo>
                    <a:pt x="9902" y="19959"/>
                  </a:lnTo>
                  <a:cubicBezTo>
                    <a:pt x="9973" y="19930"/>
                    <a:pt x="10048" y="19909"/>
                    <a:pt x="10126" y="19895"/>
                  </a:cubicBezTo>
                  <a:lnTo>
                    <a:pt x="10018" y="19869"/>
                  </a:lnTo>
                  <a:lnTo>
                    <a:pt x="10018" y="19869"/>
                  </a:lnTo>
                  <a:cubicBezTo>
                    <a:pt x="10078" y="19819"/>
                    <a:pt x="10135" y="19767"/>
                    <a:pt x="10190" y="19712"/>
                  </a:cubicBezTo>
                  <a:lnTo>
                    <a:pt x="10190" y="19712"/>
                  </a:lnTo>
                  <a:cubicBezTo>
                    <a:pt x="9696" y="21194"/>
                    <a:pt x="9015" y="22735"/>
                    <a:pt x="7597" y="23476"/>
                  </a:cubicBezTo>
                  <a:cubicBezTo>
                    <a:pt x="7286" y="23664"/>
                    <a:pt x="6980" y="23788"/>
                    <a:pt x="6733" y="23970"/>
                  </a:cubicBezTo>
                  <a:cubicBezTo>
                    <a:pt x="6609" y="24094"/>
                    <a:pt x="6545" y="24158"/>
                    <a:pt x="6486" y="24281"/>
                  </a:cubicBezTo>
                  <a:cubicBezTo>
                    <a:pt x="6486" y="24464"/>
                    <a:pt x="6668" y="24652"/>
                    <a:pt x="6915" y="24711"/>
                  </a:cubicBezTo>
                  <a:cubicBezTo>
                    <a:pt x="7162" y="24711"/>
                    <a:pt x="7473" y="24528"/>
                    <a:pt x="7720" y="24405"/>
                  </a:cubicBezTo>
                  <a:lnTo>
                    <a:pt x="7720" y="24405"/>
                  </a:lnTo>
                  <a:cubicBezTo>
                    <a:pt x="7103" y="25699"/>
                    <a:pt x="6298" y="26998"/>
                    <a:pt x="5621" y="28233"/>
                  </a:cubicBezTo>
                  <a:cubicBezTo>
                    <a:pt x="5374" y="28663"/>
                    <a:pt x="5127" y="29033"/>
                    <a:pt x="4816" y="29344"/>
                  </a:cubicBezTo>
                  <a:cubicBezTo>
                    <a:pt x="4386" y="29715"/>
                    <a:pt x="3828" y="29898"/>
                    <a:pt x="3275" y="30021"/>
                  </a:cubicBezTo>
                  <a:cubicBezTo>
                    <a:pt x="2411" y="30268"/>
                    <a:pt x="1482" y="30515"/>
                    <a:pt x="618" y="30703"/>
                  </a:cubicBezTo>
                  <a:cubicBezTo>
                    <a:pt x="371" y="30826"/>
                    <a:pt x="0" y="31132"/>
                    <a:pt x="247" y="31320"/>
                  </a:cubicBezTo>
                  <a:cubicBezTo>
                    <a:pt x="1605" y="31073"/>
                    <a:pt x="3028" y="30885"/>
                    <a:pt x="4386" y="30638"/>
                  </a:cubicBezTo>
                  <a:cubicBezTo>
                    <a:pt x="4757" y="30638"/>
                    <a:pt x="5063" y="30579"/>
                    <a:pt x="5374" y="30456"/>
                  </a:cubicBezTo>
                  <a:cubicBezTo>
                    <a:pt x="5927" y="30145"/>
                    <a:pt x="6239" y="29591"/>
                    <a:pt x="6609" y="29033"/>
                  </a:cubicBezTo>
                  <a:cubicBezTo>
                    <a:pt x="9326" y="24528"/>
                    <a:pt x="11484" y="19648"/>
                    <a:pt x="13154" y="14650"/>
                  </a:cubicBezTo>
                  <a:cubicBezTo>
                    <a:pt x="13895" y="12239"/>
                    <a:pt x="14571" y="9834"/>
                    <a:pt x="14695" y="7300"/>
                  </a:cubicBezTo>
                  <a:cubicBezTo>
                    <a:pt x="14818" y="4954"/>
                    <a:pt x="14389" y="2425"/>
                    <a:pt x="13337" y="261"/>
                  </a:cubicBezTo>
                  <a:cubicBezTo>
                    <a:pt x="13295" y="132"/>
                    <a:pt x="13159" y="0"/>
                    <a:pt x="1306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8" name="Google Shape;2868;p60"/>
            <p:cNvSpPr/>
            <p:nvPr/>
          </p:nvSpPr>
          <p:spPr>
            <a:xfrm>
              <a:off x="3513675" y="4612575"/>
              <a:ext cx="282425" cy="262975"/>
            </a:xfrm>
            <a:custGeom>
              <a:rect b="b" l="l" r="r" t="t"/>
              <a:pathLst>
                <a:path extrusionOk="0" h="10519" w="11297">
                  <a:moveTo>
                    <a:pt x="494" y="1"/>
                  </a:moveTo>
                  <a:cubicBezTo>
                    <a:pt x="0" y="1"/>
                    <a:pt x="60" y="683"/>
                    <a:pt x="247" y="1112"/>
                  </a:cubicBezTo>
                  <a:cubicBezTo>
                    <a:pt x="741" y="2471"/>
                    <a:pt x="1295" y="3770"/>
                    <a:pt x="1912" y="5064"/>
                  </a:cubicBezTo>
                  <a:cubicBezTo>
                    <a:pt x="2282" y="5746"/>
                    <a:pt x="2653" y="6486"/>
                    <a:pt x="3270" y="6980"/>
                  </a:cubicBezTo>
                  <a:cubicBezTo>
                    <a:pt x="4075" y="7598"/>
                    <a:pt x="5187" y="7721"/>
                    <a:pt x="6110" y="8092"/>
                  </a:cubicBezTo>
                  <a:cubicBezTo>
                    <a:pt x="6975" y="8522"/>
                    <a:pt x="7716" y="9139"/>
                    <a:pt x="8580" y="9697"/>
                  </a:cubicBezTo>
                  <a:cubicBezTo>
                    <a:pt x="9290" y="10133"/>
                    <a:pt x="10093" y="10519"/>
                    <a:pt x="10951" y="10519"/>
                  </a:cubicBezTo>
                  <a:cubicBezTo>
                    <a:pt x="11065" y="10519"/>
                    <a:pt x="11181" y="10512"/>
                    <a:pt x="11297" y="10497"/>
                  </a:cubicBezTo>
                  <a:cubicBezTo>
                    <a:pt x="11173" y="9880"/>
                    <a:pt x="10309" y="9944"/>
                    <a:pt x="9692" y="9880"/>
                  </a:cubicBezTo>
                  <a:cubicBezTo>
                    <a:pt x="8457" y="9633"/>
                    <a:pt x="7839" y="8215"/>
                    <a:pt x="6792" y="7657"/>
                  </a:cubicBezTo>
                  <a:cubicBezTo>
                    <a:pt x="6175" y="7351"/>
                    <a:pt x="5493" y="7287"/>
                    <a:pt x="4876" y="7040"/>
                  </a:cubicBezTo>
                  <a:cubicBezTo>
                    <a:pt x="3458" y="6610"/>
                    <a:pt x="2406" y="5434"/>
                    <a:pt x="1788" y="4140"/>
                  </a:cubicBezTo>
                  <a:cubicBezTo>
                    <a:pt x="1112" y="2841"/>
                    <a:pt x="801" y="1424"/>
                    <a:pt x="494" y="1"/>
                  </a:cubicBezTo>
                  <a:close/>
                </a:path>
              </a:pathLst>
            </a:custGeom>
            <a:solidFill>
              <a:srgbClr val="BD2B3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9" name="Google Shape;2869;p60"/>
            <p:cNvSpPr/>
            <p:nvPr/>
          </p:nvSpPr>
          <p:spPr>
            <a:xfrm>
              <a:off x="3493950" y="4668350"/>
              <a:ext cx="424150" cy="608425"/>
            </a:xfrm>
            <a:custGeom>
              <a:rect b="b" l="l" r="r" t="t"/>
              <a:pathLst>
                <a:path extrusionOk="0" h="24337" w="16966">
                  <a:moveTo>
                    <a:pt x="655" y="1"/>
                  </a:moveTo>
                  <a:cubicBezTo>
                    <a:pt x="263" y="1"/>
                    <a:pt x="1" y="461"/>
                    <a:pt x="49" y="921"/>
                  </a:cubicBezTo>
                  <a:cubicBezTo>
                    <a:pt x="295" y="5367"/>
                    <a:pt x="1096" y="10553"/>
                    <a:pt x="3877" y="14134"/>
                  </a:cubicBezTo>
                  <a:cubicBezTo>
                    <a:pt x="4370" y="14752"/>
                    <a:pt x="4924" y="15369"/>
                    <a:pt x="5358" y="16046"/>
                  </a:cubicBezTo>
                  <a:cubicBezTo>
                    <a:pt x="5665" y="16540"/>
                    <a:pt x="5912" y="17157"/>
                    <a:pt x="6346" y="17651"/>
                  </a:cubicBezTo>
                  <a:cubicBezTo>
                    <a:pt x="7211" y="18639"/>
                    <a:pt x="8628" y="18886"/>
                    <a:pt x="9740" y="19627"/>
                  </a:cubicBezTo>
                  <a:cubicBezTo>
                    <a:pt x="10915" y="20368"/>
                    <a:pt x="11715" y="21667"/>
                    <a:pt x="12767" y="22655"/>
                  </a:cubicBezTo>
                  <a:cubicBezTo>
                    <a:pt x="13510" y="23448"/>
                    <a:pt x="14843" y="24336"/>
                    <a:pt x="16027" y="24336"/>
                  </a:cubicBezTo>
                  <a:cubicBezTo>
                    <a:pt x="16222" y="24336"/>
                    <a:pt x="16412" y="24312"/>
                    <a:pt x="16595" y="24260"/>
                  </a:cubicBezTo>
                  <a:cubicBezTo>
                    <a:pt x="16719" y="24260"/>
                    <a:pt x="16842" y="24196"/>
                    <a:pt x="16902" y="24137"/>
                  </a:cubicBezTo>
                  <a:cubicBezTo>
                    <a:pt x="16966" y="23949"/>
                    <a:pt x="16778" y="23766"/>
                    <a:pt x="16595" y="23643"/>
                  </a:cubicBezTo>
                  <a:lnTo>
                    <a:pt x="15296" y="22902"/>
                  </a:lnTo>
                  <a:cubicBezTo>
                    <a:pt x="13879" y="22161"/>
                    <a:pt x="12580" y="21049"/>
                    <a:pt x="11592" y="19750"/>
                  </a:cubicBezTo>
                  <a:cubicBezTo>
                    <a:pt x="11788" y="19533"/>
                    <a:pt x="12045" y="19446"/>
                    <a:pt x="12323" y="19446"/>
                  </a:cubicBezTo>
                  <a:cubicBezTo>
                    <a:pt x="12834" y="19446"/>
                    <a:pt x="13414" y="19741"/>
                    <a:pt x="13815" y="20062"/>
                  </a:cubicBezTo>
                  <a:cubicBezTo>
                    <a:pt x="14249" y="20432"/>
                    <a:pt x="15173" y="21173"/>
                    <a:pt x="15790" y="21173"/>
                  </a:cubicBezTo>
                  <a:cubicBezTo>
                    <a:pt x="16037" y="21173"/>
                    <a:pt x="16408" y="20985"/>
                    <a:pt x="16284" y="20679"/>
                  </a:cubicBezTo>
                  <a:cubicBezTo>
                    <a:pt x="16245" y="20513"/>
                    <a:pt x="16091" y="20459"/>
                    <a:pt x="15902" y="20459"/>
                  </a:cubicBezTo>
                  <a:cubicBezTo>
                    <a:pt x="15810" y="20459"/>
                    <a:pt x="15708" y="20472"/>
                    <a:pt x="15608" y="20491"/>
                  </a:cubicBezTo>
                  <a:cubicBezTo>
                    <a:pt x="15515" y="20513"/>
                    <a:pt x="15422" y="20523"/>
                    <a:pt x="15330" y="20523"/>
                  </a:cubicBezTo>
                  <a:cubicBezTo>
                    <a:pt x="14622" y="20523"/>
                    <a:pt x="13945" y="19926"/>
                    <a:pt x="13508" y="19380"/>
                  </a:cubicBezTo>
                  <a:cubicBezTo>
                    <a:pt x="13385" y="19256"/>
                    <a:pt x="13197" y="19074"/>
                    <a:pt x="13014" y="18950"/>
                  </a:cubicBezTo>
                  <a:cubicBezTo>
                    <a:pt x="12918" y="18912"/>
                    <a:pt x="12821" y="18897"/>
                    <a:pt x="12725" y="18897"/>
                  </a:cubicBezTo>
                  <a:cubicBezTo>
                    <a:pt x="12512" y="18897"/>
                    <a:pt x="12300" y="18969"/>
                    <a:pt x="12086" y="19010"/>
                  </a:cubicBezTo>
                  <a:cubicBezTo>
                    <a:pt x="11890" y="19052"/>
                    <a:pt x="11690" y="19072"/>
                    <a:pt x="11491" y="19072"/>
                  </a:cubicBezTo>
                  <a:cubicBezTo>
                    <a:pt x="10814" y="19072"/>
                    <a:pt x="10143" y="18838"/>
                    <a:pt x="9616" y="18456"/>
                  </a:cubicBezTo>
                  <a:cubicBezTo>
                    <a:pt x="8996" y="18043"/>
                    <a:pt x="8507" y="17497"/>
                    <a:pt x="8002" y="16934"/>
                  </a:cubicBezTo>
                  <a:lnTo>
                    <a:pt x="8002" y="16934"/>
                  </a:lnTo>
                  <a:cubicBezTo>
                    <a:pt x="8353" y="17201"/>
                    <a:pt x="8850" y="17296"/>
                    <a:pt x="9336" y="17296"/>
                  </a:cubicBezTo>
                  <a:cubicBezTo>
                    <a:pt x="9452" y="17296"/>
                    <a:pt x="9568" y="17290"/>
                    <a:pt x="9680" y="17281"/>
                  </a:cubicBezTo>
                  <a:cubicBezTo>
                    <a:pt x="9926" y="17281"/>
                    <a:pt x="10188" y="17265"/>
                    <a:pt x="10451" y="17265"/>
                  </a:cubicBezTo>
                  <a:cubicBezTo>
                    <a:pt x="10916" y="17265"/>
                    <a:pt x="11386" y="17315"/>
                    <a:pt x="11780" y="17592"/>
                  </a:cubicBezTo>
                  <a:cubicBezTo>
                    <a:pt x="12049" y="17809"/>
                    <a:pt x="12322" y="18167"/>
                    <a:pt x="12675" y="18167"/>
                  </a:cubicBezTo>
                  <a:cubicBezTo>
                    <a:pt x="12724" y="18167"/>
                    <a:pt x="12775" y="18160"/>
                    <a:pt x="12827" y="18145"/>
                  </a:cubicBezTo>
                  <a:cubicBezTo>
                    <a:pt x="12520" y="17592"/>
                    <a:pt x="12150" y="16910"/>
                    <a:pt x="11468" y="16727"/>
                  </a:cubicBezTo>
                  <a:cubicBezTo>
                    <a:pt x="11345" y="16706"/>
                    <a:pt x="11221" y="16699"/>
                    <a:pt x="11098" y="16699"/>
                  </a:cubicBezTo>
                  <a:cubicBezTo>
                    <a:pt x="10851" y="16699"/>
                    <a:pt x="10604" y="16727"/>
                    <a:pt x="10357" y="16727"/>
                  </a:cubicBezTo>
                  <a:cubicBezTo>
                    <a:pt x="8011" y="16727"/>
                    <a:pt x="6099" y="14875"/>
                    <a:pt x="4430" y="13082"/>
                  </a:cubicBezTo>
                  <a:lnTo>
                    <a:pt x="4430" y="13082"/>
                  </a:lnTo>
                  <a:cubicBezTo>
                    <a:pt x="5788" y="13329"/>
                    <a:pt x="7146" y="13576"/>
                    <a:pt x="8505" y="13887"/>
                  </a:cubicBezTo>
                  <a:cubicBezTo>
                    <a:pt x="8634" y="13887"/>
                    <a:pt x="9757" y="14180"/>
                    <a:pt x="10362" y="14180"/>
                  </a:cubicBezTo>
                  <a:cubicBezTo>
                    <a:pt x="10636" y="14180"/>
                    <a:pt x="10804" y="14120"/>
                    <a:pt x="10727" y="13947"/>
                  </a:cubicBezTo>
                  <a:cubicBezTo>
                    <a:pt x="10668" y="13887"/>
                    <a:pt x="10604" y="13823"/>
                    <a:pt x="10545" y="13823"/>
                  </a:cubicBezTo>
                  <a:cubicBezTo>
                    <a:pt x="9369" y="13206"/>
                    <a:pt x="7887" y="13329"/>
                    <a:pt x="6652" y="13082"/>
                  </a:cubicBezTo>
                  <a:cubicBezTo>
                    <a:pt x="4370" y="12652"/>
                    <a:pt x="2577" y="10553"/>
                    <a:pt x="2454" y="8266"/>
                  </a:cubicBezTo>
                  <a:lnTo>
                    <a:pt x="2454" y="8266"/>
                  </a:lnTo>
                  <a:cubicBezTo>
                    <a:pt x="2824" y="9195"/>
                    <a:pt x="3259" y="10242"/>
                    <a:pt x="4247" y="10489"/>
                  </a:cubicBezTo>
                  <a:cubicBezTo>
                    <a:pt x="3136" y="9007"/>
                    <a:pt x="2395" y="7343"/>
                    <a:pt x="2024" y="5550"/>
                  </a:cubicBezTo>
                  <a:cubicBezTo>
                    <a:pt x="2181" y="5497"/>
                    <a:pt x="2345" y="5473"/>
                    <a:pt x="2510" y="5473"/>
                  </a:cubicBezTo>
                  <a:cubicBezTo>
                    <a:pt x="3128" y="5473"/>
                    <a:pt x="3755" y="5817"/>
                    <a:pt x="4000" y="6355"/>
                  </a:cubicBezTo>
                  <a:cubicBezTo>
                    <a:pt x="4157" y="5665"/>
                    <a:pt x="3454" y="4931"/>
                    <a:pt x="2746" y="4931"/>
                  </a:cubicBezTo>
                  <a:cubicBezTo>
                    <a:pt x="2628" y="4931"/>
                    <a:pt x="2509" y="4952"/>
                    <a:pt x="2395" y="4996"/>
                  </a:cubicBezTo>
                  <a:cubicBezTo>
                    <a:pt x="2265" y="5037"/>
                    <a:pt x="2108" y="5109"/>
                    <a:pt x="1963" y="5109"/>
                  </a:cubicBezTo>
                  <a:cubicBezTo>
                    <a:pt x="1897" y="5109"/>
                    <a:pt x="1834" y="5094"/>
                    <a:pt x="1777" y="5056"/>
                  </a:cubicBezTo>
                  <a:cubicBezTo>
                    <a:pt x="1654" y="4996"/>
                    <a:pt x="1654" y="4809"/>
                    <a:pt x="1590" y="4685"/>
                  </a:cubicBezTo>
                  <a:cubicBezTo>
                    <a:pt x="1466" y="4068"/>
                    <a:pt x="1407" y="3391"/>
                    <a:pt x="1343" y="2709"/>
                  </a:cubicBezTo>
                  <a:lnTo>
                    <a:pt x="1343" y="2709"/>
                  </a:lnTo>
                  <a:cubicBezTo>
                    <a:pt x="1407" y="2956"/>
                    <a:pt x="1466" y="3268"/>
                    <a:pt x="1654" y="3450"/>
                  </a:cubicBezTo>
                  <a:cubicBezTo>
                    <a:pt x="1739" y="3538"/>
                    <a:pt x="1879" y="3584"/>
                    <a:pt x="2010" y="3584"/>
                  </a:cubicBezTo>
                  <a:cubicBezTo>
                    <a:pt x="2160" y="3584"/>
                    <a:pt x="2299" y="3523"/>
                    <a:pt x="2331" y="3391"/>
                  </a:cubicBezTo>
                  <a:cubicBezTo>
                    <a:pt x="1837" y="3080"/>
                    <a:pt x="1466" y="2527"/>
                    <a:pt x="1407" y="1969"/>
                  </a:cubicBezTo>
                  <a:cubicBezTo>
                    <a:pt x="1343" y="1598"/>
                    <a:pt x="1407" y="487"/>
                    <a:pt x="1096" y="180"/>
                  </a:cubicBezTo>
                  <a:cubicBezTo>
                    <a:pt x="938" y="55"/>
                    <a:pt x="789" y="1"/>
                    <a:pt x="65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0" name="Google Shape;2870;p60"/>
            <p:cNvSpPr/>
            <p:nvPr/>
          </p:nvSpPr>
          <p:spPr>
            <a:xfrm>
              <a:off x="3967475" y="4001325"/>
              <a:ext cx="209950" cy="101900"/>
            </a:xfrm>
            <a:custGeom>
              <a:rect b="b" l="l" r="r" t="t"/>
              <a:pathLst>
                <a:path extrusionOk="0" h="4076" w="8398">
                  <a:moveTo>
                    <a:pt x="60" y="1"/>
                  </a:moveTo>
                  <a:lnTo>
                    <a:pt x="1" y="65"/>
                  </a:lnTo>
                  <a:cubicBezTo>
                    <a:pt x="1" y="65"/>
                    <a:pt x="60" y="65"/>
                    <a:pt x="60" y="124"/>
                  </a:cubicBezTo>
                  <a:cubicBezTo>
                    <a:pt x="3088" y="806"/>
                    <a:pt x="5928" y="2164"/>
                    <a:pt x="8333" y="4076"/>
                  </a:cubicBezTo>
                  <a:lnTo>
                    <a:pt x="8398" y="4076"/>
                  </a:lnTo>
                  <a:cubicBezTo>
                    <a:pt x="8398" y="4076"/>
                    <a:pt x="8398" y="4017"/>
                    <a:pt x="8333" y="4017"/>
                  </a:cubicBezTo>
                  <a:cubicBezTo>
                    <a:pt x="5928" y="2100"/>
                    <a:pt x="3088" y="742"/>
                    <a:pt x="60" y="1"/>
                  </a:cubicBezTo>
                  <a:close/>
                </a:path>
              </a:pathLst>
            </a:custGeom>
            <a:solidFill>
              <a:srgbClr val="9321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1" name="Google Shape;2871;p60"/>
            <p:cNvSpPr/>
            <p:nvPr/>
          </p:nvSpPr>
          <p:spPr>
            <a:xfrm>
              <a:off x="4492300" y="3767700"/>
              <a:ext cx="69425" cy="79725"/>
            </a:xfrm>
            <a:custGeom>
              <a:rect b="b" l="l" r="r" t="t"/>
              <a:pathLst>
                <a:path extrusionOk="0" h="3189" w="2777">
                  <a:moveTo>
                    <a:pt x="960" y="1"/>
                  </a:moveTo>
                  <a:cubicBezTo>
                    <a:pt x="903" y="1"/>
                    <a:pt x="848" y="9"/>
                    <a:pt x="800" y="25"/>
                  </a:cubicBezTo>
                  <a:cubicBezTo>
                    <a:pt x="553" y="149"/>
                    <a:pt x="371" y="331"/>
                    <a:pt x="247" y="578"/>
                  </a:cubicBezTo>
                  <a:cubicBezTo>
                    <a:pt x="0" y="1072"/>
                    <a:pt x="183" y="1754"/>
                    <a:pt x="553" y="2248"/>
                  </a:cubicBezTo>
                  <a:cubicBezTo>
                    <a:pt x="924" y="2742"/>
                    <a:pt x="1482" y="2989"/>
                    <a:pt x="2099" y="3172"/>
                  </a:cubicBezTo>
                  <a:cubicBezTo>
                    <a:pt x="2162" y="3172"/>
                    <a:pt x="2225" y="3188"/>
                    <a:pt x="2288" y="3188"/>
                  </a:cubicBezTo>
                  <a:cubicBezTo>
                    <a:pt x="2349" y="3188"/>
                    <a:pt x="2409" y="3173"/>
                    <a:pt x="2470" y="3112"/>
                  </a:cubicBezTo>
                  <a:cubicBezTo>
                    <a:pt x="2470" y="3048"/>
                    <a:pt x="2529" y="2989"/>
                    <a:pt x="2529" y="2925"/>
                  </a:cubicBezTo>
                  <a:cubicBezTo>
                    <a:pt x="2776" y="1877"/>
                    <a:pt x="2223" y="702"/>
                    <a:pt x="1294" y="149"/>
                  </a:cubicBezTo>
                  <a:lnTo>
                    <a:pt x="1294" y="149"/>
                  </a:lnTo>
                  <a:lnTo>
                    <a:pt x="1418" y="208"/>
                  </a:lnTo>
                  <a:cubicBezTo>
                    <a:pt x="1325" y="71"/>
                    <a:pt x="1131" y="1"/>
                    <a:pt x="960" y="1"/>
                  </a:cubicBezTo>
                  <a:close/>
                </a:path>
              </a:pathLst>
            </a:custGeom>
            <a:solidFill>
              <a:srgbClr val="9321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2" name="Google Shape;2872;p60"/>
            <p:cNvSpPr/>
            <p:nvPr/>
          </p:nvSpPr>
          <p:spPr>
            <a:xfrm>
              <a:off x="4009100" y="3238800"/>
              <a:ext cx="9275" cy="7825"/>
            </a:xfrm>
            <a:custGeom>
              <a:rect b="b" l="l" r="r" t="t"/>
              <a:pathLst>
                <a:path extrusionOk="0" h="313" w="371">
                  <a:moveTo>
                    <a:pt x="0" y="1"/>
                  </a:moveTo>
                  <a:lnTo>
                    <a:pt x="0" y="65"/>
                  </a:lnTo>
                  <a:cubicBezTo>
                    <a:pt x="64" y="124"/>
                    <a:pt x="188" y="189"/>
                    <a:pt x="247" y="312"/>
                  </a:cubicBezTo>
                  <a:lnTo>
                    <a:pt x="371" y="312"/>
                  </a:lnTo>
                  <a:cubicBezTo>
                    <a:pt x="247" y="189"/>
                    <a:pt x="124" y="65"/>
                    <a:pt x="0" y="1"/>
                  </a:cubicBezTo>
                  <a:close/>
                </a:path>
              </a:pathLst>
            </a:custGeom>
            <a:solidFill>
              <a:srgbClr val="801D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3" name="Google Shape;2873;p60"/>
            <p:cNvSpPr/>
            <p:nvPr/>
          </p:nvSpPr>
          <p:spPr>
            <a:xfrm>
              <a:off x="4015275" y="3246600"/>
              <a:ext cx="30900" cy="137325"/>
            </a:xfrm>
            <a:custGeom>
              <a:rect b="b" l="l" r="r" t="t"/>
              <a:pathLst>
                <a:path extrusionOk="0" h="5493" w="1236">
                  <a:moveTo>
                    <a:pt x="0" y="0"/>
                  </a:moveTo>
                  <a:cubicBezTo>
                    <a:pt x="188" y="124"/>
                    <a:pt x="311" y="371"/>
                    <a:pt x="435" y="553"/>
                  </a:cubicBezTo>
                  <a:cubicBezTo>
                    <a:pt x="371" y="430"/>
                    <a:pt x="247" y="247"/>
                    <a:pt x="188" y="124"/>
                  </a:cubicBezTo>
                  <a:cubicBezTo>
                    <a:pt x="188" y="59"/>
                    <a:pt x="124" y="59"/>
                    <a:pt x="124" y="0"/>
                  </a:cubicBezTo>
                  <a:close/>
                  <a:moveTo>
                    <a:pt x="988" y="2223"/>
                  </a:moveTo>
                  <a:cubicBezTo>
                    <a:pt x="1176" y="3087"/>
                    <a:pt x="1176" y="3887"/>
                    <a:pt x="1176" y="4505"/>
                  </a:cubicBezTo>
                  <a:cubicBezTo>
                    <a:pt x="1235" y="3764"/>
                    <a:pt x="1176" y="2964"/>
                    <a:pt x="988" y="2223"/>
                  </a:cubicBezTo>
                  <a:close/>
                  <a:moveTo>
                    <a:pt x="1052" y="5433"/>
                  </a:moveTo>
                  <a:cubicBezTo>
                    <a:pt x="1052" y="5433"/>
                    <a:pt x="1052" y="5493"/>
                    <a:pt x="988" y="5493"/>
                  </a:cubicBezTo>
                  <a:lnTo>
                    <a:pt x="1052" y="5493"/>
                  </a:lnTo>
                  <a:lnTo>
                    <a:pt x="1052" y="5433"/>
                  </a:lnTo>
                  <a:close/>
                </a:path>
              </a:pathLst>
            </a:custGeom>
            <a:solidFill>
              <a:srgbClr val="70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4" name="Google Shape;2874;p60"/>
            <p:cNvSpPr/>
            <p:nvPr/>
          </p:nvSpPr>
          <p:spPr>
            <a:xfrm>
              <a:off x="4006000" y="3240425"/>
              <a:ext cx="38675" cy="143500"/>
            </a:xfrm>
            <a:custGeom>
              <a:rect b="b" l="l" r="r" t="t"/>
              <a:pathLst>
                <a:path extrusionOk="0" h="5740" w="1547">
                  <a:moveTo>
                    <a:pt x="124" y="0"/>
                  </a:moveTo>
                  <a:cubicBezTo>
                    <a:pt x="1" y="430"/>
                    <a:pt x="65" y="865"/>
                    <a:pt x="124" y="1294"/>
                  </a:cubicBezTo>
                  <a:cubicBezTo>
                    <a:pt x="371" y="2776"/>
                    <a:pt x="682" y="4322"/>
                    <a:pt x="1359" y="5740"/>
                  </a:cubicBezTo>
                  <a:cubicBezTo>
                    <a:pt x="1423" y="5740"/>
                    <a:pt x="1423" y="5680"/>
                    <a:pt x="1423" y="5680"/>
                  </a:cubicBezTo>
                  <a:cubicBezTo>
                    <a:pt x="1483" y="5369"/>
                    <a:pt x="1483" y="5063"/>
                    <a:pt x="1547" y="4752"/>
                  </a:cubicBezTo>
                  <a:cubicBezTo>
                    <a:pt x="1547" y="4134"/>
                    <a:pt x="1547" y="3334"/>
                    <a:pt x="1359" y="2470"/>
                  </a:cubicBezTo>
                  <a:cubicBezTo>
                    <a:pt x="1236" y="1912"/>
                    <a:pt x="1053" y="1358"/>
                    <a:pt x="806" y="800"/>
                  </a:cubicBezTo>
                  <a:cubicBezTo>
                    <a:pt x="682" y="618"/>
                    <a:pt x="559" y="371"/>
                    <a:pt x="371" y="247"/>
                  </a:cubicBezTo>
                  <a:cubicBezTo>
                    <a:pt x="312" y="124"/>
                    <a:pt x="188" y="59"/>
                    <a:pt x="124" y="0"/>
                  </a:cubicBezTo>
                  <a:close/>
                </a:path>
              </a:pathLst>
            </a:custGeom>
            <a:solidFill>
              <a:srgbClr val="9F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5" name="Google Shape;2875;p60"/>
            <p:cNvSpPr/>
            <p:nvPr/>
          </p:nvSpPr>
          <p:spPr>
            <a:xfrm>
              <a:off x="3825475" y="3948850"/>
              <a:ext cx="26200" cy="81900"/>
            </a:xfrm>
            <a:custGeom>
              <a:rect b="b" l="l" r="r" t="t"/>
              <a:pathLst>
                <a:path extrusionOk="0" h="3276" w="1048">
                  <a:moveTo>
                    <a:pt x="0" y="1"/>
                  </a:moveTo>
                  <a:lnTo>
                    <a:pt x="0" y="124"/>
                  </a:lnTo>
                  <a:cubicBezTo>
                    <a:pt x="183" y="124"/>
                    <a:pt x="371" y="248"/>
                    <a:pt x="494" y="371"/>
                  </a:cubicBezTo>
                  <a:cubicBezTo>
                    <a:pt x="677" y="495"/>
                    <a:pt x="801" y="682"/>
                    <a:pt x="865" y="865"/>
                  </a:cubicBezTo>
                  <a:cubicBezTo>
                    <a:pt x="924" y="1112"/>
                    <a:pt x="988" y="1359"/>
                    <a:pt x="988" y="1670"/>
                  </a:cubicBezTo>
                  <a:cubicBezTo>
                    <a:pt x="988" y="1794"/>
                    <a:pt x="988" y="1917"/>
                    <a:pt x="924" y="2041"/>
                  </a:cubicBezTo>
                  <a:lnTo>
                    <a:pt x="924" y="2905"/>
                  </a:lnTo>
                  <a:lnTo>
                    <a:pt x="924" y="3275"/>
                  </a:lnTo>
                  <a:lnTo>
                    <a:pt x="988" y="3211"/>
                  </a:lnTo>
                  <a:lnTo>
                    <a:pt x="988" y="2905"/>
                  </a:lnTo>
                  <a:cubicBezTo>
                    <a:pt x="988" y="2594"/>
                    <a:pt x="988" y="2347"/>
                    <a:pt x="1048" y="2041"/>
                  </a:cubicBezTo>
                  <a:lnTo>
                    <a:pt x="1048" y="1670"/>
                  </a:lnTo>
                  <a:cubicBezTo>
                    <a:pt x="1048" y="1359"/>
                    <a:pt x="1048" y="1112"/>
                    <a:pt x="924" y="806"/>
                  </a:cubicBezTo>
                  <a:cubicBezTo>
                    <a:pt x="865" y="618"/>
                    <a:pt x="741" y="435"/>
                    <a:pt x="554" y="312"/>
                  </a:cubicBezTo>
                  <a:cubicBezTo>
                    <a:pt x="430" y="188"/>
                    <a:pt x="247" y="65"/>
                    <a:pt x="0" y="1"/>
                  </a:cubicBezTo>
                  <a:close/>
                </a:path>
              </a:pathLst>
            </a:custGeom>
            <a:solidFill>
              <a:srgbClr val="B62C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6" name="Google Shape;2876;p60"/>
            <p:cNvSpPr/>
            <p:nvPr/>
          </p:nvSpPr>
          <p:spPr>
            <a:xfrm>
              <a:off x="3649500" y="4073950"/>
              <a:ext cx="43250" cy="46325"/>
            </a:xfrm>
            <a:custGeom>
              <a:rect b="b" l="l" r="r" t="t"/>
              <a:pathLst>
                <a:path extrusionOk="0" h="1853" w="1730">
                  <a:moveTo>
                    <a:pt x="1665" y="0"/>
                  </a:moveTo>
                  <a:cubicBezTo>
                    <a:pt x="1171" y="553"/>
                    <a:pt x="618" y="1112"/>
                    <a:pt x="60" y="1606"/>
                  </a:cubicBezTo>
                  <a:lnTo>
                    <a:pt x="60" y="1665"/>
                  </a:lnTo>
                  <a:lnTo>
                    <a:pt x="1" y="1729"/>
                  </a:lnTo>
                  <a:cubicBezTo>
                    <a:pt x="1" y="1788"/>
                    <a:pt x="60" y="1788"/>
                    <a:pt x="60" y="1788"/>
                  </a:cubicBezTo>
                  <a:cubicBezTo>
                    <a:pt x="60" y="1788"/>
                    <a:pt x="60" y="1853"/>
                    <a:pt x="124" y="1853"/>
                  </a:cubicBezTo>
                  <a:lnTo>
                    <a:pt x="124" y="1788"/>
                  </a:lnTo>
                  <a:lnTo>
                    <a:pt x="184" y="1788"/>
                  </a:lnTo>
                  <a:lnTo>
                    <a:pt x="184" y="1729"/>
                  </a:lnTo>
                  <a:lnTo>
                    <a:pt x="124" y="1665"/>
                  </a:lnTo>
                  <a:cubicBezTo>
                    <a:pt x="677" y="1171"/>
                    <a:pt x="1236" y="618"/>
                    <a:pt x="1730" y="60"/>
                  </a:cubicBezTo>
                  <a:lnTo>
                    <a:pt x="1730" y="0"/>
                  </a:lnTo>
                  <a:close/>
                </a:path>
              </a:pathLst>
            </a:custGeom>
            <a:solidFill>
              <a:srgbClr val="B62C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7" name="Google Shape;2877;p60"/>
            <p:cNvSpPr/>
            <p:nvPr/>
          </p:nvSpPr>
          <p:spPr>
            <a:xfrm>
              <a:off x="3766825" y="3982800"/>
              <a:ext cx="49400" cy="27825"/>
            </a:xfrm>
            <a:custGeom>
              <a:rect b="b" l="l" r="r" t="t"/>
              <a:pathLst>
                <a:path extrusionOk="0" h="1113" w="1976">
                  <a:moveTo>
                    <a:pt x="1912" y="1"/>
                  </a:moveTo>
                  <a:cubicBezTo>
                    <a:pt x="1235" y="248"/>
                    <a:pt x="618" y="618"/>
                    <a:pt x="0" y="1053"/>
                  </a:cubicBezTo>
                  <a:lnTo>
                    <a:pt x="0" y="1112"/>
                  </a:lnTo>
                  <a:lnTo>
                    <a:pt x="59" y="1112"/>
                  </a:lnTo>
                  <a:cubicBezTo>
                    <a:pt x="618" y="683"/>
                    <a:pt x="1294" y="312"/>
                    <a:pt x="1976" y="65"/>
                  </a:cubicBezTo>
                  <a:cubicBezTo>
                    <a:pt x="1976" y="1"/>
                    <a:pt x="1976" y="1"/>
                    <a:pt x="1912" y="1"/>
                  </a:cubicBezTo>
                  <a:close/>
                </a:path>
              </a:pathLst>
            </a:custGeom>
            <a:solidFill>
              <a:srgbClr val="B62C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8" name="Google Shape;2878;p60"/>
            <p:cNvSpPr/>
            <p:nvPr/>
          </p:nvSpPr>
          <p:spPr>
            <a:xfrm>
              <a:off x="3567625" y="4231400"/>
              <a:ext cx="14000" cy="38550"/>
            </a:xfrm>
            <a:custGeom>
              <a:rect b="b" l="l" r="r" t="t"/>
              <a:pathLst>
                <a:path extrusionOk="0" h="1542" w="560">
                  <a:moveTo>
                    <a:pt x="436" y="0"/>
                  </a:moveTo>
                  <a:lnTo>
                    <a:pt x="436" y="59"/>
                  </a:lnTo>
                  <a:lnTo>
                    <a:pt x="371" y="59"/>
                  </a:lnTo>
                  <a:lnTo>
                    <a:pt x="371" y="123"/>
                  </a:lnTo>
                  <a:lnTo>
                    <a:pt x="398" y="148"/>
                  </a:lnTo>
                  <a:lnTo>
                    <a:pt x="398" y="148"/>
                  </a:lnTo>
                  <a:cubicBezTo>
                    <a:pt x="224" y="560"/>
                    <a:pt x="61" y="1021"/>
                    <a:pt x="1" y="1482"/>
                  </a:cubicBezTo>
                  <a:lnTo>
                    <a:pt x="65" y="1541"/>
                  </a:lnTo>
                  <a:lnTo>
                    <a:pt x="65" y="1482"/>
                  </a:lnTo>
                  <a:cubicBezTo>
                    <a:pt x="122" y="1012"/>
                    <a:pt x="294" y="542"/>
                    <a:pt x="468" y="123"/>
                  </a:cubicBezTo>
                  <a:lnTo>
                    <a:pt x="495" y="123"/>
                  </a:lnTo>
                  <a:lnTo>
                    <a:pt x="495" y="59"/>
                  </a:lnTo>
                  <a:lnTo>
                    <a:pt x="559" y="59"/>
                  </a:lnTo>
                  <a:lnTo>
                    <a:pt x="559" y="0"/>
                  </a:lnTo>
                  <a:close/>
                </a:path>
              </a:pathLst>
            </a:custGeom>
            <a:solidFill>
              <a:srgbClr val="B62C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9" name="Google Shape;2879;p60"/>
            <p:cNvSpPr/>
            <p:nvPr/>
          </p:nvSpPr>
          <p:spPr>
            <a:xfrm>
              <a:off x="3647900" y="3862425"/>
              <a:ext cx="101900" cy="40150"/>
            </a:xfrm>
            <a:custGeom>
              <a:rect b="b" l="l" r="r" t="t"/>
              <a:pathLst>
                <a:path extrusionOk="0" h="1606" w="4076">
                  <a:moveTo>
                    <a:pt x="1" y="0"/>
                  </a:moveTo>
                  <a:lnTo>
                    <a:pt x="1" y="64"/>
                  </a:lnTo>
                  <a:cubicBezTo>
                    <a:pt x="1" y="64"/>
                    <a:pt x="1" y="124"/>
                    <a:pt x="65" y="124"/>
                  </a:cubicBezTo>
                  <a:cubicBezTo>
                    <a:pt x="124" y="64"/>
                    <a:pt x="248" y="64"/>
                    <a:pt x="371" y="64"/>
                  </a:cubicBezTo>
                  <a:cubicBezTo>
                    <a:pt x="1359" y="64"/>
                    <a:pt x="2347" y="617"/>
                    <a:pt x="3211" y="1111"/>
                  </a:cubicBezTo>
                  <a:cubicBezTo>
                    <a:pt x="3458" y="1299"/>
                    <a:pt x="3769" y="1482"/>
                    <a:pt x="4016" y="1605"/>
                  </a:cubicBezTo>
                  <a:lnTo>
                    <a:pt x="4076" y="1605"/>
                  </a:lnTo>
                  <a:lnTo>
                    <a:pt x="4076" y="1546"/>
                  </a:lnTo>
                  <a:cubicBezTo>
                    <a:pt x="3769" y="1358"/>
                    <a:pt x="3522" y="1235"/>
                    <a:pt x="3275" y="1052"/>
                  </a:cubicBezTo>
                  <a:cubicBezTo>
                    <a:pt x="2347" y="558"/>
                    <a:pt x="1423" y="0"/>
                    <a:pt x="371" y="0"/>
                  </a:cubicBezTo>
                  <a:close/>
                </a:path>
              </a:pathLst>
            </a:custGeom>
            <a:solidFill>
              <a:srgbClr val="B62C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0" name="Google Shape;2880;p60"/>
            <p:cNvSpPr/>
            <p:nvPr/>
          </p:nvSpPr>
          <p:spPr>
            <a:xfrm>
              <a:off x="4379550" y="3789925"/>
              <a:ext cx="49425" cy="66350"/>
            </a:xfrm>
            <a:custGeom>
              <a:rect b="b" l="l" r="r" t="t"/>
              <a:pathLst>
                <a:path extrusionOk="0" h="2654" w="1977">
                  <a:moveTo>
                    <a:pt x="0" y="1"/>
                  </a:moveTo>
                  <a:lnTo>
                    <a:pt x="0" y="60"/>
                  </a:lnTo>
                  <a:cubicBezTo>
                    <a:pt x="865" y="741"/>
                    <a:pt x="1546" y="1606"/>
                    <a:pt x="1917" y="2653"/>
                  </a:cubicBezTo>
                  <a:lnTo>
                    <a:pt x="1976" y="2653"/>
                  </a:lnTo>
                  <a:lnTo>
                    <a:pt x="1976" y="2594"/>
                  </a:lnTo>
                  <a:cubicBezTo>
                    <a:pt x="1606" y="1606"/>
                    <a:pt x="929" y="677"/>
                    <a:pt x="65" y="1"/>
                  </a:cubicBezTo>
                  <a:close/>
                </a:path>
              </a:pathLst>
            </a:custGeom>
            <a:solidFill>
              <a:srgbClr val="9321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81" name="Google Shape;2881;p60"/>
          <p:cNvSpPr txBox="1"/>
          <p:nvPr>
            <p:ph idx="2" type="subTitle"/>
          </p:nvPr>
        </p:nvSpPr>
        <p:spPr>
          <a:xfrm>
            <a:off x="1686075" y="1667623"/>
            <a:ext cx="5061900" cy="96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A Study in 2024 shows that </a:t>
            </a:r>
            <a:r>
              <a:rPr lang="en"/>
              <a:t>AFib is three times more common than previously estimated, now affecting 10.5 million Americans, or nearly 5% of the population.</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882" name="Google Shape;2882;p60"/>
          <p:cNvSpPr txBox="1"/>
          <p:nvPr>
            <p:ph idx="1" type="subTitle"/>
          </p:nvPr>
        </p:nvSpPr>
        <p:spPr>
          <a:xfrm>
            <a:off x="1803559" y="1165650"/>
            <a:ext cx="5061900" cy="48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More</a:t>
            </a:r>
            <a:r>
              <a:rPr lang="en"/>
              <a:t> Cases Than Expected</a:t>
            </a:r>
            <a:endParaRPr/>
          </a:p>
        </p:txBody>
      </p:sp>
      <p:sp>
        <p:nvSpPr>
          <p:cNvPr id="2883" name="Google Shape;2883;p60"/>
          <p:cNvSpPr txBox="1"/>
          <p:nvPr/>
        </p:nvSpPr>
        <p:spPr>
          <a:xfrm>
            <a:off x="5314425" y="4670825"/>
            <a:ext cx="3768600" cy="56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lt2"/>
                </a:solidFill>
                <a:latin typeface="Nunito"/>
                <a:ea typeface="Nunito"/>
                <a:cs typeface="Nunito"/>
                <a:sym typeface="Nunito"/>
              </a:rPr>
              <a:t>https://www.ucsf.edu/news/2024/09/428416/how-many-people-have-fib-three-times-more-we-thought</a:t>
            </a:r>
            <a:endParaRPr sz="900">
              <a:solidFill>
                <a:schemeClr val="lt2"/>
              </a:solidFill>
              <a:latin typeface="Nunito"/>
              <a:ea typeface="Nunito"/>
              <a:cs typeface="Nunito"/>
              <a:sym typeface="Nuni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2799"/>
                                        </p:tgtEl>
                                        <p:attrNameLst>
                                          <p:attrName>style.visibility</p:attrName>
                                        </p:attrNameLst>
                                      </p:cBhvr>
                                      <p:to>
                                        <p:strVal val="visible"/>
                                      </p:to>
                                    </p:set>
                                    <p:animEffect filter="fade" transition="in">
                                      <p:cBhvr>
                                        <p:cTn dur="1000"/>
                                        <p:tgtEl>
                                          <p:spTgt spid="2799"/>
                                        </p:tgtEl>
                                      </p:cBhvr>
                                    </p:animEffect>
                                  </p:childTnLst>
                                </p:cTn>
                              </p:par>
                              <p:par>
                                <p:cTn fill="hold" nodeType="withEffect" presetClass="entr" presetID="10" presetSubtype="0">
                                  <p:stCondLst>
                                    <p:cond delay="0"/>
                                  </p:stCondLst>
                                  <p:childTnLst>
                                    <p:set>
                                      <p:cBhvr>
                                        <p:cTn dur="1" fill="hold">
                                          <p:stCondLst>
                                            <p:cond delay="0"/>
                                          </p:stCondLst>
                                        </p:cTn>
                                        <p:tgtEl>
                                          <p:spTgt spid="2800"/>
                                        </p:tgtEl>
                                        <p:attrNameLst>
                                          <p:attrName>style.visibility</p:attrName>
                                        </p:attrNameLst>
                                      </p:cBhvr>
                                      <p:to>
                                        <p:strVal val="visible"/>
                                      </p:to>
                                    </p:set>
                                    <p:animEffect filter="fade" transition="in">
                                      <p:cBhvr>
                                        <p:cTn dur="1000"/>
                                        <p:tgtEl>
                                          <p:spTgt spid="28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7" name="Shape 2887"/>
        <p:cNvGrpSpPr/>
        <p:nvPr/>
      </p:nvGrpSpPr>
      <p:grpSpPr>
        <a:xfrm>
          <a:off x="0" y="0"/>
          <a:ext cx="0" cy="0"/>
          <a:chOff x="0" y="0"/>
          <a:chExt cx="0" cy="0"/>
        </a:xfrm>
      </p:grpSpPr>
      <p:sp>
        <p:nvSpPr>
          <p:cNvPr id="2888" name="Google Shape;2888;p61"/>
          <p:cNvSpPr txBox="1"/>
          <p:nvPr>
            <p:ph type="title"/>
          </p:nvPr>
        </p:nvSpPr>
        <p:spPr>
          <a:xfrm>
            <a:off x="1863575" y="1176150"/>
            <a:ext cx="5425200" cy="478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Our Solution</a:t>
            </a:r>
            <a:endParaRPr/>
          </a:p>
        </p:txBody>
      </p:sp>
      <p:sp>
        <p:nvSpPr>
          <p:cNvPr id="2889" name="Google Shape;2889;p61"/>
          <p:cNvSpPr txBox="1"/>
          <p:nvPr>
            <p:ph idx="1" type="body"/>
          </p:nvPr>
        </p:nvSpPr>
        <p:spPr>
          <a:xfrm>
            <a:off x="1855225" y="1654350"/>
            <a:ext cx="5425200" cy="2313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HeartWatch is a Software as a Medical Device (SaMD) that provides continuous AFib monitoring through smartwatches. It uses AI-driven analysis of heart rate, rhythm, and blood oxygen data to detect irregularities and guide users in managing their condition proactively. Early detection and continuous monitoring can significantly reduce the risks of stroke and heart failure.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HeartWatch leverages data sharing networks and machine learning to provide real-time insights on AFib symptoms. It integrates seamlessly with popular wearables like Apple Watch and Fitbit, empowering users to monitor and manage their cardiovascular health from anywhere.</a:t>
            </a:r>
            <a:endParaRPr/>
          </a:p>
        </p:txBody>
      </p:sp>
      <p:grpSp>
        <p:nvGrpSpPr>
          <p:cNvPr id="2890" name="Google Shape;2890;p61"/>
          <p:cNvGrpSpPr/>
          <p:nvPr/>
        </p:nvGrpSpPr>
        <p:grpSpPr>
          <a:xfrm rot="2004972">
            <a:off x="259846" y="2860465"/>
            <a:ext cx="719372" cy="519764"/>
            <a:chOff x="1551898" y="1936620"/>
            <a:chExt cx="423123" cy="305717"/>
          </a:xfrm>
        </p:grpSpPr>
        <p:sp>
          <p:nvSpPr>
            <p:cNvPr id="2891" name="Google Shape;2891;p61"/>
            <p:cNvSpPr/>
            <p:nvPr/>
          </p:nvSpPr>
          <p:spPr>
            <a:xfrm>
              <a:off x="1753063" y="1945214"/>
              <a:ext cx="26536" cy="143213"/>
            </a:xfrm>
            <a:custGeom>
              <a:rect b="b" l="l" r="r" t="t"/>
              <a:pathLst>
                <a:path extrusionOk="0" h="5316" w="985">
                  <a:moveTo>
                    <a:pt x="400" y="1"/>
                  </a:moveTo>
                  <a:lnTo>
                    <a:pt x="320" y="27"/>
                  </a:lnTo>
                  <a:lnTo>
                    <a:pt x="214" y="80"/>
                  </a:lnTo>
                  <a:lnTo>
                    <a:pt x="160" y="133"/>
                  </a:lnTo>
                  <a:lnTo>
                    <a:pt x="81" y="213"/>
                  </a:lnTo>
                  <a:lnTo>
                    <a:pt x="54" y="293"/>
                  </a:lnTo>
                  <a:lnTo>
                    <a:pt x="28" y="399"/>
                  </a:lnTo>
                  <a:lnTo>
                    <a:pt x="1" y="479"/>
                  </a:lnTo>
                  <a:lnTo>
                    <a:pt x="1" y="4996"/>
                  </a:lnTo>
                  <a:lnTo>
                    <a:pt x="28" y="5129"/>
                  </a:lnTo>
                  <a:lnTo>
                    <a:pt x="107" y="5236"/>
                  </a:lnTo>
                  <a:lnTo>
                    <a:pt x="214" y="5289"/>
                  </a:lnTo>
                  <a:lnTo>
                    <a:pt x="320" y="5315"/>
                  </a:lnTo>
                  <a:lnTo>
                    <a:pt x="692" y="5315"/>
                  </a:lnTo>
                  <a:lnTo>
                    <a:pt x="798" y="5289"/>
                  </a:lnTo>
                  <a:lnTo>
                    <a:pt x="904" y="5236"/>
                  </a:lnTo>
                  <a:lnTo>
                    <a:pt x="958" y="5129"/>
                  </a:lnTo>
                  <a:lnTo>
                    <a:pt x="984" y="4996"/>
                  </a:lnTo>
                  <a:lnTo>
                    <a:pt x="984" y="479"/>
                  </a:lnTo>
                  <a:lnTo>
                    <a:pt x="984" y="399"/>
                  </a:lnTo>
                  <a:lnTo>
                    <a:pt x="958" y="293"/>
                  </a:lnTo>
                  <a:lnTo>
                    <a:pt x="904" y="213"/>
                  </a:lnTo>
                  <a:lnTo>
                    <a:pt x="851" y="133"/>
                  </a:lnTo>
                  <a:lnTo>
                    <a:pt x="772" y="80"/>
                  </a:lnTo>
                  <a:lnTo>
                    <a:pt x="692" y="27"/>
                  </a:lnTo>
                  <a:lnTo>
                    <a:pt x="61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2" name="Google Shape;2892;p61"/>
            <p:cNvSpPr/>
            <p:nvPr/>
          </p:nvSpPr>
          <p:spPr>
            <a:xfrm>
              <a:off x="1789594" y="2056909"/>
              <a:ext cx="185428" cy="185428"/>
            </a:xfrm>
            <a:custGeom>
              <a:rect b="b" l="l" r="r" t="t"/>
              <a:pathLst>
                <a:path extrusionOk="0" h="6883" w="6883">
                  <a:moveTo>
                    <a:pt x="3428" y="0"/>
                  </a:moveTo>
                  <a:lnTo>
                    <a:pt x="0" y="3402"/>
                  </a:lnTo>
                  <a:lnTo>
                    <a:pt x="2764" y="6165"/>
                  </a:lnTo>
                  <a:lnTo>
                    <a:pt x="2950" y="6325"/>
                  </a:lnTo>
                  <a:lnTo>
                    <a:pt x="3136" y="6484"/>
                  </a:lnTo>
                  <a:lnTo>
                    <a:pt x="3349" y="6590"/>
                  </a:lnTo>
                  <a:lnTo>
                    <a:pt x="3561" y="6697"/>
                  </a:lnTo>
                  <a:lnTo>
                    <a:pt x="3774" y="6776"/>
                  </a:lnTo>
                  <a:lnTo>
                    <a:pt x="4013" y="6830"/>
                  </a:lnTo>
                  <a:lnTo>
                    <a:pt x="4252" y="6856"/>
                  </a:lnTo>
                  <a:lnTo>
                    <a:pt x="4465" y="6883"/>
                  </a:lnTo>
                  <a:lnTo>
                    <a:pt x="4704" y="6856"/>
                  </a:lnTo>
                  <a:lnTo>
                    <a:pt x="4943" y="6830"/>
                  </a:lnTo>
                  <a:lnTo>
                    <a:pt x="5156" y="6776"/>
                  </a:lnTo>
                  <a:lnTo>
                    <a:pt x="5368" y="6697"/>
                  </a:lnTo>
                  <a:lnTo>
                    <a:pt x="5581" y="6590"/>
                  </a:lnTo>
                  <a:lnTo>
                    <a:pt x="5793" y="6484"/>
                  </a:lnTo>
                  <a:lnTo>
                    <a:pt x="5979" y="6325"/>
                  </a:lnTo>
                  <a:lnTo>
                    <a:pt x="6165" y="6165"/>
                  </a:lnTo>
                  <a:lnTo>
                    <a:pt x="6351" y="5979"/>
                  </a:lnTo>
                  <a:lnTo>
                    <a:pt x="6484" y="5793"/>
                  </a:lnTo>
                  <a:lnTo>
                    <a:pt x="6591" y="5581"/>
                  </a:lnTo>
                  <a:lnTo>
                    <a:pt x="6697" y="5368"/>
                  </a:lnTo>
                  <a:lnTo>
                    <a:pt x="6777" y="5155"/>
                  </a:lnTo>
                  <a:lnTo>
                    <a:pt x="6830" y="4916"/>
                  </a:lnTo>
                  <a:lnTo>
                    <a:pt x="6856" y="4704"/>
                  </a:lnTo>
                  <a:lnTo>
                    <a:pt x="6883" y="4465"/>
                  </a:lnTo>
                  <a:lnTo>
                    <a:pt x="6856" y="4225"/>
                  </a:lnTo>
                  <a:lnTo>
                    <a:pt x="6830" y="4013"/>
                  </a:lnTo>
                  <a:lnTo>
                    <a:pt x="6777" y="3774"/>
                  </a:lnTo>
                  <a:lnTo>
                    <a:pt x="6697" y="3561"/>
                  </a:lnTo>
                  <a:lnTo>
                    <a:pt x="6591" y="3348"/>
                  </a:lnTo>
                  <a:lnTo>
                    <a:pt x="6484" y="3136"/>
                  </a:lnTo>
                  <a:lnTo>
                    <a:pt x="6351" y="2950"/>
                  </a:lnTo>
                  <a:lnTo>
                    <a:pt x="6165" y="2764"/>
                  </a:lnTo>
                  <a:lnTo>
                    <a:pt x="342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3" name="Google Shape;2893;p61"/>
            <p:cNvSpPr/>
            <p:nvPr/>
          </p:nvSpPr>
          <p:spPr>
            <a:xfrm>
              <a:off x="1774561" y="2041876"/>
              <a:ext cx="111693" cy="111693"/>
            </a:xfrm>
            <a:custGeom>
              <a:rect b="b" l="l" r="r" t="t"/>
              <a:pathLst>
                <a:path extrusionOk="0" h="4146" w="4146">
                  <a:moveTo>
                    <a:pt x="3561" y="0"/>
                  </a:moveTo>
                  <a:lnTo>
                    <a:pt x="3455" y="27"/>
                  </a:lnTo>
                  <a:lnTo>
                    <a:pt x="3375" y="80"/>
                  </a:lnTo>
                  <a:lnTo>
                    <a:pt x="3295" y="133"/>
                  </a:lnTo>
                  <a:lnTo>
                    <a:pt x="133" y="3295"/>
                  </a:lnTo>
                  <a:lnTo>
                    <a:pt x="80" y="3375"/>
                  </a:lnTo>
                  <a:lnTo>
                    <a:pt x="27" y="3455"/>
                  </a:lnTo>
                  <a:lnTo>
                    <a:pt x="0" y="3561"/>
                  </a:lnTo>
                  <a:lnTo>
                    <a:pt x="0" y="3641"/>
                  </a:lnTo>
                  <a:lnTo>
                    <a:pt x="0" y="3747"/>
                  </a:lnTo>
                  <a:lnTo>
                    <a:pt x="27" y="3827"/>
                  </a:lnTo>
                  <a:lnTo>
                    <a:pt x="80" y="3906"/>
                  </a:lnTo>
                  <a:lnTo>
                    <a:pt x="133" y="3986"/>
                  </a:lnTo>
                  <a:lnTo>
                    <a:pt x="213" y="4066"/>
                  </a:lnTo>
                  <a:lnTo>
                    <a:pt x="319" y="4092"/>
                  </a:lnTo>
                  <a:lnTo>
                    <a:pt x="399" y="4119"/>
                  </a:lnTo>
                  <a:lnTo>
                    <a:pt x="505" y="4146"/>
                  </a:lnTo>
                  <a:lnTo>
                    <a:pt x="585" y="4119"/>
                  </a:lnTo>
                  <a:lnTo>
                    <a:pt x="665" y="4092"/>
                  </a:lnTo>
                  <a:lnTo>
                    <a:pt x="771" y="4066"/>
                  </a:lnTo>
                  <a:lnTo>
                    <a:pt x="851" y="3986"/>
                  </a:lnTo>
                  <a:lnTo>
                    <a:pt x="4013" y="824"/>
                  </a:lnTo>
                  <a:lnTo>
                    <a:pt x="4066" y="744"/>
                  </a:lnTo>
                  <a:lnTo>
                    <a:pt x="4119" y="664"/>
                  </a:lnTo>
                  <a:lnTo>
                    <a:pt x="4146" y="585"/>
                  </a:lnTo>
                  <a:lnTo>
                    <a:pt x="4146" y="478"/>
                  </a:lnTo>
                  <a:lnTo>
                    <a:pt x="4146" y="399"/>
                  </a:lnTo>
                  <a:lnTo>
                    <a:pt x="4119" y="292"/>
                  </a:lnTo>
                  <a:lnTo>
                    <a:pt x="4066" y="213"/>
                  </a:lnTo>
                  <a:lnTo>
                    <a:pt x="4013" y="133"/>
                  </a:lnTo>
                  <a:lnTo>
                    <a:pt x="3933" y="80"/>
                  </a:lnTo>
                  <a:lnTo>
                    <a:pt x="3827" y="27"/>
                  </a:lnTo>
                  <a:lnTo>
                    <a:pt x="3747"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4" name="Google Shape;2894;p61"/>
            <p:cNvSpPr/>
            <p:nvPr/>
          </p:nvSpPr>
          <p:spPr>
            <a:xfrm>
              <a:off x="1551898" y="2056909"/>
              <a:ext cx="185455" cy="185428"/>
            </a:xfrm>
            <a:custGeom>
              <a:rect b="b" l="l" r="r" t="t"/>
              <a:pathLst>
                <a:path extrusionOk="0" h="6883" w="6884">
                  <a:moveTo>
                    <a:pt x="3455" y="0"/>
                  </a:moveTo>
                  <a:lnTo>
                    <a:pt x="718" y="2764"/>
                  </a:lnTo>
                  <a:lnTo>
                    <a:pt x="532" y="2950"/>
                  </a:lnTo>
                  <a:lnTo>
                    <a:pt x="399" y="3136"/>
                  </a:lnTo>
                  <a:lnTo>
                    <a:pt x="266" y="3348"/>
                  </a:lnTo>
                  <a:lnTo>
                    <a:pt x="187" y="3561"/>
                  </a:lnTo>
                  <a:lnTo>
                    <a:pt x="107" y="3774"/>
                  </a:lnTo>
                  <a:lnTo>
                    <a:pt x="54" y="4013"/>
                  </a:lnTo>
                  <a:lnTo>
                    <a:pt x="1" y="4225"/>
                  </a:lnTo>
                  <a:lnTo>
                    <a:pt x="1" y="4465"/>
                  </a:lnTo>
                  <a:lnTo>
                    <a:pt x="1" y="4704"/>
                  </a:lnTo>
                  <a:lnTo>
                    <a:pt x="54" y="4916"/>
                  </a:lnTo>
                  <a:lnTo>
                    <a:pt x="107" y="5155"/>
                  </a:lnTo>
                  <a:lnTo>
                    <a:pt x="187" y="5368"/>
                  </a:lnTo>
                  <a:lnTo>
                    <a:pt x="266" y="5581"/>
                  </a:lnTo>
                  <a:lnTo>
                    <a:pt x="399" y="5793"/>
                  </a:lnTo>
                  <a:lnTo>
                    <a:pt x="532" y="5979"/>
                  </a:lnTo>
                  <a:lnTo>
                    <a:pt x="718" y="6165"/>
                  </a:lnTo>
                  <a:lnTo>
                    <a:pt x="904" y="6325"/>
                  </a:lnTo>
                  <a:lnTo>
                    <a:pt x="1090" y="6484"/>
                  </a:lnTo>
                  <a:lnTo>
                    <a:pt x="1303" y="6590"/>
                  </a:lnTo>
                  <a:lnTo>
                    <a:pt x="1515" y="6697"/>
                  </a:lnTo>
                  <a:lnTo>
                    <a:pt x="1728" y="6776"/>
                  </a:lnTo>
                  <a:lnTo>
                    <a:pt x="1941" y="6830"/>
                  </a:lnTo>
                  <a:lnTo>
                    <a:pt x="2180" y="6856"/>
                  </a:lnTo>
                  <a:lnTo>
                    <a:pt x="2419" y="6883"/>
                  </a:lnTo>
                  <a:lnTo>
                    <a:pt x="2631" y="6856"/>
                  </a:lnTo>
                  <a:lnTo>
                    <a:pt x="2871" y="6830"/>
                  </a:lnTo>
                  <a:lnTo>
                    <a:pt x="3110" y="6776"/>
                  </a:lnTo>
                  <a:lnTo>
                    <a:pt x="3322" y="6697"/>
                  </a:lnTo>
                  <a:lnTo>
                    <a:pt x="3535" y="6590"/>
                  </a:lnTo>
                  <a:lnTo>
                    <a:pt x="3748" y="6484"/>
                  </a:lnTo>
                  <a:lnTo>
                    <a:pt x="3934" y="6325"/>
                  </a:lnTo>
                  <a:lnTo>
                    <a:pt x="4120" y="6165"/>
                  </a:lnTo>
                  <a:lnTo>
                    <a:pt x="6883" y="3402"/>
                  </a:lnTo>
                  <a:lnTo>
                    <a:pt x="345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5" name="Google Shape;2895;p61"/>
            <p:cNvSpPr/>
            <p:nvPr/>
          </p:nvSpPr>
          <p:spPr>
            <a:xfrm>
              <a:off x="1640667" y="2041876"/>
              <a:ext cx="111720" cy="111693"/>
            </a:xfrm>
            <a:custGeom>
              <a:rect b="b" l="l" r="r" t="t"/>
              <a:pathLst>
                <a:path extrusionOk="0" h="4146" w="4147">
                  <a:moveTo>
                    <a:pt x="399" y="0"/>
                  </a:moveTo>
                  <a:lnTo>
                    <a:pt x="293" y="27"/>
                  </a:lnTo>
                  <a:lnTo>
                    <a:pt x="213" y="80"/>
                  </a:lnTo>
                  <a:lnTo>
                    <a:pt x="134" y="133"/>
                  </a:lnTo>
                  <a:lnTo>
                    <a:pt x="81" y="213"/>
                  </a:lnTo>
                  <a:lnTo>
                    <a:pt x="27" y="292"/>
                  </a:lnTo>
                  <a:lnTo>
                    <a:pt x="1" y="399"/>
                  </a:lnTo>
                  <a:lnTo>
                    <a:pt x="1" y="478"/>
                  </a:lnTo>
                  <a:lnTo>
                    <a:pt x="1" y="585"/>
                  </a:lnTo>
                  <a:lnTo>
                    <a:pt x="27" y="664"/>
                  </a:lnTo>
                  <a:lnTo>
                    <a:pt x="81" y="744"/>
                  </a:lnTo>
                  <a:lnTo>
                    <a:pt x="134" y="824"/>
                  </a:lnTo>
                  <a:lnTo>
                    <a:pt x="3296" y="3986"/>
                  </a:lnTo>
                  <a:lnTo>
                    <a:pt x="3376" y="4066"/>
                  </a:lnTo>
                  <a:lnTo>
                    <a:pt x="3455" y="4092"/>
                  </a:lnTo>
                  <a:lnTo>
                    <a:pt x="3562" y="4119"/>
                  </a:lnTo>
                  <a:lnTo>
                    <a:pt x="3641" y="4146"/>
                  </a:lnTo>
                  <a:lnTo>
                    <a:pt x="3748" y="4119"/>
                  </a:lnTo>
                  <a:lnTo>
                    <a:pt x="3827" y="4092"/>
                  </a:lnTo>
                  <a:lnTo>
                    <a:pt x="3934" y="4066"/>
                  </a:lnTo>
                  <a:lnTo>
                    <a:pt x="4014" y="3986"/>
                  </a:lnTo>
                  <a:lnTo>
                    <a:pt x="4067" y="3906"/>
                  </a:lnTo>
                  <a:lnTo>
                    <a:pt x="4120" y="3827"/>
                  </a:lnTo>
                  <a:lnTo>
                    <a:pt x="4146" y="3747"/>
                  </a:lnTo>
                  <a:lnTo>
                    <a:pt x="4146" y="3641"/>
                  </a:lnTo>
                  <a:lnTo>
                    <a:pt x="4146" y="3561"/>
                  </a:lnTo>
                  <a:lnTo>
                    <a:pt x="4120" y="3455"/>
                  </a:lnTo>
                  <a:lnTo>
                    <a:pt x="4067" y="3375"/>
                  </a:lnTo>
                  <a:lnTo>
                    <a:pt x="4014" y="3295"/>
                  </a:lnTo>
                  <a:lnTo>
                    <a:pt x="851" y="133"/>
                  </a:lnTo>
                  <a:lnTo>
                    <a:pt x="771" y="80"/>
                  </a:lnTo>
                  <a:lnTo>
                    <a:pt x="665" y="27"/>
                  </a:lnTo>
                  <a:lnTo>
                    <a:pt x="58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6" name="Google Shape;2896;p61"/>
            <p:cNvSpPr/>
            <p:nvPr/>
          </p:nvSpPr>
          <p:spPr>
            <a:xfrm>
              <a:off x="1854009" y="1952380"/>
              <a:ext cx="18642" cy="19343"/>
            </a:xfrm>
            <a:custGeom>
              <a:rect b="b" l="l" r="r" t="t"/>
              <a:pathLst>
                <a:path extrusionOk="0" h="718" w="692">
                  <a:moveTo>
                    <a:pt x="453" y="0"/>
                  </a:moveTo>
                  <a:lnTo>
                    <a:pt x="373" y="27"/>
                  </a:lnTo>
                  <a:lnTo>
                    <a:pt x="293" y="80"/>
                  </a:lnTo>
                  <a:lnTo>
                    <a:pt x="54" y="319"/>
                  </a:lnTo>
                  <a:lnTo>
                    <a:pt x="1" y="399"/>
                  </a:lnTo>
                  <a:lnTo>
                    <a:pt x="1" y="479"/>
                  </a:lnTo>
                  <a:lnTo>
                    <a:pt x="1" y="558"/>
                  </a:lnTo>
                  <a:lnTo>
                    <a:pt x="54" y="638"/>
                  </a:lnTo>
                  <a:lnTo>
                    <a:pt x="134" y="691"/>
                  </a:lnTo>
                  <a:lnTo>
                    <a:pt x="213" y="718"/>
                  </a:lnTo>
                  <a:lnTo>
                    <a:pt x="320" y="691"/>
                  </a:lnTo>
                  <a:lnTo>
                    <a:pt x="399" y="638"/>
                  </a:lnTo>
                  <a:lnTo>
                    <a:pt x="639" y="399"/>
                  </a:lnTo>
                  <a:lnTo>
                    <a:pt x="692" y="319"/>
                  </a:lnTo>
                  <a:lnTo>
                    <a:pt x="692" y="239"/>
                  </a:lnTo>
                  <a:lnTo>
                    <a:pt x="692" y="160"/>
                  </a:lnTo>
                  <a:lnTo>
                    <a:pt x="639" y="80"/>
                  </a:lnTo>
                  <a:lnTo>
                    <a:pt x="559" y="27"/>
                  </a:lnTo>
                  <a:lnTo>
                    <a:pt x="45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7" name="Google Shape;2897;p61"/>
            <p:cNvSpPr/>
            <p:nvPr/>
          </p:nvSpPr>
          <p:spPr>
            <a:xfrm>
              <a:off x="1835393" y="1936620"/>
              <a:ext cx="14359" cy="21498"/>
            </a:xfrm>
            <a:custGeom>
              <a:rect b="b" l="l" r="r" t="t"/>
              <a:pathLst>
                <a:path extrusionOk="0" h="798" w="533">
                  <a:moveTo>
                    <a:pt x="267" y="1"/>
                  </a:moveTo>
                  <a:lnTo>
                    <a:pt x="187" y="54"/>
                  </a:lnTo>
                  <a:lnTo>
                    <a:pt x="107" y="107"/>
                  </a:lnTo>
                  <a:lnTo>
                    <a:pt x="81" y="187"/>
                  </a:lnTo>
                  <a:lnTo>
                    <a:pt x="1" y="506"/>
                  </a:lnTo>
                  <a:lnTo>
                    <a:pt x="1" y="612"/>
                  </a:lnTo>
                  <a:lnTo>
                    <a:pt x="28" y="692"/>
                  </a:lnTo>
                  <a:lnTo>
                    <a:pt x="81" y="771"/>
                  </a:lnTo>
                  <a:lnTo>
                    <a:pt x="160" y="798"/>
                  </a:lnTo>
                  <a:lnTo>
                    <a:pt x="293" y="798"/>
                  </a:lnTo>
                  <a:lnTo>
                    <a:pt x="373" y="771"/>
                  </a:lnTo>
                  <a:lnTo>
                    <a:pt x="426" y="692"/>
                  </a:lnTo>
                  <a:lnTo>
                    <a:pt x="453" y="638"/>
                  </a:lnTo>
                  <a:lnTo>
                    <a:pt x="532" y="293"/>
                  </a:lnTo>
                  <a:lnTo>
                    <a:pt x="532" y="213"/>
                  </a:lnTo>
                  <a:lnTo>
                    <a:pt x="506" y="134"/>
                  </a:lnTo>
                  <a:lnTo>
                    <a:pt x="453" y="54"/>
                  </a:lnTo>
                  <a:lnTo>
                    <a:pt x="373" y="27"/>
                  </a:lnTo>
                  <a:lnTo>
                    <a:pt x="26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8" name="Google Shape;2898;p61"/>
            <p:cNvSpPr/>
            <p:nvPr/>
          </p:nvSpPr>
          <p:spPr>
            <a:xfrm>
              <a:off x="1866913" y="1975279"/>
              <a:ext cx="21498" cy="15059"/>
            </a:xfrm>
            <a:custGeom>
              <a:rect b="b" l="l" r="r" t="t"/>
              <a:pathLst>
                <a:path extrusionOk="0" h="559" w="798">
                  <a:moveTo>
                    <a:pt x="505" y="1"/>
                  </a:moveTo>
                  <a:lnTo>
                    <a:pt x="186" y="80"/>
                  </a:lnTo>
                  <a:lnTo>
                    <a:pt x="80" y="134"/>
                  </a:lnTo>
                  <a:lnTo>
                    <a:pt x="27" y="187"/>
                  </a:lnTo>
                  <a:lnTo>
                    <a:pt x="0" y="293"/>
                  </a:lnTo>
                  <a:lnTo>
                    <a:pt x="0" y="373"/>
                  </a:lnTo>
                  <a:lnTo>
                    <a:pt x="27" y="452"/>
                  </a:lnTo>
                  <a:lnTo>
                    <a:pt x="80" y="506"/>
                  </a:lnTo>
                  <a:lnTo>
                    <a:pt x="160" y="532"/>
                  </a:lnTo>
                  <a:lnTo>
                    <a:pt x="239" y="559"/>
                  </a:lnTo>
                  <a:lnTo>
                    <a:pt x="293" y="559"/>
                  </a:lnTo>
                  <a:lnTo>
                    <a:pt x="611" y="479"/>
                  </a:lnTo>
                  <a:lnTo>
                    <a:pt x="691" y="426"/>
                  </a:lnTo>
                  <a:lnTo>
                    <a:pt x="771" y="373"/>
                  </a:lnTo>
                  <a:lnTo>
                    <a:pt x="797" y="266"/>
                  </a:lnTo>
                  <a:lnTo>
                    <a:pt x="797" y="187"/>
                  </a:lnTo>
                  <a:lnTo>
                    <a:pt x="744" y="107"/>
                  </a:lnTo>
                  <a:lnTo>
                    <a:pt x="691" y="27"/>
                  </a:lnTo>
                  <a:lnTo>
                    <a:pt x="61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9" name="Google Shape;2899;p61"/>
            <p:cNvSpPr/>
            <p:nvPr/>
          </p:nvSpPr>
          <p:spPr>
            <a:xfrm>
              <a:off x="1654272" y="1952380"/>
              <a:ext cx="18642" cy="19343"/>
            </a:xfrm>
            <a:custGeom>
              <a:rect b="b" l="l" r="r" t="t"/>
              <a:pathLst>
                <a:path extrusionOk="0" h="718" w="692">
                  <a:moveTo>
                    <a:pt x="240" y="0"/>
                  </a:moveTo>
                  <a:lnTo>
                    <a:pt x="134" y="27"/>
                  </a:lnTo>
                  <a:lnTo>
                    <a:pt x="54" y="80"/>
                  </a:lnTo>
                  <a:lnTo>
                    <a:pt x="1" y="160"/>
                  </a:lnTo>
                  <a:lnTo>
                    <a:pt x="1" y="239"/>
                  </a:lnTo>
                  <a:lnTo>
                    <a:pt x="1" y="319"/>
                  </a:lnTo>
                  <a:lnTo>
                    <a:pt x="54" y="399"/>
                  </a:lnTo>
                  <a:lnTo>
                    <a:pt x="293" y="638"/>
                  </a:lnTo>
                  <a:lnTo>
                    <a:pt x="373" y="691"/>
                  </a:lnTo>
                  <a:lnTo>
                    <a:pt x="453" y="718"/>
                  </a:lnTo>
                  <a:lnTo>
                    <a:pt x="559" y="691"/>
                  </a:lnTo>
                  <a:lnTo>
                    <a:pt x="639" y="638"/>
                  </a:lnTo>
                  <a:lnTo>
                    <a:pt x="692" y="558"/>
                  </a:lnTo>
                  <a:lnTo>
                    <a:pt x="692" y="479"/>
                  </a:lnTo>
                  <a:lnTo>
                    <a:pt x="692" y="399"/>
                  </a:lnTo>
                  <a:lnTo>
                    <a:pt x="639" y="319"/>
                  </a:lnTo>
                  <a:lnTo>
                    <a:pt x="399" y="80"/>
                  </a:lnTo>
                  <a:lnTo>
                    <a:pt x="320" y="27"/>
                  </a:lnTo>
                  <a:lnTo>
                    <a:pt x="240"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0" name="Google Shape;2900;p61"/>
            <p:cNvSpPr/>
            <p:nvPr/>
          </p:nvSpPr>
          <p:spPr>
            <a:xfrm>
              <a:off x="1677198" y="1936620"/>
              <a:ext cx="14332" cy="21498"/>
            </a:xfrm>
            <a:custGeom>
              <a:rect b="b" l="l" r="r" t="t"/>
              <a:pathLst>
                <a:path extrusionOk="0" h="798" w="532">
                  <a:moveTo>
                    <a:pt x="266" y="1"/>
                  </a:moveTo>
                  <a:lnTo>
                    <a:pt x="160" y="27"/>
                  </a:lnTo>
                  <a:lnTo>
                    <a:pt x="80" y="54"/>
                  </a:lnTo>
                  <a:lnTo>
                    <a:pt x="27" y="134"/>
                  </a:lnTo>
                  <a:lnTo>
                    <a:pt x="0" y="213"/>
                  </a:lnTo>
                  <a:lnTo>
                    <a:pt x="0" y="293"/>
                  </a:lnTo>
                  <a:lnTo>
                    <a:pt x="80" y="638"/>
                  </a:lnTo>
                  <a:lnTo>
                    <a:pt x="106" y="692"/>
                  </a:lnTo>
                  <a:lnTo>
                    <a:pt x="160" y="771"/>
                  </a:lnTo>
                  <a:lnTo>
                    <a:pt x="239" y="798"/>
                  </a:lnTo>
                  <a:lnTo>
                    <a:pt x="372" y="798"/>
                  </a:lnTo>
                  <a:lnTo>
                    <a:pt x="452" y="771"/>
                  </a:lnTo>
                  <a:lnTo>
                    <a:pt x="505" y="692"/>
                  </a:lnTo>
                  <a:lnTo>
                    <a:pt x="532" y="612"/>
                  </a:lnTo>
                  <a:lnTo>
                    <a:pt x="532" y="506"/>
                  </a:lnTo>
                  <a:lnTo>
                    <a:pt x="452" y="187"/>
                  </a:lnTo>
                  <a:lnTo>
                    <a:pt x="399" y="107"/>
                  </a:lnTo>
                  <a:lnTo>
                    <a:pt x="346" y="54"/>
                  </a:lnTo>
                  <a:lnTo>
                    <a:pt x="2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1" name="Google Shape;2901;p61"/>
            <p:cNvSpPr/>
            <p:nvPr/>
          </p:nvSpPr>
          <p:spPr>
            <a:xfrm>
              <a:off x="1638539" y="1975279"/>
              <a:ext cx="21498" cy="15059"/>
            </a:xfrm>
            <a:custGeom>
              <a:rect b="b" l="l" r="r" t="t"/>
              <a:pathLst>
                <a:path extrusionOk="0" h="559" w="798">
                  <a:moveTo>
                    <a:pt x="186" y="1"/>
                  </a:moveTo>
                  <a:lnTo>
                    <a:pt x="106" y="27"/>
                  </a:lnTo>
                  <a:lnTo>
                    <a:pt x="53" y="107"/>
                  </a:lnTo>
                  <a:lnTo>
                    <a:pt x="0" y="187"/>
                  </a:lnTo>
                  <a:lnTo>
                    <a:pt x="0" y="266"/>
                  </a:lnTo>
                  <a:lnTo>
                    <a:pt x="27" y="373"/>
                  </a:lnTo>
                  <a:lnTo>
                    <a:pt x="106" y="426"/>
                  </a:lnTo>
                  <a:lnTo>
                    <a:pt x="186" y="479"/>
                  </a:lnTo>
                  <a:lnTo>
                    <a:pt x="505" y="559"/>
                  </a:lnTo>
                  <a:lnTo>
                    <a:pt x="558" y="559"/>
                  </a:lnTo>
                  <a:lnTo>
                    <a:pt x="638" y="532"/>
                  </a:lnTo>
                  <a:lnTo>
                    <a:pt x="718" y="506"/>
                  </a:lnTo>
                  <a:lnTo>
                    <a:pt x="771" y="452"/>
                  </a:lnTo>
                  <a:lnTo>
                    <a:pt x="797" y="373"/>
                  </a:lnTo>
                  <a:lnTo>
                    <a:pt x="797" y="293"/>
                  </a:lnTo>
                  <a:lnTo>
                    <a:pt x="771" y="187"/>
                  </a:lnTo>
                  <a:lnTo>
                    <a:pt x="691" y="134"/>
                  </a:lnTo>
                  <a:lnTo>
                    <a:pt x="611" y="80"/>
                  </a:lnTo>
                  <a:lnTo>
                    <a:pt x="29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2" name="Google Shape;2902;p61"/>
            <p:cNvSpPr/>
            <p:nvPr/>
          </p:nvSpPr>
          <p:spPr>
            <a:xfrm>
              <a:off x="1752362" y="1980290"/>
              <a:ext cx="93805" cy="73762"/>
            </a:xfrm>
            <a:custGeom>
              <a:rect b="b" l="l" r="r" t="t"/>
              <a:pathLst>
                <a:path extrusionOk="0" h="2738" w="3482">
                  <a:moveTo>
                    <a:pt x="1914" y="1"/>
                  </a:moveTo>
                  <a:lnTo>
                    <a:pt x="1701" y="27"/>
                  </a:lnTo>
                  <a:lnTo>
                    <a:pt x="1515" y="54"/>
                  </a:lnTo>
                  <a:lnTo>
                    <a:pt x="1329" y="80"/>
                  </a:lnTo>
                  <a:lnTo>
                    <a:pt x="1170" y="160"/>
                  </a:lnTo>
                  <a:lnTo>
                    <a:pt x="1010" y="240"/>
                  </a:lnTo>
                  <a:lnTo>
                    <a:pt x="851" y="320"/>
                  </a:lnTo>
                  <a:lnTo>
                    <a:pt x="691" y="452"/>
                  </a:lnTo>
                  <a:lnTo>
                    <a:pt x="558" y="559"/>
                  </a:lnTo>
                  <a:lnTo>
                    <a:pt x="426" y="692"/>
                  </a:lnTo>
                  <a:lnTo>
                    <a:pt x="319" y="851"/>
                  </a:lnTo>
                  <a:lnTo>
                    <a:pt x="240" y="1011"/>
                  </a:lnTo>
                  <a:lnTo>
                    <a:pt x="160" y="1170"/>
                  </a:lnTo>
                  <a:lnTo>
                    <a:pt x="80" y="1329"/>
                  </a:lnTo>
                  <a:lnTo>
                    <a:pt x="54" y="1515"/>
                  </a:lnTo>
                  <a:lnTo>
                    <a:pt x="0" y="1701"/>
                  </a:lnTo>
                  <a:lnTo>
                    <a:pt x="0" y="1914"/>
                  </a:lnTo>
                  <a:lnTo>
                    <a:pt x="0" y="2180"/>
                  </a:lnTo>
                  <a:lnTo>
                    <a:pt x="27" y="2286"/>
                  </a:lnTo>
                  <a:lnTo>
                    <a:pt x="54" y="2392"/>
                  </a:lnTo>
                  <a:lnTo>
                    <a:pt x="107" y="2499"/>
                  </a:lnTo>
                  <a:lnTo>
                    <a:pt x="160" y="2578"/>
                  </a:lnTo>
                  <a:lnTo>
                    <a:pt x="240" y="2632"/>
                  </a:lnTo>
                  <a:lnTo>
                    <a:pt x="346" y="2685"/>
                  </a:lnTo>
                  <a:lnTo>
                    <a:pt x="452" y="2711"/>
                  </a:lnTo>
                  <a:lnTo>
                    <a:pt x="558" y="2738"/>
                  </a:lnTo>
                  <a:lnTo>
                    <a:pt x="1568" y="2738"/>
                  </a:lnTo>
                  <a:lnTo>
                    <a:pt x="1754" y="2711"/>
                  </a:lnTo>
                  <a:lnTo>
                    <a:pt x="1940" y="2685"/>
                  </a:lnTo>
                  <a:lnTo>
                    <a:pt x="2126" y="2658"/>
                  </a:lnTo>
                  <a:lnTo>
                    <a:pt x="2312" y="2578"/>
                  </a:lnTo>
                  <a:lnTo>
                    <a:pt x="2472" y="2499"/>
                  </a:lnTo>
                  <a:lnTo>
                    <a:pt x="2631" y="2419"/>
                  </a:lnTo>
                  <a:lnTo>
                    <a:pt x="2791" y="2286"/>
                  </a:lnTo>
                  <a:lnTo>
                    <a:pt x="2924" y="2180"/>
                  </a:lnTo>
                  <a:lnTo>
                    <a:pt x="3030" y="2047"/>
                  </a:lnTo>
                  <a:lnTo>
                    <a:pt x="3136" y="1887"/>
                  </a:lnTo>
                  <a:lnTo>
                    <a:pt x="3242" y="1728"/>
                  </a:lnTo>
                  <a:lnTo>
                    <a:pt x="3322" y="1569"/>
                  </a:lnTo>
                  <a:lnTo>
                    <a:pt x="3375" y="1409"/>
                  </a:lnTo>
                  <a:lnTo>
                    <a:pt x="3428" y="1223"/>
                  </a:lnTo>
                  <a:lnTo>
                    <a:pt x="3455" y="1037"/>
                  </a:lnTo>
                  <a:lnTo>
                    <a:pt x="3482" y="824"/>
                  </a:lnTo>
                  <a:lnTo>
                    <a:pt x="3482" y="293"/>
                  </a:lnTo>
                  <a:lnTo>
                    <a:pt x="3455" y="187"/>
                  </a:lnTo>
                  <a:lnTo>
                    <a:pt x="3402" y="80"/>
                  </a:lnTo>
                  <a:lnTo>
                    <a:pt x="3296" y="27"/>
                  </a:lnTo>
                  <a:lnTo>
                    <a:pt x="3189" y="1"/>
                  </a:lnTo>
                  <a:close/>
                </a:path>
              </a:pathLst>
            </a:custGeom>
            <a:solidFill>
              <a:srgbClr val="93C4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3" name="Google Shape;2903;p61"/>
            <p:cNvSpPr/>
            <p:nvPr/>
          </p:nvSpPr>
          <p:spPr>
            <a:xfrm>
              <a:off x="1753063" y="2005345"/>
              <a:ext cx="59457" cy="48007"/>
            </a:xfrm>
            <a:custGeom>
              <a:rect b="b" l="l" r="r" t="t"/>
              <a:pathLst>
                <a:path extrusionOk="0" h="1782" w="2207">
                  <a:moveTo>
                    <a:pt x="1861" y="1"/>
                  </a:moveTo>
                  <a:lnTo>
                    <a:pt x="1463" y="160"/>
                  </a:lnTo>
                  <a:lnTo>
                    <a:pt x="1117" y="346"/>
                  </a:lnTo>
                  <a:lnTo>
                    <a:pt x="798" y="532"/>
                  </a:lnTo>
                  <a:lnTo>
                    <a:pt x="559" y="745"/>
                  </a:lnTo>
                  <a:lnTo>
                    <a:pt x="346" y="931"/>
                  </a:lnTo>
                  <a:lnTo>
                    <a:pt x="187" y="1117"/>
                  </a:lnTo>
                  <a:lnTo>
                    <a:pt x="1" y="1383"/>
                  </a:lnTo>
                  <a:lnTo>
                    <a:pt x="54" y="1542"/>
                  </a:lnTo>
                  <a:lnTo>
                    <a:pt x="134" y="1648"/>
                  </a:lnTo>
                  <a:lnTo>
                    <a:pt x="267" y="1728"/>
                  </a:lnTo>
                  <a:lnTo>
                    <a:pt x="400" y="1781"/>
                  </a:lnTo>
                  <a:lnTo>
                    <a:pt x="426" y="1728"/>
                  </a:lnTo>
                  <a:lnTo>
                    <a:pt x="506" y="1595"/>
                  </a:lnTo>
                  <a:lnTo>
                    <a:pt x="639" y="1436"/>
                  </a:lnTo>
                  <a:lnTo>
                    <a:pt x="798" y="1276"/>
                  </a:lnTo>
                  <a:lnTo>
                    <a:pt x="1064" y="1037"/>
                  </a:lnTo>
                  <a:lnTo>
                    <a:pt x="1356" y="825"/>
                  </a:lnTo>
                  <a:lnTo>
                    <a:pt x="1675" y="665"/>
                  </a:lnTo>
                  <a:lnTo>
                    <a:pt x="2021" y="532"/>
                  </a:lnTo>
                  <a:lnTo>
                    <a:pt x="2127" y="479"/>
                  </a:lnTo>
                  <a:lnTo>
                    <a:pt x="2180" y="373"/>
                  </a:lnTo>
                  <a:lnTo>
                    <a:pt x="2207" y="293"/>
                  </a:lnTo>
                  <a:lnTo>
                    <a:pt x="2207" y="187"/>
                  </a:lnTo>
                  <a:lnTo>
                    <a:pt x="2153" y="81"/>
                  </a:lnTo>
                  <a:lnTo>
                    <a:pt x="2074" y="27"/>
                  </a:lnTo>
                  <a:lnTo>
                    <a:pt x="1967" y="1"/>
                  </a:lnTo>
                  <a:close/>
                </a:path>
              </a:pathLst>
            </a:custGeom>
            <a:solidFill>
              <a:schemeClr val="dk2">
                <a:alpha val="129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4" name="Google Shape;2904;p61"/>
            <p:cNvSpPr/>
            <p:nvPr/>
          </p:nvSpPr>
          <p:spPr>
            <a:xfrm>
              <a:off x="1680755" y="1980290"/>
              <a:ext cx="93832" cy="73762"/>
            </a:xfrm>
            <a:custGeom>
              <a:rect b="b" l="l" r="r" t="t"/>
              <a:pathLst>
                <a:path extrusionOk="0" h="2738" w="3483">
                  <a:moveTo>
                    <a:pt x="293" y="1"/>
                  </a:moveTo>
                  <a:lnTo>
                    <a:pt x="187" y="27"/>
                  </a:lnTo>
                  <a:lnTo>
                    <a:pt x="81" y="80"/>
                  </a:lnTo>
                  <a:lnTo>
                    <a:pt x="28" y="187"/>
                  </a:lnTo>
                  <a:lnTo>
                    <a:pt x="1" y="293"/>
                  </a:lnTo>
                  <a:lnTo>
                    <a:pt x="1" y="824"/>
                  </a:lnTo>
                  <a:lnTo>
                    <a:pt x="28" y="1037"/>
                  </a:lnTo>
                  <a:lnTo>
                    <a:pt x="54" y="1223"/>
                  </a:lnTo>
                  <a:lnTo>
                    <a:pt x="107" y="1409"/>
                  </a:lnTo>
                  <a:lnTo>
                    <a:pt x="160" y="1569"/>
                  </a:lnTo>
                  <a:lnTo>
                    <a:pt x="240" y="1728"/>
                  </a:lnTo>
                  <a:lnTo>
                    <a:pt x="346" y="1887"/>
                  </a:lnTo>
                  <a:lnTo>
                    <a:pt x="453" y="2047"/>
                  </a:lnTo>
                  <a:lnTo>
                    <a:pt x="559" y="2180"/>
                  </a:lnTo>
                  <a:lnTo>
                    <a:pt x="692" y="2286"/>
                  </a:lnTo>
                  <a:lnTo>
                    <a:pt x="851" y="2419"/>
                  </a:lnTo>
                  <a:lnTo>
                    <a:pt x="1011" y="2499"/>
                  </a:lnTo>
                  <a:lnTo>
                    <a:pt x="1170" y="2578"/>
                  </a:lnTo>
                  <a:lnTo>
                    <a:pt x="1356" y="2658"/>
                  </a:lnTo>
                  <a:lnTo>
                    <a:pt x="1516" y="2685"/>
                  </a:lnTo>
                  <a:lnTo>
                    <a:pt x="1728" y="2711"/>
                  </a:lnTo>
                  <a:lnTo>
                    <a:pt x="1914" y="2738"/>
                  </a:lnTo>
                  <a:lnTo>
                    <a:pt x="2924" y="2738"/>
                  </a:lnTo>
                  <a:lnTo>
                    <a:pt x="3030" y="2711"/>
                  </a:lnTo>
                  <a:lnTo>
                    <a:pt x="3137" y="2685"/>
                  </a:lnTo>
                  <a:lnTo>
                    <a:pt x="3243" y="2632"/>
                  </a:lnTo>
                  <a:lnTo>
                    <a:pt x="3323" y="2578"/>
                  </a:lnTo>
                  <a:lnTo>
                    <a:pt x="3376" y="2499"/>
                  </a:lnTo>
                  <a:lnTo>
                    <a:pt x="3429" y="2392"/>
                  </a:lnTo>
                  <a:lnTo>
                    <a:pt x="3456" y="2286"/>
                  </a:lnTo>
                  <a:lnTo>
                    <a:pt x="3482" y="2180"/>
                  </a:lnTo>
                  <a:lnTo>
                    <a:pt x="3482" y="1914"/>
                  </a:lnTo>
                  <a:lnTo>
                    <a:pt x="3456" y="1701"/>
                  </a:lnTo>
                  <a:lnTo>
                    <a:pt x="3429" y="1515"/>
                  </a:lnTo>
                  <a:lnTo>
                    <a:pt x="3402" y="1329"/>
                  </a:lnTo>
                  <a:lnTo>
                    <a:pt x="3323" y="1170"/>
                  </a:lnTo>
                  <a:lnTo>
                    <a:pt x="3243" y="1011"/>
                  </a:lnTo>
                  <a:lnTo>
                    <a:pt x="3163" y="851"/>
                  </a:lnTo>
                  <a:lnTo>
                    <a:pt x="3057" y="692"/>
                  </a:lnTo>
                  <a:lnTo>
                    <a:pt x="2924" y="559"/>
                  </a:lnTo>
                  <a:lnTo>
                    <a:pt x="2791" y="452"/>
                  </a:lnTo>
                  <a:lnTo>
                    <a:pt x="2632" y="320"/>
                  </a:lnTo>
                  <a:lnTo>
                    <a:pt x="2472" y="240"/>
                  </a:lnTo>
                  <a:lnTo>
                    <a:pt x="2313" y="160"/>
                  </a:lnTo>
                  <a:lnTo>
                    <a:pt x="2153" y="80"/>
                  </a:lnTo>
                  <a:lnTo>
                    <a:pt x="1967" y="54"/>
                  </a:lnTo>
                  <a:lnTo>
                    <a:pt x="1781" y="27"/>
                  </a:lnTo>
                  <a:lnTo>
                    <a:pt x="1569" y="1"/>
                  </a:lnTo>
                  <a:close/>
                </a:path>
              </a:pathLst>
            </a:custGeom>
            <a:solidFill>
              <a:srgbClr val="93C4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5" name="Google Shape;2905;p61"/>
            <p:cNvSpPr/>
            <p:nvPr/>
          </p:nvSpPr>
          <p:spPr>
            <a:xfrm>
              <a:off x="1714403" y="2005345"/>
              <a:ext cx="59457" cy="48007"/>
            </a:xfrm>
            <a:custGeom>
              <a:rect b="b" l="l" r="r" t="t"/>
              <a:pathLst>
                <a:path extrusionOk="0" h="1782" w="2207">
                  <a:moveTo>
                    <a:pt x="240" y="1"/>
                  </a:moveTo>
                  <a:lnTo>
                    <a:pt x="134" y="27"/>
                  </a:lnTo>
                  <a:lnTo>
                    <a:pt x="54" y="81"/>
                  </a:lnTo>
                  <a:lnTo>
                    <a:pt x="1" y="187"/>
                  </a:lnTo>
                  <a:lnTo>
                    <a:pt x="1" y="293"/>
                  </a:lnTo>
                  <a:lnTo>
                    <a:pt x="28" y="373"/>
                  </a:lnTo>
                  <a:lnTo>
                    <a:pt x="81" y="479"/>
                  </a:lnTo>
                  <a:lnTo>
                    <a:pt x="187" y="532"/>
                  </a:lnTo>
                  <a:lnTo>
                    <a:pt x="532" y="665"/>
                  </a:lnTo>
                  <a:lnTo>
                    <a:pt x="851" y="825"/>
                  </a:lnTo>
                  <a:lnTo>
                    <a:pt x="1144" y="1037"/>
                  </a:lnTo>
                  <a:lnTo>
                    <a:pt x="1409" y="1276"/>
                  </a:lnTo>
                  <a:lnTo>
                    <a:pt x="1569" y="1436"/>
                  </a:lnTo>
                  <a:lnTo>
                    <a:pt x="1675" y="1595"/>
                  </a:lnTo>
                  <a:lnTo>
                    <a:pt x="1781" y="1728"/>
                  </a:lnTo>
                  <a:lnTo>
                    <a:pt x="1808" y="1781"/>
                  </a:lnTo>
                  <a:lnTo>
                    <a:pt x="1941" y="1728"/>
                  </a:lnTo>
                  <a:lnTo>
                    <a:pt x="2074" y="1648"/>
                  </a:lnTo>
                  <a:lnTo>
                    <a:pt x="2153" y="1542"/>
                  </a:lnTo>
                  <a:lnTo>
                    <a:pt x="2207" y="1383"/>
                  </a:lnTo>
                  <a:lnTo>
                    <a:pt x="2021" y="1117"/>
                  </a:lnTo>
                  <a:lnTo>
                    <a:pt x="1861" y="931"/>
                  </a:lnTo>
                  <a:lnTo>
                    <a:pt x="1649" y="745"/>
                  </a:lnTo>
                  <a:lnTo>
                    <a:pt x="1409" y="532"/>
                  </a:lnTo>
                  <a:lnTo>
                    <a:pt x="1090" y="346"/>
                  </a:lnTo>
                  <a:lnTo>
                    <a:pt x="745" y="160"/>
                  </a:lnTo>
                  <a:lnTo>
                    <a:pt x="346" y="1"/>
                  </a:lnTo>
                  <a:close/>
                </a:path>
              </a:pathLst>
            </a:custGeom>
            <a:solidFill>
              <a:schemeClr val="dk2">
                <a:alpha val="129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06" name="Google Shape;2906;p61"/>
          <p:cNvGrpSpPr/>
          <p:nvPr/>
        </p:nvGrpSpPr>
        <p:grpSpPr>
          <a:xfrm rot="1335307">
            <a:off x="795905" y="1444523"/>
            <a:ext cx="719422" cy="719376"/>
            <a:chOff x="746487" y="1877917"/>
            <a:chExt cx="423152" cy="423125"/>
          </a:xfrm>
        </p:grpSpPr>
        <p:sp>
          <p:nvSpPr>
            <p:cNvPr id="2907" name="Google Shape;2907;p61"/>
            <p:cNvSpPr/>
            <p:nvPr/>
          </p:nvSpPr>
          <p:spPr>
            <a:xfrm>
              <a:off x="858182" y="2042577"/>
              <a:ext cx="105982" cy="105982"/>
            </a:xfrm>
            <a:custGeom>
              <a:rect b="b" l="l" r="r" t="t"/>
              <a:pathLst>
                <a:path extrusionOk="0" h="3934" w="3934">
                  <a:moveTo>
                    <a:pt x="1967" y="1"/>
                  </a:moveTo>
                  <a:lnTo>
                    <a:pt x="1781" y="27"/>
                  </a:lnTo>
                  <a:lnTo>
                    <a:pt x="1568" y="54"/>
                  </a:lnTo>
                  <a:lnTo>
                    <a:pt x="1382" y="107"/>
                  </a:lnTo>
                  <a:lnTo>
                    <a:pt x="1223" y="160"/>
                  </a:lnTo>
                  <a:lnTo>
                    <a:pt x="1037" y="240"/>
                  </a:lnTo>
                  <a:lnTo>
                    <a:pt x="877" y="346"/>
                  </a:lnTo>
                  <a:lnTo>
                    <a:pt x="718" y="452"/>
                  </a:lnTo>
                  <a:lnTo>
                    <a:pt x="585" y="585"/>
                  </a:lnTo>
                  <a:lnTo>
                    <a:pt x="452" y="718"/>
                  </a:lnTo>
                  <a:lnTo>
                    <a:pt x="346" y="878"/>
                  </a:lnTo>
                  <a:lnTo>
                    <a:pt x="240" y="1037"/>
                  </a:lnTo>
                  <a:lnTo>
                    <a:pt x="160" y="1196"/>
                  </a:lnTo>
                  <a:lnTo>
                    <a:pt x="107" y="1382"/>
                  </a:lnTo>
                  <a:lnTo>
                    <a:pt x="54" y="1568"/>
                  </a:lnTo>
                  <a:lnTo>
                    <a:pt x="27" y="1781"/>
                  </a:lnTo>
                  <a:lnTo>
                    <a:pt x="0" y="1967"/>
                  </a:lnTo>
                  <a:lnTo>
                    <a:pt x="27" y="2180"/>
                  </a:lnTo>
                  <a:lnTo>
                    <a:pt x="54" y="2366"/>
                  </a:lnTo>
                  <a:lnTo>
                    <a:pt x="107" y="2552"/>
                  </a:lnTo>
                  <a:lnTo>
                    <a:pt x="160" y="2738"/>
                  </a:lnTo>
                  <a:lnTo>
                    <a:pt x="240" y="2897"/>
                  </a:lnTo>
                  <a:lnTo>
                    <a:pt x="346" y="3083"/>
                  </a:lnTo>
                  <a:lnTo>
                    <a:pt x="452" y="3216"/>
                  </a:lnTo>
                  <a:lnTo>
                    <a:pt x="585" y="3375"/>
                  </a:lnTo>
                  <a:lnTo>
                    <a:pt x="718" y="3482"/>
                  </a:lnTo>
                  <a:lnTo>
                    <a:pt x="877" y="3615"/>
                  </a:lnTo>
                  <a:lnTo>
                    <a:pt x="1037" y="3694"/>
                  </a:lnTo>
                  <a:lnTo>
                    <a:pt x="1223" y="3774"/>
                  </a:lnTo>
                  <a:lnTo>
                    <a:pt x="1382" y="3854"/>
                  </a:lnTo>
                  <a:lnTo>
                    <a:pt x="1568" y="3907"/>
                  </a:lnTo>
                  <a:lnTo>
                    <a:pt x="1781" y="3934"/>
                  </a:lnTo>
                  <a:lnTo>
                    <a:pt x="2180" y="3934"/>
                  </a:lnTo>
                  <a:lnTo>
                    <a:pt x="2366" y="3907"/>
                  </a:lnTo>
                  <a:lnTo>
                    <a:pt x="2552" y="3854"/>
                  </a:lnTo>
                  <a:lnTo>
                    <a:pt x="2738" y="3774"/>
                  </a:lnTo>
                  <a:lnTo>
                    <a:pt x="2924" y="3694"/>
                  </a:lnTo>
                  <a:lnTo>
                    <a:pt x="3083" y="3615"/>
                  </a:lnTo>
                  <a:lnTo>
                    <a:pt x="3216" y="3482"/>
                  </a:lnTo>
                  <a:lnTo>
                    <a:pt x="3375" y="3375"/>
                  </a:lnTo>
                  <a:lnTo>
                    <a:pt x="3482" y="3216"/>
                  </a:lnTo>
                  <a:lnTo>
                    <a:pt x="3615" y="3083"/>
                  </a:lnTo>
                  <a:lnTo>
                    <a:pt x="3694" y="2897"/>
                  </a:lnTo>
                  <a:lnTo>
                    <a:pt x="3801" y="2738"/>
                  </a:lnTo>
                  <a:lnTo>
                    <a:pt x="3854" y="2552"/>
                  </a:lnTo>
                  <a:lnTo>
                    <a:pt x="3907" y="2366"/>
                  </a:lnTo>
                  <a:lnTo>
                    <a:pt x="3933" y="2180"/>
                  </a:lnTo>
                  <a:lnTo>
                    <a:pt x="3933" y="1967"/>
                  </a:lnTo>
                  <a:lnTo>
                    <a:pt x="3933" y="1781"/>
                  </a:lnTo>
                  <a:lnTo>
                    <a:pt x="3907" y="1568"/>
                  </a:lnTo>
                  <a:lnTo>
                    <a:pt x="3854" y="1382"/>
                  </a:lnTo>
                  <a:lnTo>
                    <a:pt x="3801" y="1196"/>
                  </a:lnTo>
                  <a:lnTo>
                    <a:pt x="3694" y="1037"/>
                  </a:lnTo>
                  <a:lnTo>
                    <a:pt x="3615" y="878"/>
                  </a:lnTo>
                  <a:lnTo>
                    <a:pt x="3482" y="718"/>
                  </a:lnTo>
                  <a:lnTo>
                    <a:pt x="3375" y="585"/>
                  </a:lnTo>
                  <a:lnTo>
                    <a:pt x="3216" y="452"/>
                  </a:lnTo>
                  <a:lnTo>
                    <a:pt x="3083" y="346"/>
                  </a:lnTo>
                  <a:lnTo>
                    <a:pt x="2924" y="240"/>
                  </a:lnTo>
                  <a:lnTo>
                    <a:pt x="2738" y="160"/>
                  </a:lnTo>
                  <a:lnTo>
                    <a:pt x="2552" y="107"/>
                  </a:lnTo>
                  <a:lnTo>
                    <a:pt x="2366" y="54"/>
                  </a:lnTo>
                  <a:lnTo>
                    <a:pt x="2180" y="27"/>
                  </a:lnTo>
                  <a:lnTo>
                    <a:pt x="1967" y="1"/>
                  </a:lnTo>
                  <a:close/>
                </a:path>
              </a:pathLst>
            </a:custGeom>
            <a:solidFill>
              <a:srgbClr val="F1FA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8" name="Google Shape;2908;p61"/>
            <p:cNvSpPr/>
            <p:nvPr/>
          </p:nvSpPr>
          <p:spPr>
            <a:xfrm>
              <a:off x="869632" y="2054026"/>
              <a:ext cx="83783" cy="83083"/>
            </a:xfrm>
            <a:custGeom>
              <a:rect b="b" l="l" r="r" t="t"/>
              <a:pathLst>
                <a:path extrusionOk="0" h="3084" w="3110">
                  <a:moveTo>
                    <a:pt x="2764" y="1"/>
                  </a:moveTo>
                  <a:lnTo>
                    <a:pt x="1" y="2764"/>
                  </a:lnTo>
                  <a:lnTo>
                    <a:pt x="160" y="2950"/>
                  </a:lnTo>
                  <a:lnTo>
                    <a:pt x="346" y="3083"/>
                  </a:lnTo>
                  <a:lnTo>
                    <a:pt x="3110" y="346"/>
                  </a:lnTo>
                  <a:lnTo>
                    <a:pt x="2950" y="160"/>
                  </a:lnTo>
                  <a:lnTo>
                    <a:pt x="2764" y="1"/>
                  </a:lnTo>
                  <a:close/>
                </a:path>
              </a:pathLst>
            </a:custGeom>
            <a:solidFill>
              <a:schemeClr val="dk2">
                <a:alpha val="129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9" name="Google Shape;2909;p61"/>
            <p:cNvSpPr/>
            <p:nvPr/>
          </p:nvSpPr>
          <p:spPr>
            <a:xfrm>
              <a:off x="1073679" y="2205809"/>
              <a:ext cx="95960" cy="95233"/>
            </a:xfrm>
            <a:custGeom>
              <a:rect b="b" l="l" r="r" t="t"/>
              <a:pathLst>
                <a:path extrusionOk="0" h="3535" w="3562">
                  <a:moveTo>
                    <a:pt x="1595" y="0"/>
                  </a:moveTo>
                  <a:lnTo>
                    <a:pt x="1435" y="27"/>
                  </a:lnTo>
                  <a:lnTo>
                    <a:pt x="1249" y="80"/>
                  </a:lnTo>
                  <a:lnTo>
                    <a:pt x="1090" y="133"/>
                  </a:lnTo>
                  <a:lnTo>
                    <a:pt x="930" y="213"/>
                  </a:lnTo>
                  <a:lnTo>
                    <a:pt x="797" y="293"/>
                  </a:lnTo>
                  <a:lnTo>
                    <a:pt x="665" y="399"/>
                  </a:lnTo>
                  <a:lnTo>
                    <a:pt x="532" y="505"/>
                  </a:lnTo>
                  <a:lnTo>
                    <a:pt x="425" y="638"/>
                  </a:lnTo>
                  <a:lnTo>
                    <a:pt x="319" y="771"/>
                  </a:lnTo>
                  <a:lnTo>
                    <a:pt x="213" y="904"/>
                  </a:lnTo>
                  <a:lnTo>
                    <a:pt x="160" y="1063"/>
                  </a:lnTo>
                  <a:lnTo>
                    <a:pt x="80" y="1223"/>
                  </a:lnTo>
                  <a:lnTo>
                    <a:pt x="53" y="1409"/>
                  </a:lnTo>
                  <a:lnTo>
                    <a:pt x="27" y="1568"/>
                  </a:lnTo>
                  <a:lnTo>
                    <a:pt x="0" y="1754"/>
                  </a:lnTo>
                  <a:lnTo>
                    <a:pt x="27" y="1940"/>
                  </a:lnTo>
                  <a:lnTo>
                    <a:pt x="53" y="2126"/>
                  </a:lnTo>
                  <a:lnTo>
                    <a:pt x="80" y="2286"/>
                  </a:lnTo>
                  <a:lnTo>
                    <a:pt x="160" y="2445"/>
                  </a:lnTo>
                  <a:lnTo>
                    <a:pt x="213" y="2605"/>
                  </a:lnTo>
                  <a:lnTo>
                    <a:pt x="319" y="2738"/>
                  </a:lnTo>
                  <a:lnTo>
                    <a:pt x="425" y="2897"/>
                  </a:lnTo>
                  <a:lnTo>
                    <a:pt x="532" y="3003"/>
                  </a:lnTo>
                  <a:lnTo>
                    <a:pt x="665" y="3136"/>
                  </a:lnTo>
                  <a:lnTo>
                    <a:pt x="797" y="3216"/>
                  </a:lnTo>
                  <a:lnTo>
                    <a:pt x="930" y="3322"/>
                  </a:lnTo>
                  <a:lnTo>
                    <a:pt x="1090" y="3402"/>
                  </a:lnTo>
                  <a:lnTo>
                    <a:pt x="1249" y="3455"/>
                  </a:lnTo>
                  <a:lnTo>
                    <a:pt x="1435" y="3482"/>
                  </a:lnTo>
                  <a:lnTo>
                    <a:pt x="1595" y="3508"/>
                  </a:lnTo>
                  <a:lnTo>
                    <a:pt x="1781" y="3535"/>
                  </a:lnTo>
                  <a:lnTo>
                    <a:pt x="1967" y="3508"/>
                  </a:lnTo>
                  <a:lnTo>
                    <a:pt x="2126" y="3482"/>
                  </a:lnTo>
                  <a:lnTo>
                    <a:pt x="2312" y="3455"/>
                  </a:lnTo>
                  <a:lnTo>
                    <a:pt x="2472" y="3402"/>
                  </a:lnTo>
                  <a:lnTo>
                    <a:pt x="2631" y="3322"/>
                  </a:lnTo>
                  <a:lnTo>
                    <a:pt x="2764" y="3216"/>
                  </a:lnTo>
                  <a:lnTo>
                    <a:pt x="2897" y="3136"/>
                  </a:lnTo>
                  <a:lnTo>
                    <a:pt x="3030" y="3003"/>
                  </a:lnTo>
                  <a:lnTo>
                    <a:pt x="3136" y="2897"/>
                  </a:lnTo>
                  <a:lnTo>
                    <a:pt x="3242" y="2738"/>
                  </a:lnTo>
                  <a:lnTo>
                    <a:pt x="3349" y="2605"/>
                  </a:lnTo>
                  <a:lnTo>
                    <a:pt x="3402" y="2445"/>
                  </a:lnTo>
                  <a:lnTo>
                    <a:pt x="3481" y="2286"/>
                  </a:lnTo>
                  <a:lnTo>
                    <a:pt x="3508" y="2126"/>
                  </a:lnTo>
                  <a:lnTo>
                    <a:pt x="3535" y="1940"/>
                  </a:lnTo>
                  <a:lnTo>
                    <a:pt x="3561" y="1754"/>
                  </a:lnTo>
                  <a:lnTo>
                    <a:pt x="3535" y="1568"/>
                  </a:lnTo>
                  <a:lnTo>
                    <a:pt x="3508" y="1409"/>
                  </a:lnTo>
                  <a:lnTo>
                    <a:pt x="3481" y="1223"/>
                  </a:lnTo>
                  <a:lnTo>
                    <a:pt x="3402" y="1063"/>
                  </a:lnTo>
                  <a:lnTo>
                    <a:pt x="3349" y="904"/>
                  </a:lnTo>
                  <a:lnTo>
                    <a:pt x="3242" y="771"/>
                  </a:lnTo>
                  <a:lnTo>
                    <a:pt x="3136" y="638"/>
                  </a:lnTo>
                  <a:lnTo>
                    <a:pt x="3030" y="505"/>
                  </a:lnTo>
                  <a:lnTo>
                    <a:pt x="2897" y="399"/>
                  </a:lnTo>
                  <a:lnTo>
                    <a:pt x="2764" y="293"/>
                  </a:lnTo>
                  <a:lnTo>
                    <a:pt x="2631" y="213"/>
                  </a:lnTo>
                  <a:lnTo>
                    <a:pt x="2472" y="133"/>
                  </a:lnTo>
                  <a:lnTo>
                    <a:pt x="2312" y="80"/>
                  </a:lnTo>
                  <a:lnTo>
                    <a:pt x="2126" y="27"/>
                  </a:lnTo>
                  <a:lnTo>
                    <a:pt x="1967"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0" name="Google Shape;2910;p61"/>
            <p:cNvSpPr/>
            <p:nvPr/>
          </p:nvSpPr>
          <p:spPr>
            <a:xfrm>
              <a:off x="1083701" y="2215103"/>
              <a:ext cx="75917" cy="75917"/>
            </a:xfrm>
            <a:custGeom>
              <a:rect b="b" l="l" r="r" t="t"/>
              <a:pathLst>
                <a:path extrusionOk="0" h="2818" w="2818">
                  <a:moveTo>
                    <a:pt x="2472" y="1"/>
                  </a:moveTo>
                  <a:lnTo>
                    <a:pt x="0" y="2499"/>
                  </a:lnTo>
                  <a:lnTo>
                    <a:pt x="160" y="2658"/>
                  </a:lnTo>
                  <a:lnTo>
                    <a:pt x="346" y="2818"/>
                  </a:lnTo>
                  <a:lnTo>
                    <a:pt x="2817" y="346"/>
                  </a:lnTo>
                  <a:lnTo>
                    <a:pt x="2658" y="160"/>
                  </a:lnTo>
                  <a:lnTo>
                    <a:pt x="2472" y="1"/>
                  </a:lnTo>
                  <a:close/>
                </a:path>
              </a:pathLst>
            </a:custGeom>
            <a:solidFill>
              <a:schemeClr val="dk2">
                <a:alpha val="129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1" name="Google Shape;2911;p61"/>
            <p:cNvSpPr/>
            <p:nvPr/>
          </p:nvSpPr>
          <p:spPr>
            <a:xfrm>
              <a:off x="909019" y="2178599"/>
              <a:ext cx="122442" cy="122442"/>
            </a:xfrm>
            <a:custGeom>
              <a:rect b="b" l="l" r="r" t="t"/>
              <a:pathLst>
                <a:path extrusionOk="0" h="4545" w="4545">
                  <a:moveTo>
                    <a:pt x="1302" y="1"/>
                  </a:moveTo>
                  <a:lnTo>
                    <a:pt x="1063" y="27"/>
                  </a:lnTo>
                  <a:lnTo>
                    <a:pt x="824" y="80"/>
                  </a:lnTo>
                  <a:lnTo>
                    <a:pt x="585" y="213"/>
                  </a:lnTo>
                  <a:lnTo>
                    <a:pt x="399" y="373"/>
                  </a:lnTo>
                  <a:lnTo>
                    <a:pt x="213" y="585"/>
                  </a:lnTo>
                  <a:lnTo>
                    <a:pt x="107" y="798"/>
                  </a:lnTo>
                  <a:lnTo>
                    <a:pt x="27" y="1037"/>
                  </a:lnTo>
                  <a:lnTo>
                    <a:pt x="0" y="1276"/>
                  </a:lnTo>
                  <a:lnTo>
                    <a:pt x="27" y="1542"/>
                  </a:lnTo>
                  <a:lnTo>
                    <a:pt x="107" y="1781"/>
                  </a:lnTo>
                  <a:lnTo>
                    <a:pt x="213" y="1994"/>
                  </a:lnTo>
                  <a:lnTo>
                    <a:pt x="399" y="2206"/>
                  </a:lnTo>
                  <a:lnTo>
                    <a:pt x="2365" y="4173"/>
                  </a:lnTo>
                  <a:lnTo>
                    <a:pt x="2551" y="4332"/>
                  </a:lnTo>
                  <a:lnTo>
                    <a:pt x="2791" y="4438"/>
                  </a:lnTo>
                  <a:lnTo>
                    <a:pt x="3030" y="4518"/>
                  </a:lnTo>
                  <a:lnTo>
                    <a:pt x="3269" y="4545"/>
                  </a:lnTo>
                  <a:lnTo>
                    <a:pt x="3508" y="4518"/>
                  </a:lnTo>
                  <a:lnTo>
                    <a:pt x="3747" y="4438"/>
                  </a:lnTo>
                  <a:lnTo>
                    <a:pt x="3986" y="4332"/>
                  </a:lnTo>
                  <a:lnTo>
                    <a:pt x="4172" y="4173"/>
                  </a:lnTo>
                  <a:lnTo>
                    <a:pt x="4358" y="3960"/>
                  </a:lnTo>
                  <a:lnTo>
                    <a:pt x="4465" y="3748"/>
                  </a:lnTo>
                  <a:lnTo>
                    <a:pt x="4544" y="3508"/>
                  </a:lnTo>
                  <a:lnTo>
                    <a:pt x="4544" y="3243"/>
                  </a:lnTo>
                  <a:lnTo>
                    <a:pt x="4544" y="3003"/>
                  </a:lnTo>
                  <a:lnTo>
                    <a:pt x="4465" y="2764"/>
                  </a:lnTo>
                  <a:lnTo>
                    <a:pt x="4358" y="2552"/>
                  </a:lnTo>
                  <a:lnTo>
                    <a:pt x="4172" y="2339"/>
                  </a:lnTo>
                  <a:lnTo>
                    <a:pt x="2206" y="373"/>
                  </a:lnTo>
                  <a:lnTo>
                    <a:pt x="2020" y="213"/>
                  </a:lnTo>
                  <a:lnTo>
                    <a:pt x="1781" y="80"/>
                  </a:lnTo>
                  <a:lnTo>
                    <a:pt x="1542" y="27"/>
                  </a:lnTo>
                  <a:lnTo>
                    <a:pt x="1302" y="1"/>
                  </a:lnTo>
                  <a:close/>
                </a:path>
              </a:pathLst>
            </a:custGeom>
            <a:solidFill>
              <a:srgbClr val="F1FA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2" name="Google Shape;2912;p61"/>
            <p:cNvSpPr/>
            <p:nvPr/>
          </p:nvSpPr>
          <p:spPr>
            <a:xfrm>
              <a:off x="909019" y="2178599"/>
              <a:ext cx="85939" cy="85939"/>
            </a:xfrm>
            <a:custGeom>
              <a:rect b="b" l="l" r="r" t="t"/>
              <a:pathLst>
                <a:path extrusionOk="0" h="3190" w="3190">
                  <a:moveTo>
                    <a:pt x="1302" y="1"/>
                  </a:moveTo>
                  <a:lnTo>
                    <a:pt x="1063" y="27"/>
                  </a:lnTo>
                  <a:lnTo>
                    <a:pt x="824" y="80"/>
                  </a:lnTo>
                  <a:lnTo>
                    <a:pt x="585" y="213"/>
                  </a:lnTo>
                  <a:lnTo>
                    <a:pt x="399" y="373"/>
                  </a:lnTo>
                  <a:lnTo>
                    <a:pt x="213" y="585"/>
                  </a:lnTo>
                  <a:lnTo>
                    <a:pt x="107" y="798"/>
                  </a:lnTo>
                  <a:lnTo>
                    <a:pt x="27" y="1037"/>
                  </a:lnTo>
                  <a:lnTo>
                    <a:pt x="0" y="1276"/>
                  </a:lnTo>
                  <a:lnTo>
                    <a:pt x="27" y="1542"/>
                  </a:lnTo>
                  <a:lnTo>
                    <a:pt x="107" y="1781"/>
                  </a:lnTo>
                  <a:lnTo>
                    <a:pt x="213" y="1994"/>
                  </a:lnTo>
                  <a:lnTo>
                    <a:pt x="399" y="2206"/>
                  </a:lnTo>
                  <a:lnTo>
                    <a:pt x="1382" y="3190"/>
                  </a:lnTo>
                  <a:lnTo>
                    <a:pt x="3189" y="1356"/>
                  </a:lnTo>
                  <a:lnTo>
                    <a:pt x="2206" y="373"/>
                  </a:lnTo>
                  <a:lnTo>
                    <a:pt x="2020" y="213"/>
                  </a:lnTo>
                  <a:lnTo>
                    <a:pt x="1781" y="80"/>
                  </a:lnTo>
                  <a:lnTo>
                    <a:pt x="1542" y="27"/>
                  </a:lnTo>
                  <a:lnTo>
                    <a:pt x="130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3" name="Google Shape;2913;p61"/>
            <p:cNvSpPr/>
            <p:nvPr/>
          </p:nvSpPr>
          <p:spPr>
            <a:xfrm>
              <a:off x="1100161" y="1877917"/>
              <a:ext cx="69478" cy="144641"/>
            </a:xfrm>
            <a:custGeom>
              <a:rect b="b" l="l" r="r" t="t"/>
              <a:pathLst>
                <a:path extrusionOk="0" h="5369" w="2579">
                  <a:moveTo>
                    <a:pt x="1276" y="1"/>
                  </a:moveTo>
                  <a:lnTo>
                    <a:pt x="1010" y="27"/>
                  </a:lnTo>
                  <a:lnTo>
                    <a:pt x="771" y="107"/>
                  </a:lnTo>
                  <a:lnTo>
                    <a:pt x="559" y="213"/>
                  </a:lnTo>
                  <a:lnTo>
                    <a:pt x="373" y="373"/>
                  </a:lnTo>
                  <a:lnTo>
                    <a:pt x="213" y="559"/>
                  </a:lnTo>
                  <a:lnTo>
                    <a:pt x="80" y="798"/>
                  </a:lnTo>
                  <a:lnTo>
                    <a:pt x="27" y="1037"/>
                  </a:lnTo>
                  <a:lnTo>
                    <a:pt x="0" y="1303"/>
                  </a:lnTo>
                  <a:lnTo>
                    <a:pt x="0" y="4066"/>
                  </a:lnTo>
                  <a:lnTo>
                    <a:pt x="27" y="4332"/>
                  </a:lnTo>
                  <a:lnTo>
                    <a:pt x="80" y="4571"/>
                  </a:lnTo>
                  <a:lnTo>
                    <a:pt x="213" y="4784"/>
                  </a:lnTo>
                  <a:lnTo>
                    <a:pt x="373" y="4970"/>
                  </a:lnTo>
                  <a:lnTo>
                    <a:pt x="559" y="5129"/>
                  </a:lnTo>
                  <a:lnTo>
                    <a:pt x="771" y="5262"/>
                  </a:lnTo>
                  <a:lnTo>
                    <a:pt x="1010" y="5342"/>
                  </a:lnTo>
                  <a:lnTo>
                    <a:pt x="1276" y="5369"/>
                  </a:lnTo>
                  <a:lnTo>
                    <a:pt x="1542" y="5342"/>
                  </a:lnTo>
                  <a:lnTo>
                    <a:pt x="1781" y="5262"/>
                  </a:lnTo>
                  <a:lnTo>
                    <a:pt x="1994" y="5129"/>
                  </a:lnTo>
                  <a:lnTo>
                    <a:pt x="2180" y="4970"/>
                  </a:lnTo>
                  <a:lnTo>
                    <a:pt x="2339" y="4784"/>
                  </a:lnTo>
                  <a:lnTo>
                    <a:pt x="2472" y="4571"/>
                  </a:lnTo>
                  <a:lnTo>
                    <a:pt x="2552" y="4332"/>
                  </a:lnTo>
                  <a:lnTo>
                    <a:pt x="2578" y="4066"/>
                  </a:lnTo>
                  <a:lnTo>
                    <a:pt x="2578" y="1303"/>
                  </a:lnTo>
                  <a:lnTo>
                    <a:pt x="2552" y="1037"/>
                  </a:lnTo>
                  <a:lnTo>
                    <a:pt x="2472" y="798"/>
                  </a:lnTo>
                  <a:lnTo>
                    <a:pt x="2339" y="559"/>
                  </a:lnTo>
                  <a:lnTo>
                    <a:pt x="2180" y="373"/>
                  </a:lnTo>
                  <a:lnTo>
                    <a:pt x="1994" y="213"/>
                  </a:lnTo>
                  <a:lnTo>
                    <a:pt x="1781" y="107"/>
                  </a:lnTo>
                  <a:lnTo>
                    <a:pt x="1542" y="27"/>
                  </a:lnTo>
                  <a:lnTo>
                    <a:pt x="127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4" name="Google Shape;2914;p61"/>
            <p:cNvSpPr/>
            <p:nvPr/>
          </p:nvSpPr>
          <p:spPr>
            <a:xfrm>
              <a:off x="1100161" y="1950225"/>
              <a:ext cx="69478" cy="72334"/>
            </a:xfrm>
            <a:custGeom>
              <a:rect b="b" l="l" r="r" t="t"/>
              <a:pathLst>
                <a:path extrusionOk="0" h="2685" w="2579">
                  <a:moveTo>
                    <a:pt x="0" y="1"/>
                  </a:moveTo>
                  <a:lnTo>
                    <a:pt x="0" y="1382"/>
                  </a:lnTo>
                  <a:lnTo>
                    <a:pt x="27" y="1648"/>
                  </a:lnTo>
                  <a:lnTo>
                    <a:pt x="80" y="1887"/>
                  </a:lnTo>
                  <a:lnTo>
                    <a:pt x="213" y="2100"/>
                  </a:lnTo>
                  <a:lnTo>
                    <a:pt x="373" y="2286"/>
                  </a:lnTo>
                  <a:lnTo>
                    <a:pt x="559" y="2445"/>
                  </a:lnTo>
                  <a:lnTo>
                    <a:pt x="771" y="2578"/>
                  </a:lnTo>
                  <a:lnTo>
                    <a:pt x="1010" y="2658"/>
                  </a:lnTo>
                  <a:lnTo>
                    <a:pt x="1276" y="2685"/>
                  </a:lnTo>
                  <a:lnTo>
                    <a:pt x="1542" y="2658"/>
                  </a:lnTo>
                  <a:lnTo>
                    <a:pt x="1781" y="2578"/>
                  </a:lnTo>
                  <a:lnTo>
                    <a:pt x="1994" y="2445"/>
                  </a:lnTo>
                  <a:lnTo>
                    <a:pt x="2180" y="2286"/>
                  </a:lnTo>
                  <a:lnTo>
                    <a:pt x="2339" y="2100"/>
                  </a:lnTo>
                  <a:lnTo>
                    <a:pt x="2472" y="1887"/>
                  </a:lnTo>
                  <a:lnTo>
                    <a:pt x="2552" y="1648"/>
                  </a:lnTo>
                  <a:lnTo>
                    <a:pt x="2578" y="1382"/>
                  </a:lnTo>
                  <a:lnTo>
                    <a:pt x="2578"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5" name="Google Shape;2915;p61"/>
            <p:cNvSpPr/>
            <p:nvPr/>
          </p:nvSpPr>
          <p:spPr>
            <a:xfrm>
              <a:off x="746487" y="2055454"/>
              <a:ext cx="69478" cy="144641"/>
            </a:xfrm>
            <a:custGeom>
              <a:rect b="b" l="l" r="r" t="t"/>
              <a:pathLst>
                <a:path extrusionOk="0" h="5369" w="2579">
                  <a:moveTo>
                    <a:pt x="1276" y="1"/>
                  </a:moveTo>
                  <a:lnTo>
                    <a:pt x="1037" y="28"/>
                  </a:lnTo>
                  <a:lnTo>
                    <a:pt x="798" y="107"/>
                  </a:lnTo>
                  <a:lnTo>
                    <a:pt x="559" y="214"/>
                  </a:lnTo>
                  <a:lnTo>
                    <a:pt x="373" y="373"/>
                  </a:lnTo>
                  <a:lnTo>
                    <a:pt x="214" y="559"/>
                  </a:lnTo>
                  <a:lnTo>
                    <a:pt x="107" y="798"/>
                  </a:lnTo>
                  <a:lnTo>
                    <a:pt x="28" y="1037"/>
                  </a:lnTo>
                  <a:lnTo>
                    <a:pt x="1" y="1276"/>
                  </a:lnTo>
                  <a:lnTo>
                    <a:pt x="1" y="4067"/>
                  </a:lnTo>
                  <a:lnTo>
                    <a:pt x="28" y="4332"/>
                  </a:lnTo>
                  <a:lnTo>
                    <a:pt x="107" y="4572"/>
                  </a:lnTo>
                  <a:lnTo>
                    <a:pt x="214" y="4784"/>
                  </a:lnTo>
                  <a:lnTo>
                    <a:pt x="373" y="4970"/>
                  </a:lnTo>
                  <a:lnTo>
                    <a:pt x="559" y="5130"/>
                  </a:lnTo>
                  <a:lnTo>
                    <a:pt x="798" y="5263"/>
                  </a:lnTo>
                  <a:lnTo>
                    <a:pt x="1037" y="5342"/>
                  </a:lnTo>
                  <a:lnTo>
                    <a:pt x="1276" y="5369"/>
                  </a:lnTo>
                  <a:lnTo>
                    <a:pt x="1542" y="5342"/>
                  </a:lnTo>
                  <a:lnTo>
                    <a:pt x="1781" y="5263"/>
                  </a:lnTo>
                  <a:lnTo>
                    <a:pt x="2021" y="5130"/>
                  </a:lnTo>
                  <a:lnTo>
                    <a:pt x="2207" y="4970"/>
                  </a:lnTo>
                  <a:lnTo>
                    <a:pt x="2366" y="4784"/>
                  </a:lnTo>
                  <a:lnTo>
                    <a:pt x="2472" y="4572"/>
                  </a:lnTo>
                  <a:lnTo>
                    <a:pt x="2552" y="4332"/>
                  </a:lnTo>
                  <a:lnTo>
                    <a:pt x="2579" y="4067"/>
                  </a:lnTo>
                  <a:lnTo>
                    <a:pt x="2579" y="1276"/>
                  </a:lnTo>
                  <a:lnTo>
                    <a:pt x="2552" y="1037"/>
                  </a:lnTo>
                  <a:lnTo>
                    <a:pt x="2472" y="798"/>
                  </a:lnTo>
                  <a:lnTo>
                    <a:pt x="2366" y="559"/>
                  </a:lnTo>
                  <a:lnTo>
                    <a:pt x="2207" y="373"/>
                  </a:lnTo>
                  <a:lnTo>
                    <a:pt x="2021" y="214"/>
                  </a:lnTo>
                  <a:lnTo>
                    <a:pt x="1781" y="107"/>
                  </a:lnTo>
                  <a:lnTo>
                    <a:pt x="1542" y="28"/>
                  </a:lnTo>
                  <a:lnTo>
                    <a:pt x="1276" y="1"/>
                  </a:lnTo>
                  <a:close/>
                </a:path>
              </a:pathLst>
            </a:custGeom>
            <a:solidFill>
              <a:srgbClr val="FB4A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6" name="Google Shape;2916;p61"/>
            <p:cNvSpPr/>
            <p:nvPr/>
          </p:nvSpPr>
          <p:spPr>
            <a:xfrm>
              <a:off x="746487" y="2055454"/>
              <a:ext cx="69478" cy="72334"/>
            </a:xfrm>
            <a:custGeom>
              <a:rect b="b" l="l" r="r" t="t"/>
              <a:pathLst>
                <a:path extrusionOk="0" h="2685" w="2579">
                  <a:moveTo>
                    <a:pt x="1276" y="1"/>
                  </a:moveTo>
                  <a:lnTo>
                    <a:pt x="1037" y="28"/>
                  </a:lnTo>
                  <a:lnTo>
                    <a:pt x="798" y="107"/>
                  </a:lnTo>
                  <a:lnTo>
                    <a:pt x="559" y="214"/>
                  </a:lnTo>
                  <a:lnTo>
                    <a:pt x="373" y="373"/>
                  </a:lnTo>
                  <a:lnTo>
                    <a:pt x="214" y="559"/>
                  </a:lnTo>
                  <a:lnTo>
                    <a:pt x="107" y="798"/>
                  </a:lnTo>
                  <a:lnTo>
                    <a:pt x="28" y="1037"/>
                  </a:lnTo>
                  <a:lnTo>
                    <a:pt x="1" y="1276"/>
                  </a:lnTo>
                  <a:lnTo>
                    <a:pt x="1" y="2685"/>
                  </a:lnTo>
                  <a:lnTo>
                    <a:pt x="2579" y="2685"/>
                  </a:lnTo>
                  <a:lnTo>
                    <a:pt x="2579" y="1276"/>
                  </a:lnTo>
                  <a:lnTo>
                    <a:pt x="2552" y="1037"/>
                  </a:lnTo>
                  <a:lnTo>
                    <a:pt x="2472" y="798"/>
                  </a:lnTo>
                  <a:lnTo>
                    <a:pt x="2366" y="559"/>
                  </a:lnTo>
                  <a:lnTo>
                    <a:pt x="2207" y="373"/>
                  </a:lnTo>
                  <a:lnTo>
                    <a:pt x="2021" y="214"/>
                  </a:lnTo>
                  <a:lnTo>
                    <a:pt x="1781" y="107"/>
                  </a:lnTo>
                  <a:lnTo>
                    <a:pt x="1542" y="28"/>
                  </a:lnTo>
                  <a:lnTo>
                    <a:pt x="127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7" name="Google Shape;2917;p61"/>
            <p:cNvSpPr/>
            <p:nvPr/>
          </p:nvSpPr>
          <p:spPr>
            <a:xfrm>
              <a:off x="934073" y="1887939"/>
              <a:ext cx="126726" cy="126753"/>
            </a:xfrm>
            <a:custGeom>
              <a:rect b="b" l="l" r="r" t="t"/>
              <a:pathLst>
                <a:path extrusionOk="0" h="4705" w="4704">
                  <a:moveTo>
                    <a:pt x="3428" y="1"/>
                  </a:moveTo>
                  <a:lnTo>
                    <a:pt x="3216" y="27"/>
                  </a:lnTo>
                  <a:lnTo>
                    <a:pt x="3003" y="80"/>
                  </a:lnTo>
                  <a:lnTo>
                    <a:pt x="2791" y="160"/>
                  </a:lnTo>
                  <a:lnTo>
                    <a:pt x="2578" y="240"/>
                  </a:lnTo>
                  <a:lnTo>
                    <a:pt x="2339" y="373"/>
                  </a:lnTo>
                  <a:lnTo>
                    <a:pt x="2126" y="506"/>
                  </a:lnTo>
                  <a:lnTo>
                    <a:pt x="1887" y="638"/>
                  </a:lnTo>
                  <a:lnTo>
                    <a:pt x="1674" y="824"/>
                  </a:lnTo>
                  <a:lnTo>
                    <a:pt x="1435" y="1010"/>
                  </a:lnTo>
                  <a:lnTo>
                    <a:pt x="1223" y="1196"/>
                  </a:lnTo>
                  <a:lnTo>
                    <a:pt x="1010" y="1436"/>
                  </a:lnTo>
                  <a:lnTo>
                    <a:pt x="824" y="1648"/>
                  </a:lnTo>
                  <a:lnTo>
                    <a:pt x="665" y="1861"/>
                  </a:lnTo>
                  <a:lnTo>
                    <a:pt x="505" y="2100"/>
                  </a:lnTo>
                  <a:lnTo>
                    <a:pt x="372" y="2313"/>
                  </a:lnTo>
                  <a:lnTo>
                    <a:pt x="266" y="2552"/>
                  </a:lnTo>
                  <a:lnTo>
                    <a:pt x="186" y="2764"/>
                  </a:lnTo>
                  <a:lnTo>
                    <a:pt x="107" y="3004"/>
                  </a:lnTo>
                  <a:lnTo>
                    <a:pt x="53" y="3216"/>
                  </a:lnTo>
                  <a:lnTo>
                    <a:pt x="27" y="3402"/>
                  </a:lnTo>
                  <a:lnTo>
                    <a:pt x="0" y="3615"/>
                  </a:lnTo>
                  <a:lnTo>
                    <a:pt x="27" y="3801"/>
                  </a:lnTo>
                  <a:lnTo>
                    <a:pt x="53" y="3960"/>
                  </a:lnTo>
                  <a:lnTo>
                    <a:pt x="107" y="4120"/>
                  </a:lnTo>
                  <a:lnTo>
                    <a:pt x="186" y="4279"/>
                  </a:lnTo>
                  <a:lnTo>
                    <a:pt x="293" y="4412"/>
                  </a:lnTo>
                  <a:lnTo>
                    <a:pt x="426" y="4492"/>
                  </a:lnTo>
                  <a:lnTo>
                    <a:pt x="585" y="4598"/>
                  </a:lnTo>
                  <a:lnTo>
                    <a:pt x="744" y="4651"/>
                  </a:lnTo>
                  <a:lnTo>
                    <a:pt x="904" y="4678"/>
                  </a:lnTo>
                  <a:lnTo>
                    <a:pt x="1090" y="4704"/>
                  </a:lnTo>
                  <a:lnTo>
                    <a:pt x="1276" y="4678"/>
                  </a:lnTo>
                  <a:lnTo>
                    <a:pt x="1488" y="4651"/>
                  </a:lnTo>
                  <a:lnTo>
                    <a:pt x="1701" y="4598"/>
                  </a:lnTo>
                  <a:lnTo>
                    <a:pt x="1940" y="4518"/>
                  </a:lnTo>
                  <a:lnTo>
                    <a:pt x="2153" y="4439"/>
                  </a:lnTo>
                  <a:lnTo>
                    <a:pt x="2365" y="4332"/>
                  </a:lnTo>
                  <a:lnTo>
                    <a:pt x="2605" y="4199"/>
                  </a:lnTo>
                  <a:lnTo>
                    <a:pt x="2844" y="4040"/>
                  </a:lnTo>
                  <a:lnTo>
                    <a:pt x="3056" y="3880"/>
                  </a:lnTo>
                  <a:lnTo>
                    <a:pt x="3269" y="3668"/>
                  </a:lnTo>
                  <a:lnTo>
                    <a:pt x="3508" y="3482"/>
                  </a:lnTo>
                  <a:lnTo>
                    <a:pt x="3694" y="3269"/>
                  </a:lnTo>
                  <a:lnTo>
                    <a:pt x="3880" y="3030"/>
                  </a:lnTo>
                  <a:lnTo>
                    <a:pt x="4066" y="2817"/>
                  </a:lnTo>
                  <a:lnTo>
                    <a:pt x="4199" y="2578"/>
                  </a:lnTo>
                  <a:lnTo>
                    <a:pt x="4332" y="2366"/>
                  </a:lnTo>
                  <a:lnTo>
                    <a:pt x="4465" y="2127"/>
                  </a:lnTo>
                  <a:lnTo>
                    <a:pt x="4544" y="1914"/>
                  </a:lnTo>
                  <a:lnTo>
                    <a:pt x="4624" y="1701"/>
                  </a:lnTo>
                  <a:lnTo>
                    <a:pt x="4677" y="1462"/>
                  </a:lnTo>
                  <a:lnTo>
                    <a:pt x="4704" y="1276"/>
                  </a:lnTo>
                  <a:lnTo>
                    <a:pt x="4704" y="1064"/>
                  </a:lnTo>
                  <a:lnTo>
                    <a:pt x="4704" y="878"/>
                  </a:lnTo>
                  <a:lnTo>
                    <a:pt x="4651" y="718"/>
                  </a:lnTo>
                  <a:lnTo>
                    <a:pt x="4598" y="559"/>
                  </a:lnTo>
                  <a:lnTo>
                    <a:pt x="4518" y="399"/>
                  </a:lnTo>
                  <a:lnTo>
                    <a:pt x="4412" y="293"/>
                  </a:lnTo>
                  <a:lnTo>
                    <a:pt x="4305" y="187"/>
                  </a:lnTo>
                  <a:lnTo>
                    <a:pt x="4146" y="107"/>
                  </a:lnTo>
                  <a:lnTo>
                    <a:pt x="3986" y="27"/>
                  </a:lnTo>
                  <a:lnTo>
                    <a:pt x="382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8" name="Google Shape;2918;p61"/>
            <p:cNvSpPr/>
            <p:nvPr/>
          </p:nvSpPr>
          <p:spPr>
            <a:xfrm>
              <a:off x="962711" y="1915876"/>
              <a:ext cx="70179" cy="70179"/>
            </a:xfrm>
            <a:custGeom>
              <a:rect b="b" l="l" r="r" t="t"/>
              <a:pathLst>
                <a:path extrusionOk="0" h="2605" w="2605">
                  <a:moveTo>
                    <a:pt x="346" y="0"/>
                  </a:moveTo>
                  <a:lnTo>
                    <a:pt x="160" y="159"/>
                  </a:lnTo>
                  <a:lnTo>
                    <a:pt x="0" y="346"/>
                  </a:lnTo>
                  <a:lnTo>
                    <a:pt x="2259" y="2604"/>
                  </a:lnTo>
                  <a:lnTo>
                    <a:pt x="2445" y="2445"/>
                  </a:lnTo>
                  <a:lnTo>
                    <a:pt x="2605" y="2259"/>
                  </a:lnTo>
                  <a:lnTo>
                    <a:pt x="346" y="0"/>
                  </a:lnTo>
                  <a:close/>
                </a:path>
              </a:pathLst>
            </a:custGeom>
            <a:solidFill>
              <a:schemeClr val="dk2">
                <a:alpha val="129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9" name="Google Shape;2919;p61"/>
            <p:cNvSpPr/>
            <p:nvPr/>
          </p:nvSpPr>
          <p:spPr>
            <a:xfrm>
              <a:off x="756509" y="2228708"/>
              <a:ext cx="130336" cy="72334"/>
            </a:xfrm>
            <a:custGeom>
              <a:rect b="b" l="l" r="r" t="t"/>
              <a:pathLst>
                <a:path extrusionOk="0" h="2685" w="4838">
                  <a:moveTo>
                    <a:pt x="2419" y="1"/>
                  </a:moveTo>
                  <a:lnTo>
                    <a:pt x="1914" y="27"/>
                  </a:lnTo>
                  <a:lnTo>
                    <a:pt x="1463" y="107"/>
                  </a:lnTo>
                  <a:lnTo>
                    <a:pt x="1064" y="240"/>
                  </a:lnTo>
                  <a:lnTo>
                    <a:pt x="692" y="399"/>
                  </a:lnTo>
                  <a:lnTo>
                    <a:pt x="532" y="506"/>
                  </a:lnTo>
                  <a:lnTo>
                    <a:pt x="400" y="612"/>
                  </a:lnTo>
                  <a:lnTo>
                    <a:pt x="293" y="718"/>
                  </a:lnTo>
                  <a:lnTo>
                    <a:pt x="187" y="825"/>
                  </a:lnTo>
                  <a:lnTo>
                    <a:pt x="107" y="957"/>
                  </a:lnTo>
                  <a:lnTo>
                    <a:pt x="54" y="1090"/>
                  </a:lnTo>
                  <a:lnTo>
                    <a:pt x="1" y="1223"/>
                  </a:lnTo>
                  <a:lnTo>
                    <a:pt x="1" y="1356"/>
                  </a:lnTo>
                  <a:lnTo>
                    <a:pt x="1" y="1489"/>
                  </a:lnTo>
                  <a:lnTo>
                    <a:pt x="54" y="1622"/>
                  </a:lnTo>
                  <a:lnTo>
                    <a:pt x="107" y="1755"/>
                  </a:lnTo>
                  <a:lnTo>
                    <a:pt x="187" y="1861"/>
                  </a:lnTo>
                  <a:lnTo>
                    <a:pt x="293" y="1994"/>
                  </a:lnTo>
                  <a:lnTo>
                    <a:pt x="400" y="2100"/>
                  </a:lnTo>
                  <a:lnTo>
                    <a:pt x="532" y="2206"/>
                  </a:lnTo>
                  <a:lnTo>
                    <a:pt x="692" y="2286"/>
                  </a:lnTo>
                  <a:lnTo>
                    <a:pt x="1064" y="2446"/>
                  </a:lnTo>
                  <a:lnTo>
                    <a:pt x="1463" y="2578"/>
                  </a:lnTo>
                  <a:lnTo>
                    <a:pt x="1914" y="2658"/>
                  </a:lnTo>
                  <a:lnTo>
                    <a:pt x="2419" y="2685"/>
                  </a:lnTo>
                  <a:lnTo>
                    <a:pt x="2898" y="2658"/>
                  </a:lnTo>
                  <a:lnTo>
                    <a:pt x="3349" y="2578"/>
                  </a:lnTo>
                  <a:lnTo>
                    <a:pt x="3774" y="2446"/>
                  </a:lnTo>
                  <a:lnTo>
                    <a:pt x="4120" y="2286"/>
                  </a:lnTo>
                  <a:lnTo>
                    <a:pt x="4279" y="2206"/>
                  </a:lnTo>
                  <a:lnTo>
                    <a:pt x="4412" y="2100"/>
                  </a:lnTo>
                  <a:lnTo>
                    <a:pt x="4545" y="1994"/>
                  </a:lnTo>
                  <a:lnTo>
                    <a:pt x="4651" y="1861"/>
                  </a:lnTo>
                  <a:lnTo>
                    <a:pt x="4731" y="1755"/>
                  </a:lnTo>
                  <a:lnTo>
                    <a:pt x="4784" y="1622"/>
                  </a:lnTo>
                  <a:lnTo>
                    <a:pt x="4811" y="1489"/>
                  </a:lnTo>
                  <a:lnTo>
                    <a:pt x="4837" y="1356"/>
                  </a:lnTo>
                  <a:lnTo>
                    <a:pt x="4811" y="1223"/>
                  </a:lnTo>
                  <a:lnTo>
                    <a:pt x="4784" y="1090"/>
                  </a:lnTo>
                  <a:lnTo>
                    <a:pt x="4731" y="957"/>
                  </a:lnTo>
                  <a:lnTo>
                    <a:pt x="4651" y="825"/>
                  </a:lnTo>
                  <a:lnTo>
                    <a:pt x="4545" y="718"/>
                  </a:lnTo>
                  <a:lnTo>
                    <a:pt x="4412" y="612"/>
                  </a:lnTo>
                  <a:lnTo>
                    <a:pt x="4279" y="506"/>
                  </a:lnTo>
                  <a:lnTo>
                    <a:pt x="4120" y="399"/>
                  </a:lnTo>
                  <a:lnTo>
                    <a:pt x="3774" y="240"/>
                  </a:lnTo>
                  <a:lnTo>
                    <a:pt x="3349" y="107"/>
                  </a:lnTo>
                  <a:lnTo>
                    <a:pt x="2898" y="27"/>
                  </a:lnTo>
                  <a:lnTo>
                    <a:pt x="241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0" name="Google Shape;2920;p61"/>
            <p:cNvSpPr/>
            <p:nvPr/>
          </p:nvSpPr>
          <p:spPr>
            <a:xfrm>
              <a:off x="815239" y="2228708"/>
              <a:ext cx="12904" cy="72334"/>
            </a:xfrm>
            <a:custGeom>
              <a:rect b="b" l="l" r="r" t="t"/>
              <a:pathLst>
                <a:path extrusionOk="0" h="2685" w="479">
                  <a:moveTo>
                    <a:pt x="239" y="1"/>
                  </a:moveTo>
                  <a:lnTo>
                    <a:pt x="0" y="27"/>
                  </a:lnTo>
                  <a:lnTo>
                    <a:pt x="0" y="2658"/>
                  </a:lnTo>
                  <a:lnTo>
                    <a:pt x="239" y="2685"/>
                  </a:lnTo>
                  <a:lnTo>
                    <a:pt x="478" y="2658"/>
                  </a:lnTo>
                  <a:lnTo>
                    <a:pt x="478" y="27"/>
                  </a:lnTo>
                  <a:lnTo>
                    <a:pt x="239" y="1"/>
                  </a:lnTo>
                  <a:close/>
                </a:path>
              </a:pathLst>
            </a:custGeom>
            <a:solidFill>
              <a:schemeClr val="dk2">
                <a:alpha val="129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1" name="Google Shape;2921;p61"/>
            <p:cNvSpPr/>
            <p:nvPr/>
          </p:nvSpPr>
          <p:spPr>
            <a:xfrm>
              <a:off x="746487" y="1877917"/>
              <a:ext cx="149652" cy="150379"/>
            </a:xfrm>
            <a:custGeom>
              <a:rect b="b" l="l" r="r" t="t"/>
              <a:pathLst>
                <a:path extrusionOk="0" h="5582" w="5555">
                  <a:moveTo>
                    <a:pt x="2791" y="1"/>
                  </a:moveTo>
                  <a:lnTo>
                    <a:pt x="2499" y="27"/>
                  </a:lnTo>
                  <a:lnTo>
                    <a:pt x="2233" y="54"/>
                  </a:lnTo>
                  <a:lnTo>
                    <a:pt x="1967" y="134"/>
                  </a:lnTo>
                  <a:lnTo>
                    <a:pt x="1702" y="213"/>
                  </a:lnTo>
                  <a:lnTo>
                    <a:pt x="1463" y="346"/>
                  </a:lnTo>
                  <a:lnTo>
                    <a:pt x="1223" y="479"/>
                  </a:lnTo>
                  <a:lnTo>
                    <a:pt x="1011" y="638"/>
                  </a:lnTo>
                  <a:lnTo>
                    <a:pt x="825" y="824"/>
                  </a:lnTo>
                  <a:lnTo>
                    <a:pt x="639" y="1010"/>
                  </a:lnTo>
                  <a:lnTo>
                    <a:pt x="479" y="1223"/>
                  </a:lnTo>
                  <a:lnTo>
                    <a:pt x="346" y="1462"/>
                  </a:lnTo>
                  <a:lnTo>
                    <a:pt x="214" y="1701"/>
                  </a:lnTo>
                  <a:lnTo>
                    <a:pt x="134" y="1967"/>
                  </a:lnTo>
                  <a:lnTo>
                    <a:pt x="54" y="2233"/>
                  </a:lnTo>
                  <a:lnTo>
                    <a:pt x="1" y="2499"/>
                  </a:lnTo>
                  <a:lnTo>
                    <a:pt x="1" y="2791"/>
                  </a:lnTo>
                  <a:lnTo>
                    <a:pt x="1" y="3057"/>
                  </a:lnTo>
                  <a:lnTo>
                    <a:pt x="54" y="3349"/>
                  </a:lnTo>
                  <a:lnTo>
                    <a:pt x="134" y="3615"/>
                  </a:lnTo>
                  <a:lnTo>
                    <a:pt x="214" y="3880"/>
                  </a:lnTo>
                  <a:lnTo>
                    <a:pt x="346" y="4120"/>
                  </a:lnTo>
                  <a:lnTo>
                    <a:pt x="479" y="4332"/>
                  </a:lnTo>
                  <a:lnTo>
                    <a:pt x="639" y="4545"/>
                  </a:lnTo>
                  <a:lnTo>
                    <a:pt x="825" y="4757"/>
                  </a:lnTo>
                  <a:lnTo>
                    <a:pt x="1011" y="4943"/>
                  </a:lnTo>
                  <a:lnTo>
                    <a:pt x="1223" y="5103"/>
                  </a:lnTo>
                  <a:lnTo>
                    <a:pt x="1463" y="5236"/>
                  </a:lnTo>
                  <a:lnTo>
                    <a:pt x="1702" y="5342"/>
                  </a:lnTo>
                  <a:lnTo>
                    <a:pt x="1967" y="5448"/>
                  </a:lnTo>
                  <a:lnTo>
                    <a:pt x="2233" y="5501"/>
                  </a:lnTo>
                  <a:lnTo>
                    <a:pt x="2499" y="5555"/>
                  </a:lnTo>
                  <a:lnTo>
                    <a:pt x="2791" y="5581"/>
                  </a:lnTo>
                  <a:lnTo>
                    <a:pt x="3057" y="5555"/>
                  </a:lnTo>
                  <a:lnTo>
                    <a:pt x="3349" y="5501"/>
                  </a:lnTo>
                  <a:lnTo>
                    <a:pt x="3615" y="5448"/>
                  </a:lnTo>
                  <a:lnTo>
                    <a:pt x="3854" y="5342"/>
                  </a:lnTo>
                  <a:lnTo>
                    <a:pt x="4120" y="5236"/>
                  </a:lnTo>
                  <a:lnTo>
                    <a:pt x="4333" y="5103"/>
                  </a:lnTo>
                  <a:lnTo>
                    <a:pt x="4545" y="4943"/>
                  </a:lnTo>
                  <a:lnTo>
                    <a:pt x="4758" y="4757"/>
                  </a:lnTo>
                  <a:lnTo>
                    <a:pt x="4944" y="4545"/>
                  </a:lnTo>
                  <a:lnTo>
                    <a:pt x="5103" y="4332"/>
                  </a:lnTo>
                  <a:lnTo>
                    <a:pt x="5236" y="4120"/>
                  </a:lnTo>
                  <a:lnTo>
                    <a:pt x="5342" y="3880"/>
                  </a:lnTo>
                  <a:lnTo>
                    <a:pt x="5449" y="3615"/>
                  </a:lnTo>
                  <a:lnTo>
                    <a:pt x="5502" y="3349"/>
                  </a:lnTo>
                  <a:lnTo>
                    <a:pt x="5555" y="3057"/>
                  </a:lnTo>
                  <a:lnTo>
                    <a:pt x="5555" y="2791"/>
                  </a:lnTo>
                  <a:lnTo>
                    <a:pt x="5555" y="2499"/>
                  </a:lnTo>
                  <a:lnTo>
                    <a:pt x="5502" y="2233"/>
                  </a:lnTo>
                  <a:lnTo>
                    <a:pt x="5449" y="1967"/>
                  </a:lnTo>
                  <a:lnTo>
                    <a:pt x="5342" y="1701"/>
                  </a:lnTo>
                  <a:lnTo>
                    <a:pt x="5236" y="1462"/>
                  </a:lnTo>
                  <a:lnTo>
                    <a:pt x="5103" y="1223"/>
                  </a:lnTo>
                  <a:lnTo>
                    <a:pt x="4944" y="1010"/>
                  </a:lnTo>
                  <a:lnTo>
                    <a:pt x="4758" y="824"/>
                  </a:lnTo>
                  <a:lnTo>
                    <a:pt x="4545" y="638"/>
                  </a:lnTo>
                  <a:lnTo>
                    <a:pt x="4333" y="479"/>
                  </a:lnTo>
                  <a:lnTo>
                    <a:pt x="4120" y="346"/>
                  </a:lnTo>
                  <a:lnTo>
                    <a:pt x="3854" y="213"/>
                  </a:lnTo>
                  <a:lnTo>
                    <a:pt x="3615" y="134"/>
                  </a:lnTo>
                  <a:lnTo>
                    <a:pt x="3349" y="54"/>
                  </a:lnTo>
                  <a:lnTo>
                    <a:pt x="3057" y="27"/>
                  </a:lnTo>
                  <a:lnTo>
                    <a:pt x="279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2" name="Google Shape;2922;p61"/>
            <p:cNvSpPr/>
            <p:nvPr/>
          </p:nvSpPr>
          <p:spPr>
            <a:xfrm>
              <a:off x="760820" y="1892249"/>
              <a:ext cx="121715" cy="121715"/>
            </a:xfrm>
            <a:custGeom>
              <a:rect b="b" l="l" r="r" t="t"/>
              <a:pathLst>
                <a:path extrusionOk="0" h="4518" w="4518">
                  <a:moveTo>
                    <a:pt x="3880" y="0"/>
                  </a:moveTo>
                  <a:lnTo>
                    <a:pt x="0" y="3880"/>
                  </a:lnTo>
                  <a:lnTo>
                    <a:pt x="133" y="4066"/>
                  </a:lnTo>
                  <a:lnTo>
                    <a:pt x="293" y="4225"/>
                  </a:lnTo>
                  <a:lnTo>
                    <a:pt x="452" y="4385"/>
                  </a:lnTo>
                  <a:lnTo>
                    <a:pt x="612" y="4518"/>
                  </a:lnTo>
                  <a:lnTo>
                    <a:pt x="4518" y="611"/>
                  </a:lnTo>
                  <a:lnTo>
                    <a:pt x="4359" y="452"/>
                  </a:lnTo>
                  <a:lnTo>
                    <a:pt x="4226" y="292"/>
                  </a:lnTo>
                  <a:lnTo>
                    <a:pt x="4066" y="133"/>
                  </a:lnTo>
                  <a:lnTo>
                    <a:pt x="3880" y="0"/>
                  </a:lnTo>
                  <a:close/>
                </a:path>
              </a:pathLst>
            </a:custGeom>
            <a:solidFill>
              <a:schemeClr val="dk2">
                <a:alpha val="129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3" name="Google Shape;2923;p61"/>
            <p:cNvSpPr/>
            <p:nvPr/>
          </p:nvSpPr>
          <p:spPr>
            <a:xfrm>
              <a:off x="840994" y="1972424"/>
              <a:ext cx="23653" cy="23653"/>
            </a:xfrm>
            <a:custGeom>
              <a:rect b="b" l="l" r="r" t="t"/>
              <a:pathLst>
                <a:path extrusionOk="0" h="878" w="878">
                  <a:moveTo>
                    <a:pt x="638" y="0"/>
                  </a:moveTo>
                  <a:lnTo>
                    <a:pt x="559" y="27"/>
                  </a:lnTo>
                  <a:lnTo>
                    <a:pt x="479" y="54"/>
                  </a:lnTo>
                  <a:lnTo>
                    <a:pt x="54" y="479"/>
                  </a:lnTo>
                  <a:lnTo>
                    <a:pt x="1" y="558"/>
                  </a:lnTo>
                  <a:lnTo>
                    <a:pt x="1" y="638"/>
                  </a:lnTo>
                  <a:lnTo>
                    <a:pt x="1" y="718"/>
                  </a:lnTo>
                  <a:lnTo>
                    <a:pt x="54" y="798"/>
                  </a:lnTo>
                  <a:lnTo>
                    <a:pt x="134" y="851"/>
                  </a:lnTo>
                  <a:lnTo>
                    <a:pt x="240" y="877"/>
                  </a:lnTo>
                  <a:lnTo>
                    <a:pt x="320" y="851"/>
                  </a:lnTo>
                  <a:lnTo>
                    <a:pt x="399" y="798"/>
                  </a:lnTo>
                  <a:lnTo>
                    <a:pt x="798" y="399"/>
                  </a:lnTo>
                  <a:lnTo>
                    <a:pt x="851" y="319"/>
                  </a:lnTo>
                  <a:lnTo>
                    <a:pt x="878" y="240"/>
                  </a:lnTo>
                  <a:lnTo>
                    <a:pt x="851" y="133"/>
                  </a:lnTo>
                  <a:lnTo>
                    <a:pt x="798" y="54"/>
                  </a:lnTo>
                  <a:lnTo>
                    <a:pt x="718" y="27"/>
                  </a:lnTo>
                  <a:lnTo>
                    <a:pt x="638" y="0"/>
                  </a:lnTo>
                  <a:close/>
                </a:path>
              </a:pathLst>
            </a:custGeom>
            <a:solidFill>
              <a:srgbClr val="FEE7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4" name="Google Shape;2924;p61"/>
            <p:cNvSpPr/>
            <p:nvPr/>
          </p:nvSpPr>
          <p:spPr>
            <a:xfrm>
              <a:off x="999215" y="2034710"/>
              <a:ext cx="150379" cy="149652"/>
            </a:xfrm>
            <a:custGeom>
              <a:rect b="b" l="l" r="r" t="t"/>
              <a:pathLst>
                <a:path extrusionOk="0" h="5555" w="5582">
                  <a:moveTo>
                    <a:pt x="2499" y="0"/>
                  </a:moveTo>
                  <a:lnTo>
                    <a:pt x="2233" y="53"/>
                  </a:lnTo>
                  <a:lnTo>
                    <a:pt x="1967" y="107"/>
                  </a:lnTo>
                  <a:lnTo>
                    <a:pt x="1701" y="213"/>
                  </a:lnTo>
                  <a:lnTo>
                    <a:pt x="1462" y="319"/>
                  </a:lnTo>
                  <a:lnTo>
                    <a:pt x="1223" y="479"/>
                  </a:lnTo>
                  <a:lnTo>
                    <a:pt x="1010" y="638"/>
                  </a:lnTo>
                  <a:lnTo>
                    <a:pt x="824" y="798"/>
                  </a:lnTo>
                  <a:lnTo>
                    <a:pt x="638" y="1010"/>
                  </a:lnTo>
                  <a:lnTo>
                    <a:pt x="479" y="1223"/>
                  </a:lnTo>
                  <a:lnTo>
                    <a:pt x="346" y="1462"/>
                  </a:lnTo>
                  <a:lnTo>
                    <a:pt x="240" y="1701"/>
                  </a:lnTo>
                  <a:lnTo>
                    <a:pt x="133" y="1940"/>
                  </a:lnTo>
                  <a:lnTo>
                    <a:pt x="54" y="2206"/>
                  </a:lnTo>
                  <a:lnTo>
                    <a:pt x="27" y="2498"/>
                  </a:lnTo>
                  <a:lnTo>
                    <a:pt x="1" y="2791"/>
                  </a:lnTo>
                  <a:lnTo>
                    <a:pt x="27" y="3056"/>
                  </a:lnTo>
                  <a:lnTo>
                    <a:pt x="54" y="3349"/>
                  </a:lnTo>
                  <a:lnTo>
                    <a:pt x="133" y="3614"/>
                  </a:lnTo>
                  <a:lnTo>
                    <a:pt x="240" y="3854"/>
                  </a:lnTo>
                  <a:lnTo>
                    <a:pt x="346" y="4093"/>
                  </a:lnTo>
                  <a:lnTo>
                    <a:pt x="479" y="4332"/>
                  </a:lnTo>
                  <a:lnTo>
                    <a:pt x="638" y="4544"/>
                  </a:lnTo>
                  <a:lnTo>
                    <a:pt x="824" y="4757"/>
                  </a:lnTo>
                  <a:lnTo>
                    <a:pt x="1010" y="4916"/>
                  </a:lnTo>
                  <a:lnTo>
                    <a:pt x="1223" y="5076"/>
                  </a:lnTo>
                  <a:lnTo>
                    <a:pt x="1462" y="5235"/>
                  </a:lnTo>
                  <a:lnTo>
                    <a:pt x="1701" y="5342"/>
                  </a:lnTo>
                  <a:lnTo>
                    <a:pt x="1967" y="5448"/>
                  </a:lnTo>
                  <a:lnTo>
                    <a:pt x="2233" y="5501"/>
                  </a:lnTo>
                  <a:lnTo>
                    <a:pt x="2499" y="5554"/>
                  </a:lnTo>
                  <a:lnTo>
                    <a:pt x="3083" y="5554"/>
                  </a:lnTo>
                  <a:lnTo>
                    <a:pt x="3349" y="5501"/>
                  </a:lnTo>
                  <a:lnTo>
                    <a:pt x="3615" y="5448"/>
                  </a:lnTo>
                  <a:lnTo>
                    <a:pt x="3880" y="5342"/>
                  </a:lnTo>
                  <a:lnTo>
                    <a:pt x="4120" y="5235"/>
                  </a:lnTo>
                  <a:lnTo>
                    <a:pt x="4359" y="5076"/>
                  </a:lnTo>
                  <a:lnTo>
                    <a:pt x="4571" y="4916"/>
                  </a:lnTo>
                  <a:lnTo>
                    <a:pt x="4757" y="4757"/>
                  </a:lnTo>
                  <a:lnTo>
                    <a:pt x="4943" y="4544"/>
                  </a:lnTo>
                  <a:lnTo>
                    <a:pt x="5103" y="4332"/>
                  </a:lnTo>
                  <a:lnTo>
                    <a:pt x="5236" y="4093"/>
                  </a:lnTo>
                  <a:lnTo>
                    <a:pt x="5369" y="3854"/>
                  </a:lnTo>
                  <a:lnTo>
                    <a:pt x="5448" y="3614"/>
                  </a:lnTo>
                  <a:lnTo>
                    <a:pt x="5528" y="3349"/>
                  </a:lnTo>
                  <a:lnTo>
                    <a:pt x="5555" y="3056"/>
                  </a:lnTo>
                  <a:lnTo>
                    <a:pt x="5581" y="2791"/>
                  </a:lnTo>
                  <a:lnTo>
                    <a:pt x="5555" y="2498"/>
                  </a:lnTo>
                  <a:lnTo>
                    <a:pt x="5528" y="2206"/>
                  </a:lnTo>
                  <a:lnTo>
                    <a:pt x="5448" y="1940"/>
                  </a:lnTo>
                  <a:lnTo>
                    <a:pt x="5369" y="1701"/>
                  </a:lnTo>
                  <a:lnTo>
                    <a:pt x="5236" y="1462"/>
                  </a:lnTo>
                  <a:lnTo>
                    <a:pt x="5103" y="1223"/>
                  </a:lnTo>
                  <a:lnTo>
                    <a:pt x="4943" y="1010"/>
                  </a:lnTo>
                  <a:lnTo>
                    <a:pt x="4757" y="798"/>
                  </a:lnTo>
                  <a:lnTo>
                    <a:pt x="4571" y="638"/>
                  </a:lnTo>
                  <a:lnTo>
                    <a:pt x="4359" y="479"/>
                  </a:lnTo>
                  <a:lnTo>
                    <a:pt x="4120" y="319"/>
                  </a:lnTo>
                  <a:lnTo>
                    <a:pt x="3880" y="213"/>
                  </a:lnTo>
                  <a:lnTo>
                    <a:pt x="3615" y="107"/>
                  </a:lnTo>
                  <a:lnTo>
                    <a:pt x="3349" y="53"/>
                  </a:lnTo>
                  <a:lnTo>
                    <a:pt x="3083"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5" name="Google Shape;2925;p61"/>
            <p:cNvSpPr/>
            <p:nvPr/>
          </p:nvSpPr>
          <p:spPr>
            <a:xfrm>
              <a:off x="999215" y="2097697"/>
              <a:ext cx="150379" cy="23653"/>
            </a:xfrm>
            <a:custGeom>
              <a:rect b="b" l="l" r="r" t="t"/>
              <a:pathLst>
                <a:path extrusionOk="0" h="878" w="5582">
                  <a:moveTo>
                    <a:pt x="54" y="1"/>
                  </a:moveTo>
                  <a:lnTo>
                    <a:pt x="27" y="213"/>
                  </a:lnTo>
                  <a:lnTo>
                    <a:pt x="1" y="453"/>
                  </a:lnTo>
                  <a:lnTo>
                    <a:pt x="27" y="665"/>
                  </a:lnTo>
                  <a:lnTo>
                    <a:pt x="54" y="878"/>
                  </a:lnTo>
                  <a:lnTo>
                    <a:pt x="5555" y="878"/>
                  </a:lnTo>
                  <a:lnTo>
                    <a:pt x="5555" y="665"/>
                  </a:lnTo>
                  <a:lnTo>
                    <a:pt x="5581" y="453"/>
                  </a:lnTo>
                  <a:lnTo>
                    <a:pt x="5555" y="213"/>
                  </a:lnTo>
                  <a:lnTo>
                    <a:pt x="5555" y="1"/>
                  </a:lnTo>
                  <a:close/>
                </a:path>
              </a:pathLst>
            </a:custGeom>
            <a:solidFill>
              <a:schemeClr val="dk2">
                <a:alpha val="129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6" name="Google Shape;2926;p61"/>
            <p:cNvSpPr/>
            <p:nvPr/>
          </p:nvSpPr>
          <p:spPr>
            <a:xfrm>
              <a:off x="1060074" y="2147106"/>
              <a:ext cx="28664" cy="12904"/>
            </a:xfrm>
            <a:custGeom>
              <a:rect b="b" l="l" r="r" t="t"/>
              <a:pathLst>
                <a:path extrusionOk="0" h="479" w="1064">
                  <a:moveTo>
                    <a:pt x="240" y="0"/>
                  </a:moveTo>
                  <a:lnTo>
                    <a:pt x="160" y="27"/>
                  </a:lnTo>
                  <a:lnTo>
                    <a:pt x="80" y="80"/>
                  </a:lnTo>
                  <a:lnTo>
                    <a:pt x="27" y="160"/>
                  </a:lnTo>
                  <a:lnTo>
                    <a:pt x="0" y="240"/>
                  </a:lnTo>
                  <a:lnTo>
                    <a:pt x="27" y="346"/>
                  </a:lnTo>
                  <a:lnTo>
                    <a:pt x="80" y="426"/>
                  </a:lnTo>
                  <a:lnTo>
                    <a:pt x="160" y="452"/>
                  </a:lnTo>
                  <a:lnTo>
                    <a:pt x="240" y="479"/>
                  </a:lnTo>
                  <a:lnTo>
                    <a:pt x="824" y="479"/>
                  </a:lnTo>
                  <a:lnTo>
                    <a:pt x="904" y="452"/>
                  </a:lnTo>
                  <a:lnTo>
                    <a:pt x="984" y="426"/>
                  </a:lnTo>
                  <a:lnTo>
                    <a:pt x="1037" y="346"/>
                  </a:lnTo>
                  <a:lnTo>
                    <a:pt x="1063" y="240"/>
                  </a:lnTo>
                  <a:lnTo>
                    <a:pt x="1037" y="160"/>
                  </a:lnTo>
                  <a:lnTo>
                    <a:pt x="984" y="80"/>
                  </a:lnTo>
                  <a:lnTo>
                    <a:pt x="904" y="27"/>
                  </a:lnTo>
                  <a:lnTo>
                    <a:pt x="824" y="0"/>
                  </a:lnTo>
                  <a:close/>
                </a:path>
              </a:pathLst>
            </a:custGeom>
            <a:solidFill>
              <a:schemeClr val="dk2">
                <a:alpha val="129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27" name="Google Shape;2927;p61"/>
          <p:cNvGrpSpPr/>
          <p:nvPr/>
        </p:nvGrpSpPr>
        <p:grpSpPr>
          <a:xfrm rot="801667">
            <a:off x="5241577" y="568799"/>
            <a:ext cx="596464" cy="719406"/>
            <a:chOff x="6427282" y="1183500"/>
            <a:chExt cx="350816" cy="423125"/>
          </a:xfrm>
        </p:grpSpPr>
        <p:sp>
          <p:nvSpPr>
            <p:cNvPr id="2928" name="Google Shape;2928;p61"/>
            <p:cNvSpPr/>
            <p:nvPr/>
          </p:nvSpPr>
          <p:spPr>
            <a:xfrm>
              <a:off x="6427282" y="1236465"/>
              <a:ext cx="158946" cy="106682"/>
            </a:xfrm>
            <a:custGeom>
              <a:rect b="b" l="l" r="r" t="t"/>
              <a:pathLst>
                <a:path extrusionOk="0" h="3960" w="5900">
                  <a:moveTo>
                    <a:pt x="1489" y="0"/>
                  </a:moveTo>
                  <a:lnTo>
                    <a:pt x="1489" y="54"/>
                  </a:lnTo>
                  <a:lnTo>
                    <a:pt x="1489" y="240"/>
                  </a:lnTo>
                  <a:lnTo>
                    <a:pt x="1435" y="452"/>
                  </a:lnTo>
                  <a:lnTo>
                    <a:pt x="1382" y="638"/>
                  </a:lnTo>
                  <a:lnTo>
                    <a:pt x="1276" y="824"/>
                  </a:lnTo>
                  <a:lnTo>
                    <a:pt x="1170" y="984"/>
                  </a:lnTo>
                  <a:lnTo>
                    <a:pt x="1037" y="1143"/>
                  </a:lnTo>
                  <a:lnTo>
                    <a:pt x="904" y="1303"/>
                  </a:lnTo>
                  <a:lnTo>
                    <a:pt x="745" y="1409"/>
                  </a:lnTo>
                  <a:lnTo>
                    <a:pt x="585" y="1542"/>
                  </a:lnTo>
                  <a:lnTo>
                    <a:pt x="426" y="1675"/>
                  </a:lnTo>
                  <a:lnTo>
                    <a:pt x="293" y="1834"/>
                  </a:lnTo>
                  <a:lnTo>
                    <a:pt x="186" y="1994"/>
                  </a:lnTo>
                  <a:lnTo>
                    <a:pt x="107" y="2180"/>
                  </a:lnTo>
                  <a:lnTo>
                    <a:pt x="54" y="2366"/>
                  </a:lnTo>
                  <a:lnTo>
                    <a:pt x="0" y="2578"/>
                  </a:lnTo>
                  <a:lnTo>
                    <a:pt x="0" y="2791"/>
                  </a:lnTo>
                  <a:lnTo>
                    <a:pt x="0" y="3960"/>
                  </a:lnTo>
                  <a:lnTo>
                    <a:pt x="5900" y="3960"/>
                  </a:lnTo>
                  <a:lnTo>
                    <a:pt x="5900" y="2791"/>
                  </a:lnTo>
                  <a:lnTo>
                    <a:pt x="5900" y="2578"/>
                  </a:lnTo>
                  <a:lnTo>
                    <a:pt x="5847" y="2366"/>
                  </a:lnTo>
                  <a:lnTo>
                    <a:pt x="5794" y="2180"/>
                  </a:lnTo>
                  <a:lnTo>
                    <a:pt x="5714" y="1994"/>
                  </a:lnTo>
                  <a:lnTo>
                    <a:pt x="5608" y="1834"/>
                  </a:lnTo>
                  <a:lnTo>
                    <a:pt x="5475" y="1675"/>
                  </a:lnTo>
                  <a:lnTo>
                    <a:pt x="5315" y="1542"/>
                  </a:lnTo>
                  <a:lnTo>
                    <a:pt x="5182" y="1409"/>
                  </a:lnTo>
                  <a:lnTo>
                    <a:pt x="4996" y="1303"/>
                  </a:lnTo>
                  <a:lnTo>
                    <a:pt x="4864" y="1143"/>
                  </a:lnTo>
                  <a:lnTo>
                    <a:pt x="4731" y="984"/>
                  </a:lnTo>
                  <a:lnTo>
                    <a:pt x="4624" y="824"/>
                  </a:lnTo>
                  <a:lnTo>
                    <a:pt x="4518" y="638"/>
                  </a:lnTo>
                  <a:lnTo>
                    <a:pt x="4465" y="452"/>
                  </a:lnTo>
                  <a:lnTo>
                    <a:pt x="4412" y="240"/>
                  </a:lnTo>
                  <a:lnTo>
                    <a:pt x="4412" y="54"/>
                  </a:lnTo>
                  <a:lnTo>
                    <a:pt x="441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9" name="Google Shape;2929;p61"/>
            <p:cNvSpPr/>
            <p:nvPr/>
          </p:nvSpPr>
          <p:spPr>
            <a:xfrm>
              <a:off x="6427282" y="1540003"/>
              <a:ext cx="158946" cy="66623"/>
            </a:xfrm>
            <a:custGeom>
              <a:rect b="b" l="l" r="r" t="t"/>
              <a:pathLst>
                <a:path extrusionOk="0" h="2473" w="5900">
                  <a:moveTo>
                    <a:pt x="0" y="1"/>
                  </a:moveTo>
                  <a:lnTo>
                    <a:pt x="0" y="1648"/>
                  </a:lnTo>
                  <a:lnTo>
                    <a:pt x="27" y="1834"/>
                  </a:lnTo>
                  <a:lnTo>
                    <a:pt x="54" y="1967"/>
                  </a:lnTo>
                  <a:lnTo>
                    <a:pt x="133" y="2127"/>
                  </a:lnTo>
                  <a:lnTo>
                    <a:pt x="240" y="2233"/>
                  </a:lnTo>
                  <a:lnTo>
                    <a:pt x="346" y="2339"/>
                  </a:lnTo>
                  <a:lnTo>
                    <a:pt x="505" y="2419"/>
                  </a:lnTo>
                  <a:lnTo>
                    <a:pt x="638" y="2472"/>
                  </a:lnTo>
                  <a:lnTo>
                    <a:pt x="5262" y="2472"/>
                  </a:lnTo>
                  <a:lnTo>
                    <a:pt x="5395" y="2419"/>
                  </a:lnTo>
                  <a:lnTo>
                    <a:pt x="5554" y="2339"/>
                  </a:lnTo>
                  <a:lnTo>
                    <a:pt x="5661" y="2233"/>
                  </a:lnTo>
                  <a:lnTo>
                    <a:pt x="5767" y="2127"/>
                  </a:lnTo>
                  <a:lnTo>
                    <a:pt x="5847" y="1967"/>
                  </a:lnTo>
                  <a:lnTo>
                    <a:pt x="5900" y="1834"/>
                  </a:lnTo>
                  <a:lnTo>
                    <a:pt x="5900" y="1648"/>
                  </a:lnTo>
                  <a:lnTo>
                    <a:pt x="5900"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0" name="Google Shape;2930;p61"/>
            <p:cNvSpPr/>
            <p:nvPr/>
          </p:nvSpPr>
          <p:spPr>
            <a:xfrm>
              <a:off x="6427282" y="1333828"/>
              <a:ext cx="158946" cy="213365"/>
            </a:xfrm>
            <a:custGeom>
              <a:rect b="b" l="l" r="r" t="t"/>
              <a:pathLst>
                <a:path extrusionOk="0" h="7920" w="5900">
                  <a:moveTo>
                    <a:pt x="0" y="1"/>
                  </a:moveTo>
                  <a:lnTo>
                    <a:pt x="0" y="7920"/>
                  </a:lnTo>
                  <a:lnTo>
                    <a:pt x="5900" y="7920"/>
                  </a:lnTo>
                  <a:lnTo>
                    <a:pt x="5900"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1" name="Google Shape;2931;p61"/>
            <p:cNvSpPr/>
            <p:nvPr/>
          </p:nvSpPr>
          <p:spPr>
            <a:xfrm>
              <a:off x="6427282" y="1333828"/>
              <a:ext cx="46552" cy="114576"/>
            </a:xfrm>
            <a:custGeom>
              <a:rect b="b" l="l" r="r" t="t"/>
              <a:pathLst>
                <a:path extrusionOk="0" h="4253" w="1728">
                  <a:moveTo>
                    <a:pt x="0" y="1"/>
                  </a:moveTo>
                  <a:lnTo>
                    <a:pt x="0" y="4252"/>
                  </a:lnTo>
                  <a:lnTo>
                    <a:pt x="1409" y="4252"/>
                  </a:lnTo>
                  <a:lnTo>
                    <a:pt x="1542" y="4226"/>
                  </a:lnTo>
                  <a:lnTo>
                    <a:pt x="1648" y="4146"/>
                  </a:lnTo>
                  <a:lnTo>
                    <a:pt x="1701" y="4040"/>
                  </a:lnTo>
                  <a:lnTo>
                    <a:pt x="1728" y="3933"/>
                  </a:lnTo>
                  <a:lnTo>
                    <a:pt x="172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2" name="Google Shape;2932;p61"/>
            <p:cNvSpPr/>
            <p:nvPr/>
          </p:nvSpPr>
          <p:spPr>
            <a:xfrm>
              <a:off x="6440160" y="1217122"/>
              <a:ext cx="133191" cy="32975"/>
            </a:xfrm>
            <a:custGeom>
              <a:rect b="b" l="l" r="r" t="t"/>
              <a:pathLst>
                <a:path extrusionOk="0" h="1224" w="4944">
                  <a:moveTo>
                    <a:pt x="320" y="1"/>
                  </a:moveTo>
                  <a:lnTo>
                    <a:pt x="240" y="28"/>
                  </a:lnTo>
                  <a:lnTo>
                    <a:pt x="107" y="107"/>
                  </a:lnTo>
                  <a:lnTo>
                    <a:pt x="27" y="240"/>
                  </a:lnTo>
                  <a:lnTo>
                    <a:pt x="1" y="293"/>
                  </a:lnTo>
                  <a:lnTo>
                    <a:pt x="1" y="373"/>
                  </a:lnTo>
                  <a:lnTo>
                    <a:pt x="1" y="851"/>
                  </a:lnTo>
                  <a:lnTo>
                    <a:pt x="1" y="931"/>
                  </a:lnTo>
                  <a:lnTo>
                    <a:pt x="27" y="984"/>
                  </a:lnTo>
                  <a:lnTo>
                    <a:pt x="107" y="1117"/>
                  </a:lnTo>
                  <a:lnTo>
                    <a:pt x="240" y="1197"/>
                  </a:lnTo>
                  <a:lnTo>
                    <a:pt x="320" y="1223"/>
                  </a:lnTo>
                  <a:lnTo>
                    <a:pt x="4625" y="1223"/>
                  </a:lnTo>
                  <a:lnTo>
                    <a:pt x="4704" y="1197"/>
                  </a:lnTo>
                  <a:lnTo>
                    <a:pt x="4837" y="1117"/>
                  </a:lnTo>
                  <a:lnTo>
                    <a:pt x="4917" y="984"/>
                  </a:lnTo>
                  <a:lnTo>
                    <a:pt x="4944" y="931"/>
                  </a:lnTo>
                  <a:lnTo>
                    <a:pt x="4944" y="851"/>
                  </a:lnTo>
                  <a:lnTo>
                    <a:pt x="4944" y="373"/>
                  </a:lnTo>
                  <a:lnTo>
                    <a:pt x="4944" y="293"/>
                  </a:lnTo>
                  <a:lnTo>
                    <a:pt x="4917" y="240"/>
                  </a:lnTo>
                  <a:lnTo>
                    <a:pt x="4837" y="107"/>
                  </a:lnTo>
                  <a:lnTo>
                    <a:pt x="4704" y="28"/>
                  </a:lnTo>
                  <a:lnTo>
                    <a:pt x="462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3" name="Google Shape;2933;p61"/>
            <p:cNvSpPr/>
            <p:nvPr/>
          </p:nvSpPr>
          <p:spPr>
            <a:xfrm>
              <a:off x="6430138" y="1183500"/>
              <a:ext cx="153235" cy="40114"/>
            </a:xfrm>
            <a:custGeom>
              <a:rect b="b" l="l" r="r" t="t"/>
              <a:pathLst>
                <a:path extrusionOk="0" h="1489" w="5688">
                  <a:moveTo>
                    <a:pt x="399" y="0"/>
                  </a:moveTo>
                  <a:lnTo>
                    <a:pt x="320" y="27"/>
                  </a:lnTo>
                  <a:lnTo>
                    <a:pt x="240" y="53"/>
                  </a:lnTo>
                  <a:lnTo>
                    <a:pt x="134" y="133"/>
                  </a:lnTo>
                  <a:lnTo>
                    <a:pt x="27" y="239"/>
                  </a:lnTo>
                  <a:lnTo>
                    <a:pt x="27" y="319"/>
                  </a:lnTo>
                  <a:lnTo>
                    <a:pt x="1" y="399"/>
                  </a:lnTo>
                  <a:lnTo>
                    <a:pt x="1" y="1090"/>
                  </a:lnTo>
                  <a:lnTo>
                    <a:pt x="27" y="1169"/>
                  </a:lnTo>
                  <a:lnTo>
                    <a:pt x="27" y="1249"/>
                  </a:lnTo>
                  <a:lnTo>
                    <a:pt x="134" y="1382"/>
                  </a:lnTo>
                  <a:lnTo>
                    <a:pt x="240" y="1462"/>
                  </a:lnTo>
                  <a:lnTo>
                    <a:pt x="320" y="1488"/>
                  </a:lnTo>
                  <a:lnTo>
                    <a:pt x="5369" y="1488"/>
                  </a:lnTo>
                  <a:lnTo>
                    <a:pt x="5448" y="1462"/>
                  </a:lnTo>
                  <a:lnTo>
                    <a:pt x="5555" y="1382"/>
                  </a:lnTo>
                  <a:lnTo>
                    <a:pt x="5661" y="1249"/>
                  </a:lnTo>
                  <a:lnTo>
                    <a:pt x="5661" y="1169"/>
                  </a:lnTo>
                  <a:lnTo>
                    <a:pt x="5688" y="1090"/>
                  </a:lnTo>
                  <a:lnTo>
                    <a:pt x="5688" y="399"/>
                  </a:lnTo>
                  <a:lnTo>
                    <a:pt x="5661" y="319"/>
                  </a:lnTo>
                  <a:lnTo>
                    <a:pt x="5661" y="239"/>
                  </a:lnTo>
                  <a:lnTo>
                    <a:pt x="5555" y="133"/>
                  </a:lnTo>
                  <a:lnTo>
                    <a:pt x="5448" y="53"/>
                  </a:lnTo>
                  <a:lnTo>
                    <a:pt x="5369" y="27"/>
                  </a:lnTo>
                  <a:lnTo>
                    <a:pt x="528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4" name="Google Shape;2934;p61"/>
            <p:cNvSpPr/>
            <p:nvPr/>
          </p:nvSpPr>
          <p:spPr>
            <a:xfrm>
              <a:off x="6507457" y="1363193"/>
              <a:ext cx="58729" cy="12904"/>
            </a:xfrm>
            <a:custGeom>
              <a:rect b="b" l="l" r="r" t="t"/>
              <a:pathLst>
                <a:path extrusionOk="0" h="479" w="2180">
                  <a:moveTo>
                    <a:pt x="240" y="0"/>
                  </a:moveTo>
                  <a:lnTo>
                    <a:pt x="134" y="27"/>
                  </a:lnTo>
                  <a:lnTo>
                    <a:pt x="80" y="80"/>
                  </a:lnTo>
                  <a:lnTo>
                    <a:pt x="27" y="133"/>
                  </a:lnTo>
                  <a:lnTo>
                    <a:pt x="1" y="239"/>
                  </a:lnTo>
                  <a:lnTo>
                    <a:pt x="27" y="319"/>
                  </a:lnTo>
                  <a:lnTo>
                    <a:pt x="80" y="399"/>
                  </a:lnTo>
                  <a:lnTo>
                    <a:pt x="134" y="452"/>
                  </a:lnTo>
                  <a:lnTo>
                    <a:pt x="240" y="478"/>
                  </a:lnTo>
                  <a:lnTo>
                    <a:pt x="1941" y="478"/>
                  </a:lnTo>
                  <a:lnTo>
                    <a:pt x="2047" y="452"/>
                  </a:lnTo>
                  <a:lnTo>
                    <a:pt x="2127" y="399"/>
                  </a:lnTo>
                  <a:lnTo>
                    <a:pt x="2180" y="319"/>
                  </a:lnTo>
                  <a:lnTo>
                    <a:pt x="2180" y="239"/>
                  </a:lnTo>
                  <a:lnTo>
                    <a:pt x="2180" y="133"/>
                  </a:lnTo>
                  <a:lnTo>
                    <a:pt x="2127" y="80"/>
                  </a:lnTo>
                  <a:lnTo>
                    <a:pt x="2047" y="27"/>
                  </a:lnTo>
                  <a:lnTo>
                    <a:pt x="194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5" name="Google Shape;2935;p61"/>
            <p:cNvSpPr/>
            <p:nvPr/>
          </p:nvSpPr>
          <p:spPr>
            <a:xfrm>
              <a:off x="6536095" y="1385365"/>
              <a:ext cx="30092" cy="12204"/>
            </a:xfrm>
            <a:custGeom>
              <a:rect b="b" l="l" r="r" t="t"/>
              <a:pathLst>
                <a:path extrusionOk="0" h="453" w="1117">
                  <a:moveTo>
                    <a:pt x="160" y="1"/>
                  </a:moveTo>
                  <a:lnTo>
                    <a:pt x="80" y="54"/>
                  </a:lnTo>
                  <a:lnTo>
                    <a:pt x="27" y="134"/>
                  </a:lnTo>
                  <a:lnTo>
                    <a:pt x="1" y="213"/>
                  </a:lnTo>
                  <a:lnTo>
                    <a:pt x="27" y="320"/>
                  </a:lnTo>
                  <a:lnTo>
                    <a:pt x="80" y="399"/>
                  </a:lnTo>
                  <a:lnTo>
                    <a:pt x="160" y="453"/>
                  </a:lnTo>
                  <a:lnTo>
                    <a:pt x="984" y="453"/>
                  </a:lnTo>
                  <a:lnTo>
                    <a:pt x="1064" y="399"/>
                  </a:lnTo>
                  <a:lnTo>
                    <a:pt x="1117" y="320"/>
                  </a:lnTo>
                  <a:lnTo>
                    <a:pt x="1117" y="213"/>
                  </a:lnTo>
                  <a:lnTo>
                    <a:pt x="1117" y="134"/>
                  </a:lnTo>
                  <a:lnTo>
                    <a:pt x="1064" y="54"/>
                  </a:lnTo>
                  <a:lnTo>
                    <a:pt x="98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6" name="Google Shape;2936;p61"/>
            <p:cNvSpPr/>
            <p:nvPr/>
          </p:nvSpPr>
          <p:spPr>
            <a:xfrm>
              <a:off x="6455192" y="1473433"/>
              <a:ext cx="53718" cy="12904"/>
            </a:xfrm>
            <a:custGeom>
              <a:rect b="b" l="l" r="r" t="t"/>
              <a:pathLst>
                <a:path extrusionOk="0" h="479" w="1994">
                  <a:moveTo>
                    <a:pt x="240" y="0"/>
                  </a:moveTo>
                  <a:lnTo>
                    <a:pt x="160" y="27"/>
                  </a:lnTo>
                  <a:lnTo>
                    <a:pt x="81" y="80"/>
                  </a:lnTo>
                  <a:lnTo>
                    <a:pt x="27" y="160"/>
                  </a:lnTo>
                  <a:lnTo>
                    <a:pt x="1" y="240"/>
                  </a:lnTo>
                  <a:lnTo>
                    <a:pt x="27" y="319"/>
                  </a:lnTo>
                  <a:lnTo>
                    <a:pt x="81" y="399"/>
                  </a:lnTo>
                  <a:lnTo>
                    <a:pt x="160" y="452"/>
                  </a:lnTo>
                  <a:lnTo>
                    <a:pt x="240" y="479"/>
                  </a:lnTo>
                  <a:lnTo>
                    <a:pt x="1755" y="479"/>
                  </a:lnTo>
                  <a:lnTo>
                    <a:pt x="1834" y="452"/>
                  </a:lnTo>
                  <a:lnTo>
                    <a:pt x="1914" y="399"/>
                  </a:lnTo>
                  <a:lnTo>
                    <a:pt x="1967" y="319"/>
                  </a:lnTo>
                  <a:lnTo>
                    <a:pt x="1994" y="240"/>
                  </a:lnTo>
                  <a:lnTo>
                    <a:pt x="1967" y="160"/>
                  </a:lnTo>
                  <a:lnTo>
                    <a:pt x="1914" y="80"/>
                  </a:lnTo>
                  <a:lnTo>
                    <a:pt x="1834" y="27"/>
                  </a:lnTo>
                  <a:lnTo>
                    <a:pt x="175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7" name="Google Shape;2937;p61"/>
            <p:cNvSpPr/>
            <p:nvPr/>
          </p:nvSpPr>
          <p:spPr>
            <a:xfrm>
              <a:off x="6455192" y="1493477"/>
              <a:ext cx="53718" cy="12904"/>
            </a:xfrm>
            <a:custGeom>
              <a:rect b="b" l="l" r="r" t="t"/>
              <a:pathLst>
                <a:path extrusionOk="0" h="479" w="1994">
                  <a:moveTo>
                    <a:pt x="240" y="0"/>
                  </a:moveTo>
                  <a:lnTo>
                    <a:pt x="160" y="27"/>
                  </a:lnTo>
                  <a:lnTo>
                    <a:pt x="81" y="54"/>
                  </a:lnTo>
                  <a:lnTo>
                    <a:pt x="27" y="133"/>
                  </a:lnTo>
                  <a:lnTo>
                    <a:pt x="1" y="240"/>
                  </a:lnTo>
                  <a:lnTo>
                    <a:pt x="27" y="319"/>
                  </a:lnTo>
                  <a:lnTo>
                    <a:pt x="81" y="399"/>
                  </a:lnTo>
                  <a:lnTo>
                    <a:pt x="160" y="452"/>
                  </a:lnTo>
                  <a:lnTo>
                    <a:pt x="240" y="479"/>
                  </a:lnTo>
                  <a:lnTo>
                    <a:pt x="1755" y="479"/>
                  </a:lnTo>
                  <a:lnTo>
                    <a:pt x="1834" y="452"/>
                  </a:lnTo>
                  <a:lnTo>
                    <a:pt x="1914" y="399"/>
                  </a:lnTo>
                  <a:lnTo>
                    <a:pt x="1967" y="319"/>
                  </a:lnTo>
                  <a:lnTo>
                    <a:pt x="1994" y="240"/>
                  </a:lnTo>
                  <a:lnTo>
                    <a:pt x="1967" y="133"/>
                  </a:lnTo>
                  <a:lnTo>
                    <a:pt x="1914" y="54"/>
                  </a:lnTo>
                  <a:lnTo>
                    <a:pt x="1834" y="27"/>
                  </a:lnTo>
                  <a:lnTo>
                    <a:pt x="175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8" name="Google Shape;2938;p61"/>
            <p:cNvSpPr/>
            <p:nvPr/>
          </p:nvSpPr>
          <p:spPr>
            <a:xfrm>
              <a:off x="6455192" y="1513520"/>
              <a:ext cx="32975" cy="12904"/>
            </a:xfrm>
            <a:custGeom>
              <a:rect b="b" l="l" r="r" t="t"/>
              <a:pathLst>
                <a:path extrusionOk="0" h="479" w="1224">
                  <a:moveTo>
                    <a:pt x="160" y="1"/>
                  </a:moveTo>
                  <a:lnTo>
                    <a:pt x="81" y="54"/>
                  </a:lnTo>
                  <a:lnTo>
                    <a:pt x="27" y="133"/>
                  </a:lnTo>
                  <a:lnTo>
                    <a:pt x="1" y="240"/>
                  </a:lnTo>
                  <a:lnTo>
                    <a:pt x="27" y="319"/>
                  </a:lnTo>
                  <a:lnTo>
                    <a:pt x="81" y="399"/>
                  </a:lnTo>
                  <a:lnTo>
                    <a:pt x="160" y="452"/>
                  </a:lnTo>
                  <a:lnTo>
                    <a:pt x="240" y="479"/>
                  </a:lnTo>
                  <a:lnTo>
                    <a:pt x="1011" y="479"/>
                  </a:lnTo>
                  <a:lnTo>
                    <a:pt x="1090" y="452"/>
                  </a:lnTo>
                  <a:lnTo>
                    <a:pt x="1170" y="399"/>
                  </a:lnTo>
                  <a:lnTo>
                    <a:pt x="1223" y="319"/>
                  </a:lnTo>
                  <a:lnTo>
                    <a:pt x="1223" y="240"/>
                  </a:lnTo>
                  <a:lnTo>
                    <a:pt x="1223" y="133"/>
                  </a:lnTo>
                  <a:lnTo>
                    <a:pt x="1170" y="54"/>
                  </a:lnTo>
                  <a:lnTo>
                    <a:pt x="109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9" name="Google Shape;2939;p61"/>
            <p:cNvSpPr/>
            <p:nvPr/>
          </p:nvSpPr>
          <p:spPr>
            <a:xfrm>
              <a:off x="6527501" y="1479171"/>
              <a:ext cx="24381" cy="41541"/>
            </a:xfrm>
            <a:custGeom>
              <a:rect b="b" l="l" r="r" t="t"/>
              <a:pathLst>
                <a:path extrusionOk="0" h="1542" w="905">
                  <a:moveTo>
                    <a:pt x="320" y="0"/>
                  </a:moveTo>
                  <a:lnTo>
                    <a:pt x="187" y="27"/>
                  </a:lnTo>
                  <a:lnTo>
                    <a:pt x="107" y="80"/>
                  </a:lnTo>
                  <a:lnTo>
                    <a:pt x="27" y="186"/>
                  </a:lnTo>
                  <a:lnTo>
                    <a:pt x="1" y="319"/>
                  </a:lnTo>
                  <a:lnTo>
                    <a:pt x="1" y="1222"/>
                  </a:lnTo>
                  <a:lnTo>
                    <a:pt x="27" y="1355"/>
                  </a:lnTo>
                  <a:lnTo>
                    <a:pt x="107" y="1435"/>
                  </a:lnTo>
                  <a:lnTo>
                    <a:pt x="187" y="1515"/>
                  </a:lnTo>
                  <a:lnTo>
                    <a:pt x="320" y="1541"/>
                  </a:lnTo>
                  <a:lnTo>
                    <a:pt x="585" y="1541"/>
                  </a:lnTo>
                  <a:lnTo>
                    <a:pt x="692" y="1515"/>
                  </a:lnTo>
                  <a:lnTo>
                    <a:pt x="798" y="1435"/>
                  </a:lnTo>
                  <a:lnTo>
                    <a:pt x="878" y="1355"/>
                  </a:lnTo>
                  <a:lnTo>
                    <a:pt x="904" y="1222"/>
                  </a:lnTo>
                  <a:lnTo>
                    <a:pt x="904" y="319"/>
                  </a:lnTo>
                  <a:lnTo>
                    <a:pt x="878" y="186"/>
                  </a:lnTo>
                  <a:lnTo>
                    <a:pt x="798" y="80"/>
                  </a:lnTo>
                  <a:lnTo>
                    <a:pt x="692" y="27"/>
                  </a:lnTo>
                  <a:lnTo>
                    <a:pt x="585"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0" name="Google Shape;2940;p61"/>
            <p:cNvSpPr/>
            <p:nvPr/>
          </p:nvSpPr>
          <p:spPr>
            <a:xfrm>
              <a:off x="6618425" y="1236465"/>
              <a:ext cx="159673" cy="106682"/>
            </a:xfrm>
            <a:custGeom>
              <a:rect b="b" l="l" r="r" t="t"/>
              <a:pathLst>
                <a:path extrusionOk="0" h="3960" w="5927">
                  <a:moveTo>
                    <a:pt x="1515" y="0"/>
                  </a:moveTo>
                  <a:lnTo>
                    <a:pt x="1515" y="54"/>
                  </a:lnTo>
                  <a:lnTo>
                    <a:pt x="1489" y="240"/>
                  </a:lnTo>
                  <a:lnTo>
                    <a:pt x="1462" y="452"/>
                  </a:lnTo>
                  <a:lnTo>
                    <a:pt x="1383" y="638"/>
                  </a:lnTo>
                  <a:lnTo>
                    <a:pt x="1303" y="824"/>
                  </a:lnTo>
                  <a:lnTo>
                    <a:pt x="1197" y="984"/>
                  </a:lnTo>
                  <a:lnTo>
                    <a:pt x="1064" y="1143"/>
                  </a:lnTo>
                  <a:lnTo>
                    <a:pt x="904" y="1303"/>
                  </a:lnTo>
                  <a:lnTo>
                    <a:pt x="745" y="1409"/>
                  </a:lnTo>
                  <a:lnTo>
                    <a:pt x="585" y="1542"/>
                  </a:lnTo>
                  <a:lnTo>
                    <a:pt x="452" y="1675"/>
                  </a:lnTo>
                  <a:lnTo>
                    <a:pt x="320" y="1834"/>
                  </a:lnTo>
                  <a:lnTo>
                    <a:pt x="213" y="1994"/>
                  </a:lnTo>
                  <a:lnTo>
                    <a:pt x="134" y="2180"/>
                  </a:lnTo>
                  <a:lnTo>
                    <a:pt x="54" y="2366"/>
                  </a:lnTo>
                  <a:lnTo>
                    <a:pt x="27" y="2578"/>
                  </a:lnTo>
                  <a:lnTo>
                    <a:pt x="1" y="2791"/>
                  </a:lnTo>
                  <a:lnTo>
                    <a:pt x="1" y="3960"/>
                  </a:lnTo>
                  <a:lnTo>
                    <a:pt x="5927" y="3960"/>
                  </a:lnTo>
                  <a:lnTo>
                    <a:pt x="5927" y="2791"/>
                  </a:lnTo>
                  <a:lnTo>
                    <a:pt x="5900" y="2578"/>
                  </a:lnTo>
                  <a:lnTo>
                    <a:pt x="5874" y="2366"/>
                  </a:lnTo>
                  <a:lnTo>
                    <a:pt x="5794" y="2180"/>
                  </a:lnTo>
                  <a:lnTo>
                    <a:pt x="5714" y="1994"/>
                  </a:lnTo>
                  <a:lnTo>
                    <a:pt x="5608" y="1834"/>
                  </a:lnTo>
                  <a:lnTo>
                    <a:pt x="5475" y="1675"/>
                  </a:lnTo>
                  <a:lnTo>
                    <a:pt x="5342" y="1542"/>
                  </a:lnTo>
                  <a:lnTo>
                    <a:pt x="5183" y="1409"/>
                  </a:lnTo>
                  <a:lnTo>
                    <a:pt x="5023" y="1303"/>
                  </a:lnTo>
                  <a:lnTo>
                    <a:pt x="4864" y="1143"/>
                  </a:lnTo>
                  <a:lnTo>
                    <a:pt x="4731" y="984"/>
                  </a:lnTo>
                  <a:lnTo>
                    <a:pt x="4625" y="824"/>
                  </a:lnTo>
                  <a:lnTo>
                    <a:pt x="4545" y="638"/>
                  </a:lnTo>
                  <a:lnTo>
                    <a:pt x="4465" y="452"/>
                  </a:lnTo>
                  <a:lnTo>
                    <a:pt x="4439" y="240"/>
                  </a:lnTo>
                  <a:lnTo>
                    <a:pt x="4412" y="54"/>
                  </a:lnTo>
                  <a:lnTo>
                    <a:pt x="441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1" name="Google Shape;2941;p61"/>
            <p:cNvSpPr/>
            <p:nvPr/>
          </p:nvSpPr>
          <p:spPr>
            <a:xfrm>
              <a:off x="6618425" y="1540003"/>
              <a:ext cx="159673" cy="66623"/>
            </a:xfrm>
            <a:custGeom>
              <a:rect b="b" l="l" r="r" t="t"/>
              <a:pathLst>
                <a:path extrusionOk="0" h="2473" w="5927">
                  <a:moveTo>
                    <a:pt x="1" y="1"/>
                  </a:moveTo>
                  <a:lnTo>
                    <a:pt x="1" y="1648"/>
                  </a:lnTo>
                  <a:lnTo>
                    <a:pt x="27" y="1834"/>
                  </a:lnTo>
                  <a:lnTo>
                    <a:pt x="80" y="1967"/>
                  </a:lnTo>
                  <a:lnTo>
                    <a:pt x="134" y="2127"/>
                  </a:lnTo>
                  <a:lnTo>
                    <a:pt x="240" y="2233"/>
                  </a:lnTo>
                  <a:lnTo>
                    <a:pt x="373" y="2339"/>
                  </a:lnTo>
                  <a:lnTo>
                    <a:pt x="506" y="2419"/>
                  </a:lnTo>
                  <a:lnTo>
                    <a:pt x="665" y="2472"/>
                  </a:lnTo>
                  <a:lnTo>
                    <a:pt x="5262" y="2472"/>
                  </a:lnTo>
                  <a:lnTo>
                    <a:pt x="5422" y="2419"/>
                  </a:lnTo>
                  <a:lnTo>
                    <a:pt x="5555" y="2339"/>
                  </a:lnTo>
                  <a:lnTo>
                    <a:pt x="5688" y="2233"/>
                  </a:lnTo>
                  <a:lnTo>
                    <a:pt x="5767" y="2127"/>
                  </a:lnTo>
                  <a:lnTo>
                    <a:pt x="5847" y="1967"/>
                  </a:lnTo>
                  <a:lnTo>
                    <a:pt x="5900" y="1834"/>
                  </a:lnTo>
                  <a:lnTo>
                    <a:pt x="5927" y="1648"/>
                  </a:lnTo>
                  <a:lnTo>
                    <a:pt x="5927"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2" name="Google Shape;2942;p61"/>
            <p:cNvSpPr/>
            <p:nvPr/>
          </p:nvSpPr>
          <p:spPr>
            <a:xfrm>
              <a:off x="6618425" y="1333828"/>
              <a:ext cx="159673" cy="213365"/>
            </a:xfrm>
            <a:custGeom>
              <a:rect b="b" l="l" r="r" t="t"/>
              <a:pathLst>
                <a:path extrusionOk="0" h="7920" w="5927">
                  <a:moveTo>
                    <a:pt x="1" y="1"/>
                  </a:moveTo>
                  <a:lnTo>
                    <a:pt x="1" y="7920"/>
                  </a:lnTo>
                  <a:lnTo>
                    <a:pt x="5927" y="7920"/>
                  </a:lnTo>
                  <a:lnTo>
                    <a:pt x="592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3" name="Google Shape;2943;p61"/>
            <p:cNvSpPr/>
            <p:nvPr/>
          </p:nvSpPr>
          <p:spPr>
            <a:xfrm>
              <a:off x="6618425" y="1333828"/>
              <a:ext cx="46579" cy="114576"/>
            </a:xfrm>
            <a:custGeom>
              <a:rect b="b" l="l" r="r" t="t"/>
              <a:pathLst>
                <a:path extrusionOk="0" h="4253" w="1729">
                  <a:moveTo>
                    <a:pt x="1" y="1"/>
                  </a:moveTo>
                  <a:lnTo>
                    <a:pt x="1" y="4252"/>
                  </a:lnTo>
                  <a:lnTo>
                    <a:pt x="1409" y="4252"/>
                  </a:lnTo>
                  <a:lnTo>
                    <a:pt x="1542" y="4226"/>
                  </a:lnTo>
                  <a:lnTo>
                    <a:pt x="1648" y="4146"/>
                  </a:lnTo>
                  <a:lnTo>
                    <a:pt x="1728" y="4040"/>
                  </a:lnTo>
                  <a:lnTo>
                    <a:pt x="1728" y="3933"/>
                  </a:lnTo>
                  <a:lnTo>
                    <a:pt x="172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4" name="Google Shape;2944;p61"/>
            <p:cNvSpPr/>
            <p:nvPr/>
          </p:nvSpPr>
          <p:spPr>
            <a:xfrm>
              <a:off x="6631329" y="1217122"/>
              <a:ext cx="133164" cy="32975"/>
            </a:xfrm>
            <a:custGeom>
              <a:rect b="b" l="l" r="r" t="t"/>
              <a:pathLst>
                <a:path extrusionOk="0" h="1224" w="4943">
                  <a:moveTo>
                    <a:pt x="319" y="1"/>
                  </a:moveTo>
                  <a:lnTo>
                    <a:pt x="239" y="28"/>
                  </a:lnTo>
                  <a:lnTo>
                    <a:pt x="133" y="107"/>
                  </a:lnTo>
                  <a:lnTo>
                    <a:pt x="53" y="240"/>
                  </a:lnTo>
                  <a:lnTo>
                    <a:pt x="27" y="293"/>
                  </a:lnTo>
                  <a:lnTo>
                    <a:pt x="0" y="373"/>
                  </a:lnTo>
                  <a:lnTo>
                    <a:pt x="0" y="851"/>
                  </a:lnTo>
                  <a:lnTo>
                    <a:pt x="27" y="931"/>
                  </a:lnTo>
                  <a:lnTo>
                    <a:pt x="53" y="984"/>
                  </a:lnTo>
                  <a:lnTo>
                    <a:pt x="133" y="1117"/>
                  </a:lnTo>
                  <a:lnTo>
                    <a:pt x="239" y="1197"/>
                  </a:lnTo>
                  <a:lnTo>
                    <a:pt x="319" y="1223"/>
                  </a:lnTo>
                  <a:lnTo>
                    <a:pt x="4651" y="1223"/>
                  </a:lnTo>
                  <a:lnTo>
                    <a:pt x="4704" y="1197"/>
                  </a:lnTo>
                  <a:lnTo>
                    <a:pt x="4837" y="1117"/>
                  </a:lnTo>
                  <a:lnTo>
                    <a:pt x="4916" y="984"/>
                  </a:lnTo>
                  <a:lnTo>
                    <a:pt x="4943" y="931"/>
                  </a:lnTo>
                  <a:lnTo>
                    <a:pt x="4943" y="851"/>
                  </a:lnTo>
                  <a:lnTo>
                    <a:pt x="4943" y="373"/>
                  </a:lnTo>
                  <a:lnTo>
                    <a:pt x="4943" y="293"/>
                  </a:lnTo>
                  <a:lnTo>
                    <a:pt x="4916" y="240"/>
                  </a:lnTo>
                  <a:lnTo>
                    <a:pt x="4837" y="107"/>
                  </a:lnTo>
                  <a:lnTo>
                    <a:pt x="4704" y="28"/>
                  </a:lnTo>
                  <a:lnTo>
                    <a:pt x="465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5" name="Google Shape;2945;p61"/>
            <p:cNvSpPr/>
            <p:nvPr/>
          </p:nvSpPr>
          <p:spPr>
            <a:xfrm>
              <a:off x="6622008" y="1183500"/>
              <a:ext cx="152507" cy="40114"/>
            </a:xfrm>
            <a:custGeom>
              <a:rect b="b" l="l" r="r" t="t"/>
              <a:pathLst>
                <a:path extrusionOk="0" h="1489" w="5661">
                  <a:moveTo>
                    <a:pt x="373" y="0"/>
                  </a:moveTo>
                  <a:lnTo>
                    <a:pt x="293" y="27"/>
                  </a:lnTo>
                  <a:lnTo>
                    <a:pt x="240" y="53"/>
                  </a:lnTo>
                  <a:lnTo>
                    <a:pt x="107" y="133"/>
                  </a:lnTo>
                  <a:lnTo>
                    <a:pt x="27" y="239"/>
                  </a:lnTo>
                  <a:lnTo>
                    <a:pt x="1" y="319"/>
                  </a:lnTo>
                  <a:lnTo>
                    <a:pt x="1" y="399"/>
                  </a:lnTo>
                  <a:lnTo>
                    <a:pt x="1" y="1090"/>
                  </a:lnTo>
                  <a:lnTo>
                    <a:pt x="1" y="1169"/>
                  </a:lnTo>
                  <a:lnTo>
                    <a:pt x="27" y="1249"/>
                  </a:lnTo>
                  <a:lnTo>
                    <a:pt x="107" y="1382"/>
                  </a:lnTo>
                  <a:lnTo>
                    <a:pt x="240" y="1462"/>
                  </a:lnTo>
                  <a:lnTo>
                    <a:pt x="293" y="1488"/>
                  </a:lnTo>
                  <a:lnTo>
                    <a:pt x="5342" y="1488"/>
                  </a:lnTo>
                  <a:lnTo>
                    <a:pt x="5422" y="1462"/>
                  </a:lnTo>
                  <a:lnTo>
                    <a:pt x="5555" y="1382"/>
                  </a:lnTo>
                  <a:lnTo>
                    <a:pt x="5634" y="1249"/>
                  </a:lnTo>
                  <a:lnTo>
                    <a:pt x="5661" y="1169"/>
                  </a:lnTo>
                  <a:lnTo>
                    <a:pt x="5661" y="1090"/>
                  </a:lnTo>
                  <a:lnTo>
                    <a:pt x="5661" y="399"/>
                  </a:lnTo>
                  <a:lnTo>
                    <a:pt x="5661" y="319"/>
                  </a:lnTo>
                  <a:lnTo>
                    <a:pt x="5634" y="239"/>
                  </a:lnTo>
                  <a:lnTo>
                    <a:pt x="5555" y="133"/>
                  </a:lnTo>
                  <a:lnTo>
                    <a:pt x="5422" y="53"/>
                  </a:lnTo>
                  <a:lnTo>
                    <a:pt x="5342" y="27"/>
                  </a:lnTo>
                  <a:lnTo>
                    <a:pt x="526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6" name="Google Shape;2946;p61"/>
            <p:cNvSpPr/>
            <p:nvPr/>
          </p:nvSpPr>
          <p:spPr>
            <a:xfrm>
              <a:off x="6698626" y="1363193"/>
              <a:ext cx="59430" cy="12904"/>
            </a:xfrm>
            <a:custGeom>
              <a:rect b="b" l="l" r="r" t="t"/>
              <a:pathLst>
                <a:path extrusionOk="0" h="479" w="2206">
                  <a:moveTo>
                    <a:pt x="239" y="0"/>
                  </a:moveTo>
                  <a:lnTo>
                    <a:pt x="159" y="27"/>
                  </a:lnTo>
                  <a:lnTo>
                    <a:pt x="80" y="80"/>
                  </a:lnTo>
                  <a:lnTo>
                    <a:pt x="27" y="133"/>
                  </a:lnTo>
                  <a:lnTo>
                    <a:pt x="0" y="239"/>
                  </a:lnTo>
                  <a:lnTo>
                    <a:pt x="27" y="319"/>
                  </a:lnTo>
                  <a:lnTo>
                    <a:pt x="80" y="399"/>
                  </a:lnTo>
                  <a:lnTo>
                    <a:pt x="159" y="452"/>
                  </a:lnTo>
                  <a:lnTo>
                    <a:pt x="239" y="478"/>
                  </a:lnTo>
                  <a:lnTo>
                    <a:pt x="1966" y="478"/>
                  </a:lnTo>
                  <a:lnTo>
                    <a:pt x="2046" y="452"/>
                  </a:lnTo>
                  <a:lnTo>
                    <a:pt x="2126" y="399"/>
                  </a:lnTo>
                  <a:lnTo>
                    <a:pt x="2179" y="319"/>
                  </a:lnTo>
                  <a:lnTo>
                    <a:pt x="2206" y="239"/>
                  </a:lnTo>
                  <a:lnTo>
                    <a:pt x="2179" y="133"/>
                  </a:lnTo>
                  <a:lnTo>
                    <a:pt x="2126" y="80"/>
                  </a:lnTo>
                  <a:lnTo>
                    <a:pt x="2046" y="27"/>
                  </a:lnTo>
                  <a:lnTo>
                    <a:pt x="196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7" name="Google Shape;2947;p61"/>
            <p:cNvSpPr/>
            <p:nvPr/>
          </p:nvSpPr>
          <p:spPr>
            <a:xfrm>
              <a:off x="6727964" y="1385365"/>
              <a:ext cx="30092" cy="12204"/>
            </a:xfrm>
            <a:custGeom>
              <a:rect b="b" l="l" r="r" t="t"/>
              <a:pathLst>
                <a:path extrusionOk="0" h="453" w="1117">
                  <a:moveTo>
                    <a:pt x="133" y="1"/>
                  </a:moveTo>
                  <a:lnTo>
                    <a:pt x="54" y="54"/>
                  </a:lnTo>
                  <a:lnTo>
                    <a:pt x="1" y="134"/>
                  </a:lnTo>
                  <a:lnTo>
                    <a:pt x="1" y="213"/>
                  </a:lnTo>
                  <a:lnTo>
                    <a:pt x="1" y="320"/>
                  </a:lnTo>
                  <a:lnTo>
                    <a:pt x="54" y="399"/>
                  </a:lnTo>
                  <a:lnTo>
                    <a:pt x="133" y="453"/>
                  </a:lnTo>
                  <a:lnTo>
                    <a:pt x="957" y="453"/>
                  </a:lnTo>
                  <a:lnTo>
                    <a:pt x="1037" y="399"/>
                  </a:lnTo>
                  <a:lnTo>
                    <a:pt x="1090" y="320"/>
                  </a:lnTo>
                  <a:lnTo>
                    <a:pt x="1117" y="213"/>
                  </a:lnTo>
                  <a:lnTo>
                    <a:pt x="1090" y="134"/>
                  </a:lnTo>
                  <a:lnTo>
                    <a:pt x="1037" y="54"/>
                  </a:lnTo>
                  <a:lnTo>
                    <a:pt x="95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8" name="Google Shape;2948;p61"/>
            <p:cNvSpPr/>
            <p:nvPr/>
          </p:nvSpPr>
          <p:spPr>
            <a:xfrm>
              <a:off x="6647062" y="1473433"/>
              <a:ext cx="53018" cy="12904"/>
            </a:xfrm>
            <a:custGeom>
              <a:rect b="b" l="l" r="r" t="t"/>
              <a:pathLst>
                <a:path extrusionOk="0" h="479" w="1968">
                  <a:moveTo>
                    <a:pt x="240" y="0"/>
                  </a:moveTo>
                  <a:lnTo>
                    <a:pt x="134" y="27"/>
                  </a:lnTo>
                  <a:lnTo>
                    <a:pt x="54" y="80"/>
                  </a:lnTo>
                  <a:lnTo>
                    <a:pt x="27" y="160"/>
                  </a:lnTo>
                  <a:lnTo>
                    <a:pt x="1" y="240"/>
                  </a:lnTo>
                  <a:lnTo>
                    <a:pt x="27" y="319"/>
                  </a:lnTo>
                  <a:lnTo>
                    <a:pt x="54" y="399"/>
                  </a:lnTo>
                  <a:lnTo>
                    <a:pt x="134" y="452"/>
                  </a:lnTo>
                  <a:lnTo>
                    <a:pt x="240" y="479"/>
                  </a:lnTo>
                  <a:lnTo>
                    <a:pt x="1728" y="479"/>
                  </a:lnTo>
                  <a:lnTo>
                    <a:pt x="1834" y="452"/>
                  </a:lnTo>
                  <a:lnTo>
                    <a:pt x="1887" y="399"/>
                  </a:lnTo>
                  <a:lnTo>
                    <a:pt x="1941" y="319"/>
                  </a:lnTo>
                  <a:lnTo>
                    <a:pt x="1967" y="240"/>
                  </a:lnTo>
                  <a:lnTo>
                    <a:pt x="1941" y="160"/>
                  </a:lnTo>
                  <a:lnTo>
                    <a:pt x="1887" y="80"/>
                  </a:lnTo>
                  <a:lnTo>
                    <a:pt x="1834" y="27"/>
                  </a:lnTo>
                  <a:lnTo>
                    <a:pt x="172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9" name="Google Shape;2949;p61"/>
            <p:cNvSpPr/>
            <p:nvPr/>
          </p:nvSpPr>
          <p:spPr>
            <a:xfrm>
              <a:off x="6647062" y="1493477"/>
              <a:ext cx="53018" cy="12904"/>
            </a:xfrm>
            <a:custGeom>
              <a:rect b="b" l="l" r="r" t="t"/>
              <a:pathLst>
                <a:path extrusionOk="0" h="479" w="1968">
                  <a:moveTo>
                    <a:pt x="240" y="0"/>
                  </a:moveTo>
                  <a:lnTo>
                    <a:pt x="134" y="27"/>
                  </a:lnTo>
                  <a:lnTo>
                    <a:pt x="54" y="54"/>
                  </a:lnTo>
                  <a:lnTo>
                    <a:pt x="27" y="133"/>
                  </a:lnTo>
                  <a:lnTo>
                    <a:pt x="1" y="240"/>
                  </a:lnTo>
                  <a:lnTo>
                    <a:pt x="27" y="319"/>
                  </a:lnTo>
                  <a:lnTo>
                    <a:pt x="54" y="399"/>
                  </a:lnTo>
                  <a:lnTo>
                    <a:pt x="134" y="452"/>
                  </a:lnTo>
                  <a:lnTo>
                    <a:pt x="240" y="479"/>
                  </a:lnTo>
                  <a:lnTo>
                    <a:pt x="1728" y="479"/>
                  </a:lnTo>
                  <a:lnTo>
                    <a:pt x="1834" y="452"/>
                  </a:lnTo>
                  <a:lnTo>
                    <a:pt x="1887" y="399"/>
                  </a:lnTo>
                  <a:lnTo>
                    <a:pt x="1941" y="319"/>
                  </a:lnTo>
                  <a:lnTo>
                    <a:pt x="1967" y="240"/>
                  </a:lnTo>
                  <a:lnTo>
                    <a:pt x="1941" y="133"/>
                  </a:lnTo>
                  <a:lnTo>
                    <a:pt x="1887" y="54"/>
                  </a:lnTo>
                  <a:lnTo>
                    <a:pt x="1834" y="27"/>
                  </a:lnTo>
                  <a:lnTo>
                    <a:pt x="172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0" name="Google Shape;2950;p61"/>
            <p:cNvSpPr/>
            <p:nvPr/>
          </p:nvSpPr>
          <p:spPr>
            <a:xfrm>
              <a:off x="6647062" y="1513520"/>
              <a:ext cx="32975" cy="12904"/>
            </a:xfrm>
            <a:custGeom>
              <a:rect b="b" l="l" r="r" t="t"/>
              <a:pathLst>
                <a:path extrusionOk="0" h="479" w="1224">
                  <a:moveTo>
                    <a:pt x="134" y="1"/>
                  </a:moveTo>
                  <a:lnTo>
                    <a:pt x="54" y="54"/>
                  </a:lnTo>
                  <a:lnTo>
                    <a:pt x="27" y="133"/>
                  </a:lnTo>
                  <a:lnTo>
                    <a:pt x="1" y="240"/>
                  </a:lnTo>
                  <a:lnTo>
                    <a:pt x="27" y="319"/>
                  </a:lnTo>
                  <a:lnTo>
                    <a:pt x="54" y="399"/>
                  </a:lnTo>
                  <a:lnTo>
                    <a:pt x="134" y="452"/>
                  </a:lnTo>
                  <a:lnTo>
                    <a:pt x="240" y="479"/>
                  </a:lnTo>
                  <a:lnTo>
                    <a:pt x="984" y="479"/>
                  </a:lnTo>
                  <a:lnTo>
                    <a:pt x="1064" y="452"/>
                  </a:lnTo>
                  <a:lnTo>
                    <a:pt x="1143" y="399"/>
                  </a:lnTo>
                  <a:lnTo>
                    <a:pt x="1197" y="319"/>
                  </a:lnTo>
                  <a:lnTo>
                    <a:pt x="1223" y="240"/>
                  </a:lnTo>
                  <a:lnTo>
                    <a:pt x="1197" y="133"/>
                  </a:lnTo>
                  <a:lnTo>
                    <a:pt x="1143" y="54"/>
                  </a:lnTo>
                  <a:lnTo>
                    <a:pt x="106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1" name="Google Shape;2951;p61"/>
            <p:cNvSpPr/>
            <p:nvPr/>
          </p:nvSpPr>
          <p:spPr>
            <a:xfrm>
              <a:off x="6718670" y="1479171"/>
              <a:ext cx="24354" cy="41541"/>
            </a:xfrm>
            <a:custGeom>
              <a:rect b="b" l="l" r="r" t="t"/>
              <a:pathLst>
                <a:path extrusionOk="0" h="1542" w="904">
                  <a:moveTo>
                    <a:pt x="319" y="0"/>
                  </a:moveTo>
                  <a:lnTo>
                    <a:pt x="213" y="27"/>
                  </a:lnTo>
                  <a:lnTo>
                    <a:pt x="106" y="80"/>
                  </a:lnTo>
                  <a:lnTo>
                    <a:pt x="27" y="186"/>
                  </a:lnTo>
                  <a:lnTo>
                    <a:pt x="0" y="319"/>
                  </a:lnTo>
                  <a:lnTo>
                    <a:pt x="0" y="1222"/>
                  </a:lnTo>
                  <a:lnTo>
                    <a:pt x="27" y="1355"/>
                  </a:lnTo>
                  <a:lnTo>
                    <a:pt x="106" y="1435"/>
                  </a:lnTo>
                  <a:lnTo>
                    <a:pt x="213" y="1515"/>
                  </a:lnTo>
                  <a:lnTo>
                    <a:pt x="319" y="1541"/>
                  </a:lnTo>
                  <a:lnTo>
                    <a:pt x="585" y="1541"/>
                  </a:lnTo>
                  <a:lnTo>
                    <a:pt x="718" y="1515"/>
                  </a:lnTo>
                  <a:lnTo>
                    <a:pt x="824" y="1435"/>
                  </a:lnTo>
                  <a:lnTo>
                    <a:pt x="877" y="1355"/>
                  </a:lnTo>
                  <a:lnTo>
                    <a:pt x="904" y="1222"/>
                  </a:lnTo>
                  <a:lnTo>
                    <a:pt x="904" y="319"/>
                  </a:lnTo>
                  <a:lnTo>
                    <a:pt x="877" y="186"/>
                  </a:lnTo>
                  <a:lnTo>
                    <a:pt x="824" y="80"/>
                  </a:lnTo>
                  <a:lnTo>
                    <a:pt x="718" y="27"/>
                  </a:lnTo>
                  <a:lnTo>
                    <a:pt x="585"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52" name="Google Shape;2952;p61"/>
          <p:cNvGrpSpPr/>
          <p:nvPr/>
        </p:nvGrpSpPr>
        <p:grpSpPr>
          <a:xfrm rot="-2311852">
            <a:off x="7733668" y="1800126"/>
            <a:ext cx="719433" cy="719387"/>
            <a:chOff x="746487" y="1877917"/>
            <a:chExt cx="423152" cy="423125"/>
          </a:xfrm>
        </p:grpSpPr>
        <p:sp>
          <p:nvSpPr>
            <p:cNvPr id="2953" name="Google Shape;2953;p61"/>
            <p:cNvSpPr/>
            <p:nvPr/>
          </p:nvSpPr>
          <p:spPr>
            <a:xfrm>
              <a:off x="858182" y="2042577"/>
              <a:ext cx="105982" cy="105982"/>
            </a:xfrm>
            <a:custGeom>
              <a:rect b="b" l="l" r="r" t="t"/>
              <a:pathLst>
                <a:path extrusionOk="0" h="3934" w="3934">
                  <a:moveTo>
                    <a:pt x="1967" y="1"/>
                  </a:moveTo>
                  <a:lnTo>
                    <a:pt x="1781" y="27"/>
                  </a:lnTo>
                  <a:lnTo>
                    <a:pt x="1568" y="54"/>
                  </a:lnTo>
                  <a:lnTo>
                    <a:pt x="1382" y="107"/>
                  </a:lnTo>
                  <a:lnTo>
                    <a:pt x="1223" y="160"/>
                  </a:lnTo>
                  <a:lnTo>
                    <a:pt x="1037" y="240"/>
                  </a:lnTo>
                  <a:lnTo>
                    <a:pt x="877" y="346"/>
                  </a:lnTo>
                  <a:lnTo>
                    <a:pt x="718" y="452"/>
                  </a:lnTo>
                  <a:lnTo>
                    <a:pt x="585" y="585"/>
                  </a:lnTo>
                  <a:lnTo>
                    <a:pt x="452" y="718"/>
                  </a:lnTo>
                  <a:lnTo>
                    <a:pt x="346" y="878"/>
                  </a:lnTo>
                  <a:lnTo>
                    <a:pt x="240" y="1037"/>
                  </a:lnTo>
                  <a:lnTo>
                    <a:pt x="160" y="1196"/>
                  </a:lnTo>
                  <a:lnTo>
                    <a:pt x="107" y="1382"/>
                  </a:lnTo>
                  <a:lnTo>
                    <a:pt x="54" y="1568"/>
                  </a:lnTo>
                  <a:lnTo>
                    <a:pt x="27" y="1781"/>
                  </a:lnTo>
                  <a:lnTo>
                    <a:pt x="0" y="1967"/>
                  </a:lnTo>
                  <a:lnTo>
                    <a:pt x="27" y="2180"/>
                  </a:lnTo>
                  <a:lnTo>
                    <a:pt x="54" y="2366"/>
                  </a:lnTo>
                  <a:lnTo>
                    <a:pt x="107" y="2552"/>
                  </a:lnTo>
                  <a:lnTo>
                    <a:pt x="160" y="2738"/>
                  </a:lnTo>
                  <a:lnTo>
                    <a:pt x="240" y="2897"/>
                  </a:lnTo>
                  <a:lnTo>
                    <a:pt x="346" y="3083"/>
                  </a:lnTo>
                  <a:lnTo>
                    <a:pt x="452" y="3216"/>
                  </a:lnTo>
                  <a:lnTo>
                    <a:pt x="585" y="3375"/>
                  </a:lnTo>
                  <a:lnTo>
                    <a:pt x="718" y="3482"/>
                  </a:lnTo>
                  <a:lnTo>
                    <a:pt x="877" y="3615"/>
                  </a:lnTo>
                  <a:lnTo>
                    <a:pt x="1037" y="3694"/>
                  </a:lnTo>
                  <a:lnTo>
                    <a:pt x="1223" y="3774"/>
                  </a:lnTo>
                  <a:lnTo>
                    <a:pt x="1382" y="3854"/>
                  </a:lnTo>
                  <a:lnTo>
                    <a:pt x="1568" y="3907"/>
                  </a:lnTo>
                  <a:lnTo>
                    <a:pt x="1781" y="3934"/>
                  </a:lnTo>
                  <a:lnTo>
                    <a:pt x="2180" y="3934"/>
                  </a:lnTo>
                  <a:lnTo>
                    <a:pt x="2366" y="3907"/>
                  </a:lnTo>
                  <a:lnTo>
                    <a:pt x="2552" y="3854"/>
                  </a:lnTo>
                  <a:lnTo>
                    <a:pt x="2738" y="3774"/>
                  </a:lnTo>
                  <a:lnTo>
                    <a:pt x="2924" y="3694"/>
                  </a:lnTo>
                  <a:lnTo>
                    <a:pt x="3083" y="3615"/>
                  </a:lnTo>
                  <a:lnTo>
                    <a:pt x="3216" y="3482"/>
                  </a:lnTo>
                  <a:lnTo>
                    <a:pt x="3375" y="3375"/>
                  </a:lnTo>
                  <a:lnTo>
                    <a:pt x="3482" y="3216"/>
                  </a:lnTo>
                  <a:lnTo>
                    <a:pt x="3615" y="3083"/>
                  </a:lnTo>
                  <a:lnTo>
                    <a:pt x="3694" y="2897"/>
                  </a:lnTo>
                  <a:lnTo>
                    <a:pt x="3801" y="2738"/>
                  </a:lnTo>
                  <a:lnTo>
                    <a:pt x="3854" y="2552"/>
                  </a:lnTo>
                  <a:lnTo>
                    <a:pt x="3907" y="2366"/>
                  </a:lnTo>
                  <a:lnTo>
                    <a:pt x="3933" y="2180"/>
                  </a:lnTo>
                  <a:lnTo>
                    <a:pt x="3933" y="1967"/>
                  </a:lnTo>
                  <a:lnTo>
                    <a:pt x="3933" y="1781"/>
                  </a:lnTo>
                  <a:lnTo>
                    <a:pt x="3907" y="1568"/>
                  </a:lnTo>
                  <a:lnTo>
                    <a:pt x="3854" y="1382"/>
                  </a:lnTo>
                  <a:lnTo>
                    <a:pt x="3801" y="1196"/>
                  </a:lnTo>
                  <a:lnTo>
                    <a:pt x="3694" y="1037"/>
                  </a:lnTo>
                  <a:lnTo>
                    <a:pt x="3615" y="878"/>
                  </a:lnTo>
                  <a:lnTo>
                    <a:pt x="3482" y="718"/>
                  </a:lnTo>
                  <a:lnTo>
                    <a:pt x="3375" y="585"/>
                  </a:lnTo>
                  <a:lnTo>
                    <a:pt x="3216" y="452"/>
                  </a:lnTo>
                  <a:lnTo>
                    <a:pt x="3083" y="346"/>
                  </a:lnTo>
                  <a:lnTo>
                    <a:pt x="2924" y="240"/>
                  </a:lnTo>
                  <a:lnTo>
                    <a:pt x="2738" y="160"/>
                  </a:lnTo>
                  <a:lnTo>
                    <a:pt x="2552" y="107"/>
                  </a:lnTo>
                  <a:lnTo>
                    <a:pt x="2366" y="54"/>
                  </a:lnTo>
                  <a:lnTo>
                    <a:pt x="2180" y="27"/>
                  </a:lnTo>
                  <a:lnTo>
                    <a:pt x="1967" y="1"/>
                  </a:lnTo>
                  <a:close/>
                </a:path>
              </a:pathLst>
            </a:custGeom>
            <a:solidFill>
              <a:srgbClr val="F1FA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4" name="Google Shape;2954;p61"/>
            <p:cNvSpPr/>
            <p:nvPr/>
          </p:nvSpPr>
          <p:spPr>
            <a:xfrm>
              <a:off x="869632" y="2054026"/>
              <a:ext cx="83783" cy="83083"/>
            </a:xfrm>
            <a:custGeom>
              <a:rect b="b" l="l" r="r" t="t"/>
              <a:pathLst>
                <a:path extrusionOk="0" h="3084" w="3110">
                  <a:moveTo>
                    <a:pt x="2764" y="1"/>
                  </a:moveTo>
                  <a:lnTo>
                    <a:pt x="1" y="2764"/>
                  </a:lnTo>
                  <a:lnTo>
                    <a:pt x="160" y="2950"/>
                  </a:lnTo>
                  <a:lnTo>
                    <a:pt x="346" y="3083"/>
                  </a:lnTo>
                  <a:lnTo>
                    <a:pt x="3110" y="346"/>
                  </a:lnTo>
                  <a:lnTo>
                    <a:pt x="2950" y="160"/>
                  </a:lnTo>
                  <a:lnTo>
                    <a:pt x="2764" y="1"/>
                  </a:lnTo>
                  <a:close/>
                </a:path>
              </a:pathLst>
            </a:custGeom>
            <a:solidFill>
              <a:schemeClr val="dk2">
                <a:alpha val="129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5" name="Google Shape;2955;p61"/>
            <p:cNvSpPr/>
            <p:nvPr/>
          </p:nvSpPr>
          <p:spPr>
            <a:xfrm>
              <a:off x="1073679" y="2205809"/>
              <a:ext cx="95960" cy="95233"/>
            </a:xfrm>
            <a:custGeom>
              <a:rect b="b" l="l" r="r" t="t"/>
              <a:pathLst>
                <a:path extrusionOk="0" h="3535" w="3562">
                  <a:moveTo>
                    <a:pt x="1595" y="0"/>
                  </a:moveTo>
                  <a:lnTo>
                    <a:pt x="1435" y="27"/>
                  </a:lnTo>
                  <a:lnTo>
                    <a:pt x="1249" y="80"/>
                  </a:lnTo>
                  <a:lnTo>
                    <a:pt x="1090" y="133"/>
                  </a:lnTo>
                  <a:lnTo>
                    <a:pt x="930" y="213"/>
                  </a:lnTo>
                  <a:lnTo>
                    <a:pt x="797" y="293"/>
                  </a:lnTo>
                  <a:lnTo>
                    <a:pt x="665" y="399"/>
                  </a:lnTo>
                  <a:lnTo>
                    <a:pt x="532" y="505"/>
                  </a:lnTo>
                  <a:lnTo>
                    <a:pt x="425" y="638"/>
                  </a:lnTo>
                  <a:lnTo>
                    <a:pt x="319" y="771"/>
                  </a:lnTo>
                  <a:lnTo>
                    <a:pt x="213" y="904"/>
                  </a:lnTo>
                  <a:lnTo>
                    <a:pt x="160" y="1063"/>
                  </a:lnTo>
                  <a:lnTo>
                    <a:pt x="80" y="1223"/>
                  </a:lnTo>
                  <a:lnTo>
                    <a:pt x="53" y="1409"/>
                  </a:lnTo>
                  <a:lnTo>
                    <a:pt x="27" y="1568"/>
                  </a:lnTo>
                  <a:lnTo>
                    <a:pt x="0" y="1754"/>
                  </a:lnTo>
                  <a:lnTo>
                    <a:pt x="27" y="1940"/>
                  </a:lnTo>
                  <a:lnTo>
                    <a:pt x="53" y="2126"/>
                  </a:lnTo>
                  <a:lnTo>
                    <a:pt x="80" y="2286"/>
                  </a:lnTo>
                  <a:lnTo>
                    <a:pt x="160" y="2445"/>
                  </a:lnTo>
                  <a:lnTo>
                    <a:pt x="213" y="2605"/>
                  </a:lnTo>
                  <a:lnTo>
                    <a:pt x="319" y="2738"/>
                  </a:lnTo>
                  <a:lnTo>
                    <a:pt x="425" y="2897"/>
                  </a:lnTo>
                  <a:lnTo>
                    <a:pt x="532" y="3003"/>
                  </a:lnTo>
                  <a:lnTo>
                    <a:pt x="665" y="3136"/>
                  </a:lnTo>
                  <a:lnTo>
                    <a:pt x="797" y="3216"/>
                  </a:lnTo>
                  <a:lnTo>
                    <a:pt x="930" y="3322"/>
                  </a:lnTo>
                  <a:lnTo>
                    <a:pt x="1090" y="3402"/>
                  </a:lnTo>
                  <a:lnTo>
                    <a:pt x="1249" y="3455"/>
                  </a:lnTo>
                  <a:lnTo>
                    <a:pt x="1435" y="3482"/>
                  </a:lnTo>
                  <a:lnTo>
                    <a:pt x="1595" y="3508"/>
                  </a:lnTo>
                  <a:lnTo>
                    <a:pt x="1781" y="3535"/>
                  </a:lnTo>
                  <a:lnTo>
                    <a:pt x="1967" y="3508"/>
                  </a:lnTo>
                  <a:lnTo>
                    <a:pt x="2126" y="3482"/>
                  </a:lnTo>
                  <a:lnTo>
                    <a:pt x="2312" y="3455"/>
                  </a:lnTo>
                  <a:lnTo>
                    <a:pt x="2472" y="3402"/>
                  </a:lnTo>
                  <a:lnTo>
                    <a:pt x="2631" y="3322"/>
                  </a:lnTo>
                  <a:lnTo>
                    <a:pt x="2764" y="3216"/>
                  </a:lnTo>
                  <a:lnTo>
                    <a:pt x="2897" y="3136"/>
                  </a:lnTo>
                  <a:lnTo>
                    <a:pt x="3030" y="3003"/>
                  </a:lnTo>
                  <a:lnTo>
                    <a:pt x="3136" y="2897"/>
                  </a:lnTo>
                  <a:lnTo>
                    <a:pt x="3242" y="2738"/>
                  </a:lnTo>
                  <a:lnTo>
                    <a:pt x="3349" y="2605"/>
                  </a:lnTo>
                  <a:lnTo>
                    <a:pt x="3402" y="2445"/>
                  </a:lnTo>
                  <a:lnTo>
                    <a:pt x="3481" y="2286"/>
                  </a:lnTo>
                  <a:lnTo>
                    <a:pt x="3508" y="2126"/>
                  </a:lnTo>
                  <a:lnTo>
                    <a:pt x="3535" y="1940"/>
                  </a:lnTo>
                  <a:lnTo>
                    <a:pt x="3561" y="1754"/>
                  </a:lnTo>
                  <a:lnTo>
                    <a:pt x="3535" y="1568"/>
                  </a:lnTo>
                  <a:lnTo>
                    <a:pt x="3508" y="1409"/>
                  </a:lnTo>
                  <a:lnTo>
                    <a:pt x="3481" y="1223"/>
                  </a:lnTo>
                  <a:lnTo>
                    <a:pt x="3402" y="1063"/>
                  </a:lnTo>
                  <a:lnTo>
                    <a:pt x="3349" y="904"/>
                  </a:lnTo>
                  <a:lnTo>
                    <a:pt x="3242" y="771"/>
                  </a:lnTo>
                  <a:lnTo>
                    <a:pt x="3136" y="638"/>
                  </a:lnTo>
                  <a:lnTo>
                    <a:pt x="3030" y="505"/>
                  </a:lnTo>
                  <a:lnTo>
                    <a:pt x="2897" y="399"/>
                  </a:lnTo>
                  <a:lnTo>
                    <a:pt x="2764" y="293"/>
                  </a:lnTo>
                  <a:lnTo>
                    <a:pt x="2631" y="213"/>
                  </a:lnTo>
                  <a:lnTo>
                    <a:pt x="2472" y="133"/>
                  </a:lnTo>
                  <a:lnTo>
                    <a:pt x="2312" y="80"/>
                  </a:lnTo>
                  <a:lnTo>
                    <a:pt x="2126" y="27"/>
                  </a:lnTo>
                  <a:lnTo>
                    <a:pt x="1967"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6" name="Google Shape;2956;p61"/>
            <p:cNvSpPr/>
            <p:nvPr/>
          </p:nvSpPr>
          <p:spPr>
            <a:xfrm>
              <a:off x="1083701" y="2215103"/>
              <a:ext cx="75917" cy="75917"/>
            </a:xfrm>
            <a:custGeom>
              <a:rect b="b" l="l" r="r" t="t"/>
              <a:pathLst>
                <a:path extrusionOk="0" h="2818" w="2818">
                  <a:moveTo>
                    <a:pt x="2472" y="1"/>
                  </a:moveTo>
                  <a:lnTo>
                    <a:pt x="0" y="2499"/>
                  </a:lnTo>
                  <a:lnTo>
                    <a:pt x="160" y="2658"/>
                  </a:lnTo>
                  <a:lnTo>
                    <a:pt x="346" y="2818"/>
                  </a:lnTo>
                  <a:lnTo>
                    <a:pt x="2817" y="346"/>
                  </a:lnTo>
                  <a:lnTo>
                    <a:pt x="2658" y="160"/>
                  </a:lnTo>
                  <a:lnTo>
                    <a:pt x="2472" y="1"/>
                  </a:lnTo>
                  <a:close/>
                </a:path>
              </a:pathLst>
            </a:custGeom>
            <a:solidFill>
              <a:schemeClr val="dk2">
                <a:alpha val="129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7" name="Google Shape;2957;p61"/>
            <p:cNvSpPr/>
            <p:nvPr/>
          </p:nvSpPr>
          <p:spPr>
            <a:xfrm>
              <a:off x="909019" y="2178599"/>
              <a:ext cx="122442" cy="122442"/>
            </a:xfrm>
            <a:custGeom>
              <a:rect b="b" l="l" r="r" t="t"/>
              <a:pathLst>
                <a:path extrusionOk="0" h="4545" w="4545">
                  <a:moveTo>
                    <a:pt x="1302" y="1"/>
                  </a:moveTo>
                  <a:lnTo>
                    <a:pt x="1063" y="27"/>
                  </a:lnTo>
                  <a:lnTo>
                    <a:pt x="824" y="80"/>
                  </a:lnTo>
                  <a:lnTo>
                    <a:pt x="585" y="213"/>
                  </a:lnTo>
                  <a:lnTo>
                    <a:pt x="399" y="373"/>
                  </a:lnTo>
                  <a:lnTo>
                    <a:pt x="213" y="585"/>
                  </a:lnTo>
                  <a:lnTo>
                    <a:pt x="107" y="798"/>
                  </a:lnTo>
                  <a:lnTo>
                    <a:pt x="27" y="1037"/>
                  </a:lnTo>
                  <a:lnTo>
                    <a:pt x="0" y="1276"/>
                  </a:lnTo>
                  <a:lnTo>
                    <a:pt x="27" y="1542"/>
                  </a:lnTo>
                  <a:lnTo>
                    <a:pt x="107" y="1781"/>
                  </a:lnTo>
                  <a:lnTo>
                    <a:pt x="213" y="1994"/>
                  </a:lnTo>
                  <a:lnTo>
                    <a:pt x="399" y="2206"/>
                  </a:lnTo>
                  <a:lnTo>
                    <a:pt x="2365" y="4173"/>
                  </a:lnTo>
                  <a:lnTo>
                    <a:pt x="2551" y="4332"/>
                  </a:lnTo>
                  <a:lnTo>
                    <a:pt x="2791" y="4438"/>
                  </a:lnTo>
                  <a:lnTo>
                    <a:pt x="3030" y="4518"/>
                  </a:lnTo>
                  <a:lnTo>
                    <a:pt x="3269" y="4545"/>
                  </a:lnTo>
                  <a:lnTo>
                    <a:pt x="3508" y="4518"/>
                  </a:lnTo>
                  <a:lnTo>
                    <a:pt x="3747" y="4438"/>
                  </a:lnTo>
                  <a:lnTo>
                    <a:pt x="3986" y="4332"/>
                  </a:lnTo>
                  <a:lnTo>
                    <a:pt x="4172" y="4173"/>
                  </a:lnTo>
                  <a:lnTo>
                    <a:pt x="4358" y="3960"/>
                  </a:lnTo>
                  <a:lnTo>
                    <a:pt x="4465" y="3748"/>
                  </a:lnTo>
                  <a:lnTo>
                    <a:pt x="4544" y="3508"/>
                  </a:lnTo>
                  <a:lnTo>
                    <a:pt x="4544" y="3243"/>
                  </a:lnTo>
                  <a:lnTo>
                    <a:pt x="4544" y="3003"/>
                  </a:lnTo>
                  <a:lnTo>
                    <a:pt x="4465" y="2764"/>
                  </a:lnTo>
                  <a:lnTo>
                    <a:pt x="4358" y="2552"/>
                  </a:lnTo>
                  <a:lnTo>
                    <a:pt x="4172" y="2339"/>
                  </a:lnTo>
                  <a:lnTo>
                    <a:pt x="2206" y="373"/>
                  </a:lnTo>
                  <a:lnTo>
                    <a:pt x="2020" y="213"/>
                  </a:lnTo>
                  <a:lnTo>
                    <a:pt x="1781" y="80"/>
                  </a:lnTo>
                  <a:lnTo>
                    <a:pt x="1542" y="27"/>
                  </a:lnTo>
                  <a:lnTo>
                    <a:pt x="1302" y="1"/>
                  </a:lnTo>
                  <a:close/>
                </a:path>
              </a:pathLst>
            </a:custGeom>
            <a:solidFill>
              <a:srgbClr val="F1FA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8" name="Google Shape;2958;p61"/>
            <p:cNvSpPr/>
            <p:nvPr/>
          </p:nvSpPr>
          <p:spPr>
            <a:xfrm>
              <a:off x="909019" y="2178599"/>
              <a:ext cx="85939" cy="85939"/>
            </a:xfrm>
            <a:custGeom>
              <a:rect b="b" l="l" r="r" t="t"/>
              <a:pathLst>
                <a:path extrusionOk="0" h="3190" w="3190">
                  <a:moveTo>
                    <a:pt x="1302" y="1"/>
                  </a:moveTo>
                  <a:lnTo>
                    <a:pt x="1063" y="27"/>
                  </a:lnTo>
                  <a:lnTo>
                    <a:pt x="824" y="80"/>
                  </a:lnTo>
                  <a:lnTo>
                    <a:pt x="585" y="213"/>
                  </a:lnTo>
                  <a:lnTo>
                    <a:pt x="399" y="373"/>
                  </a:lnTo>
                  <a:lnTo>
                    <a:pt x="213" y="585"/>
                  </a:lnTo>
                  <a:lnTo>
                    <a:pt x="107" y="798"/>
                  </a:lnTo>
                  <a:lnTo>
                    <a:pt x="27" y="1037"/>
                  </a:lnTo>
                  <a:lnTo>
                    <a:pt x="0" y="1276"/>
                  </a:lnTo>
                  <a:lnTo>
                    <a:pt x="27" y="1542"/>
                  </a:lnTo>
                  <a:lnTo>
                    <a:pt x="107" y="1781"/>
                  </a:lnTo>
                  <a:lnTo>
                    <a:pt x="213" y="1994"/>
                  </a:lnTo>
                  <a:lnTo>
                    <a:pt x="399" y="2206"/>
                  </a:lnTo>
                  <a:lnTo>
                    <a:pt x="1382" y="3190"/>
                  </a:lnTo>
                  <a:lnTo>
                    <a:pt x="3189" y="1356"/>
                  </a:lnTo>
                  <a:lnTo>
                    <a:pt x="2206" y="373"/>
                  </a:lnTo>
                  <a:lnTo>
                    <a:pt x="2020" y="213"/>
                  </a:lnTo>
                  <a:lnTo>
                    <a:pt x="1781" y="80"/>
                  </a:lnTo>
                  <a:lnTo>
                    <a:pt x="1542" y="27"/>
                  </a:lnTo>
                  <a:lnTo>
                    <a:pt x="130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9" name="Google Shape;2959;p61"/>
            <p:cNvSpPr/>
            <p:nvPr/>
          </p:nvSpPr>
          <p:spPr>
            <a:xfrm>
              <a:off x="1100161" y="1877917"/>
              <a:ext cx="69478" cy="144641"/>
            </a:xfrm>
            <a:custGeom>
              <a:rect b="b" l="l" r="r" t="t"/>
              <a:pathLst>
                <a:path extrusionOk="0" h="5369" w="2579">
                  <a:moveTo>
                    <a:pt x="1276" y="1"/>
                  </a:moveTo>
                  <a:lnTo>
                    <a:pt x="1010" y="27"/>
                  </a:lnTo>
                  <a:lnTo>
                    <a:pt x="771" y="107"/>
                  </a:lnTo>
                  <a:lnTo>
                    <a:pt x="559" y="213"/>
                  </a:lnTo>
                  <a:lnTo>
                    <a:pt x="373" y="373"/>
                  </a:lnTo>
                  <a:lnTo>
                    <a:pt x="213" y="559"/>
                  </a:lnTo>
                  <a:lnTo>
                    <a:pt x="80" y="798"/>
                  </a:lnTo>
                  <a:lnTo>
                    <a:pt x="27" y="1037"/>
                  </a:lnTo>
                  <a:lnTo>
                    <a:pt x="0" y="1303"/>
                  </a:lnTo>
                  <a:lnTo>
                    <a:pt x="0" y="4066"/>
                  </a:lnTo>
                  <a:lnTo>
                    <a:pt x="27" y="4332"/>
                  </a:lnTo>
                  <a:lnTo>
                    <a:pt x="80" y="4571"/>
                  </a:lnTo>
                  <a:lnTo>
                    <a:pt x="213" y="4784"/>
                  </a:lnTo>
                  <a:lnTo>
                    <a:pt x="373" y="4970"/>
                  </a:lnTo>
                  <a:lnTo>
                    <a:pt x="559" y="5129"/>
                  </a:lnTo>
                  <a:lnTo>
                    <a:pt x="771" y="5262"/>
                  </a:lnTo>
                  <a:lnTo>
                    <a:pt x="1010" y="5342"/>
                  </a:lnTo>
                  <a:lnTo>
                    <a:pt x="1276" y="5369"/>
                  </a:lnTo>
                  <a:lnTo>
                    <a:pt x="1542" y="5342"/>
                  </a:lnTo>
                  <a:lnTo>
                    <a:pt x="1781" y="5262"/>
                  </a:lnTo>
                  <a:lnTo>
                    <a:pt x="1994" y="5129"/>
                  </a:lnTo>
                  <a:lnTo>
                    <a:pt x="2180" y="4970"/>
                  </a:lnTo>
                  <a:lnTo>
                    <a:pt x="2339" y="4784"/>
                  </a:lnTo>
                  <a:lnTo>
                    <a:pt x="2472" y="4571"/>
                  </a:lnTo>
                  <a:lnTo>
                    <a:pt x="2552" y="4332"/>
                  </a:lnTo>
                  <a:lnTo>
                    <a:pt x="2578" y="4066"/>
                  </a:lnTo>
                  <a:lnTo>
                    <a:pt x="2578" y="1303"/>
                  </a:lnTo>
                  <a:lnTo>
                    <a:pt x="2552" y="1037"/>
                  </a:lnTo>
                  <a:lnTo>
                    <a:pt x="2472" y="798"/>
                  </a:lnTo>
                  <a:lnTo>
                    <a:pt x="2339" y="559"/>
                  </a:lnTo>
                  <a:lnTo>
                    <a:pt x="2180" y="373"/>
                  </a:lnTo>
                  <a:lnTo>
                    <a:pt x="1994" y="213"/>
                  </a:lnTo>
                  <a:lnTo>
                    <a:pt x="1781" y="107"/>
                  </a:lnTo>
                  <a:lnTo>
                    <a:pt x="1542" y="27"/>
                  </a:lnTo>
                  <a:lnTo>
                    <a:pt x="127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0" name="Google Shape;2960;p61"/>
            <p:cNvSpPr/>
            <p:nvPr/>
          </p:nvSpPr>
          <p:spPr>
            <a:xfrm>
              <a:off x="1100161" y="1950225"/>
              <a:ext cx="69478" cy="72334"/>
            </a:xfrm>
            <a:custGeom>
              <a:rect b="b" l="l" r="r" t="t"/>
              <a:pathLst>
                <a:path extrusionOk="0" h="2685" w="2579">
                  <a:moveTo>
                    <a:pt x="0" y="1"/>
                  </a:moveTo>
                  <a:lnTo>
                    <a:pt x="0" y="1382"/>
                  </a:lnTo>
                  <a:lnTo>
                    <a:pt x="27" y="1648"/>
                  </a:lnTo>
                  <a:lnTo>
                    <a:pt x="80" y="1887"/>
                  </a:lnTo>
                  <a:lnTo>
                    <a:pt x="213" y="2100"/>
                  </a:lnTo>
                  <a:lnTo>
                    <a:pt x="373" y="2286"/>
                  </a:lnTo>
                  <a:lnTo>
                    <a:pt x="559" y="2445"/>
                  </a:lnTo>
                  <a:lnTo>
                    <a:pt x="771" y="2578"/>
                  </a:lnTo>
                  <a:lnTo>
                    <a:pt x="1010" y="2658"/>
                  </a:lnTo>
                  <a:lnTo>
                    <a:pt x="1276" y="2685"/>
                  </a:lnTo>
                  <a:lnTo>
                    <a:pt x="1542" y="2658"/>
                  </a:lnTo>
                  <a:lnTo>
                    <a:pt x="1781" y="2578"/>
                  </a:lnTo>
                  <a:lnTo>
                    <a:pt x="1994" y="2445"/>
                  </a:lnTo>
                  <a:lnTo>
                    <a:pt x="2180" y="2286"/>
                  </a:lnTo>
                  <a:lnTo>
                    <a:pt x="2339" y="2100"/>
                  </a:lnTo>
                  <a:lnTo>
                    <a:pt x="2472" y="1887"/>
                  </a:lnTo>
                  <a:lnTo>
                    <a:pt x="2552" y="1648"/>
                  </a:lnTo>
                  <a:lnTo>
                    <a:pt x="2578" y="1382"/>
                  </a:lnTo>
                  <a:lnTo>
                    <a:pt x="2578"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1" name="Google Shape;2961;p61"/>
            <p:cNvSpPr/>
            <p:nvPr/>
          </p:nvSpPr>
          <p:spPr>
            <a:xfrm>
              <a:off x="746487" y="2055454"/>
              <a:ext cx="69478" cy="144641"/>
            </a:xfrm>
            <a:custGeom>
              <a:rect b="b" l="l" r="r" t="t"/>
              <a:pathLst>
                <a:path extrusionOk="0" h="5369" w="2579">
                  <a:moveTo>
                    <a:pt x="1276" y="1"/>
                  </a:moveTo>
                  <a:lnTo>
                    <a:pt x="1037" y="28"/>
                  </a:lnTo>
                  <a:lnTo>
                    <a:pt x="798" y="107"/>
                  </a:lnTo>
                  <a:lnTo>
                    <a:pt x="559" y="214"/>
                  </a:lnTo>
                  <a:lnTo>
                    <a:pt x="373" y="373"/>
                  </a:lnTo>
                  <a:lnTo>
                    <a:pt x="214" y="559"/>
                  </a:lnTo>
                  <a:lnTo>
                    <a:pt x="107" y="798"/>
                  </a:lnTo>
                  <a:lnTo>
                    <a:pt x="28" y="1037"/>
                  </a:lnTo>
                  <a:lnTo>
                    <a:pt x="1" y="1276"/>
                  </a:lnTo>
                  <a:lnTo>
                    <a:pt x="1" y="4067"/>
                  </a:lnTo>
                  <a:lnTo>
                    <a:pt x="28" y="4332"/>
                  </a:lnTo>
                  <a:lnTo>
                    <a:pt x="107" y="4572"/>
                  </a:lnTo>
                  <a:lnTo>
                    <a:pt x="214" y="4784"/>
                  </a:lnTo>
                  <a:lnTo>
                    <a:pt x="373" y="4970"/>
                  </a:lnTo>
                  <a:lnTo>
                    <a:pt x="559" y="5130"/>
                  </a:lnTo>
                  <a:lnTo>
                    <a:pt x="798" y="5263"/>
                  </a:lnTo>
                  <a:lnTo>
                    <a:pt x="1037" y="5342"/>
                  </a:lnTo>
                  <a:lnTo>
                    <a:pt x="1276" y="5369"/>
                  </a:lnTo>
                  <a:lnTo>
                    <a:pt x="1542" y="5342"/>
                  </a:lnTo>
                  <a:lnTo>
                    <a:pt x="1781" y="5263"/>
                  </a:lnTo>
                  <a:lnTo>
                    <a:pt x="2021" y="5130"/>
                  </a:lnTo>
                  <a:lnTo>
                    <a:pt x="2207" y="4970"/>
                  </a:lnTo>
                  <a:lnTo>
                    <a:pt x="2366" y="4784"/>
                  </a:lnTo>
                  <a:lnTo>
                    <a:pt x="2472" y="4572"/>
                  </a:lnTo>
                  <a:lnTo>
                    <a:pt x="2552" y="4332"/>
                  </a:lnTo>
                  <a:lnTo>
                    <a:pt x="2579" y="4067"/>
                  </a:lnTo>
                  <a:lnTo>
                    <a:pt x="2579" y="1276"/>
                  </a:lnTo>
                  <a:lnTo>
                    <a:pt x="2552" y="1037"/>
                  </a:lnTo>
                  <a:lnTo>
                    <a:pt x="2472" y="798"/>
                  </a:lnTo>
                  <a:lnTo>
                    <a:pt x="2366" y="559"/>
                  </a:lnTo>
                  <a:lnTo>
                    <a:pt x="2207" y="373"/>
                  </a:lnTo>
                  <a:lnTo>
                    <a:pt x="2021" y="214"/>
                  </a:lnTo>
                  <a:lnTo>
                    <a:pt x="1781" y="107"/>
                  </a:lnTo>
                  <a:lnTo>
                    <a:pt x="1542" y="28"/>
                  </a:lnTo>
                  <a:lnTo>
                    <a:pt x="1276" y="1"/>
                  </a:lnTo>
                  <a:close/>
                </a:path>
              </a:pathLst>
            </a:custGeom>
            <a:solidFill>
              <a:srgbClr val="FB4A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2" name="Google Shape;2962;p61"/>
            <p:cNvSpPr/>
            <p:nvPr/>
          </p:nvSpPr>
          <p:spPr>
            <a:xfrm>
              <a:off x="746487" y="2055454"/>
              <a:ext cx="69478" cy="72334"/>
            </a:xfrm>
            <a:custGeom>
              <a:rect b="b" l="l" r="r" t="t"/>
              <a:pathLst>
                <a:path extrusionOk="0" h="2685" w="2579">
                  <a:moveTo>
                    <a:pt x="1276" y="1"/>
                  </a:moveTo>
                  <a:lnTo>
                    <a:pt x="1037" y="28"/>
                  </a:lnTo>
                  <a:lnTo>
                    <a:pt x="798" y="107"/>
                  </a:lnTo>
                  <a:lnTo>
                    <a:pt x="559" y="214"/>
                  </a:lnTo>
                  <a:lnTo>
                    <a:pt x="373" y="373"/>
                  </a:lnTo>
                  <a:lnTo>
                    <a:pt x="214" y="559"/>
                  </a:lnTo>
                  <a:lnTo>
                    <a:pt x="107" y="798"/>
                  </a:lnTo>
                  <a:lnTo>
                    <a:pt x="28" y="1037"/>
                  </a:lnTo>
                  <a:lnTo>
                    <a:pt x="1" y="1276"/>
                  </a:lnTo>
                  <a:lnTo>
                    <a:pt x="1" y="2685"/>
                  </a:lnTo>
                  <a:lnTo>
                    <a:pt x="2579" y="2685"/>
                  </a:lnTo>
                  <a:lnTo>
                    <a:pt x="2579" y="1276"/>
                  </a:lnTo>
                  <a:lnTo>
                    <a:pt x="2552" y="1037"/>
                  </a:lnTo>
                  <a:lnTo>
                    <a:pt x="2472" y="798"/>
                  </a:lnTo>
                  <a:lnTo>
                    <a:pt x="2366" y="559"/>
                  </a:lnTo>
                  <a:lnTo>
                    <a:pt x="2207" y="373"/>
                  </a:lnTo>
                  <a:lnTo>
                    <a:pt x="2021" y="214"/>
                  </a:lnTo>
                  <a:lnTo>
                    <a:pt x="1781" y="107"/>
                  </a:lnTo>
                  <a:lnTo>
                    <a:pt x="1542" y="28"/>
                  </a:lnTo>
                  <a:lnTo>
                    <a:pt x="127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3" name="Google Shape;2963;p61"/>
            <p:cNvSpPr/>
            <p:nvPr/>
          </p:nvSpPr>
          <p:spPr>
            <a:xfrm>
              <a:off x="934073" y="1887939"/>
              <a:ext cx="126726" cy="126753"/>
            </a:xfrm>
            <a:custGeom>
              <a:rect b="b" l="l" r="r" t="t"/>
              <a:pathLst>
                <a:path extrusionOk="0" h="4705" w="4704">
                  <a:moveTo>
                    <a:pt x="3428" y="1"/>
                  </a:moveTo>
                  <a:lnTo>
                    <a:pt x="3216" y="27"/>
                  </a:lnTo>
                  <a:lnTo>
                    <a:pt x="3003" y="80"/>
                  </a:lnTo>
                  <a:lnTo>
                    <a:pt x="2791" y="160"/>
                  </a:lnTo>
                  <a:lnTo>
                    <a:pt x="2578" y="240"/>
                  </a:lnTo>
                  <a:lnTo>
                    <a:pt x="2339" y="373"/>
                  </a:lnTo>
                  <a:lnTo>
                    <a:pt x="2126" y="506"/>
                  </a:lnTo>
                  <a:lnTo>
                    <a:pt x="1887" y="638"/>
                  </a:lnTo>
                  <a:lnTo>
                    <a:pt x="1674" y="824"/>
                  </a:lnTo>
                  <a:lnTo>
                    <a:pt x="1435" y="1010"/>
                  </a:lnTo>
                  <a:lnTo>
                    <a:pt x="1223" y="1196"/>
                  </a:lnTo>
                  <a:lnTo>
                    <a:pt x="1010" y="1436"/>
                  </a:lnTo>
                  <a:lnTo>
                    <a:pt x="824" y="1648"/>
                  </a:lnTo>
                  <a:lnTo>
                    <a:pt x="665" y="1861"/>
                  </a:lnTo>
                  <a:lnTo>
                    <a:pt x="505" y="2100"/>
                  </a:lnTo>
                  <a:lnTo>
                    <a:pt x="372" y="2313"/>
                  </a:lnTo>
                  <a:lnTo>
                    <a:pt x="266" y="2552"/>
                  </a:lnTo>
                  <a:lnTo>
                    <a:pt x="186" y="2764"/>
                  </a:lnTo>
                  <a:lnTo>
                    <a:pt x="107" y="3004"/>
                  </a:lnTo>
                  <a:lnTo>
                    <a:pt x="53" y="3216"/>
                  </a:lnTo>
                  <a:lnTo>
                    <a:pt x="27" y="3402"/>
                  </a:lnTo>
                  <a:lnTo>
                    <a:pt x="0" y="3615"/>
                  </a:lnTo>
                  <a:lnTo>
                    <a:pt x="27" y="3801"/>
                  </a:lnTo>
                  <a:lnTo>
                    <a:pt x="53" y="3960"/>
                  </a:lnTo>
                  <a:lnTo>
                    <a:pt x="107" y="4120"/>
                  </a:lnTo>
                  <a:lnTo>
                    <a:pt x="186" y="4279"/>
                  </a:lnTo>
                  <a:lnTo>
                    <a:pt x="293" y="4412"/>
                  </a:lnTo>
                  <a:lnTo>
                    <a:pt x="426" y="4492"/>
                  </a:lnTo>
                  <a:lnTo>
                    <a:pt x="585" y="4598"/>
                  </a:lnTo>
                  <a:lnTo>
                    <a:pt x="744" y="4651"/>
                  </a:lnTo>
                  <a:lnTo>
                    <a:pt x="904" y="4678"/>
                  </a:lnTo>
                  <a:lnTo>
                    <a:pt x="1090" y="4704"/>
                  </a:lnTo>
                  <a:lnTo>
                    <a:pt x="1276" y="4678"/>
                  </a:lnTo>
                  <a:lnTo>
                    <a:pt x="1488" y="4651"/>
                  </a:lnTo>
                  <a:lnTo>
                    <a:pt x="1701" y="4598"/>
                  </a:lnTo>
                  <a:lnTo>
                    <a:pt x="1940" y="4518"/>
                  </a:lnTo>
                  <a:lnTo>
                    <a:pt x="2153" y="4439"/>
                  </a:lnTo>
                  <a:lnTo>
                    <a:pt x="2365" y="4332"/>
                  </a:lnTo>
                  <a:lnTo>
                    <a:pt x="2605" y="4199"/>
                  </a:lnTo>
                  <a:lnTo>
                    <a:pt x="2844" y="4040"/>
                  </a:lnTo>
                  <a:lnTo>
                    <a:pt x="3056" y="3880"/>
                  </a:lnTo>
                  <a:lnTo>
                    <a:pt x="3269" y="3668"/>
                  </a:lnTo>
                  <a:lnTo>
                    <a:pt x="3508" y="3482"/>
                  </a:lnTo>
                  <a:lnTo>
                    <a:pt x="3694" y="3269"/>
                  </a:lnTo>
                  <a:lnTo>
                    <a:pt x="3880" y="3030"/>
                  </a:lnTo>
                  <a:lnTo>
                    <a:pt x="4066" y="2817"/>
                  </a:lnTo>
                  <a:lnTo>
                    <a:pt x="4199" y="2578"/>
                  </a:lnTo>
                  <a:lnTo>
                    <a:pt x="4332" y="2366"/>
                  </a:lnTo>
                  <a:lnTo>
                    <a:pt x="4465" y="2127"/>
                  </a:lnTo>
                  <a:lnTo>
                    <a:pt x="4544" y="1914"/>
                  </a:lnTo>
                  <a:lnTo>
                    <a:pt x="4624" y="1701"/>
                  </a:lnTo>
                  <a:lnTo>
                    <a:pt x="4677" y="1462"/>
                  </a:lnTo>
                  <a:lnTo>
                    <a:pt x="4704" y="1276"/>
                  </a:lnTo>
                  <a:lnTo>
                    <a:pt x="4704" y="1064"/>
                  </a:lnTo>
                  <a:lnTo>
                    <a:pt x="4704" y="878"/>
                  </a:lnTo>
                  <a:lnTo>
                    <a:pt x="4651" y="718"/>
                  </a:lnTo>
                  <a:lnTo>
                    <a:pt x="4598" y="559"/>
                  </a:lnTo>
                  <a:lnTo>
                    <a:pt x="4518" y="399"/>
                  </a:lnTo>
                  <a:lnTo>
                    <a:pt x="4412" y="293"/>
                  </a:lnTo>
                  <a:lnTo>
                    <a:pt x="4305" y="187"/>
                  </a:lnTo>
                  <a:lnTo>
                    <a:pt x="4146" y="107"/>
                  </a:lnTo>
                  <a:lnTo>
                    <a:pt x="3986" y="27"/>
                  </a:lnTo>
                  <a:lnTo>
                    <a:pt x="382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4" name="Google Shape;2964;p61"/>
            <p:cNvSpPr/>
            <p:nvPr/>
          </p:nvSpPr>
          <p:spPr>
            <a:xfrm>
              <a:off x="962711" y="1915876"/>
              <a:ext cx="70179" cy="70179"/>
            </a:xfrm>
            <a:custGeom>
              <a:rect b="b" l="l" r="r" t="t"/>
              <a:pathLst>
                <a:path extrusionOk="0" h="2605" w="2605">
                  <a:moveTo>
                    <a:pt x="346" y="0"/>
                  </a:moveTo>
                  <a:lnTo>
                    <a:pt x="160" y="159"/>
                  </a:lnTo>
                  <a:lnTo>
                    <a:pt x="0" y="346"/>
                  </a:lnTo>
                  <a:lnTo>
                    <a:pt x="2259" y="2604"/>
                  </a:lnTo>
                  <a:lnTo>
                    <a:pt x="2445" y="2445"/>
                  </a:lnTo>
                  <a:lnTo>
                    <a:pt x="2605" y="2259"/>
                  </a:lnTo>
                  <a:lnTo>
                    <a:pt x="346" y="0"/>
                  </a:lnTo>
                  <a:close/>
                </a:path>
              </a:pathLst>
            </a:custGeom>
            <a:solidFill>
              <a:schemeClr val="dk2">
                <a:alpha val="129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5" name="Google Shape;2965;p61"/>
            <p:cNvSpPr/>
            <p:nvPr/>
          </p:nvSpPr>
          <p:spPr>
            <a:xfrm>
              <a:off x="756509" y="2228708"/>
              <a:ext cx="130336" cy="72334"/>
            </a:xfrm>
            <a:custGeom>
              <a:rect b="b" l="l" r="r" t="t"/>
              <a:pathLst>
                <a:path extrusionOk="0" h="2685" w="4838">
                  <a:moveTo>
                    <a:pt x="2419" y="1"/>
                  </a:moveTo>
                  <a:lnTo>
                    <a:pt x="1914" y="27"/>
                  </a:lnTo>
                  <a:lnTo>
                    <a:pt x="1463" y="107"/>
                  </a:lnTo>
                  <a:lnTo>
                    <a:pt x="1064" y="240"/>
                  </a:lnTo>
                  <a:lnTo>
                    <a:pt x="692" y="399"/>
                  </a:lnTo>
                  <a:lnTo>
                    <a:pt x="532" y="506"/>
                  </a:lnTo>
                  <a:lnTo>
                    <a:pt x="400" y="612"/>
                  </a:lnTo>
                  <a:lnTo>
                    <a:pt x="293" y="718"/>
                  </a:lnTo>
                  <a:lnTo>
                    <a:pt x="187" y="825"/>
                  </a:lnTo>
                  <a:lnTo>
                    <a:pt x="107" y="957"/>
                  </a:lnTo>
                  <a:lnTo>
                    <a:pt x="54" y="1090"/>
                  </a:lnTo>
                  <a:lnTo>
                    <a:pt x="1" y="1223"/>
                  </a:lnTo>
                  <a:lnTo>
                    <a:pt x="1" y="1356"/>
                  </a:lnTo>
                  <a:lnTo>
                    <a:pt x="1" y="1489"/>
                  </a:lnTo>
                  <a:lnTo>
                    <a:pt x="54" y="1622"/>
                  </a:lnTo>
                  <a:lnTo>
                    <a:pt x="107" y="1755"/>
                  </a:lnTo>
                  <a:lnTo>
                    <a:pt x="187" y="1861"/>
                  </a:lnTo>
                  <a:lnTo>
                    <a:pt x="293" y="1994"/>
                  </a:lnTo>
                  <a:lnTo>
                    <a:pt x="400" y="2100"/>
                  </a:lnTo>
                  <a:lnTo>
                    <a:pt x="532" y="2206"/>
                  </a:lnTo>
                  <a:lnTo>
                    <a:pt x="692" y="2286"/>
                  </a:lnTo>
                  <a:lnTo>
                    <a:pt x="1064" y="2446"/>
                  </a:lnTo>
                  <a:lnTo>
                    <a:pt x="1463" y="2578"/>
                  </a:lnTo>
                  <a:lnTo>
                    <a:pt x="1914" y="2658"/>
                  </a:lnTo>
                  <a:lnTo>
                    <a:pt x="2419" y="2685"/>
                  </a:lnTo>
                  <a:lnTo>
                    <a:pt x="2898" y="2658"/>
                  </a:lnTo>
                  <a:lnTo>
                    <a:pt x="3349" y="2578"/>
                  </a:lnTo>
                  <a:lnTo>
                    <a:pt x="3774" y="2446"/>
                  </a:lnTo>
                  <a:lnTo>
                    <a:pt x="4120" y="2286"/>
                  </a:lnTo>
                  <a:lnTo>
                    <a:pt x="4279" y="2206"/>
                  </a:lnTo>
                  <a:lnTo>
                    <a:pt x="4412" y="2100"/>
                  </a:lnTo>
                  <a:lnTo>
                    <a:pt x="4545" y="1994"/>
                  </a:lnTo>
                  <a:lnTo>
                    <a:pt x="4651" y="1861"/>
                  </a:lnTo>
                  <a:lnTo>
                    <a:pt x="4731" y="1755"/>
                  </a:lnTo>
                  <a:lnTo>
                    <a:pt x="4784" y="1622"/>
                  </a:lnTo>
                  <a:lnTo>
                    <a:pt x="4811" y="1489"/>
                  </a:lnTo>
                  <a:lnTo>
                    <a:pt x="4837" y="1356"/>
                  </a:lnTo>
                  <a:lnTo>
                    <a:pt x="4811" y="1223"/>
                  </a:lnTo>
                  <a:lnTo>
                    <a:pt x="4784" y="1090"/>
                  </a:lnTo>
                  <a:lnTo>
                    <a:pt x="4731" y="957"/>
                  </a:lnTo>
                  <a:lnTo>
                    <a:pt x="4651" y="825"/>
                  </a:lnTo>
                  <a:lnTo>
                    <a:pt x="4545" y="718"/>
                  </a:lnTo>
                  <a:lnTo>
                    <a:pt x="4412" y="612"/>
                  </a:lnTo>
                  <a:lnTo>
                    <a:pt x="4279" y="506"/>
                  </a:lnTo>
                  <a:lnTo>
                    <a:pt x="4120" y="399"/>
                  </a:lnTo>
                  <a:lnTo>
                    <a:pt x="3774" y="240"/>
                  </a:lnTo>
                  <a:lnTo>
                    <a:pt x="3349" y="107"/>
                  </a:lnTo>
                  <a:lnTo>
                    <a:pt x="2898" y="27"/>
                  </a:lnTo>
                  <a:lnTo>
                    <a:pt x="241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6" name="Google Shape;2966;p61"/>
            <p:cNvSpPr/>
            <p:nvPr/>
          </p:nvSpPr>
          <p:spPr>
            <a:xfrm>
              <a:off x="815239" y="2228708"/>
              <a:ext cx="12904" cy="72334"/>
            </a:xfrm>
            <a:custGeom>
              <a:rect b="b" l="l" r="r" t="t"/>
              <a:pathLst>
                <a:path extrusionOk="0" h="2685" w="479">
                  <a:moveTo>
                    <a:pt x="239" y="1"/>
                  </a:moveTo>
                  <a:lnTo>
                    <a:pt x="0" y="27"/>
                  </a:lnTo>
                  <a:lnTo>
                    <a:pt x="0" y="2658"/>
                  </a:lnTo>
                  <a:lnTo>
                    <a:pt x="239" y="2685"/>
                  </a:lnTo>
                  <a:lnTo>
                    <a:pt x="478" y="2658"/>
                  </a:lnTo>
                  <a:lnTo>
                    <a:pt x="478" y="27"/>
                  </a:lnTo>
                  <a:lnTo>
                    <a:pt x="239" y="1"/>
                  </a:lnTo>
                  <a:close/>
                </a:path>
              </a:pathLst>
            </a:custGeom>
            <a:solidFill>
              <a:schemeClr val="dk2">
                <a:alpha val="129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7" name="Google Shape;2967;p61"/>
            <p:cNvSpPr/>
            <p:nvPr/>
          </p:nvSpPr>
          <p:spPr>
            <a:xfrm>
              <a:off x="746487" y="1877917"/>
              <a:ext cx="149652" cy="150379"/>
            </a:xfrm>
            <a:custGeom>
              <a:rect b="b" l="l" r="r" t="t"/>
              <a:pathLst>
                <a:path extrusionOk="0" h="5582" w="5555">
                  <a:moveTo>
                    <a:pt x="2791" y="1"/>
                  </a:moveTo>
                  <a:lnTo>
                    <a:pt x="2499" y="27"/>
                  </a:lnTo>
                  <a:lnTo>
                    <a:pt x="2233" y="54"/>
                  </a:lnTo>
                  <a:lnTo>
                    <a:pt x="1967" y="134"/>
                  </a:lnTo>
                  <a:lnTo>
                    <a:pt x="1702" y="213"/>
                  </a:lnTo>
                  <a:lnTo>
                    <a:pt x="1463" y="346"/>
                  </a:lnTo>
                  <a:lnTo>
                    <a:pt x="1223" y="479"/>
                  </a:lnTo>
                  <a:lnTo>
                    <a:pt x="1011" y="638"/>
                  </a:lnTo>
                  <a:lnTo>
                    <a:pt x="825" y="824"/>
                  </a:lnTo>
                  <a:lnTo>
                    <a:pt x="639" y="1010"/>
                  </a:lnTo>
                  <a:lnTo>
                    <a:pt x="479" y="1223"/>
                  </a:lnTo>
                  <a:lnTo>
                    <a:pt x="346" y="1462"/>
                  </a:lnTo>
                  <a:lnTo>
                    <a:pt x="214" y="1701"/>
                  </a:lnTo>
                  <a:lnTo>
                    <a:pt x="134" y="1967"/>
                  </a:lnTo>
                  <a:lnTo>
                    <a:pt x="54" y="2233"/>
                  </a:lnTo>
                  <a:lnTo>
                    <a:pt x="1" y="2499"/>
                  </a:lnTo>
                  <a:lnTo>
                    <a:pt x="1" y="2791"/>
                  </a:lnTo>
                  <a:lnTo>
                    <a:pt x="1" y="3057"/>
                  </a:lnTo>
                  <a:lnTo>
                    <a:pt x="54" y="3349"/>
                  </a:lnTo>
                  <a:lnTo>
                    <a:pt x="134" y="3615"/>
                  </a:lnTo>
                  <a:lnTo>
                    <a:pt x="214" y="3880"/>
                  </a:lnTo>
                  <a:lnTo>
                    <a:pt x="346" y="4120"/>
                  </a:lnTo>
                  <a:lnTo>
                    <a:pt x="479" y="4332"/>
                  </a:lnTo>
                  <a:lnTo>
                    <a:pt x="639" y="4545"/>
                  </a:lnTo>
                  <a:lnTo>
                    <a:pt x="825" y="4757"/>
                  </a:lnTo>
                  <a:lnTo>
                    <a:pt x="1011" y="4943"/>
                  </a:lnTo>
                  <a:lnTo>
                    <a:pt x="1223" y="5103"/>
                  </a:lnTo>
                  <a:lnTo>
                    <a:pt x="1463" y="5236"/>
                  </a:lnTo>
                  <a:lnTo>
                    <a:pt x="1702" y="5342"/>
                  </a:lnTo>
                  <a:lnTo>
                    <a:pt x="1967" y="5448"/>
                  </a:lnTo>
                  <a:lnTo>
                    <a:pt x="2233" y="5501"/>
                  </a:lnTo>
                  <a:lnTo>
                    <a:pt x="2499" y="5555"/>
                  </a:lnTo>
                  <a:lnTo>
                    <a:pt x="2791" y="5581"/>
                  </a:lnTo>
                  <a:lnTo>
                    <a:pt x="3057" y="5555"/>
                  </a:lnTo>
                  <a:lnTo>
                    <a:pt x="3349" y="5501"/>
                  </a:lnTo>
                  <a:lnTo>
                    <a:pt x="3615" y="5448"/>
                  </a:lnTo>
                  <a:lnTo>
                    <a:pt x="3854" y="5342"/>
                  </a:lnTo>
                  <a:lnTo>
                    <a:pt x="4120" y="5236"/>
                  </a:lnTo>
                  <a:lnTo>
                    <a:pt x="4333" y="5103"/>
                  </a:lnTo>
                  <a:lnTo>
                    <a:pt x="4545" y="4943"/>
                  </a:lnTo>
                  <a:lnTo>
                    <a:pt x="4758" y="4757"/>
                  </a:lnTo>
                  <a:lnTo>
                    <a:pt x="4944" y="4545"/>
                  </a:lnTo>
                  <a:lnTo>
                    <a:pt x="5103" y="4332"/>
                  </a:lnTo>
                  <a:lnTo>
                    <a:pt x="5236" y="4120"/>
                  </a:lnTo>
                  <a:lnTo>
                    <a:pt x="5342" y="3880"/>
                  </a:lnTo>
                  <a:lnTo>
                    <a:pt x="5449" y="3615"/>
                  </a:lnTo>
                  <a:lnTo>
                    <a:pt x="5502" y="3349"/>
                  </a:lnTo>
                  <a:lnTo>
                    <a:pt x="5555" y="3057"/>
                  </a:lnTo>
                  <a:lnTo>
                    <a:pt x="5555" y="2791"/>
                  </a:lnTo>
                  <a:lnTo>
                    <a:pt x="5555" y="2499"/>
                  </a:lnTo>
                  <a:lnTo>
                    <a:pt x="5502" y="2233"/>
                  </a:lnTo>
                  <a:lnTo>
                    <a:pt x="5449" y="1967"/>
                  </a:lnTo>
                  <a:lnTo>
                    <a:pt x="5342" y="1701"/>
                  </a:lnTo>
                  <a:lnTo>
                    <a:pt x="5236" y="1462"/>
                  </a:lnTo>
                  <a:lnTo>
                    <a:pt x="5103" y="1223"/>
                  </a:lnTo>
                  <a:lnTo>
                    <a:pt x="4944" y="1010"/>
                  </a:lnTo>
                  <a:lnTo>
                    <a:pt x="4758" y="824"/>
                  </a:lnTo>
                  <a:lnTo>
                    <a:pt x="4545" y="638"/>
                  </a:lnTo>
                  <a:lnTo>
                    <a:pt x="4333" y="479"/>
                  </a:lnTo>
                  <a:lnTo>
                    <a:pt x="4120" y="346"/>
                  </a:lnTo>
                  <a:lnTo>
                    <a:pt x="3854" y="213"/>
                  </a:lnTo>
                  <a:lnTo>
                    <a:pt x="3615" y="134"/>
                  </a:lnTo>
                  <a:lnTo>
                    <a:pt x="3349" y="54"/>
                  </a:lnTo>
                  <a:lnTo>
                    <a:pt x="3057" y="27"/>
                  </a:lnTo>
                  <a:lnTo>
                    <a:pt x="279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8" name="Google Shape;2968;p61"/>
            <p:cNvSpPr/>
            <p:nvPr/>
          </p:nvSpPr>
          <p:spPr>
            <a:xfrm>
              <a:off x="760820" y="1892249"/>
              <a:ext cx="121715" cy="121715"/>
            </a:xfrm>
            <a:custGeom>
              <a:rect b="b" l="l" r="r" t="t"/>
              <a:pathLst>
                <a:path extrusionOk="0" h="4518" w="4518">
                  <a:moveTo>
                    <a:pt x="3880" y="0"/>
                  </a:moveTo>
                  <a:lnTo>
                    <a:pt x="0" y="3880"/>
                  </a:lnTo>
                  <a:lnTo>
                    <a:pt x="133" y="4066"/>
                  </a:lnTo>
                  <a:lnTo>
                    <a:pt x="293" y="4225"/>
                  </a:lnTo>
                  <a:lnTo>
                    <a:pt x="452" y="4385"/>
                  </a:lnTo>
                  <a:lnTo>
                    <a:pt x="612" y="4518"/>
                  </a:lnTo>
                  <a:lnTo>
                    <a:pt x="4518" y="611"/>
                  </a:lnTo>
                  <a:lnTo>
                    <a:pt x="4359" y="452"/>
                  </a:lnTo>
                  <a:lnTo>
                    <a:pt x="4226" y="292"/>
                  </a:lnTo>
                  <a:lnTo>
                    <a:pt x="4066" y="133"/>
                  </a:lnTo>
                  <a:lnTo>
                    <a:pt x="3880" y="0"/>
                  </a:lnTo>
                  <a:close/>
                </a:path>
              </a:pathLst>
            </a:custGeom>
            <a:solidFill>
              <a:schemeClr val="dk2">
                <a:alpha val="129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9" name="Google Shape;2969;p61"/>
            <p:cNvSpPr/>
            <p:nvPr/>
          </p:nvSpPr>
          <p:spPr>
            <a:xfrm>
              <a:off x="840994" y="1972424"/>
              <a:ext cx="23653" cy="23653"/>
            </a:xfrm>
            <a:custGeom>
              <a:rect b="b" l="l" r="r" t="t"/>
              <a:pathLst>
                <a:path extrusionOk="0" h="878" w="878">
                  <a:moveTo>
                    <a:pt x="638" y="0"/>
                  </a:moveTo>
                  <a:lnTo>
                    <a:pt x="559" y="27"/>
                  </a:lnTo>
                  <a:lnTo>
                    <a:pt x="479" y="54"/>
                  </a:lnTo>
                  <a:lnTo>
                    <a:pt x="54" y="479"/>
                  </a:lnTo>
                  <a:lnTo>
                    <a:pt x="1" y="558"/>
                  </a:lnTo>
                  <a:lnTo>
                    <a:pt x="1" y="638"/>
                  </a:lnTo>
                  <a:lnTo>
                    <a:pt x="1" y="718"/>
                  </a:lnTo>
                  <a:lnTo>
                    <a:pt x="54" y="798"/>
                  </a:lnTo>
                  <a:lnTo>
                    <a:pt x="134" y="851"/>
                  </a:lnTo>
                  <a:lnTo>
                    <a:pt x="240" y="877"/>
                  </a:lnTo>
                  <a:lnTo>
                    <a:pt x="320" y="851"/>
                  </a:lnTo>
                  <a:lnTo>
                    <a:pt x="399" y="798"/>
                  </a:lnTo>
                  <a:lnTo>
                    <a:pt x="798" y="399"/>
                  </a:lnTo>
                  <a:lnTo>
                    <a:pt x="851" y="319"/>
                  </a:lnTo>
                  <a:lnTo>
                    <a:pt x="878" y="240"/>
                  </a:lnTo>
                  <a:lnTo>
                    <a:pt x="851" y="133"/>
                  </a:lnTo>
                  <a:lnTo>
                    <a:pt x="798" y="54"/>
                  </a:lnTo>
                  <a:lnTo>
                    <a:pt x="718" y="27"/>
                  </a:lnTo>
                  <a:lnTo>
                    <a:pt x="638" y="0"/>
                  </a:lnTo>
                  <a:close/>
                </a:path>
              </a:pathLst>
            </a:custGeom>
            <a:solidFill>
              <a:srgbClr val="FEE7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0" name="Google Shape;2970;p61"/>
            <p:cNvSpPr/>
            <p:nvPr/>
          </p:nvSpPr>
          <p:spPr>
            <a:xfrm>
              <a:off x="999215" y="2034710"/>
              <a:ext cx="150379" cy="149652"/>
            </a:xfrm>
            <a:custGeom>
              <a:rect b="b" l="l" r="r" t="t"/>
              <a:pathLst>
                <a:path extrusionOk="0" h="5555" w="5582">
                  <a:moveTo>
                    <a:pt x="2499" y="0"/>
                  </a:moveTo>
                  <a:lnTo>
                    <a:pt x="2233" y="53"/>
                  </a:lnTo>
                  <a:lnTo>
                    <a:pt x="1967" y="107"/>
                  </a:lnTo>
                  <a:lnTo>
                    <a:pt x="1701" y="213"/>
                  </a:lnTo>
                  <a:lnTo>
                    <a:pt x="1462" y="319"/>
                  </a:lnTo>
                  <a:lnTo>
                    <a:pt x="1223" y="479"/>
                  </a:lnTo>
                  <a:lnTo>
                    <a:pt x="1010" y="638"/>
                  </a:lnTo>
                  <a:lnTo>
                    <a:pt x="824" y="798"/>
                  </a:lnTo>
                  <a:lnTo>
                    <a:pt x="638" y="1010"/>
                  </a:lnTo>
                  <a:lnTo>
                    <a:pt x="479" y="1223"/>
                  </a:lnTo>
                  <a:lnTo>
                    <a:pt x="346" y="1462"/>
                  </a:lnTo>
                  <a:lnTo>
                    <a:pt x="240" y="1701"/>
                  </a:lnTo>
                  <a:lnTo>
                    <a:pt x="133" y="1940"/>
                  </a:lnTo>
                  <a:lnTo>
                    <a:pt x="54" y="2206"/>
                  </a:lnTo>
                  <a:lnTo>
                    <a:pt x="27" y="2498"/>
                  </a:lnTo>
                  <a:lnTo>
                    <a:pt x="1" y="2791"/>
                  </a:lnTo>
                  <a:lnTo>
                    <a:pt x="27" y="3056"/>
                  </a:lnTo>
                  <a:lnTo>
                    <a:pt x="54" y="3349"/>
                  </a:lnTo>
                  <a:lnTo>
                    <a:pt x="133" y="3614"/>
                  </a:lnTo>
                  <a:lnTo>
                    <a:pt x="240" y="3854"/>
                  </a:lnTo>
                  <a:lnTo>
                    <a:pt x="346" y="4093"/>
                  </a:lnTo>
                  <a:lnTo>
                    <a:pt x="479" y="4332"/>
                  </a:lnTo>
                  <a:lnTo>
                    <a:pt x="638" y="4544"/>
                  </a:lnTo>
                  <a:lnTo>
                    <a:pt x="824" y="4757"/>
                  </a:lnTo>
                  <a:lnTo>
                    <a:pt x="1010" y="4916"/>
                  </a:lnTo>
                  <a:lnTo>
                    <a:pt x="1223" y="5076"/>
                  </a:lnTo>
                  <a:lnTo>
                    <a:pt x="1462" y="5235"/>
                  </a:lnTo>
                  <a:lnTo>
                    <a:pt x="1701" y="5342"/>
                  </a:lnTo>
                  <a:lnTo>
                    <a:pt x="1967" y="5448"/>
                  </a:lnTo>
                  <a:lnTo>
                    <a:pt x="2233" y="5501"/>
                  </a:lnTo>
                  <a:lnTo>
                    <a:pt x="2499" y="5554"/>
                  </a:lnTo>
                  <a:lnTo>
                    <a:pt x="3083" y="5554"/>
                  </a:lnTo>
                  <a:lnTo>
                    <a:pt x="3349" y="5501"/>
                  </a:lnTo>
                  <a:lnTo>
                    <a:pt x="3615" y="5448"/>
                  </a:lnTo>
                  <a:lnTo>
                    <a:pt x="3880" y="5342"/>
                  </a:lnTo>
                  <a:lnTo>
                    <a:pt x="4120" y="5235"/>
                  </a:lnTo>
                  <a:lnTo>
                    <a:pt x="4359" y="5076"/>
                  </a:lnTo>
                  <a:lnTo>
                    <a:pt x="4571" y="4916"/>
                  </a:lnTo>
                  <a:lnTo>
                    <a:pt x="4757" y="4757"/>
                  </a:lnTo>
                  <a:lnTo>
                    <a:pt x="4943" y="4544"/>
                  </a:lnTo>
                  <a:lnTo>
                    <a:pt x="5103" y="4332"/>
                  </a:lnTo>
                  <a:lnTo>
                    <a:pt x="5236" y="4093"/>
                  </a:lnTo>
                  <a:lnTo>
                    <a:pt x="5369" y="3854"/>
                  </a:lnTo>
                  <a:lnTo>
                    <a:pt x="5448" y="3614"/>
                  </a:lnTo>
                  <a:lnTo>
                    <a:pt x="5528" y="3349"/>
                  </a:lnTo>
                  <a:lnTo>
                    <a:pt x="5555" y="3056"/>
                  </a:lnTo>
                  <a:lnTo>
                    <a:pt x="5581" y="2791"/>
                  </a:lnTo>
                  <a:lnTo>
                    <a:pt x="5555" y="2498"/>
                  </a:lnTo>
                  <a:lnTo>
                    <a:pt x="5528" y="2206"/>
                  </a:lnTo>
                  <a:lnTo>
                    <a:pt x="5448" y="1940"/>
                  </a:lnTo>
                  <a:lnTo>
                    <a:pt x="5369" y="1701"/>
                  </a:lnTo>
                  <a:lnTo>
                    <a:pt x="5236" y="1462"/>
                  </a:lnTo>
                  <a:lnTo>
                    <a:pt x="5103" y="1223"/>
                  </a:lnTo>
                  <a:lnTo>
                    <a:pt x="4943" y="1010"/>
                  </a:lnTo>
                  <a:lnTo>
                    <a:pt x="4757" y="798"/>
                  </a:lnTo>
                  <a:lnTo>
                    <a:pt x="4571" y="638"/>
                  </a:lnTo>
                  <a:lnTo>
                    <a:pt x="4359" y="479"/>
                  </a:lnTo>
                  <a:lnTo>
                    <a:pt x="4120" y="319"/>
                  </a:lnTo>
                  <a:lnTo>
                    <a:pt x="3880" y="213"/>
                  </a:lnTo>
                  <a:lnTo>
                    <a:pt x="3615" y="107"/>
                  </a:lnTo>
                  <a:lnTo>
                    <a:pt x="3349" y="53"/>
                  </a:lnTo>
                  <a:lnTo>
                    <a:pt x="3083"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1" name="Google Shape;2971;p61"/>
            <p:cNvSpPr/>
            <p:nvPr/>
          </p:nvSpPr>
          <p:spPr>
            <a:xfrm>
              <a:off x="999215" y="2097697"/>
              <a:ext cx="150379" cy="23653"/>
            </a:xfrm>
            <a:custGeom>
              <a:rect b="b" l="l" r="r" t="t"/>
              <a:pathLst>
                <a:path extrusionOk="0" h="878" w="5582">
                  <a:moveTo>
                    <a:pt x="54" y="1"/>
                  </a:moveTo>
                  <a:lnTo>
                    <a:pt x="27" y="213"/>
                  </a:lnTo>
                  <a:lnTo>
                    <a:pt x="1" y="453"/>
                  </a:lnTo>
                  <a:lnTo>
                    <a:pt x="27" y="665"/>
                  </a:lnTo>
                  <a:lnTo>
                    <a:pt x="54" y="878"/>
                  </a:lnTo>
                  <a:lnTo>
                    <a:pt x="5555" y="878"/>
                  </a:lnTo>
                  <a:lnTo>
                    <a:pt x="5555" y="665"/>
                  </a:lnTo>
                  <a:lnTo>
                    <a:pt x="5581" y="453"/>
                  </a:lnTo>
                  <a:lnTo>
                    <a:pt x="5555" y="213"/>
                  </a:lnTo>
                  <a:lnTo>
                    <a:pt x="5555" y="1"/>
                  </a:lnTo>
                  <a:close/>
                </a:path>
              </a:pathLst>
            </a:custGeom>
            <a:solidFill>
              <a:schemeClr val="dk2">
                <a:alpha val="129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2" name="Google Shape;2972;p61"/>
            <p:cNvSpPr/>
            <p:nvPr/>
          </p:nvSpPr>
          <p:spPr>
            <a:xfrm>
              <a:off x="1060074" y="2147106"/>
              <a:ext cx="28664" cy="12904"/>
            </a:xfrm>
            <a:custGeom>
              <a:rect b="b" l="l" r="r" t="t"/>
              <a:pathLst>
                <a:path extrusionOk="0" h="479" w="1064">
                  <a:moveTo>
                    <a:pt x="240" y="0"/>
                  </a:moveTo>
                  <a:lnTo>
                    <a:pt x="160" y="27"/>
                  </a:lnTo>
                  <a:lnTo>
                    <a:pt x="80" y="80"/>
                  </a:lnTo>
                  <a:lnTo>
                    <a:pt x="27" y="160"/>
                  </a:lnTo>
                  <a:lnTo>
                    <a:pt x="0" y="240"/>
                  </a:lnTo>
                  <a:lnTo>
                    <a:pt x="27" y="346"/>
                  </a:lnTo>
                  <a:lnTo>
                    <a:pt x="80" y="426"/>
                  </a:lnTo>
                  <a:lnTo>
                    <a:pt x="160" y="452"/>
                  </a:lnTo>
                  <a:lnTo>
                    <a:pt x="240" y="479"/>
                  </a:lnTo>
                  <a:lnTo>
                    <a:pt x="824" y="479"/>
                  </a:lnTo>
                  <a:lnTo>
                    <a:pt x="904" y="452"/>
                  </a:lnTo>
                  <a:lnTo>
                    <a:pt x="984" y="426"/>
                  </a:lnTo>
                  <a:lnTo>
                    <a:pt x="1037" y="346"/>
                  </a:lnTo>
                  <a:lnTo>
                    <a:pt x="1063" y="240"/>
                  </a:lnTo>
                  <a:lnTo>
                    <a:pt x="1037" y="160"/>
                  </a:lnTo>
                  <a:lnTo>
                    <a:pt x="984" y="80"/>
                  </a:lnTo>
                  <a:lnTo>
                    <a:pt x="904" y="27"/>
                  </a:lnTo>
                  <a:lnTo>
                    <a:pt x="824" y="0"/>
                  </a:lnTo>
                  <a:close/>
                </a:path>
              </a:pathLst>
            </a:custGeom>
            <a:solidFill>
              <a:schemeClr val="dk2">
                <a:alpha val="129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73" name="Google Shape;2973;p61"/>
          <p:cNvGrpSpPr/>
          <p:nvPr/>
        </p:nvGrpSpPr>
        <p:grpSpPr>
          <a:xfrm rot="-2311852">
            <a:off x="832218" y="4113126"/>
            <a:ext cx="719433" cy="719387"/>
            <a:chOff x="746487" y="1877917"/>
            <a:chExt cx="423152" cy="423125"/>
          </a:xfrm>
        </p:grpSpPr>
        <p:sp>
          <p:nvSpPr>
            <p:cNvPr id="2974" name="Google Shape;2974;p61"/>
            <p:cNvSpPr/>
            <p:nvPr/>
          </p:nvSpPr>
          <p:spPr>
            <a:xfrm>
              <a:off x="858182" y="2042577"/>
              <a:ext cx="105982" cy="105982"/>
            </a:xfrm>
            <a:custGeom>
              <a:rect b="b" l="l" r="r" t="t"/>
              <a:pathLst>
                <a:path extrusionOk="0" h="3934" w="3934">
                  <a:moveTo>
                    <a:pt x="1967" y="1"/>
                  </a:moveTo>
                  <a:lnTo>
                    <a:pt x="1781" y="27"/>
                  </a:lnTo>
                  <a:lnTo>
                    <a:pt x="1568" y="54"/>
                  </a:lnTo>
                  <a:lnTo>
                    <a:pt x="1382" y="107"/>
                  </a:lnTo>
                  <a:lnTo>
                    <a:pt x="1223" y="160"/>
                  </a:lnTo>
                  <a:lnTo>
                    <a:pt x="1037" y="240"/>
                  </a:lnTo>
                  <a:lnTo>
                    <a:pt x="877" y="346"/>
                  </a:lnTo>
                  <a:lnTo>
                    <a:pt x="718" y="452"/>
                  </a:lnTo>
                  <a:lnTo>
                    <a:pt x="585" y="585"/>
                  </a:lnTo>
                  <a:lnTo>
                    <a:pt x="452" y="718"/>
                  </a:lnTo>
                  <a:lnTo>
                    <a:pt x="346" y="878"/>
                  </a:lnTo>
                  <a:lnTo>
                    <a:pt x="240" y="1037"/>
                  </a:lnTo>
                  <a:lnTo>
                    <a:pt x="160" y="1196"/>
                  </a:lnTo>
                  <a:lnTo>
                    <a:pt x="107" y="1382"/>
                  </a:lnTo>
                  <a:lnTo>
                    <a:pt x="54" y="1568"/>
                  </a:lnTo>
                  <a:lnTo>
                    <a:pt x="27" y="1781"/>
                  </a:lnTo>
                  <a:lnTo>
                    <a:pt x="0" y="1967"/>
                  </a:lnTo>
                  <a:lnTo>
                    <a:pt x="27" y="2180"/>
                  </a:lnTo>
                  <a:lnTo>
                    <a:pt x="54" y="2366"/>
                  </a:lnTo>
                  <a:lnTo>
                    <a:pt x="107" y="2552"/>
                  </a:lnTo>
                  <a:lnTo>
                    <a:pt x="160" y="2738"/>
                  </a:lnTo>
                  <a:lnTo>
                    <a:pt x="240" y="2897"/>
                  </a:lnTo>
                  <a:lnTo>
                    <a:pt x="346" y="3083"/>
                  </a:lnTo>
                  <a:lnTo>
                    <a:pt x="452" y="3216"/>
                  </a:lnTo>
                  <a:lnTo>
                    <a:pt x="585" y="3375"/>
                  </a:lnTo>
                  <a:lnTo>
                    <a:pt x="718" y="3482"/>
                  </a:lnTo>
                  <a:lnTo>
                    <a:pt x="877" y="3615"/>
                  </a:lnTo>
                  <a:lnTo>
                    <a:pt x="1037" y="3694"/>
                  </a:lnTo>
                  <a:lnTo>
                    <a:pt x="1223" y="3774"/>
                  </a:lnTo>
                  <a:lnTo>
                    <a:pt x="1382" y="3854"/>
                  </a:lnTo>
                  <a:lnTo>
                    <a:pt x="1568" y="3907"/>
                  </a:lnTo>
                  <a:lnTo>
                    <a:pt x="1781" y="3934"/>
                  </a:lnTo>
                  <a:lnTo>
                    <a:pt x="2180" y="3934"/>
                  </a:lnTo>
                  <a:lnTo>
                    <a:pt x="2366" y="3907"/>
                  </a:lnTo>
                  <a:lnTo>
                    <a:pt x="2552" y="3854"/>
                  </a:lnTo>
                  <a:lnTo>
                    <a:pt x="2738" y="3774"/>
                  </a:lnTo>
                  <a:lnTo>
                    <a:pt x="2924" y="3694"/>
                  </a:lnTo>
                  <a:lnTo>
                    <a:pt x="3083" y="3615"/>
                  </a:lnTo>
                  <a:lnTo>
                    <a:pt x="3216" y="3482"/>
                  </a:lnTo>
                  <a:lnTo>
                    <a:pt x="3375" y="3375"/>
                  </a:lnTo>
                  <a:lnTo>
                    <a:pt x="3482" y="3216"/>
                  </a:lnTo>
                  <a:lnTo>
                    <a:pt x="3615" y="3083"/>
                  </a:lnTo>
                  <a:lnTo>
                    <a:pt x="3694" y="2897"/>
                  </a:lnTo>
                  <a:lnTo>
                    <a:pt x="3801" y="2738"/>
                  </a:lnTo>
                  <a:lnTo>
                    <a:pt x="3854" y="2552"/>
                  </a:lnTo>
                  <a:lnTo>
                    <a:pt x="3907" y="2366"/>
                  </a:lnTo>
                  <a:lnTo>
                    <a:pt x="3933" y="2180"/>
                  </a:lnTo>
                  <a:lnTo>
                    <a:pt x="3933" y="1967"/>
                  </a:lnTo>
                  <a:lnTo>
                    <a:pt x="3933" y="1781"/>
                  </a:lnTo>
                  <a:lnTo>
                    <a:pt x="3907" y="1568"/>
                  </a:lnTo>
                  <a:lnTo>
                    <a:pt x="3854" y="1382"/>
                  </a:lnTo>
                  <a:lnTo>
                    <a:pt x="3801" y="1196"/>
                  </a:lnTo>
                  <a:lnTo>
                    <a:pt x="3694" y="1037"/>
                  </a:lnTo>
                  <a:lnTo>
                    <a:pt x="3615" y="878"/>
                  </a:lnTo>
                  <a:lnTo>
                    <a:pt x="3482" y="718"/>
                  </a:lnTo>
                  <a:lnTo>
                    <a:pt x="3375" y="585"/>
                  </a:lnTo>
                  <a:lnTo>
                    <a:pt x="3216" y="452"/>
                  </a:lnTo>
                  <a:lnTo>
                    <a:pt x="3083" y="346"/>
                  </a:lnTo>
                  <a:lnTo>
                    <a:pt x="2924" y="240"/>
                  </a:lnTo>
                  <a:lnTo>
                    <a:pt x="2738" y="160"/>
                  </a:lnTo>
                  <a:lnTo>
                    <a:pt x="2552" y="107"/>
                  </a:lnTo>
                  <a:lnTo>
                    <a:pt x="2366" y="54"/>
                  </a:lnTo>
                  <a:lnTo>
                    <a:pt x="2180" y="27"/>
                  </a:lnTo>
                  <a:lnTo>
                    <a:pt x="1967" y="1"/>
                  </a:lnTo>
                  <a:close/>
                </a:path>
              </a:pathLst>
            </a:custGeom>
            <a:solidFill>
              <a:srgbClr val="F1FA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5" name="Google Shape;2975;p61"/>
            <p:cNvSpPr/>
            <p:nvPr/>
          </p:nvSpPr>
          <p:spPr>
            <a:xfrm>
              <a:off x="869632" y="2054026"/>
              <a:ext cx="83783" cy="83083"/>
            </a:xfrm>
            <a:custGeom>
              <a:rect b="b" l="l" r="r" t="t"/>
              <a:pathLst>
                <a:path extrusionOk="0" h="3084" w="3110">
                  <a:moveTo>
                    <a:pt x="2764" y="1"/>
                  </a:moveTo>
                  <a:lnTo>
                    <a:pt x="1" y="2764"/>
                  </a:lnTo>
                  <a:lnTo>
                    <a:pt x="160" y="2950"/>
                  </a:lnTo>
                  <a:lnTo>
                    <a:pt x="346" y="3083"/>
                  </a:lnTo>
                  <a:lnTo>
                    <a:pt x="3110" y="346"/>
                  </a:lnTo>
                  <a:lnTo>
                    <a:pt x="2950" y="160"/>
                  </a:lnTo>
                  <a:lnTo>
                    <a:pt x="2764" y="1"/>
                  </a:lnTo>
                  <a:close/>
                </a:path>
              </a:pathLst>
            </a:custGeom>
            <a:solidFill>
              <a:schemeClr val="dk2">
                <a:alpha val="129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6" name="Google Shape;2976;p61"/>
            <p:cNvSpPr/>
            <p:nvPr/>
          </p:nvSpPr>
          <p:spPr>
            <a:xfrm>
              <a:off x="1073679" y="2205809"/>
              <a:ext cx="95960" cy="95233"/>
            </a:xfrm>
            <a:custGeom>
              <a:rect b="b" l="l" r="r" t="t"/>
              <a:pathLst>
                <a:path extrusionOk="0" h="3535" w="3562">
                  <a:moveTo>
                    <a:pt x="1595" y="0"/>
                  </a:moveTo>
                  <a:lnTo>
                    <a:pt x="1435" y="27"/>
                  </a:lnTo>
                  <a:lnTo>
                    <a:pt x="1249" y="80"/>
                  </a:lnTo>
                  <a:lnTo>
                    <a:pt x="1090" y="133"/>
                  </a:lnTo>
                  <a:lnTo>
                    <a:pt x="930" y="213"/>
                  </a:lnTo>
                  <a:lnTo>
                    <a:pt x="797" y="293"/>
                  </a:lnTo>
                  <a:lnTo>
                    <a:pt x="665" y="399"/>
                  </a:lnTo>
                  <a:lnTo>
                    <a:pt x="532" y="505"/>
                  </a:lnTo>
                  <a:lnTo>
                    <a:pt x="425" y="638"/>
                  </a:lnTo>
                  <a:lnTo>
                    <a:pt x="319" y="771"/>
                  </a:lnTo>
                  <a:lnTo>
                    <a:pt x="213" y="904"/>
                  </a:lnTo>
                  <a:lnTo>
                    <a:pt x="160" y="1063"/>
                  </a:lnTo>
                  <a:lnTo>
                    <a:pt x="80" y="1223"/>
                  </a:lnTo>
                  <a:lnTo>
                    <a:pt x="53" y="1409"/>
                  </a:lnTo>
                  <a:lnTo>
                    <a:pt x="27" y="1568"/>
                  </a:lnTo>
                  <a:lnTo>
                    <a:pt x="0" y="1754"/>
                  </a:lnTo>
                  <a:lnTo>
                    <a:pt x="27" y="1940"/>
                  </a:lnTo>
                  <a:lnTo>
                    <a:pt x="53" y="2126"/>
                  </a:lnTo>
                  <a:lnTo>
                    <a:pt x="80" y="2286"/>
                  </a:lnTo>
                  <a:lnTo>
                    <a:pt x="160" y="2445"/>
                  </a:lnTo>
                  <a:lnTo>
                    <a:pt x="213" y="2605"/>
                  </a:lnTo>
                  <a:lnTo>
                    <a:pt x="319" y="2738"/>
                  </a:lnTo>
                  <a:lnTo>
                    <a:pt x="425" y="2897"/>
                  </a:lnTo>
                  <a:lnTo>
                    <a:pt x="532" y="3003"/>
                  </a:lnTo>
                  <a:lnTo>
                    <a:pt x="665" y="3136"/>
                  </a:lnTo>
                  <a:lnTo>
                    <a:pt x="797" y="3216"/>
                  </a:lnTo>
                  <a:lnTo>
                    <a:pt x="930" y="3322"/>
                  </a:lnTo>
                  <a:lnTo>
                    <a:pt x="1090" y="3402"/>
                  </a:lnTo>
                  <a:lnTo>
                    <a:pt x="1249" y="3455"/>
                  </a:lnTo>
                  <a:lnTo>
                    <a:pt x="1435" y="3482"/>
                  </a:lnTo>
                  <a:lnTo>
                    <a:pt x="1595" y="3508"/>
                  </a:lnTo>
                  <a:lnTo>
                    <a:pt x="1781" y="3535"/>
                  </a:lnTo>
                  <a:lnTo>
                    <a:pt x="1967" y="3508"/>
                  </a:lnTo>
                  <a:lnTo>
                    <a:pt x="2126" y="3482"/>
                  </a:lnTo>
                  <a:lnTo>
                    <a:pt x="2312" y="3455"/>
                  </a:lnTo>
                  <a:lnTo>
                    <a:pt x="2472" y="3402"/>
                  </a:lnTo>
                  <a:lnTo>
                    <a:pt x="2631" y="3322"/>
                  </a:lnTo>
                  <a:lnTo>
                    <a:pt x="2764" y="3216"/>
                  </a:lnTo>
                  <a:lnTo>
                    <a:pt x="2897" y="3136"/>
                  </a:lnTo>
                  <a:lnTo>
                    <a:pt x="3030" y="3003"/>
                  </a:lnTo>
                  <a:lnTo>
                    <a:pt x="3136" y="2897"/>
                  </a:lnTo>
                  <a:lnTo>
                    <a:pt x="3242" y="2738"/>
                  </a:lnTo>
                  <a:lnTo>
                    <a:pt x="3349" y="2605"/>
                  </a:lnTo>
                  <a:lnTo>
                    <a:pt x="3402" y="2445"/>
                  </a:lnTo>
                  <a:lnTo>
                    <a:pt x="3481" y="2286"/>
                  </a:lnTo>
                  <a:lnTo>
                    <a:pt x="3508" y="2126"/>
                  </a:lnTo>
                  <a:lnTo>
                    <a:pt x="3535" y="1940"/>
                  </a:lnTo>
                  <a:lnTo>
                    <a:pt x="3561" y="1754"/>
                  </a:lnTo>
                  <a:lnTo>
                    <a:pt x="3535" y="1568"/>
                  </a:lnTo>
                  <a:lnTo>
                    <a:pt x="3508" y="1409"/>
                  </a:lnTo>
                  <a:lnTo>
                    <a:pt x="3481" y="1223"/>
                  </a:lnTo>
                  <a:lnTo>
                    <a:pt x="3402" y="1063"/>
                  </a:lnTo>
                  <a:lnTo>
                    <a:pt x="3349" y="904"/>
                  </a:lnTo>
                  <a:lnTo>
                    <a:pt x="3242" y="771"/>
                  </a:lnTo>
                  <a:lnTo>
                    <a:pt x="3136" y="638"/>
                  </a:lnTo>
                  <a:lnTo>
                    <a:pt x="3030" y="505"/>
                  </a:lnTo>
                  <a:lnTo>
                    <a:pt x="2897" y="399"/>
                  </a:lnTo>
                  <a:lnTo>
                    <a:pt x="2764" y="293"/>
                  </a:lnTo>
                  <a:lnTo>
                    <a:pt x="2631" y="213"/>
                  </a:lnTo>
                  <a:lnTo>
                    <a:pt x="2472" y="133"/>
                  </a:lnTo>
                  <a:lnTo>
                    <a:pt x="2312" y="80"/>
                  </a:lnTo>
                  <a:lnTo>
                    <a:pt x="2126" y="27"/>
                  </a:lnTo>
                  <a:lnTo>
                    <a:pt x="1967"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7" name="Google Shape;2977;p61"/>
            <p:cNvSpPr/>
            <p:nvPr/>
          </p:nvSpPr>
          <p:spPr>
            <a:xfrm>
              <a:off x="1083701" y="2215103"/>
              <a:ext cx="75917" cy="75917"/>
            </a:xfrm>
            <a:custGeom>
              <a:rect b="b" l="l" r="r" t="t"/>
              <a:pathLst>
                <a:path extrusionOk="0" h="2818" w="2818">
                  <a:moveTo>
                    <a:pt x="2472" y="1"/>
                  </a:moveTo>
                  <a:lnTo>
                    <a:pt x="0" y="2499"/>
                  </a:lnTo>
                  <a:lnTo>
                    <a:pt x="160" y="2658"/>
                  </a:lnTo>
                  <a:lnTo>
                    <a:pt x="346" y="2818"/>
                  </a:lnTo>
                  <a:lnTo>
                    <a:pt x="2817" y="346"/>
                  </a:lnTo>
                  <a:lnTo>
                    <a:pt x="2658" y="160"/>
                  </a:lnTo>
                  <a:lnTo>
                    <a:pt x="2472" y="1"/>
                  </a:lnTo>
                  <a:close/>
                </a:path>
              </a:pathLst>
            </a:custGeom>
            <a:solidFill>
              <a:schemeClr val="dk2">
                <a:alpha val="129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8" name="Google Shape;2978;p61"/>
            <p:cNvSpPr/>
            <p:nvPr/>
          </p:nvSpPr>
          <p:spPr>
            <a:xfrm>
              <a:off x="909019" y="2178599"/>
              <a:ext cx="122442" cy="122442"/>
            </a:xfrm>
            <a:custGeom>
              <a:rect b="b" l="l" r="r" t="t"/>
              <a:pathLst>
                <a:path extrusionOk="0" h="4545" w="4545">
                  <a:moveTo>
                    <a:pt x="1302" y="1"/>
                  </a:moveTo>
                  <a:lnTo>
                    <a:pt x="1063" y="27"/>
                  </a:lnTo>
                  <a:lnTo>
                    <a:pt x="824" y="80"/>
                  </a:lnTo>
                  <a:lnTo>
                    <a:pt x="585" y="213"/>
                  </a:lnTo>
                  <a:lnTo>
                    <a:pt x="399" y="373"/>
                  </a:lnTo>
                  <a:lnTo>
                    <a:pt x="213" y="585"/>
                  </a:lnTo>
                  <a:lnTo>
                    <a:pt x="107" y="798"/>
                  </a:lnTo>
                  <a:lnTo>
                    <a:pt x="27" y="1037"/>
                  </a:lnTo>
                  <a:lnTo>
                    <a:pt x="0" y="1276"/>
                  </a:lnTo>
                  <a:lnTo>
                    <a:pt x="27" y="1542"/>
                  </a:lnTo>
                  <a:lnTo>
                    <a:pt x="107" y="1781"/>
                  </a:lnTo>
                  <a:lnTo>
                    <a:pt x="213" y="1994"/>
                  </a:lnTo>
                  <a:lnTo>
                    <a:pt x="399" y="2206"/>
                  </a:lnTo>
                  <a:lnTo>
                    <a:pt x="2365" y="4173"/>
                  </a:lnTo>
                  <a:lnTo>
                    <a:pt x="2551" y="4332"/>
                  </a:lnTo>
                  <a:lnTo>
                    <a:pt x="2791" y="4438"/>
                  </a:lnTo>
                  <a:lnTo>
                    <a:pt x="3030" y="4518"/>
                  </a:lnTo>
                  <a:lnTo>
                    <a:pt x="3269" y="4545"/>
                  </a:lnTo>
                  <a:lnTo>
                    <a:pt x="3508" y="4518"/>
                  </a:lnTo>
                  <a:lnTo>
                    <a:pt x="3747" y="4438"/>
                  </a:lnTo>
                  <a:lnTo>
                    <a:pt x="3986" y="4332"/>
                  </a:lnTo>
                  <a:lnTo>
                    <a:pt x="4172" y="4173"/>
                  </a:lnTo>
                  <a:lnTo>
                    <a:pt x="4358" y="3960"/>
                  </a:lnTo>
                  <a:lnTo>
                    <a:pt x="4465" y="3748"/>
                  </a:lnTo>
                  <a:lnTo>
                    <a:pt x="4544" y="3508"/>
                  </a:lnTo>
                  <a:lnTo>
                    <a:pt x="4544" y="3243"/>
                  </a:lnTo>
                  <a:lnTo>
                    <a:pt x="4544" y="3003"/>
                  </a:lnTo>
                  <a:lnTo>
                    <a:pt x="4465" y="2764"/>
                  </a:lnTo>
                  <a:lnTo>
                    <a:pt x="4358" y="2552"/>
                  </a:lnTo>
                  <a:lnTo>
                    <a:pt x="4172" y="2339"/>
                  </a:lnTo>
                  <a:lnTo>
                    <a:pt x="2206" y="373"/>
                  </a:lnTo>
                  <a:lnTo>
                    <a:pt x="2020" y="213"/>
                  </a:lnTo>
                  <a:lnTo>
                    <a:pt x="1781" y="80"/>
                  </a:lnTo>
                  <a:lnTo>
                    <a:pt x="1542" y="27"/>
                  </a:lnTo>
                  <a:lnTo>
                    <a:pt x="1302" y="1"/>
                  </a:lnTo>
                  <a:close/>
                </a:path>
              </a:pathLst>
            </a:custGeom>
            <a:solidFill>
              <a:srgbClr val="F1FA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9" name="Google Shape;2979;p61"/>
            <p:cNvSpPr/>
            <p:nvPr/>
          </p:nvSpPr>
          <p:spPr>
            <a:xfrm>
              <a:off x="909019" y="2178599"/>
              <a:ext cx="85939" cy="85939"/>
            </a:xfrm>
            <a:custGeom>
              <a:rect b="b" l="l" r="r" t="t"/>
              <a:pathLst>
                <a:path extrusionOk="0" h="3190" w="3190">
                  <a:moveTo>
                    <a:pt x="1302" y="1"/>
                  </a:moveTo>
                  <a:lnTo>
                    <a:pt x="1063" y="27"/>
                  </a:lnTo>
                  <a:lnTo>
                    <a:pt x="824" y="80"/>
                  </a:lnTo>
                  <a:lnTo>
                    <a:pt x="585" y="213"/>
                  </a:lnTo>
                  <a:lnTo>
                    <a:pt x="399" y="373"/>
                  </a:lnTo>
                  <a:lnTo>
                    <a:pt x="213" y="585"/>
                  </a:lnTo>
                  <a:lnTo>
                    <a:pt x="107" y="798"/>
                  </a:lnTo>
                  <a:lnTo>
                    <a:pt x="27" y="1037"/>
                  </a:lnTo>
                  <a:lnTo>
                    <a:pt x="0" y="1276"/>
                  </a:lnTo>
                  <a:lnTo>
                    <a:pt x="27" y="1542"/>
                  </a:lnTo>
                  <a:lnTo>
                    <a:pt x="107" y="1781"/>
                  </a:lnTo>
                  <a:lnTo>
                    <a:pt x="213" y="1994"/>
                  </a:lnTo>
                  <a:lnTo>
                    <a:pt x="399" y="2206"/>
                  </a:lnTo>
                  <a:lnTo>
                    <a:pt x="1382" y="3190"/>
                  </a:lnTo>
                  <a:lnTo>
                    <a:pt x="3189" y="1356"/>
                  </a:lnTo>
                  <a:lnTo>
                    <a:pt x="2206" y="373"/>
                  </a:lnTo>
                  <a:lnTo>
                    <a:pt x="2020" y="213"/>
                  </a:lnTo>
                  <a:lnTo>
                    <a:pt x="1781" y="80"/>
                  </a:lnTo>
                  <a:lnTo>
                    <a:pt x="1542" y="27"/>
                  </a:lnTo>
                  <a:lnTo>
                    <a:pt x="130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0" name="Google Shape;2980;p61"/>
            <p:cNvSpPr/>
            <p:nvPr/>
          </p:nvSpPr>
          <p:spPr>
            <a:xfrm>
              <a:off x="1100161" y="1877917"/>
              <a:ext cx="69478" cy="144641"/>
            </a:xfrm>
            <a:custGeom>
              <a:rect b="b" l="l" r="r" t="t"/>
              <a:pathLst>
                <a:path extrusionOk="0" h="5369" w="2579">
                  <a:moveTo>
                    <a:pt x="1276" y="1"/>
                  </a:moveTo>
                  <a:lnTo>
                    <a:pt x="1010" y="27"/>
                  </a:lnTo>
                  <a:lnTo>
                    <a:pt x="771" y="107"/>
                  </a:lnTo>
                  <a:lnTo>
                    <a:pt x="559" y="213"/>
                  </a:lnTo>
                  <a:lnTo>
                    <a:pt x="373" y="373"/>
                  </a:lnTo>
                  <a:lnTo>
                    <a:pt x="213" y="559"/>
                  </a:lnTo>
                  <a:lnTo>
                    <a:pt x="80" y="798"/>
                  </a:lnTo>
                  <a:lnTo>
                    <a:pt x="27" y="1037"/>
                  </a:lnTo>
                  <a:lnTo>
                    <a:pt x="0" y="1303"/>
                  </a:lnTo>
                  <a:lnTo>
                    <a:pt x="0" y="4066"/>
                  </a:lnTo>
                  <a:lnTo>
                    <a:pt x="27" y="4332"/>
                  </a:lnTo>
                  <a:lnTo>
                    <a:pt x="80" y="4571"/>
                  </a:lnTo>
                  <a:lnTo>
                    <a:pt x="213" y="4784"/>
                  </a:lnTo>
                  <a:lnTo>
                    <a:pt x="373" y="4970"/>
                  </a:lnTo>
                  <a:lnTo>
                    <a:pt x="559" y="5129"/>
                  </a:lnTo>
                  <a:lnTo>
                    <a:pt x="771" y="5262"/>
                  </a:lnTo>
                  <a:lnTo>
                    <a:pt x="1010" y="5342"/>
                  </a:lnTo>
                  <a:lnTo>
                    <a:pt x="1276" y="5369"/>
                  </a:lnTo>
                  <a:lnTo>
                    <a:pt x="1542" y="5342"/>
                  </a:lnTo>
                  <a:lnTo>
                    <a:pt x="1781" y="5262"/>
                  </a:lnTo>
                  <a:lnTo>
                    <a:pt x="1994" y="5129"/>
                  </a:lnTo>
                  <a:lnTo>
                    <a:pt x="2180" y="4970"/>
                  </a:lnTo>
                  <a:lnTo>
                    <a:pt x="2339" y="4784"/>
                  </a:lnTo>
                  <a:lnTo>
                    <a:pt x="2472" y="4571"/>
                  </a:lnTo>
                  <a:lnTo>
                    <a:pt x="2552" y="4332"/>
                  </a:lnTo>
                  <a:lnTo>
                    <a:pt x="2578" y="4066"/>
                  </a:lnTo>
                  <a:lnTo>
                    <a:pt x="2578" y="1303"/>
                  </a:lnTo>
                  <a:lnTo>
                    <a:pt x="2552" y="1037"/>
                  </a:lnTo>
                  <a:lnTo>
                    <a:pt x="2472" y="798"/>
                  </a:lnTo>
                  <a:lnTo>
                    <a:pt x="2339" y="559"/>
                  </a:lnTo>
                  <a:lnTo>
                    <a:pt x="2180" y="373"/>
                  </a:lnTo>
                  <a:lnTo>
                    <a:pt x="1994" y="213"/>
                  </a:lnTo>
                  <a:lnTo>
                    <a:pt x="1781" y="107"/>
                  </a:lnTo>
                  <a:lnTo>
                    <a:pt x="1542" y="27"/>
                  </a:lnTo>
                  <a:lnTo>
                    <a:pt x="127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1" name="Google Shape;2981;p61"/>
            <p:cNvSpPr/>
            <p:nvPr/>
          </p:nvSpPr>
          <p:spPr>
            <a:xfrm>
              <a:off x="1100161" y="1950225"/>
              <a:ext cx="69478" cy="72334"/>
            </a:xfrm>
            <a:custGeom>
              <a:rect b="b" l="l" r="r" t="t"/>
              <a:pathLst>
                <a:path extrusionOk="0" h="2685" w="2579">
                  <a:moveTo>
                    <a:pt x="0" y="1"/>
                  </a:moveTo>
                  <a:lnTo>
                    <a:pt x="0" y="1382"/>
                  </a:lnTo>
                  <a:lnTo>
                    <a:pt x="27" y="1648"/>
                  </a:lnTo>
                  <a:lnTo>
                    <a:pt x="80" y="1887"/>
                  </a:lnTo>
                  <a:lnTo>
                    <a:pt x="213" y="2100"/>
                  </a:lnTo>
                  <a:lnTo>
                    <a:pt x="373" y="2286"/>
                  </a:lnTo>
                  <a:lnTo>
                    <a:pt x="559" y="2445"/>
                  </a:lnTo>
                  <a:lnTo>
                    <a:pt x="771" y="2578"/>
                  </a:lnTo>
                  <a:lnTo>
                    <a:pt x="1010" y="2658"/>
                  </a:lnTo>
                  <a:lnTo>
                    <a:pt x="1276" y="2685"/>
                  </a:lnTo>
                  <a:lnTo>
                    <a:pt x="1542" y="2658"/>
                  </a:lnTo>
                  <a:lnTo>
                    <a:pt x="1781" y="2578"/>
                  </a:lnTo>
                  <a:lnTo>
                    <a:pt x="1994" y="2445"/>
                  </a:lnTo>
                  <a:lnTo>
                    <a:pt x="2180" y="2286"/>
                  </a:lnTo>
                  <a:lnTo>
                    <a:pt x="2339" y="2100"/>
                  </a:lnTo>
                  <a:lnTo>
                    <a:pt x="2472" y="1887"/>
                  </a:lnTo>
                  <a:lnTo>
                    <a:pt x="2552" y="1648"/>
                  </a:lnTo>
                  <a:lnTo>
                    <a:pt x="2578" y="1382"/>
                  </a:lnTo>
                  <a:lnTo>
                    <a:pt x="2578"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2" name="Google Shape;2982;p61"/>
            <p:cNvSpPr/>
            <p:nvPr/>
          </p:nvSpPr>
          <p:spPr>
            <a:xfrm>
              <a:off x="746487" y="2055454"/>
              <a:ext cx="69478" cy="144641"/>
            </a:xfrm>
            <a:custGeom>
              <a:rect b="b" l="l" r="r" t="t"/>
              <a:pathLst>
                <a:path extrusionOk="0" h="5369" w="2579">
                  <a:moveTo>
                    <a:pt x="1276" y="1"/>
                  </a:moveTo>
                  <a:lnTo>
                    <a:pt x="1037" y="28"/>
                  </a:lnTo>
                  <a:lnTo>
                    <a:pt x="798" y="107"/>
                  </a:lnTo>
                  <a:lnTo>
                    <a:pt x="559" y="214"/>
                  </a:lnTo>
                  <a:lnTo>
                    <a:pt x="373" y="373"/>
                  </a:lnTo>
                  <a:lnTo>
                    <a:pt x="214" y="559"/>
                  </a:lnTo>
                  <a:lnTo>
                    <a:pt x="107" y="798"/>
                  </a:lnTo>
                  <a:lnTo>
                    <a:pt x="28" y="1037"/>
                  </a:lnTo>
                  <a:lnTo>
                    <a:pt x="1" y="1276"/>
                  </a:lnTo>
                  <a:lnTo>
                    <a:pt x="1" y="4067"/>
                  </a:lnTo>
                  <a:lnTo>
                    <a:pt x="28" y="4332"/>
                  </a:lnTo>
                  <a:lnTo>
                    <a:pt x="107" y="4572"/>
                  </a:lnTo>
                  <a:lnTo>
                    <a:pt x="214" y="4784"/>
                  </a:lnTo>
                  <a:lnTo>
                    <a:pt x="373" y="4970"/>
                  </a:lnTo>
                  <a:lnTo>
                    <a:pt x="559" y="5130"/>
                  </a:lnTo>
                  <a:lnTo>
                    <a:pt x="798" y="5263"/>
                  </a:lnTo>
                  <a:lnTo>
                    <a:pt x="1037" y="5342"/>
                  </a:lnTo>
                  <a:lnTo>
                    <a:pt x="1276" y="5369"/>
                  </a:lnTo>
                  <a:lnTo>
                    <a:pt x="1542" y="5342"/>
                  </a:lnTo>
                  <a:lnTo>
                    <a:pt x="1781" y="5263"/>
                  </a:lnTo>
                  <a:lnTo>
                    <a:pt x="2021" y="5130"/>
                  </a:lnTo>
                  <a:lnTo>
                    <a:pt x="2207" y="4970"/>
                  </a:lnTo>
                  <a:lnTo>
                    <a:pt x="2366" y="4784"/>
                  </a:lnTo>
                  <a:lnTo>
                    <a:pt x="2472" y="4572"/>
                  </a:lnTo>
                  <a:lnTo>
                    <a:pt x="2552" y="4332"/>
                  </a:lnTo>
                  <a:lnTo>
                    <a:pt x="2579" y="4067"/>
                  </a:lnTo>
                  <a:lnTo>
                    <a:pt x="2579" y="1276"/>
                  </a:lnTo>
                  <a:lnTo>
                    <a:pt x="2552" y="1037"/>
                  </a:lnTo>
                  <a:lnTo>
                    <a:pt x="2472" y="798"/>
                  </a:lnTo>
                  <a:lnTo>
                    <a:pt x="2366" y="559"/>
                  </a:lnTo>
                  <a:lnTo>
                    <a:pt x="2207" y="373"/>
                  </a:lnTo>
                  <a:lnTo>
                    <a:pt x="2021" y="214"/>
                  </a:lnTo>
                  <a:lnTo>
                    <a:pt x="1781" y="107"/>
                  </a:lnTo>
                  <a:lnTo>
                    <a:pt x="1542" y="28"/>
                  </a:lnTo>
                  <a:lnTo>
                    <a:pt x="1276" y="1"/>
                  </a:lnTo>
                  <a:close/>
                </a:path>
              </a:pathLst>
            </a:custGeom>
            <a:solidFill>
              <a:srgbClr val="FB4A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3" name="Google Shape;2983;p61"/>
            <p:cNvSpPr/>
            <p:nvPr/>
          </p:nvSpPr>
          <p:spPr>
            <a:xfrm>
              <a:off x="746487" y="2055454"/>
              <a:ext cx="69478" cy="72334"/>
            </a:xfrm>
            <a:custGeom>
              <a:rect b="b" l="l" r="r" t="t"/>
              <a:pathLst>
                <a:path extrusionOk="0" h="2685" w="2579">
                  <a:moveTo>
                    <a:pt x="1276" y="1"/>
                  </a:moveTo>
                  <a:lnTo>
                    <a:pt x="1037" y="28"/>
                  </a:lnTo>
                  <a:lnTo>
                    <a:pt x="798" y="107"/>
                  </a:lnTo>
                  <a:lnTo>
                    <a:pt x="559" y="214"/>
                  </a:lnTo>
                  <a:lnTo>
                    <a:pt x="373" y="373"/>
                  </a:lnTo>
                  <a:lnTo>
                    <a:pt x="214" y="559"/>
                  </a:lnTo>
                  <a:lnTo>
                    <a:pt x="107" y="798"/>
                  </a:lnTo>
                  <a:lnTo>
                    <a:pt x="28" y="1037"/>
                  </a:lnTo>
                  <a:lnTo>
                    <a:pt x="1" y="1276"/>
                  </a:lnTo>
                  <a:lnTo>
                    <a:pt x="1" y="2685"/>
                  </a:lnTo>
                  <a:lnTo>
                    <a:pt x="2579" y="2685"/>
                  </a:lnTo>
                  <a:lnTo>
                    <a:pt x="2579" y="1276"/>
                  </a:lnTo>
                  <a:lnTo>
                    <a:pt x="2552" y="1037"/>
                  </a:lnTo>
                  <a:lnTo>
                    <a:pt x="2472" y="798"/>
                  </a:lnTo>
                  <a:lnTo>
                    <a:pt x="2366" y="559"/>
                  </a:lnTo>
                  <a:lnTo>
                    <a:pt x="2207" y="373"/>
                  </a:lnTo>
                  <a:lnTo>
                    <a:pt x="2021" y="214"/>
                  </a:lnTo>
                  <a:lnTo>
                    <a:pt x="1781" y="107"/>
                  </a:lnTo>
                  <a:lnTo>
                    <a:pt x="1542" y="28"/>
                  </a:lnTo>
                  <a:lnTo>
                    <a:pt x="127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4" name="Google Shape;2984;p61"/>
            <p:cNvSpPr/>
            <p:nvPr/>
          </p:nvSpPr>
          <p:spPr>
            <a:xfrm>
              <a:off x="934073" y="1887939"/>
              <a:ext cx="126726" cy="126753"/>
            </a:xfrm>
            <a:custGeom>
              <a:rect b="b" l="l" r="r" t="t"/>
              <a:pathLst>
                <a:path extrusionOk="0" h="4705" w="4704">
                  <a:moveTo>
                    <a:pt x="3428" y="1"/>
                  </a:moveTo>
                  <a:lnTo>
                    <a:pt x="3216" y="27"/>
                  </a:lnTo>
                  <a:lnTo>
                    <a:pt x="3003" y="80"/>
                  </a:lnTo>
                  <a:lnTo>
                    <a:pt x="2791" y="160"/>
                  </a:lnTo>
                  <a:lnTo>
                    <a:pt x="2578" y="240"/>
                  </a:lnTo>
                  <a:lnTo>
                    <a:pt x="2339" y="373"/>
                  </a:lnTo>
                  <a:lnTo>
                    <a:pt x="2126" y="506"/>
                  </a:lnTo>
                  <a:lnTo>
                    <a:pt x="1887" y="638"/>
                  </a:lnTo>
                  <a:lnTo>
                    <a:pt x="1674" y="824"/>
                  </a:lnTo>
                  <a:lnTo>
                    <a:pt x="1435" y="1010"/>
                  </a:lnTo>
                  <a:lnTo>
                    <a:pt x="1223" y="1196"/>
                  </a:lnTo>
                  <a:lnTo>
                    <a:pt x="1010" y="1436"/>
                  </a:lnTo>
                  <a:lnTo>
                    <a:pt x="824" y="1648"/>
                  </a:lnTo>
                  <a:lnTo>
                    <a:pt x="665" y="1861"/>
                  </a:lnTo>
                  <a:lnTo>
                    <a:pt x="505" y="2100"/>
                  </a:lnTo>
                  <a:lnTo>
                    <a:pt x="372" y="2313"/>
                  </a:lnTo>
                  <a:lnTo>
                    <a:pt x="266" y="2552"/>
                  </a:lnTo>
                  <a:lnTo>
                    <a:pt x="186" y="2764"/>
                  </a:lnTo>
                  <a:lnTo>
                    <a:pt x="107" y="3004"/>
                  </a:lnTo>
                  <a:lnTo>
                    <a:pt x="53" y="3216"/>
                  </a:lnTo>
                  <a:lnTo>
                    <a:pt x="27" y="3402"/>
                  </a:lnTo>
                  <a:lnTo>
                    <a:pt x="0" y="3615"/>
                  </a:lnTo>
                  <a:lnTo>
                    <a:pt x="27" y="3801"/>
                  </a:lnTo>
                  <a:lnTo>
                    <a:pt x="53" y="3960"/>
                  </a:lnTo>
                  <a:lnTo>
                    <a:pt x="107" y="4120"/>
                  </a:lnTo>
                  <a:lnTo>
                    <a:pt x="186" y="4279"/>
                  </a:lnTo>
                  <a:lnTo>
                    <a:pt x="293" y="4412"/>
                  </a:lnTo>
                  <a:lnTo>
                    <a:pt x="426" y="4492"/>
                  </a:lnTo>
                  <a:lnTo>
                    <a:pt x="585" y="4598"/>
                  </a:lnTo>
                  <a:lnTo>
                    <a:pt x="744" y="4651"/>
                  </a:lnTo>
                  <a:lnTo>
                    <a:pt x="904" y="4678"/>
                  </a:lnTo>
                  <a:lnTo>
                    <a:pt x="1090" y="4704"/>
                  </a:lnTo>
                  <a:lnTo>
                    <a:pt x="1276" y="4678"/>
                  </a:lnTo>
                  <a:lnTo>
                    <a:pt x="1488" y="4651"/>
                  </a:lnTo>
                  <a:lnTo>
                    <a:pt x="1701" y="4598"/>
                  </a:lnTo>
                  <a:lnTo>
                    <a:pt x="1940" y="4518"/>
                  </a:lnTo>
                  <a:lnTo>
                    <a:pt x="2153" y="4439"/>
                  </a:lnTo>
                  <a:lnTo>
                    <a:pt x="2365" y="4332"/>
                  </a:lnTo>
                  <a:lnTo>
                    <a:pt x="2605" y="4199"/>
                  </a:lnTo>
                  <a:lnTo>
                    <a:pt x="2844" y="4040"/>
                  </a:lnTo>
                  <a:lnTo>
                    <a:pt x="3056" y="3880"/>
                  </a:lnTo>
                  <a:lnTo>
                    <a:pt x="3269" y="3668"/>
                  </a:lnTo>
                  <a:lnTo>
                    <a:pt x="3508" y="3482"/>
                  </a:lnTo>
                  <a:lnTo>
                    <a:pt x="3694" y="3269"/>
                  </a:lnTo>
                  <a:lnTo>
                    <a:pt x="3880" y="3030"/>
                  </a:lnTo>
                  <a:lnTo>
                    <a:pt x="4066" y="2817"/>
                  </a:lnTo>
                  <a:lnTo>
                    <a:pt x="4199" y="2578"/>
                  </a:lnTo>
                  <a:lnTo>
                    <a:pt x="4332" y="2366"/>
                  </a:lnTo>
                  <a:lnTo>
                    <a:pt x="4465" y="2127"/>
                  </a:lnTo>
                  <a:lnTo>
                    <a:pt x="4544" y="1914"/>
                  </a:lnTo>
                  <a:lnTo>
                    <a:pt x="4624" y="1701"/>
                  </a:lnTo>
                  <a:lnTo>
                    <a:pt x="4677" y="1462"/>
                  </a:lnTo>
                  <a:lnTo>
                    <a:pt x="4704" y="1276"/>
                  </a:lnTo>
                  <a:lnTo>
                    <a:pt x="4704" y="1064"/>
                  </a:lnTo>
                  <a:lnTo>
                    <a:pt x="4704" y="878"/>
                  </a:lnTo>
                  <a:lnTo>
                    <a:pt x="4651" y="718"/>
                  </a:lnTo>
                  <a:lnTo>
                    <a:pt x="4598" y="559"/>
                  </a:lnTo>
                  <a:lnTo>
                    <a:pt x="4518" y="399"/>
                  </a:lnTo>
                  <a:lnTo>
                    <a:pt x="4412" y="293"/>
                  </a:lnTo>
                  <a:lnTo>
                    <a:pt x="4305" y="187"/>
                  </a:lnTo>
                  <a:lnTo>
                    <a:pt x="4146" y="107"/>
                  </a:lnTo>
                  <a:lnTo>
                    <a:pt x="3986" y="27"/>
                  </a:lnTo>
                  <a:lnTo>
                    <a:pt x="382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5" name="Google Shape;2985;p61"/>
            <p:cNvSpPr/>
            <p:nvPr/>
          </p:nvSpPr>
          <p:spPr>
            <a:xfrm>
              <a:off x="962711" y="1915876"/>
              <a:ext cx="70179" cy="70179"/>
            </a:xfrm>
            <a:custGeom>
              <a:rect b="b" l="l" r="r" t="t"/>
              <a:pathLst>
                <a:path extrusionOk="0" h="2605" w="2605">
                  <a:moveTo>
                    <a:pt x="346" y="0"/>
                  </a:moveTo>
                  <a:lnTo>
                    <a:pt x="160" y="159"/>
                  </a:lnTo>
                  <a:lnTo>
                    <a:pt x="0" y="346"/>
                  </a:lnTo>
                  <a:lnTo>
                    <a:pt x="2259" y="2604"/>
                  </a:lnTo>
                  <a:lnTo>
                    <a:pt x="2445" y="2445"/>
                  </a:lnTo>
                  <a:lnTo>
                    <a:pt x="2605" y="2259"/>
                  </a:lnTo>
                  <a:lnTo>
                    <a:pt x="346" y="0"/>
                  </a:lnTo>
                  <a:close/>
                </a:path>
              </a:pathLst>
            </a:custGeom>
            <a:solidFill>
              <a:schemeClr val="dk2">
                <a:alpha val="129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6" name="Google Shape;2986;p61"/>
            <p:cNvSpPr/>
            <p:nvPr/>
          </p:nvSpPr>
          <p:spPr>
            <a:xfrm>
              <a:off x="756509" y="2228708"/>
              <a:ext cx="130336" cy="72334"/>
            </a:xfrm>
            <a:custGeom>
              <a:rect b="b" l="l" r="r" t="t"/>
              <a:pathLst>
                <a:path extrusionOk="0" h="2685" w="4838">
                  <a:moveTo>
                    <a:pt x="2419" y="1"/>
                  </a:moveTo>
                  <a:lnTo>
                    <a:pt x="1914" y="27"/>
                  </a:lnTo>
                  <a:lnTo>
                    <a:pt x="1463" y="107"/>
                  </a:lnTo>
                  <a:lnTo>
                    <a:pt x="1064" y="240"/>
                  </a:lnTo>
                  <a:lnTo>
                    <a:pt x="692" y="399"/>
                  </a:lnTo>
                  <a:lnTo>
                    <a:pt x="532" y="506"/>
                  </a:lnTo>
                  <a:lnTo>
                    <a:pt x="400" y="612"/>
                  </a:lnTo>
                  <a:lnTo>
                    <a:pt x="293" y="718"/>
                  </a:lnTo>
                  <a:lnTo>
                    <a:pt x="187" y="825"/>
                  </a:lnTo>
                  <a:lnTo>
                    <a:pt x="107" y="957"/>
                  </a:lnTo>
                  <a:lnTo>
                    <a:pt x="54" y="1090"/>
                  </a:lnTo>
                  <a:lnTo>
                    <a:pt x="1" y="1223"/>
                  </a:lnTo>
                  <a:lnTo>
                    <a:pt x="1" y="1356"/>
                  </a:lnTo>
                  <a:lnTo>
                    <a:pt x="1" y="1489"/>
                  </a:lnTo>
                  <a:lnTo>
                    <a:pt x="54" y="1622"/>
                  </a:lnTo>
                  <a:lnTo>
                    <a:pt x="107" y="1755"/>
                  </a:lnTo>
                  <a:lnTo>
                    <a:pt x="187" y="1861"/>
                  </a:lnTo>
                  <a:lnTo>
                    <a:pt x="293" y="1994"/>
                  </a:lnTo>
                  <a:lnTo>
                    <a:pt x="400" y="2100"/>
                  </a:lnTo>
                  <a:lnTo>
                    <a:pt x="532" y="2206"/>
                  </a:lnTo>
                  <a:lnTo>
                    <a:pt x="692" y="2286"/>
                  </a:lnTo>
                  <a:lnTo>
                    <a:pt x="1064" y="2446"/>
                  </a:lnTo>
                  <a:lnTo>
                    <a:pt x="1463" y="2578"/>
                  </a:lnTo>
                  <a:lnTo>
                    <a:pt x="1914" y="2658"/>
                  </a:lnTo>
                  <a:lnTo>
                    <a:pt x="2419" y="2685"/>
                  </a:lnTo>
                  <a:lnTo>
                    <a:pt x="2898" y="2658"/>
                  </a:lnTo>
                  <a:lnTo>
                    <a:pt x="3349" y="2578"/>
                  </a:lnTo>
                  <a:lnTo>
                    <a:pt x="3774" y="2446"/>
                  </a:lnTo>
                  <a:lnTo>
                    <a:pt x="4120" y="2286"/>
                  </a:lnTo>
                  <a:lnTo>
                    <a:pt x="4279" y="2206"/>
                  </a:lnTo>
                  <a:lnTo>
                    <a:pt x="4412" y="2100"/>
                  </a:lnTo>
                  <a:lnTo>
                    <a:pt x="4545" y="1994"/>
                  </a:lnTo>
                  <a:lnTo>
                    <a:pt x="4651" y="1861"/>
                  </a:lnTo>
                  <a:lnTo>
                    <a:pt x="4731" y="1755"/>
                  </a:lnTo>
                  <a:lnTo>
                    <a:pt x="4784" y="1622"/>
                  </a:lnTo>
                  <a:lnTo>
                    <a:pt x="4811" y="1489"/>
                  </a:lnTo>
                  <a:lnTo>
                    <a:pt x="4837" y="1356"/>
                  </a:lnTo>
                  <a:lnTo>
                    <a:pt x="4811" y="1223"/>
                  </a:lnTo>
                  <a:lnTo>
                    <a:pt x="4784" y="1090"/>
                  </a:lnTo>
                  <a:lnTo>
                    <a:pt x="4731" y="957"/>
                  </a:lnTo>
                  <a:lnTo>
                    <a:pt x="4651" y="825"/>
                  </a:lnTo>
                  <a:lnTo>
                    <a:pt x="4545" y="718"/>
                  </a:lnTo>
                  <a:lnTo>
                    <a:pt x="4412" y="612"/>
                  </a:lnTo>
                  <a:lnTo>
                    <a:pt x="4279" y="506"/>
                  </a:lnTo>
                  <a:lnTo>
                    <a:pt x="4120" y="399"/>
                  </a:lnTo>
                  <a:lnTo>
                    <a:pt x="3774" y="240"/>
                  </a:lnTo>
                  <a:lnTo>
                    <a:pt x="3349" y="107"/>
                  </a:lnTo>
                  <a:lnTo>
                    <a:pt x="2898" y="27"/>
                  </a:lnTo>
                  <a:lnTo>
                    <a:pt x="241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7" name="Google Shape;2987;p61"/>
            <p:cNvSpPr/>
            <p:nvPr/>
          </p:nvSpPr>
          <p:spPr>
            <a:xfrm>
              <a:off x="815239" y="2228708"/>
              <a:ext cx="12904" cy="72334"/>
            </a:xfrm>
            <a:custGeom>
              <a:rect b="b" l="l" r="r" t="t"/>
              <a:pathLst>
                <a:path extrusionOk="0" h="2685" w="479">
                  <a:moveTo>
                    <a:pt x="239" y="1"/>
                  </a:moveTo>
                  <a:lnTo>
                    <a:pt x="0" y="27"/>
                  </a:lnTo>
                  <a:lnTo>
                    <a:pt x="0" y="2658"/>
                  </a:lnTo>
                  <a:lnTo>
                    <a:pt x="239" y="2685"/>
                  </a:lnTo>
                  <a:lnTo>
                    <a:pt x="478" y="2658"/>
                  </a:lnTo>
                  <a:lnTo>
                    <a:pt x="478" y="27"/>
                  </a:lnTo>
                  <a:lnTo>
                    <a:pt x="239" y="1"/>
                  </a:lnTo>
                  <a:close/>
                </a:path>
              </a:pathLst>
            </a:custGeom>
            <a:solidFill>
              <a:schemeClr val="dk2">
                <a:alpha val="129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8" name="Google Shape;2988;p61"/>
            <p:cNvSpPr/>
            <p:nvPr/>
          </p:nvSpPr>
          <p:spPr>
            <a:xfrm>
              <a:off x="746487" y="1877917"/>
              <a:ext cx="149652" cy="150379"/>
            </a:xfrm>
            <a:custGeom>
              <a:rect b="b" l="l" r="r" t="t"/>
              <a:pathLst>
                <a:path extrusionOk="0" h="5582" w="5555">
                  <a:moveTo>
                    <a:pt x="2791" y="1"/>
                  </a:moveTo>
                  <a:lnTo>
                    <a:pt x="2499" y="27"/>
                  </a:lnTo>
                  <a:lnTo>
                    <a:pt x="2233" y="54"/>
                  </a:lnTo>
                  <a:lnTo>
                    <a:pt x="1967" y="134"/>
                  </a:lnTo>
                  <a:lnTo>
                    <a:pt x="1702" y="213"/>
                  </a:lnTo>
                  <a:lnTo>
                    <a:pt x="1463" y="346"/>
                  </a:lnTo>
                  <a:lnTo>
                    <a:pt x="1223" y="479"/>
                  </a:lnTo>
                  <a:lnTo>
                    <a:pt x="1011" y="638"/>
                  </a:lnTo>
                  <a:lnTo>
                    <a:pt x="825" y="824"/>
                  </a:lnTo>
                  <a:lnTo>
                    <a:pt x="639" y="1010"/>
                  </a:lnTo>
                  <a:lnTo>
                    <a:pt x="479" y="1223"/>
                  </a:lnTo>
                  <a:lnTo>
                    <a:pt x="346" y="1462"/>
                  </a:lnTo>
                  <a:lnTo>
                    <a:pt x="214" y="1701"/>
                  </a:lnTo>
                  <a:lnTo>
                    <a:pt x="134" y="1967"/>
                  </a:lnTo>
                  <a:lnTo>
                    <a:pt x="54" y="2233"/>
                  </a:lnTo>
                  <a:lnTo>
                    <a:pt x="1" y="2499"/>
                  </a:lnTo>
                  <a:lnTo>
                    <a:pt x="1" y="2791"/>
                  </a:lnTo>
                  <a:lnTo>
                    <a:pt x="1" y="3057"/>
                  </a:lnTo>
                  <a:lnTo>
                    <a:pt x="54" y="3349"/>
                  </a:lnTo>
                  <a:lnTo>
                    <a:pt x="134" y="3615"/>
                  </a:lnTo>
                  <a:lnTo>
                    <a:pt x="214" y="3880"/>
                  </a:lnTo>
                  <a:lnTo>
                    <a:pt x="346" y="4120"/>
                  </a:lnTo>
                  <a:lnTo>
                    <a:pt x="479" y="4332"/>
                  </a:lnTo>
                  <a:lnTo>
                    <a:pt x="639" y="4545"/>
                  </a:lnTo>
                  <a:lnTo>
                    <a:pt x="825" y="4757"/>
                  </a:lnTo>
                  <a:lnTo>
                    <a:pt x="1011" y="4943"/>
                  </a:lnTo>
                  <a:lnTo>
                    <a:pt x="1223" y="5103"/>
                  </a:lnTo>
                  <a:lnTo>
                    <a:pt x="1463" y="5236"/>
                  </a:lnTo>
                  <a:lnTo>
                    <a:pt x="1702" y="5342"/>
                  </a:lnTo>
                  <a:lnTo>
                    <a:pt x="1967" y="5448"/>
                  </a:lnTo>
                  <a:lnTo>
                    <a:pt x="2233" y="5501"/>
                  </a:lnTo>
                  <a:lnTo>
                    <a:pt x="2499" y="5555"/>
                  </a:lnTo>
                  <a:lnTo>
                    <a:pt x="2791" y="5581"/>
                  </a:lnTo>
                  <a:lnTo>
                    <a:pt x="3057" y="5555"/>
                  </a:lnTo>
                  <a:lnTo>
                    <a:pt x="3349" y="5501"/>
                  </a:lnTo>
                  <a:lnTo>
                    <a:pt x="3615" y="5448"/>
                  </a:lnTo>
                  <a:lnTo>
                    <a:pt x="3854" y="5342"/>
                  </a:lnTo>
                  <a:lnTo>
                    <a:pt x="4120" y="5236"/>
                  </a:lnTo>
                  <a:lnTo>
                    <a:pt x="4333" y="5103"/>
                  </a:lnTo>
                  <a:lnTo>
                    <a:pt x="4545" y="4943"/>
                  </a:lnTo>
                  <a:lnTo>
                    <a:pt x="4758" y="4757"/>
                  </a:lnTo>
                  <a:lnTo>
                    <a:pt x="4944" y="4545"/>
                  </a:lnTo>
                  <a:lnTo>
                    <a:pt x="5103" y="4332"/>
                  </a:lnTo>
                  <a:lnTo>
                    <a:pt x="5236" y="4120"/>
                  </a:lnTo>
                  <a:lnTo>
                    <a:pt x="5342" y="3880"/>
                  </a:lnTo>
                  <a:lnTo>
                    <a:pt x="5449" y="3615"/>
                  </a:lnTo>
                  <a:lnTo>
                    <a:pt x="5502" y="3349"/>
                  </a:lnTo>
                  <a:lnTo>
                    <a:pt x="5555" y="3057"/>
                  </a:lnTo>
                  <a:lnTo>
                    <a:pt x="5555" y="2791"/>
                  </a:lnTo>
                  <a:lnTo>
                    <a:pt x="5555" y="2499"/>
                  </a:lnTo>
                  <a:lnTo>
                    <a:pt x="5502" y="2233"/>
                  </a:lnTo>
                  <a:lnTo>
                    <a:pt x="5449" y="1967"/>
                  </a:lnTo>
                  <a:lnTo>
                    <a:pt x="5342" y="1701"/>
                  </a:lnTo>
                  <a:lnTo>
                    <a:pt x="5236" y="1462"/>
                  </a:lnTo>
                  <a:lnTo>
                    <a:pt x="5103" y="1223"/>
                  </a:lnTo>
                  <a:lnTo>
                    <a:pt x="4944" y="1010"/>
                  </a:lnTo>
                  <a:lnTo>
                    <a:pt x="4758" y="824"/>
                  </a:lnTo>
                  <a:lnTo>
                    <a:pt x="4545" y="638"/>
                  </a:lnTo>
                  <a:lnTo>
                    <a:pt x="4333" y="479"/>
                  </a:lnTo>
                  <a:lnTo>
                    <a:pt x="4120" y="346"/>
                  </a:lnTo>
                  <a:lnTo>
                    <a:pt x="3854" y="213"/>
                  </a:lnTo>
                  <a:lnTo>
                    <a:pt x="3615" y="134"/>
                  </a:lnTo>
                  <a:lnTo>
                    <a:pt x="3349" y="54"/>
                  </a:lnTo>
                  <a:lnTo>
                    <a:pt x="3057" y="27"/>
                  </a:lnTo>
                  <a:lnTo>
                    <a:pt x="279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9" name="Google Shape;2989;p61"/>
            <p:cNvSpPr/>
            <p:nvPr/>
          </p:nvSpPr>
          <p:spPr>
            <a:xfrm>
              <a:off x="760820" y="1892249"/>
              <a:ext cx="121715" cy="121715"/>
            </a:xfrm>
            <a:custGeom>
              <a:rect b="b" l="l" r="r" t="t"/>
              <a:pathLst>
                <a:path extrusionOk="0" h="4518" w="4518">
                  <a:moveTo>
                    <a:pt x="3880" y="0"/>
                  </a:moveTo>
                  <a:lnTo>
                    <a:pt x="0" y="3880"/>
                  </a:lnTo>
                  <a:lnTo>
                    <a:pt x="133" y="4066"/>
                  </a:lnTo>
                  <a:lnTo>
                    <a:pt x="293" y="4225"/>
                  </a:lnTo>
                  <a:lnTo>
                    <a:pt x="452" y="4385"/>
                  </a:lnTo>
                  <a:lnTo>
                    <a:pt x="612" y="4518"/>
                  </a:lnTo>
                  <a:lnTo>
                    <a:pt x="4518" y="611"/>
                  </a:lnTo>
                  <a:lnTo>
                    <a:pt x="4359" y="452"/>
                  </a:lnTo>
                  <a:lnTo>
                    <a:pt x="4226" y="292"/>
                  </a:lnTo>
                  <a:lnTo>
                    <a:pt x="4066" y="133"/>
                  </a:lnTo>
                  <a:lnTo>
                    <a:pt x="3880" y="0"/>
                  </a:lnTo>
                  <a:close/>
                </a:path>
              </a:pathLst>
            </a:custGeom>
            <a:solidFill>
              <a:schemeClr val="dk2">
                <a:alpha val="129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0" name="Google Shape;2990;p61"/>
            <p:cNvSpPr/>
            <p:nvPr/>
          </p:nvSpPr>
          <p:spPr>
            <a:xfrm>
              <a:off x="840994" y="1972424"/>
              <a:ext cx="23653" cy="23653"/>
            </a:xfrm>
            <a:custGeom>
              <a:rect b="b" l="l" r="r" t="t"/>
              <a:pathLst>
                <a:path extrusionOk="0" h="878" w="878">
                  <a:moveTo>
                    <a:pt x="638" y="0"/>
                  </a:moveTo>
                  <a:lnTo>
                    <a:pt x="559" y="27"/>
                  </a:lnTo>
                  <a:lnTo>
                    <a:pt x="479" y="54"/>
                  </a:lnTo>
                  <a:lnTo>
                    <a:pt x="54" y="479"/>
                  </a:lnTo>
                  <a:lnTo>
                    <a:pt x="1" y="558"/>
                  </a:lnTo>
                  <a:lnTo>
                    <a:pt x="1" y="638"/>
                  </a:lnTo>
                  <a:lnTo>
                    <a:pt x="1" y="718"/>
                  </a:lnTo>
                  <a:lnTo>
                    <a:pt x="54" y="798"/>
                  </a:lnTo>
                  <a:lnTo>
                    <a:pt x="134" y="851"/>
                  </a:lnTo>
                  <a:lnTo>
                    <a:pt x="240" y="877"/>
                  </a:lnTo>
                  <a:lnTo>
                    <a:pt x="320" y="851"/>
                  </a:lnTo>
                  <a:lnTo>
                    <a:pt x="399" y="798"/>
                  </a:lnTo>
                  <a:lnTo>
                    <a:pt x="798" y="399"/>
                  </a:lnTo>
                  <a:lnTo>
                    <a:pt x="851" y="319"/>
                  </a:lnTo>
                  <a:lnTo>
                    <a:pt x="878" y="240"/>
                  </a:lnTo>
                  <a:lnTo>
                    <a:pt x="851" y="133"/>
                  </a:lnTo>
                  <a:lnTo>
                    <a:pt x="798" y="54"/>
                  </a:lnTo>
                  <a:lnTo>
                    <a:pt x="718" y="27"/>
                  </a:lnTo>
                  <a:lnTo>
                    <a:pt x="638" y="0"/>
                  </a:lnTo>
                  <a:close/>
                </a:path>
              </a:pathLst>
            </a:custGeom>
            <a:solidFill>
              <a:srgbClr val="FEE7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1" name="Google Shape;2991;p61"/>
            <p:cNvSpPr/>
            <p:nvPr/>
          </p:nvSpPr>
          <p:spPr>
            <a:xfrm>
              <a:off x="999215" y="2034710"/>
              <a:ext cx="150379" cy="149652"/>
            </a:xfrm>
            <a:custGeom>
              <a:rect b="b" l="l" r="r" t="t"/>
              <a:pathLst>
                <a:path extrusionOk="0" h="5555" w="5582">
                  <a:moveTo>
                    <a:pt x="2499" y="0"/>
                  </a:moveTo>
                  <a:lnTo>
                    <a:pt x="2233" y="53"/>
                  </a:lnTo>
                  <a:lnTo>
                    <a:pt x="1967" y="107"/>
                  </a:lnTo>
                  <a:lnTo>
                    <a:pt x="1701" y="213"/>
                  </a:lnTo>
                  <a:lnTo>
                    <a:pt x="1462" y="319"/>
                  </a:lnTo>
                  <a:lnTo>
                    <a:pt x="1223" y="479"/>
                  </a:lnTo>
                  <a:lnTo>
                    <a:pt x="1010" y="638"/>
                  </a:lnTo>
                  <a:lnTo>
                    <a:pt x="824" y="798"/>
                  </a:lnTo>
                  <a:lnTo>
                    <a:pt x="638" y="1010"/>
                  </a:lnTo>
                  <a:lnTo>
                    <a:pt x="479" y="1223"/>
                  </a:lnTo>
                  <a:lnTo>
                    <a:pt x="346" y="1462"/>
                  </a:lnTo>
                  <a:lnTo>
                    <a:pt x="240" y="1701"/>
                  </a:lnTo>
                  <a:lnTo>
                    <a:pt x="133" y="1940"/>
                  </a:lnTo>
                  <a:lnTo>
                    <a:pt x="54" y="2206"/>
                  </a:lnTo>
                  <a:lnTo>
                    <a:pt x="27" y="2498"/>
                  </a:lnTo>
                  <a:lnTo>
                    <a:pt x="1" y="2791"/>
                  </a:lnTo>
                  <a:lnTo>
                    <a:pt x="27" y="3056"/>
                  </a:lnTo>
                  <a:lnTo>
                    <a:pt x="54" y="3349"/>
                  </a:lnTo>
                  <a:lnTo>
                    <a:pt x="133" y="3614"/>
                  </a:lnTo>
                  <a:lnTo>
                    <a:pt x="240" y="3854"/>
                  </a:lnTo>
                  <a:lnTo>
                    <a:pt x="346" y="4093"/>
                  </a:lnTo>
                  <a:lnTo>
                    <a:pt x="479" y="4332"/>
                  </a:lnTo>
                  <a:lnTo>
                    <a:pt x="638" y="4544"/>
                  </a:lnTo>
                  <a:lnTo>
                    <a:pt x="824" y="4757"/>
                  </a:lnTo>
                  <a:lnTo>
                    <a:pt x="1010" y="4916"/>
                  </a:lnTo>
                  <a:lnTo>
                    <a:pt x="1223" y="5076"/>
                  </a:lnTo>
                  <a:lnTo>
                    <a:pt x="1462" y="5235"/>
                  </a:lnTo>
                  <a:lnTo>
                    <a:pt x="1701" y="5342"/>
                  </a:lnTo>
                  <a:lnTo>
                    <a:pt x="1967" y="5448"/>
                  </a:lnTo>
                  <a:lnTo>
                    <a:pt x="2233" y="5501"/>
                  </a:lnTo>
                  <a:lnTo>
                    <a:pt x="2499" y="5554"/>
                  </a:lnTo>
                  <a:lnTo>
                    <a:pt x="3083" y="5554"/>
                  </a:lnTo>
                  <a:lnTo>
                    <a:pt x="3349" y="5501"/>
                  </a:lnTo>
                  <a:lnTo>
                    <a:pt x="3615" y="5448"/>
                  </a:lnTo>
                  <a:lnTo>
                    <a:pt x="3880" y="5342"/>
                  </a:lnTo>
                  <a:lnTo>
                    <a:pt x="4120" y="5235"/>
                  </a:lnTo>
                  <a:lnTo>
                    <a:pt x="4359" y="5076"/>
                  </a:lnTo>
                  <a:lnTo>
                    <a:pt x="4571" y="4916"/>
                  </a:lnTo>
                  <a:lnTo>
                    <a:pt x="4757" y="4757"/>
                  </a:lnTo>
                  <a:lnTo>
                    <a:pt x="4943" y="4544"/>
                  </a:lnTo>
                  <a:lnTo>
                    <a:pt x="5103" y="4332"/>
                  </a:lnTo>
                  <a:lnTo>
                    <a:pt x="5236" y="4093"/>
                  </a:lnTo>
                  <a:lnTo>
                    <a:pt x="5369" y="3854"/>
                  </a:lnTo>
                  <a:lnTo>
                    <a:pt x="5448" y="3614"/>
                  </a:lnTo>
                  <a:lnTo>
                    <a:pt x="5528" y="3349"/>
                  </a:lnTo>
                  <a:lnTo>
                    <a:pt x="5555" y="3056"/>
                  </a:lnTo>
                  <a:lnTo>
                    <a:pt x="5581" y="2791"/>
                  </a:lnTo>
                  <a:lnTo>
                    <a:pt x="5555" y="2498"/>
                  </a:lnTo>
                  <a:lnTo>
                    <a:pt x="5528" y="2206"/>
                  </a:lnTo>
                  <a:lnTo>
                    <a:pt x="5448" y="1940"/>
                  </a:lnTo>
                  <a:lnTo>
                    <a:pt x="5369" y="1701"/>
                  </a:lnTo>
                  <a:lnTo>
                    <a:pt x="5236" y="1462"/>
                  </a:lnTo>
                  <a:lnTo>
                    <a:pt x="5103" y="1223"/>
                  </a:lnTo>
                  <a:lnTo>
                    <a:pt x="4943" y="1010"/>
                  </a:lnTo>
                  <a:lnTo>
                    <a:pt x="4757" y="798"/>
                  </a:lnTo>
                  <a:lnTo>
                    <a:pt x="4571" y="638"/>
                  </a:lnTo>
                  <a:lnTo>
                    <a:pt x="4359" y="479"/>
                  </a:lnTo>
                  <a:lnTo>
                    <a:pt x="4120" y="319"/>
                  </a:lnTo>
                  <a:lnTo>
                    <a:pt x="3880" y="213"/>
                  </a:lnTo>
                  <a:lnTo>
                    <a:pt x="3615" y="107"/>
                  </a:lnTo>
                  <a:lnTo>
                    <a:pt x="3349" y="53"/>
                  </a:lnTo>
                  <a:lnTo>
                    <a:pt x="3083"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2" name="Google Shape;2992;p61"/>
            <p:cNvSpPr/>
            <p:nvPr/>
          </p:nvSpPr>
          <p:spPr>
            <a:xfrm>
              <a:off x="999215" y="2097697"/>
              <a:ext cx="150379" cy="23653"/>
            </a:xfrm>
            <a:custGeom>
              <a:rect b="b" l="l" r="r" t="t"/>
              <a:pathLst>
                <a:path extrusionOk="0" h="878" w="5582">
                  <a:moveTo>
                    <a:pt x="54" y="1"/>
                  </a:moveTo>
                  <a:lnTo>
                    <a:pt x="27" y="213"/>
                  </a:lnTo>
                  <a:lnTo>
                    <a:pt x="1" y="453"/>
                  </a:lnTo>
                  <a:lnTo>
                    <a:pt x="27" y="665"/>
                  </a:lnTo>
                  <a:lnTo>
                    <a:pt x="54" y="878"/>
                  </a:lnTo>
                  <a:lnTo>
                    <a:pt x="5555" y="878"/>
                  </a:lnTo>
                  <a:lnTo>
                    <a:pt x="5555" y="665"/>
                  </a:lnTo>
                  <a:lnTo>
                    <a:pt x="5581" y="453"/>
                  </a:lnTo>
                  <a:lnTo>
                    <a:pt x="5555" y="213"/>
                  </a:lnTo>
                  <a:lnTo>
                    <a:pt x="5555" y="1"/>
                  </a:lnTo>
                  <a:close/>
                </a:path>
              </a:pathLst>
            </a:custGeom>
            <a:solidFill>
              <a:schemeClr val="dk2">
                <a:alpha val="129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3" name="Google Shape;2993;p61"/>
            <p:cNvSpPr/>
            <p:nvPr/>
          </p:nvSpPr>
          <p:spPr>
            <a:xfrm>
              <a:off x="1060074" y="2147106"/>
              <a:ext cx="28664" cy="12904"/>
            </a:xfrm>
            <a:custGeom>
              <a:rect b="b" l="l" r="r" t="t"/>
              <a:pathLst>
                <a:path extrusionOk="0" h="479" w="1064">
                  <a:moveTo>
                    <a:pt x="240" y="0"/>
                  </a:moveTo>
                  <a:lnTo>
                    <a:pt x="160" y="27"/>
                  </a:lnTo>
                  <a:lnTo>
                    <a:pt x="80" y="80"/>
                  </a:lnTo>
                  <a:lnTo>
                    <a:pt x="27" y="160"/>
                  </a:lnTo>
                  <a:lnTo>
                    <a:pt x="0" y="240"/>
                  </a:lnTo>
                  <a:lnTo>
                    <a:pt x="27" y="346"/>
                  </a:lnTo>
                  <a:lnTo>
                    <a:pt x="80" y="426"/>
                  </a:lnTo>
                  <a:lnTo>
                    <a:pt x="160" y="452"/>
                  </a:lnTo>
                  <a:lnTo>
                    <a:pt x="240" y="479"/>
                  </a:lnTo>
                  <a:lnTo>
                    <a:pt x="824" y="479"/>
                  </a:lnTo>
                  <a:lnTo>
                    <a:pt x="904" y="452"/>
                  </a:lnTo>
                  <a:lnTo>
                    <a:pt x="984" y="426"/>
                  </a:lnTo>
                  <a:lnTo>
                    <a:pt x="1037" y="346"/>
                  </a:lnTo>
                  <a:lnTo>
                    <a:pt x="1063" y="240"/>
                  </a:lnTo>
                  <a:lnTo>
                    <a:pt x="1037" y="160"/>
                  </a:lnTo>
                  <a:lnTo>
                    <a:pt x="984" y="80"/>
                  </a:lnTo>
                  <a:lnTo>
                    <a:pt x="904" y="27"/>
                  </a:lnTo>
                  <a:lnTo>
                    <a:pt x="824" y="0"/>
                  </a:lnTo>
                  <a:close/>
                </a:path>
              </a:pathLst>
            </a:custGeom>
            <a:solidFill>
              <a:schemeClr val="dk2">
                <a:alpha val="129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94" name="Google Shape;2994;p61"/>
          <p:cNvGrpSpPr/>
          <p:nvPr/>
        </p:nvGrpSpPr>
        <p:grpSpPr>
          <a:xfrm rot="-2700000">
            <a:off x="7854370" y="4122479"/>
            <a:ext cx="719381" cy="519770"/>
            <a:chOff x="1551898" y="1936620"/>
            <a:chExt cx="423123" cy="305717"/>
          </a:xfrm>
        </p:grpSpPr>
        <p:sp>
          <p:nvSpPr>
            <p:cNvPr id="2995" name="Google Shape;2995;p61"/>
            <p:cNvSpPr/>
            <p:nvPr/>
          </p:nvSpPr>
          <p:spPr>
            <a:xfrm>
              <a:off x="1753063" y="1945214"/>
              <a:ext cx="26536" cy="143213"/>
            </a:xfrm>
            <a:custGeom>
              <a:rect b="b" l="l" r="r" t="t"/>
              <a:pathLst>
                <a:path extrusionOk="0" h="5316" w="985">
                  <a:moveTo>
                    <a:pt x="400" y="1"/>
                  </a:moveTo>
                  <a:lnTo>
                    <a:pt x="320" y="27"/>
                  </a:lnTo>
                  <a:lnTo>
                    <a:pt x="214" y="80"/>
                  </a:lnTo>
                  <a:lnTo>
                    <a:pt x="160" y="133"/>
                  </a:lnTo>
                  <a:lnTo>
                    <a:pt x="81" y="213"/>
                  </a:lnTo>
                  <a:lnTo>
                    <a:pt x="54" y="293"/>
                  </a:lnTo>
                  <a:lnTo>
                    <a:pt x="28" y="399"/>
                  </a:lnTo>
                  <a:lnTo>
                    <a:pt x="1" y="479"/>
                  </a:lnTo>
                  <a:lnTo>
                    <a:pt x="1" y="4996"/>
                  </a:lnTo>
                  <a:lnTo>
                    <a:pt x="28" y="5129"/>
                  </a:lnTo>
                  <a:lnTo>
                    <a:pt x="107" y="5236"/>
                  </a:lnTo>
                  <a:lnTo>
                    <a:pt x="214" y="5289"/>
                  </a:lnTo>
                  <a:lnTo>
                    <a:pt x="320" y="5315"/>
                  </a:lnTo>
                  <a:lnTo>
                    <a:pt x="692" y="5315"/>
                  </a:lnTo>
                  <a:lnTo>
                    <a:pt x="798" y="5289"/>
                  </a:lnTo>
                  <a:lnTo>
                    <a:pt x="904" y="5236"/>
                  </a:lnTo>
                  <a:lnTo>
                    <a:pt x="958" y="5129"/>
                  </a:lnTo>
                  <a:lnTo>
                    <a:pt x="984" y="4996"/>
                  </a:lnTo>
                  <a:lnTo>
                    <a:pt x="984" y="479"/>
                  </a:lnTo>
                  <a:lnTo>
                    <a:pt x="984" y="399"/>
                  </a:lnTo>
                  <a:lnTo>
                    <a:pt x="958" y="293"/>
                  </a:lnTo>
                  <a:lnTo>
                    <a:pt x="904" y="213"/>
                  </a:lnTo>
                  <a:lnTo>
                    <a:pt x="851" y="133"/>
                  </a:lnTo>
                  <a:lnTo>
                    <a:pt x="772" y="80"/>
                  </a:lnTo>
                  <a:lnTo>
                    <a:pt x="692" y="27"/>
                  </a:lnTo>
                  <a:lnTo>
                    <a:pt x="61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6" name="Google Shape;2996;p61"/>
            <p:cNvSpPr/>
            <p:nvPr/>
          </p:nvSpPr>
          <p:spPr>
            <a:xfrm>
              <a:off x="1789594" y="2056909"/>
              <a:ext cx="185428" cy="185428"/>
            </a:xfrm>
            <a:custGeom>
              <a:rect b="b" l="l" r="r" t="t"/>
              <a:pathLst>
                <a:path extrusionOk="0" h="6883" w="6883">
                  <a:moveTo>
                    <a:pt x="3428" y="0"/>
                  </a:moveTo>
                  <a:lnTo>
                    <a:pt x="0" y="3402"/>
                  </a:lnTo>
                  <a:lnTo>
                    <a:pt x="2764" y="6165"/>
                  </a:lnTo>
                  <a:lnTo>
                    <a:pt x="2950" y="6325"/>
                  </a:lnTo>
                  <a:lnTo>
                    <a:pt x="3136" y="6484"/>
                  </a:lnTo>
                  <a:lnTo>
                    <a:pt x="3349" y="6590"/>
                  </a:lnTo>
                  <a:lnTo>
                    <a:pt x="3561" y="6697"/>
                  </a:lnTo>
                  <a:lnTo>
                    <a:pt x="3774" y="6776"/>
                  </a:lnTo>
                  <a:lnTo>
                    <a:pt x="4013" y="6830"/>
                  </a:lnTo>
                  <a:lnTo>
                    <a:pt x="4252" y="6856"/>
                  </a:lnTo>
                  <a:lnTo>
                    <a:pt x="4465" y="6883"/>
                  </a:lnTo>
                  <a:lnTo>
                    <a:pt x="4704" y="6856"/>
                  </a:lnTo>
                  <a:lnTo>
                    <a:pt x="4943" y="6830"/>
                  </a:lnTo>
                  <a:lnTo>
                    <a:pt x="5156" y="6776"/>
                  </a:lnTo>
                  <a:lnTo>
                    <a:pt x="5368" y="6697"/>
                  </a:lnTo>
                  <a:lnTo>
                    <a:pt x="5581" y="6590"/>
                  </a:lnTo>
                  <a:lnTo>
                    <a:pt x="5793" y="6484"/>
                  </a:lnTo>
                  <a:lnTo>
                    <a:pt x="5979" y="6325"/>
                  </a:lnTo>
                  <a:lnTo>
                    <a:pt x="6165" y="6165"/>
                  </a:lnTo>
                  <a:lnTo>
                    <a:pt x="6351" y="5979"/>
                  </a:lnTo>
                  <a:lnTo>
                    <a:pt x="6484" y="5793"/>
                  </a:lnTo>
                  <a:lnTo>
                    <a:pt x="6591" y="5581"/>
                  </a:lnTo>
                  <a:lnTo>
                    <a:pt x="6697" y="5368"/>
                  </a:lnTo>
                  <a:lnTo>
                    <a:pt x="6777" y="5155"/>
                  </a:lnTo>
                  <a:lnTo>
                    <a:pt x="6830" y="4916"/>
                  </a:lnTo>
                  <a:lnTo>
                    <a:pt x="6856" y="4704"/>
                  </a:lnTo>
                  <a:lnTo>
                    <a:pt x="6883" y="4465"/>
                  </a:lnTo>
                  <a:lnTo>
                    <a:pt x="6856" y="4225"/>
                  </a:lnTo>
                  <a:lnTo>
                    <a:pt x="6830" y="4013"/>
                  </a:lnTo>
                  <a:lnTo>
                    <a:pt x="6777" y="3774"/>
                  </a:lnTo>
                  <a:lnTo>
                    <a:pt x="6697" y="3561"/>
                  </a:lnTo>
                  <a:lnTo>
                    <a:pt x="6591" y="3348"/>
                  </a:lnTo>
                  <a:lnTo>
                    <a:pt x="6484" y="3136"/>
                  </a:lnTo>
                  <a:lnTo>
                    <a:pt x="6351" y="2950"/>
                  </a:lnTo>
                  <a:lnTo>
                    <a:pt x="6165" y="2764"/>
                  </a:lnTo>
                  <a:lnTo>
                    <a:pt x="342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7" name="Google Shape;2997;p61"/>
            <p:cNvSpPr/>
            <p:nvPr/>
          </p:nvSpPr>
          <p:spPr>
            <a:xfrm>
              <a:off x="1774561" y="2041876"/>
              <a:ext cx="111693" cy="111693"/>
            </a:xfrm>
            <a:custGeom>
              <a:rect b="b" l="l" r="r" t="t"/>
              <a:pathLst>
                <a:path extrusionOk="0" h="4146" w="4146">
                  <a:moveTo>
                    <a:pt x="3561" y="0"/>
                  </a:moveTo>
                  <a:lnTo>
                    <a:pt x="3455" y="27"/>
                  </a:lnTo>
                  <a:lnTo>
                    <a:pt x="3375" y="80"/>
                  </a:lnTo>
                  <a:lnTo>
                    <a:pt x="3295" y="133"/>
                  </a:lnTo>
                  <a:lnTo>
                    <a:pt x="133" y="3295"/>
                  </a:lnTo>
                  <a:lnTo>
                    <a:pt x="80" y="3375"/>
                  </a:lnTo>
                  <a:lnTo>
                    <a:pt x="27" y="3455"/>
                  </a:lnTo>
                  <a:lnTo>
                    <a:pt x="0" y="3561"/>
                  </a:lnTo>
                  <a:lnTo>
                    <a:pt x="0" y="3641"/>
                  </a:lnTo>
                  <a:lnTo>
                    <a:pt x="0" y="3747"/>
                  </a:lnTo>
                  <a:lnTo>
                    <a:pt x="27" y="3827"/>
                  </a:lnTo>
                  <a:lnTo>
                    <a:pt x="80" y="3906"/>
                  </a:lnTo>
                  <a:lnTo>
                    <a:pt x="133" y="3986"/>
                  </a:lnTo>
                  <a:lnTo>
                    <a:pt x="213" y="4066"/>
                  </a:lnTo>
                  <a:lnTo>
                    <a:pt x="319" y="4092"/>
                  </a:lnTo>
                  <a:lnTo>
                    <a:pt x="399" y="4119"/>
                  </a:lnTo>
                  <a:lnTo>
                    <a:pt x="505" y="4146"/>
                  </a:lnTo>
                  <a:lnTo>
                    <a:pt x="585" y="4119"/>
                  </a:lnTo>
                  <a:lnTo>
                    <a:pt x="665" y="4092"/>
                  </a:lnTo>
                  <a:lnTo>
                    <a:pt x="771" y="4066"/>
                  </a:lnTo>
                  <a:lnTo>
                    <a:pt x="851" y="3986"/>
                  </a:lnTo>
                  <a:lnTo>
                    <a:pt x="4013" y="824"/>
                  </a:lnTo>
                  <a:lnTo>
                    <a:pt x="4066" y="744"/>
                  </a:lnTo>
                  <a:lnTo>
                    <a:pt x="4119" y="664"/>
                  </a:lnTo>
                  <a:lnTo>
                    <a:pt x="4146" y="585"/>
                  </a:lnTo>
                  <a:lnTo>
                    <a:pt x="4146" y="478"/>
                  </a:lnTo>
                  <a:lnTo>
                    <a:pt x="4146" y="399"/>
                  </a:lnTo>
                  <a:lnTo>
                    <a:pt x="4119" y="292"/>
                  </a:lnTo>
                  <a:lnTo>
                    <a:pt x="4066" y="213"/>
                  </a:lnTo>
                  <a:lnTo>
                    <a:pt x="4013" y="133"/>
                  </a:lnTo>
                  <a:lnTo>
                    <a:pt x="3933" y="80"/>
                  </a:lnTo>
                  <a:lnTo>
                    <a:pt x="3827" y="27"/>
                  </a:lnTo>
                  <a:lnTo>
                    <a:pt x="3747"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8" name="Google Shape;2998;p61"/>
            <p:cNvSpPr/>
            <p:nvPr/>
          </p:nvSpPr>
          <p:spPr>
            <a:xfrm>
              <a:off x="1551898" y="2056909"/>
              <a:ext cx="185455" cy="185428"/>
            </a:xfrm>
            <a:custGeom>
              <a:rect b="b" l="l" r="r" t="t"/>
              <a:pathLst>
                <a:path extrusionOk="0" h="6883" w="6884">
                  <a:moveTo>
                    <a:pt x="3455" y="0"/>
                  </a:moveTo>
                  <a:lnTo>
                    <a:pt x="718" y="2764"/>
                  </a:lnTo>
                  <a:lnTo>
                    <a:pt x="532" y="2950"/>
                  </a:lnTo>
                  <a:lnTo>
                    <a:pt x="399" y="3136"/>
                  </a:lnTo>
                  <a:lnTo>
                    <a:pt x="266" y="3348"/>
                  </a:lnTo>
                  <a:lnTo>
                    <a:pt x="187" y="3561"/>
                  </a:lnTo>
                  <a:lnTo>
                    <a:pt x="107" y="3774"/>
                  </a:lnTo>
                  <a:lnTo>
                    <a:pt x="54" y="4013"/>
                  </a:lnTo>
                  <a:lnTo>
                    <a:pt x="1" y="4225"/>
                  </a:lnTo>
                  <a:lnTo>
                    <a:pt x="1" y="4465"/>
                  </a:lnTo>
                  <a:lnTo>
                    <a:pt x="1" y="4704"/>
                  </a:lnTo>
                  <a:lnTo>
                    <a:pt x="54" y="4916"/>
                  </a:lnTo>
                  <a:lnTo>
                    <a:pt x="107" y="5155"/>
                  </a:lnTo>
                  <a:lnTo>
                    <a:pt x="187" y="5368"/>
                  </a:lnTo>
                  <a:lnTo>
                    <a:pt x="266" y="5581"/>
                  </a:lnTo>
                  <a:lnTo>
                    <a:pt x="399" y="5793"/>
                  </a:lnTo>
                  <a:lnTo>
                    <a:pt x="532" y="5979"/>
                  </a:lnTo>
                  <a:lnTo>
                    <a:pt x="718" y="6165"/>
                  </a:lnTo>
                  <a:lnTo>
                    <a:pt x="904" y="6325"/>
                  </a:lnTo>
                  <a:lnTo>
                    <a:pt x="1090" y="6484"/>
                  </a:lnTo>
                  <a:lnTo>
                    <a:pt x="1303" y="6590"/>
                  </a:lnTo>
                  <a:lnTo>
                    <a:pt x="1515" y="6697"/>
                  </a:lnTo>
                  <a:lnTo>
                    <a:pt x="1728" y="6776"/>
                  </a:lnTo>
                  <a:lnTo>
                    <a:pt x="1941" y="6830"/>
                  </a:lnTo>
                  <a:lnTo>
                    <a:pt x="2180" y="6856"/>
                  </a:lnTo>
                  <a:lnTo>
                    <a:pt x="2419" y="6883"/>
                  </a:lnTo>
                  <a:lnTo>
                    <a:pt x="2631" y="6856"/>
                  </a:lnTo>
                  <a:lnTo>
                    <a:pt x="2871" y="6830"/>
                  </a:lnTo>
                  <a:lnTo>
                    <a:pt x="3110" y="6776"/>
                  </a:lnTo>
                  <a:lnTo>
                    <a:pt x="3322" y="6697"/>
                  </a:lnTo>
                  <a:lnTo>
                    <a:pt x="3535" y="6590"/>
                  </a:lnTo>
                  <a:lnTo>
                    <a:pt x="3748" y="6484"/>
                  </a:lnTo>
                  <a:lnTo>
                    <a:pt x="3934" y="6325"/>
                  </a:lnTo>
                  <a:lnTo>
                    <a:pt x="4120" y="6165"/>
                  </a:lnTo>
                  <a:lnTo>
                    <a:pt x="6883" y="3402"/>
                  </a:lnTo>
                  <a:lnTo>
                    <a:pt x="345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9" name="Google Shape;2999;p61"/>
            <p:cNvSpPr/>
            <p:nvPr/>
          </p:nvSpPr>
          <p:spPr>
            <a:xfrm>
              <a:off x="1640667" y="2041876"/>
              <a:ext cx="111720" cy="111693"/>
            </a:xfrm>
            <a:custGeom>
              <a:rect b="b" l="l" r="r" t="t"/>
              <a:pathLst>
                <a:path extrusionOk="0" h="4146" w="4147">
                  <a:moveTo>
                    <a:pt x="399" y="0"/>
                  </a:moveTo>
                  <a:lnTo>
                    <a:pt x="293" y="27"/>
                  </a:lnTo>
                  <a:lnTo>
                    <a:pt x="213" y="80"/>
                  </a:lnTo>
                  <a:lnTo>
                    <a:pt x="134" y="133"/>
                  </a:lnTo>
                  <a:lnTo>
                    <a:pt x="81" y="213"/>
                  </a:lnTo>
                  <a:lnTo>
                    <a:pt x="27" y="292"/>
                  </a:lnTo>
                  <a:lnTo>
                    <a:pt x="1" y="399"/>
                  </a:lnTo>
                  <a:lnTo>
                    <a:pt x="1" y="478"/>
                  </a:lnTo>
                  <a:lnTo>
                    <a:pt x="1" y="585"/>
                  </a:lnTo>
                  <a:lnTo>
                    <a:pt x="27" y="664"/>
                  </a:lnTo>
                  <a:lnTo>
                    <a:pt x="81" y="744"/>
                  </a:lnTo>
                  <a:lnTo>
                    <a:pt x="134" y="824"/>
                  </a:lnTo>
                  <a:lnTo>
                    <a:pt x="3296" y="3986"/>
                  </a:lnTo>
                  <a:lnTo>
                    <a:pt x="3376" y="4066"/>
                  </a:lnTo>
                  <a:lnTo>
                    <a:pt x="3455" y="4092"/>
                  </a:lnTo>
                  <a:lnTo>
                    <a:pt x="3562" y="4119"/>
                  </a:lnTo>
                  <a:lnTo>
                    <a:pt x="3641" y="4146"/>
                  </a:lnTo>
                  <a:lnTo>
                    <a:pt x="3748" y="4119"/>
                  </a:lnTo>
                  <a:lnTo>
                    <a:pt x="3827" y="4092"/>
                  </a:lnTo>
                  <a:lnTo>
                    <a:pt x="3934" y="4066"/>
                  </a:lnTo>
                  <a:lnTo>
                    <a:pt x="4014" y="3986"/>
                  </a:lnTo>
                  <a:lnTo>
                    <a:pt x="4067" y="3906"/>
                  </a:lnTo>
                  <a:lnTo>
                    <a:pt x="4120" y="3827"/>
                  </a:lnTo>
                  <a:lnTo>
                    <a:pt x="4146" y="3747"/>
                  </a:lnTo>
                  <a:lnTo>
                    <a:pt x="4146" y="3641"/>
                  </a:lnTo>
                  <a:lnTo>
                    <a:pt x="4146" y="3561"/>
                  </a:lnTo>
                  <a:lnTo>
                    <a:pt x="4120" y="3455"/>
                  </a:lnTo>
                  <a:lnTo>
                    <a:pt x="4067" y="3375"/>
                  </a:lnTo>
                  <a:lnTo>
                    <a:pt x="4014" y="3295"/>
                  </a:lnTo>
                  <a:lnTo>
                    <a:pt x="851" y="133"/>
                  </a:lnTo>
                  <a:lnTo>
                    <a:pt x="771" y="80"/>
                  </a:lnTo>
                  <a:lnTo>
                    <a:pt x="665" y="27"/>
                  </a:lnTo>
                  <a:lnTo>
                    <a:pt x="58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0" name="Google Shape;3000;p61"/>
            <p:cNvSpPr/>
            <p:nvPr/>
          </p:nvSpPr>
          <p:spPr>
            <a:xfrm>
              <a:off x="1854009" y="1952380"/>
              <a:ext cx="18642" cy="19343"/>
            </a:xfrm>
            <a:custGeom>
              <a:rect b="b" l="l" r="r" t="t"/>
              <a:pathLst>
                <a:path extrusionOk="0" h="718" w="692">
                  <a:moveTo>
                    <a:pt x="453" y="0"/>
                  </a:moveTo>
                  <a:lnTo>
                    <a:pt x="373" y="27"/>
                  </a:lnTo>
                  <a:lnTo>
                    <a:pt x="293" y="80"/>
                  </a:lnTo>
                  <a:lnTo>
                    <a:pt x="54" y="319"/>
                  </a:lnTo>
                  <a:lnTo>
                    <a:pt x="1" y="399"/>
                  </a:lnTo>
                  <a:lnTo>
                    <a:pt x="1" y="479"/>
                  </a:lnTo>
                  <a:lnTo>
                    <a:pt x="1" y="558"/>
                  </a:lnTo>
                  <a:lnTo>
                    <a:pt x="54" y="638"/>
                  </a:lnTo>
                  <a:lnTo>
                    <a:pt x="134" y="691"/>
                  </a:lnTo>
                  <a:lnTo>
                    <a:pt x="213" y="718"/>
                  </a:lnTo>
                  <a:lnTo>
                    <a:pt x="320" y="691"/>
                  </a:lnTo>
                  <a:lnTo>
                    <a:pt x="399" y="638"/>
                  </a:lnTo>
                  <a:lnTo>
                    <a:pt x="639" y="399"/>
                  </a:lnTo>
                  <a:lnTo>
                    <a:pt x="692" y="319"/>
                  </a:lnTo>
                  <a:lnTo>
                    <a:pt x="692" y="239"/>
                  </a:lnTo>
                  <a:lnTo>
                    <a:pt x="692" y="160"/>
                  </a:lnTo>
                  <a:lnTo>
                    <a:pt x="639" y="80"/>
                  </a:lnTo>
                  <a:lnTo>
                    <a:pt x="559" y="27"/>
                  </a:lnTo>
                  <a:lnTo>
                    <a:pt x="45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1" name="Google Shape;3001;p61"/>
            <p:cNvSpPr/>
            <p:nvPr/>
          </p:nvSpPr>
          <p:spPr>
            <a:xfrm>
              <a:off x="1835393" y="1936620"/>
              <a:ext cx="14359" cy="21498"/>
            </a:xfrm>
            <a:custGeom>
              <a:rect b="b" l="l" r="r" t="t"/>
              <a:pathLst>
                <a:path extrusionOk="0" h="798" w="533">
                  <a:moveTo>
                    <a:pt x="267" y="1"/>
                  </a:moveTo>
                  <a:lnTo>
                    <a:pt x="187" y="54"/>
                  </a:lnTo>
                  <a:lnTo>
                    <a:pt x="107" y="107"/>
                  </a:lnTo>
                  <a:lnTo>
                    <a:pt x="81" y="187"/>
                  </a:lnTo>
                  <a:lnTo>
                    <a:pt x="1" y="506"/>
                  </a:lnTo>
                  <a:lnTo>
                    <a:pt x="1" y="612"/>
                  </a:lnTo>
                  <a:lnTo>
                    <a:pt x="28" y="692"/>
                  </a:lnTo>
                  <a:lnTo>
                    <a:pt x="81" y="771"/>
                  </a:lnTo>
                  <a:lnTo>
                    <a:pt x="160" y="798"/>
                  </a:lnTo>
                  <a:lnTo>
                    <a:pt x="293" y="798"/>
                  </a:lnTo>
                  <a:lnTo>
                    <a:pt x="373" y="771"/>
                  </a:lnTo>
                  <a:lnTo>
                    <a:pt x="426" y="692"/>
                  </a:lnTo>
                  <a:lnTo>
                    <a:pt x="453" y="638"/>
                  </a:lnTo>
                  <a:lnTo>
                    <a:pt x="532" y="293"/>
                  </a:lnTo>
                  <a:lnTo>
                    <a:pt x="532" y="213"/>
                  </a:lnTo>
                  <a:lnTo>
                    <a:pt x="506" y="134"/>
                  </a:lnTo>
                  <a:lnTo>
                    <a:pt x="453" y="54"/>
                  </a:lnTo>
                  <a:lnTo>
                    <a:pt x="373" y="27"/>
                  </a:lnTo>
                  <a:lnTo>
                    <a:pt x="26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2" name="Google Shape;3002;p61"/>
            <p:cNvSpPr/>
            <p:nvPr/>
          </p:nvSpPr>
          <p:spPr>
            <a:xfrm>
              <a:off x="1866913" y="1975279"/>
              <a:ext cx="21498" cy="15059"/>
            </a:xfrm>
            <a:custGeom>
              <a:rect b="b" l="l" r="r" t="t"/>
              <a:pathLst>
                <a:path extrusionOk="0" h="559" w="798">
                  <a:moveTo>
                    <a:pt x="505" y="1"/>
                  </a:moveTo>
                  <a:lnTo>
                    <a:pt x="186" y="80"/>
                  </a:lnTo>
                  <a:lnTo>
                    <a:pt x="80" y="134"/>
                  </a:lnTo>
                  <a:lnTo>
                    <a:pt x="27" y="187"/>
                  </a:lnTo>
                  <a:lnTo>
                    <a:pt x="0" y="293"/>
                  </a:lnTo>
                  <a:lnTo>
                    <a:pt x="0" y="373"/>
                  </a:lnTo>
                  <a:lnTo>
                    <a:pt x="27" y="452"/>
                  </a:lnTo>
                  <a:lnTo>
                    <a:pt x="80" y="506"/>
                  </a:lnTo>
                  <a:lnTo>
                    <a:pt x="160" y="532"/>
                  </a:lnTo>
                  <a:lnTo>
                    <a:pt x="239" y="559"/>
                  </a:lnTo>
                  <a:lnTo>
                    <a:pt x="293" y="559"/>
                  </a:lnTo>
                  <a:lnTo>
                    <a:pt x="611" y="479"/>
                  </a:lnTo>
                  <a:lnTo>
                    <a:pt x="691" y="426"/>
                  </a:lnTo>
                  <a:lnTo>
                    <a:pt x="771" y="373"/>
                  </a:lnTo>
                  <a:lnTo>
                    <a:pt x="797" y="266"/>
                  </a:lnTo>
                  <a:lnTo>
                    <a:pt x="797" y="187"/>
                  </a:lnTo>
                  <a:lnTo>
                    <a:pt x="744" y="107"/>
                  </a:lnTo>
                  <a:lnTo>
                    <a:pt x="691" y="27"/>
                  </a:lnTo>
                  <a:lnTo>
                    <a:pt x="61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3" name="Google Shape;3003;p61"/>
            <p:cNvSpPr/>
            <p:nvPr/>
          </p:nvSpPr>
          <p:spPr>
            <a:xfrm>
              <a:off x="1654272" y="1952380"/>
              <a:ext cx="18642" cy="19343"/>
            </a:xfrm>
            <a:custGeom>
              <a:rect b="b" l="l" r="r" t="t"/>
              <a:pathLst>
                <a:path extrusionOk="0" h="718" w="692">
                  <a:moveTo>
                    <a:pt x="240" y="0"/>
                  </a:moveTo>
                  <a:lnTo>
                    <a:pt x="134" y="27"/>
                  </a:lnTo>
                  <a:lnTo>
                    <a:pt x="54" y="80"/>
                  </a:lnTo>
                  <a:lnTo>
                    <a:pt x="1" y="160"/>
                  </a:lnTo>
                  <a:lnTo>
                    <a:pt x="1" y="239"/>
                  </a:lnTo>
                  <a:lnTo>
                    <a:pt x="1" y="319"/>
                  </a:lnTo>
                  <a:lnTo>
                    <a:pt x="54" y="399"/>
                  </a:lnTo>
                  <a:lnTo>
                    <a:pt x="293" y="638"/>
                  </a:lnTo>
                  <a:lnTo>
                    <a:pt x="373" y="691"/>
                  </a:lnTo>
                  <a:lnTo>
                    <a:pt x="453" y="718"/>
                  </a:lnTo>
                  <a:lnTo>
                    <a:pt x="559" y="691"/>
                  </a:lnTo>
                  <a:lnTo>
                    <a:pt x="639" y="638"/>
                  </a:lnTo>
                  <a:lnTo>
                    <a:pt x="692" y="558"/>
                  </a:lnTo>
                  <a:lnTo>
                    <a:pt x="692" y="479"/>
                  </a:lnTo>
                  <a:lnTo>
                    <a:pt x="692" y="399"/>
                  </a:lnTo>
                  <a:lnTo>
                    <a:pt x="639" y="319"/>
                  </a:lnTo>
                  <a:lnTo>
                    <a:pt x="399" y="80"/>
                  </a:lnTo>
                  <a:lnTo>
                    <a:pt x="320" y="27"/>
                  </a:lnTo>
                  <a:lnTo>
                    <a:pt x="240"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4" name="Google Shape;3004;p61"/>
            <p:cNvSpPr/>
            <p:nvPr/>
          </p:nvSpPr>
          <p:spPr>
            <a:xfrm>
              <a:off x="1677198" y="1936620"/>
              <a:ext cx="14332" cy="21498"/>
            </a:xfrm>
            <a:custGeom>
              <a:rect b="b" l="l" r="r" t="t"/>
              <a:pathLst>
                <a:path extrusionOk="0" h="798" w="532">
                  <a:moveTo>
                    <a:pt x="266" y="1"/>
                  </a:moveTo>
                  <a:lnTo>
                    <a:pt x="160" y="27"/>
                  </a:lnTo>
                  <a:lnTo>
                    <a:pt x="80" y="54"/>
                  </a:lnTo>
                  <a:lnTo>
                    <a:pt x="27" y="134"/>
                  </a:lnTo>
                  <a:lnTo>
                    <a:pt x="0" y="213"/>
                  </a:lnTo>
                  <a:lnTo>
                    <a:pt x="0" y="293"/>
                  </a:lnTo>
                  <a:lnTo>
                    <a:pt x="80" y="638"/>
                  </a:lnTo>
                  <a:lnTo>
                    <a:pt x="106" y="692"/>
                  </a:lnTo>
                  <a:lnTo>
                    <a:pt x="160" y="771"/>
                  </a:lnTo>
                  <a:lnTo>
                    <a:pt x="239" y="798"/>
                  </a:lnTo>
                  <a:lnTo>
                    <a:pt x="372" y="798"/>
                  </a:lnTo>
                  <a:lnTo>
                    <a:pt x="452" y="771"/>
                  </a:lnTo>
                  <a:lnTo>
                    <a:pt x="505" y="692"/>
                  </a:lnTo>
                  <a:lnTo>
                    <a:pt x="532" y="612"/>
                  </a:lnTo>
                  <a:lnTo>
                    <a:pt x="532" y="506"/>
                  </a:lnTo>
                  <a:lnTo>
                    <a:pt x="452" y="187"/>
                  </a:lnTo>
                  <a:lnTo>
                    <a:pt x="399" y="107"/>
                  </a:lnTo>
                  <a:lnTo>
                    <a:pt x="346" y="54"/>
                  </a:lnTo>
                  <a:lnTo>
                    <a:pt x="2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5" name="Google Shape;3005;p61"/>
            <p:cNvSpPr/>
            <p:nvPr/>
          </p:nvSpPr>
          <p:spPr>
            <a:xfrm>
              <a:off x="1638539" y="1975279"/>
              <a:ext cx="21498" cy="15059"/>
            </a:xfrm>
            <a:custGeom>
              <a:rect b="b" l="l" r="r" t="t"/>
              <a:pathLst>
                <a:path extrusionOk="0" h="559" w="798">
                  <a:moveTo>
                    <a:pt x="186" y="1"/>
                  </a:moveTo>
                  <a:lnTo>
                    <a:pt x="106" y="27"/>
                  </a:lnTo>
                  <a:lnTo>
                    <a:pt x="53" y="107"/>
                  </a:lnTo>
                  <a:lnTo>
                    <a:pt x="0" y="187"/>
                  </a:lnTo>
                  <a:lnTo>
                    <a:pt x="0" y="266"/>
                  </a:lnTo>
                  <a:lnTo>
                    <a:pt x="27" y="373"/>
                  </a:lnTo>
                  <a:lnTo>
                    <a:pt x="106" y="426"/>
                  </a:lnTo>
                  <a:lnTo>
                    <a:pt x="186" y="479"/>
                  </a:lnTo>
                  <a:lnTo>
                    <a:pt x="505" y="559"/>
                  </a:lnTo>
                  <a:lnTo>
                    <a:pt x="558" y="559"/>
                  </a:lnTo>
                  <a:lnTo>
                    <a:pt x="638" y="532"/>
                  </a:lnTo>
                  <a:lnTo>
                    <a:pt x="718" y="506"/>
                  </a:lnTo>
                  <a:lnTo>
                    <a:pt x="771" y="452"/>
                  </a:lnTo>
                  <a:lnTo>
                    <a:pt x="797" y="373"/>
                  </a:lnTo>
                  <a:lnTo>
                    <a:pt x="797" y="293"/>
                  </a:lnTo>
                  <a:lnTo>
                    <a:pt x="771" y="187"/>
                  </a:lnTo>
                  <a:lnTo>
                    <a:pt x="691" y="134"/>
                  </a:lnTo>
                  <a:lnTo>
                    <a:pt x="611" y="80"/>
                  </a:lnTo>
                  <a:lnTo>
                    <a:pt x="29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6" name="Google Shape;3006;p61"/>
            <p:cNvSpPr/>
            <p:nvPr/>
          </p:nvSpPr>
          <p:spPr>
            <a:xfrm>
              <a:off x="1752362" y="1980290"/>
              <a:ext cx="93805" cy="73762"/>
            </a:xfrm>
            <a:custGeom>
              <a:rect b="b" l="l" r="r" t="t"/>
              <a:pathLst>
                <a:path extrusionOk="0" h="2738" w="3482">
                  <a:moveTo>
                    <a:pt x="1914" y="1"/>
                  </a:moveTo>
                  <a:lnTo>
                    <a:pt x="1701" y="27"/>
                  </a:lnTo>
                  <a:lnTo>
                    <a:pt x="1515" y="54"/>
                  </a:lnTo>
                  <a:lnTo>
                    <a:pt x="1329" y="80"/>
                  </a:lnTo>
                  <a:lnTo>
                    <a:pt x="1170" y="160"/>
                  </a:lnTo>
                  <a:lnTo>
                    <a:pt x="1010" y="240"/>
                  </a:lnTo>
                  <a:lnTo>
                    <a:pt x="851" y="320"/>
                  </a:lnTo>
                  <a:lnTo>
                    <a:pt x="691" y="452"/>
                  </a:lnTo>
                  <a:lnTo>
                    <a:pt x="558" y="559"/>
                  </a:lnTo>
                  <a:lnTo>
                    <a:pt x="426" y="692"/>
                  </a:lnTo>
                  <a:lnTo>
                    <a:pt x="319" y="851"/>
                  </a:lnTo>
                  <a:lnTo>
                    <a:pt x="240" y="1011"/>
                  </a:lnTo>
                  <a:lnTo>
                    <a:pt x="160" y="1170"/>
                  </a:lnTo>
                  <a:lnTo>
                    <a:pt x="80" y="1329"/>
                  </a:lnTo>
                  <a:lnTo>
                    <a:pt x="54" y="1515"/>
                  </a:lnTo>
                  <a:lnTo>
                    <a:pt x="0" y="1701"/>
                  </a:lnTo>
                  <a:lnTo>
                    <a:pt x="0" y="1914"/>
                  </a:lnTo>
                  <a:lnTo>
                    <a:pt x="0" y="2180"/>
                  </a:lnTo>
                  <a:lnTo>
                    <a:pt x="27" y="2286"/>
                  </a:lnTo>
                  <a:lnTo>
                    <a:pt x="54" y="2392"/>
                  </a:lnTo>
                  <a:lnTo>
                    <a:pt x="107" y="2499"/>
                  </a:lnTo>
                  <a:lnTo>
                    <a:pt x="160" y="2578"/>
                  </a:lnTo>
                  <a:lnTo>
                    <a:pt x="240" y="2632"/>
                  </a:lnTo>
                  <a:lnTo>
                    <a:pt x="346" y="2685"/>
                  </a:lnTo>
                  <a:lnTo>
                    <a:pt x="452" y="2711"/>
                  </a:lnTo>
                  <a:lnTo>
                    <a:pt x="558" y="2738"/>
                  </a:lnTo>
                  <a:lnTo>
                    <a:pt x="1568" y="2738"/>
                  </a:lnTo>
                  <a:lnTo>
                    <a:pt x="1754" y="2711"/>
                  </a:lnTo>
                  <a:lnTo>
                    <a:pt x="1940" y="2685"/>
                  </a:lnTo>
                  <a:lnTo>
                    <a:pt x="2126" y="2658"/>
                  </a:lnTo>
                  <a:lnTo>
                    <a:pt x="2312" y="2578"/>
                  </a:lnTo>
                  <a:lnTo>
                    <a:pt x="2472" y="2499"/>
                  </a:lnTo>
                  <a:lnTo>
                    <a:pt x="2631" y="2419"/>
                  </a:lnTo>
                  <a:lnTo>
                    <a:pt x="2791" y="2286"/>
                  </a:lnTo>
                  <a:lnTo>
                    <a:pt x="2924" y="2180"/>
                  </a:lnTo>
                  <a:lnTo>
                    <a:pt x="3030" y="2047"/>
                  </a:lnTo>
                  <a:lnTo>
                    <a:pt x="3136" y="1887"/>
                  </a:lnTo>
                  <a:lnTo>
                    <a:pt x="3242" y="1728"/>
                  </a:lnTo>
                  <a:lnTo>
                    <a:pt x="3322" y="1569"/>
                  </a:lnTo>
                  <a:lnTo>
                    <a:pt x="3375" y="1409"/>
                  </a:lnTo>
                  <a:lnTo>
                    <a:pt x="3428" y="1223"/>
                  </a:lnTo>
                  <a:lnTo>
                    <a:pt x="3455" y="1037"/>
                  </a:lnTo>
                  <a:lnTo>
                    <a:pt x="3482" y="824"/>
                  </a:lnTo>
                  <a:lnTo>
                    <a:pt x="3482" y="293"/>
                  </a:lnTo>
                  <a:lnTo>
                    <a:pt x="3455" y="187"/>
                  </a:lnTo>
                  <a:lnTo>
                    <a:pt x="3402" y="80"/>
                  </a:lnTo>
                  <a:lnTo>
                    <a:pt x="3296" y="27"/>
                  </a:lnTo>
                  <a:lnTo>
                    <a:pt x="3189" y="1"/>
                  </a:lnTo>
                  <a:close/>
                </a:path>
              </a:pathLst>
            </a:custGeom>
            <a:solidFill>
              <a:srgbClr val="93C4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7" name="Google Shape;3007;p61"/>
            <p:cNvSpPr/>
            <p:nvPr/>
          </p:nvSpPr>
          <p:spPr>
            <a:xfrm>
              <a:off x="1753063" y="2005345"/>
              <a:ext cx="59457" cy="48007"/>
            </a:xfrm>
            <a:custGeom>
              <a:rect b="b" l="l" r="r" t="t"/>
              <a:pathLst>
                <a:path extrusionOk="0" h="1782" w="2207">
                  <a:moveTo>
                    <a:pt x="1861" y="1"/>
                  </a:moveTo>
                  <a:lnTo>
                    <a:pt x="1463" y="160"/>
                  </a:lnTo>
                  <a:lnTo>
                    <a:pt x="1117" y="346"/>
                  </a:lnTo>
                  <a:lnTo>
                    <a:pt x="798" y="532"/>
                  </a:lnTo>
                  <a:lnTo>
                    <a:pt x="559" y="745"/>
                  </a:lnTo>
                  <a:lnTo>
                    <a:pt x="346" y="931"/>
                  </a:lnTo>
                  <a:lnTo>
                    <a:pt x="187" y="1117"/>
                  </a:lnTo>
                  <a:lnTo>
                    <a:pt x="1" y="1383"/>
                  </a:lnTo>
                  <a:lnTo>
                    <a:pt x="54" y="1542"/>
                  </a:lnTo>
                  <a:lnTo>
                    <a:pt x="134" y="1648"/>
                  </a:lnTo>
                  <a:lnTo>
                    <a:pt x="267" y="1728"/>
                  </a:lnTo>
                  <a:lnTo>
                    <a:pt x="400" y="1781"/>
                  </a:lnTo>
                  <a:lnTo>
                    <a:pt x="426" y="1728"/>
                  </a:lnTo>
                  <a:lnTo>
                    <a:pt x="506" y="1595"/>
                  </a:lnTo>
                  <a:lnTo>
                    <a:pt x="639" y="1436"/>
                  </a:lnTo>
                  <a:lnTo>
                    <a:pt x="798" y="1276"/>
                  </a:lnTo>
                  <a:lnTo>
                    <a:pt x="1064" y="1037"/>
                  </a:lnTo>
                  <a:lnTo>
                    <a:pt x="1356" y="825"/>
                  </a:lnTo>
                  <a:lnTo>
                    <a:pt x="1675" y="665"/>
                  </a:lnTo>
                  <a:lnTo>
                    <a:pt x="2021" y="532"/>
                  </a:lnTo>
                  <a:lnTo>
                    <a:pt x="2127" y="479"/>
                  </a:lnTo>
                  <a:lnTo>
                    <a:pt x="2180" y="373"/>
                  </a:lnTo>
                  <a:lnTo>
                    <a:pt x="2207" y="293"/>
                  </a:lnTo>
                  <a:lnTo>
                    <a:pt x="2207" y="187"/>
                  </a:lnTo>
                  <a:lnTo>
                    <a:pt x="2153" y="81"/>
                  </a:lnTo>
                  <a:lnTo>
                    <a:pt x="2074" y="27"/>
                  </a:lnTo>
                  <a:lnTo>
                    <a:pt x="1967" y="1"/>
                  </a:lnTo>
                  <a:close/>
                </a:path>
              </a:pathLst>
            </a:custGeom>
            <a:solidFill>
              <a:schemeClr val="dk2">
                <a:alpha val="129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8" name="Google Shape;3008;p61"/>
            <p:cNvSpPr/>
            <p:nvPr/>
          </p:nvSpPr>
          <p:spPr>
            <a:xfrm>
              <a:off x="1680755" y="1980290"/>
              <a:ext cx="93832" cy="73762"/>
            </a:xfrm>
            <a:custGeom>
              <a:rect b="b" l="l" r="r" t="t"/>
              <a:pathLst>
                <a:path extrusionOk="0" h="2738" w="3483">
                  <a:moveTo>
                    <a:pt x="293" y="1"/>
                  </a:moveTo>
                  <a:lnTo>
                    <a:pt x="187" y="27"/>
                  </a:lnTo>
                  <a:lnTo>
                    <a:pt x="81" y="80"/>
                  </a:lnTo>
                  <a:lnTo>
                    <a:pt x="28" y="187"/>
                  </a:lnTo>
                  <a:lnTo>
                    <a:pt x="1" y="293"/>
                  </a:lnTo>
                  <a:lnTo>
                    <a:pt x="1" y="824"/>
                  </a:lnTo>
                  <a:lnTo>
                    <a:pt x="28" y="1037"/>
                  </a:lnTo>
                  <a:lnTo>
                    <a:pt x="54" y="1223"/>
                  </a:lnTo>
                  <a:lnTo>
                    <a:pt x="107" y="1409"/>
                  </a:lnTo>
                  <a:lnTo>
                    <a:pt x="160" y="1569"/>
                  </a:lnTo>
                  <a:lnTo>
                    <a:pt x="240" y="1728"/>
                  </a:lnTo>
                  <a:lnTo>
                    <a:pt x="346" y="1887"/>
                  </a:lnTo>
                  <a:lnTo>
                    <a:pt x="453" y="2047"/>
                  </a:lnTo>
                  <a:lnTo>
                    <a:pt x="559" y="2180"/>
                  </a:lnTo>
                  <a:lnTo>
                    <a:pt x="692" y="2286"/>
                  </a:lnTo>
                  <a:lnTo>
                    <a:pt x="851" y="2419"/>
                  </a:lnTo>
                  <a:lnTo>
                    <a:pt x="1011" y="2499"/>
                  </a:lnTo>
                  <a:lnTo>
                    <a:pt x="1170" y="2578"/>
                  </a:lnTo>
                  <a:lnTo>
                    <a:pt x="1356" y="2658"/>
                  </a:lnTo>
                  <a:lnTo>
                    <a:pt x="1516" y="2685"/>
                  </a:lnTo>
                  <a:lnTo>
                    <a:pt x="1728" y="2711"/>
                  </a:lnTo>
                  <a:lnTo>
                    <a:pt x="1914" y="2738"/>
                  </a:lnTo>
                  <a:lnTo>
                    <a:pt x="2924" y="2738"/>
                  </a:lnTo>
                  <a:lnTo>
                    <a:pt x="3030" y="2711"/>
                  </a:lnTo>
                  <a:lnTo>
                    <a:pt x="3137" y="2685"/>
                  </a:lnTo>
                  <a:lnTo>
                    <a:pt x="3243" y="2632"/>
                  </a:lnTo>
                  <a:lnTo>
                    <a:pt x="3323" y="2578"/>
                  </a:lnTo>
                  <a:lnTo>
                    <a:pt x="3376" y="2499"/>
                  </a:lnTo>
                  <a:lnTo>
                    <a:pt x="3429" y="2392"/>
                  </a:lnTo>
                  <a:lnTo>
                    <a:pt x="3456" y="2286"/>
                  </a:lnTo>
                  <a:lnTo>
                    <a:pt x="3482" y="2180"/>
                  </a:lnTo>
                  <a:lnTo>
                    <a:pt x="3482" y="1914"/>
                  </a:lnTo>
                  <a:lnTo>
                    <a:pt x="3456" y="1701"/>
                  </a:lnTo>
                  <a:lnTo>
                    <a:pt x="3429" y="1515"/>
                  </a:lnTo>
                  <a:lnTo>
                    <a:pt x="3402" y="1329"/>
                  </a:lnTo>
                  <a:lnTo>
                    <a:pt x="3323" y="1170"/>
                  </a:lnTo>
                  <a:lnTo>
                    <a:pt x="3243" y="1011"/>
                  </a:lnTo>
                  <a:lnTo>
                    <a:pt x="3163" y="851"/>
                  </a:lnTo>
                  <a:lnTo>
                    <a:pt x="3057" y="692"/>
                  </a:lnTo>
                  <a:lnTo>
                    <a:pt x="2924" y="559"/>
                  </a:lnTo>
                  <a:lnTo>
                    <a:pt x="2791" y="452"/>
                  </a:lnTo>
                  <a:lnTo>
                    <a:pt x="2632" y="320"/>
                  </a:lnTo>
                  <a:lnTo>
                    <a:pt x="2472" y="240"/>
                  </a:lnTo>
                  <a:lnTo>
                    <a:pt x="2313" y="160"/>
                  </a:lnTo>
                  <a:lnTo>
                    <a:pt x="2153" y="80"/>
                  </a:lnTo>
                  <a:lnTo>
                    <a:pt x="1967" y="54"/>
                  </a:lnTo>
                  <a:lnTo>
                    <a:pt x="1781" y="27"/>
                  </a:lnTo>
                  <a:lnTo>
                    <a:pt x="1569" y="1"/>
                  </a:lnTo>
                  <a:close/>
                </a:path>
              </a:pathLst>
            </a:custGeom>
            <a:solidFill>
              <a:srgbClr val="93C4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9" name="Google Shape;3009;p61"/>
            <p:cNvSpPr/>
            <p:nvPr/>
          </p:nvSpPr>
          <p:spPr>
            <a:xfrm>
              <a:off x="1714403" y="2005345"/>
              <a:ext cx="59457" cy="48007"/>
            </a:xfrm>
            <a:custGeom>
              <a:rect b="b" l="l" r="r" t="t"/>
              <a:pathLst>
                <a:path extrusionOk="0" h="1782" w="2207">
                  <a:moveTo>
                    <a:pt x="240" y="1"/>
                  </a:moveTo>
                  <a:lnTo>
                    <a:pt x="134" y="27"/>
                  </a:lnTo>
                  <a:lnTo>
                    <a:pt x="54" y="81"/>
                  </a:lnTo>
                  <a:lnTo>
                    <a:pt x="1" y="187"/>
                  </a:lnTo>
                  <a:lnTo>
                    <a:pt x="1" y="293"/>
                  </a:lnTo>
                  <a:lnTo>
                    <a:pt x="28" y="373"/>
                  </a:lnTo>
                  <a:lnTo>
                    <a:pt x="81" y="479"/>
                  </a:lnTo>
                  <a:lnTo>
                    <a:pt x="187" y="532"/>
                  </a:lnTo>
                  <a:lnTo>
                    <a:pt x="532" y="665"/>
                  </a:lnTo>
                  <a:lnTo>
                    <a:pt x="851" y="825"/>
                  </a:lnTo>
                  <a:lnTo>
                    <a:pt x="1144" y="1037"/>
                  </a:lnTo>
                  <a:lnTo>
                    <a:pt x="1409" y="1276"/>
                  </a:lnTo>
                  <a:lnTo>
                    <a:pt x="1569" y="1436"/>
                  </a:lnTo>
                  <a:lnTo>
                    <a:pt x="1675" y="1595"/>
                  </a:lnTo>
                  <a:lnTo>
                    <a:pt x="1781" y="1728"/>
                  </a:lnTo>
                  <a:lnTo>
                    <a:pt x="1808" y="1781"/>
                  </a:lnTo>
                  <a:lnTo>
                    <a:pt x="1941" y="1728"/>
                  </a:lnTo>
                  <a:lnTo>
                    <a:pt x="2074" y="1648"/>
                  </a:lnTo>
                  <a:lnTo>
                    <a:pt x="2153" y="1542"/>
                  </a:lnTo>
                  <a:lnTo>
                    <a:pt x="2207" y="1383"/>
                  </a:lnTo>
                  <a:lnTo>
                    <a:pt x="2021" y="1117"/>
                  </a:lnTo>
                  <a:lnTo>
                    <a:pt x="1861" y="931"/>
                  </a:lnTo>
                  <a:lnTo>
                    <a:pt x="1649" y="745"/>
                  </a:lnTo>
                  <a:lnTo>
                    <a:pt x="1409" y="532"/>
                  </a:lnTo>
                  <a:lnTo>
                    <a:pt x="1090" y="346"/>
                  </a:lnTo>
                  <a:lnTo>
                    <a:pt x="745" y="160"/>
                  </a:lnTo>
                  <a:lnTo>
                    <a:pt x="346" y="1"/>
                  </a:lnTo>
                  <a:close/>
                </a:path>
              </a:pathLst>
            </a:custGeom>
            <a:solidFill>
              <a:schemeClr val="dk2">
                <a:alpha val="129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3" name="Shape 3013"/>
        <p:cNvGrpSpPr/>
        <p:nvPr/>
      </p:nvGrpSpPr>
      <p:grpSpPr>
        <a:xfrm>
          <a:off x="0" y="0"/>
          <a:ext cx="0" cy="0"/>
          <a:chOff x="0" y="0"/>
          <a:chExt cx="0" cy="0"/>
        </a:xfrm>
      </p:grpSpPr>
      <p:sp>
        <p:nvSpPr>
          <p:cNvPr id="3014" name="Google Shape;3014;p62"/>
          <p:cNvSpPr txBox="1"/>
          <p:nvPr>
            <p:ph type="title"/>
          </p:nvPr>
        </p:nvSpPr>
        <p:spPr>
          <a:xfrm>
            <a:off x="713225" y="158500"/>
            <a:ext cx="7717500" cy="478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Key Features of the Application</a:t>
            </a:r>
            <a:endParaRPr/>
          </a:p>
        </p:txBody>
      </p:sp>
      <p:sp>
        <p:nvSpPr>
          <p:cNvPr id="3015" name="Google Shape;3015;p62"/>
          <p:cNvSpPr txBox="1"/>
          <p:nvPr>
            <p:ph idx="1" type="subTitle"/>
          </p:nvPr>
        </p:nvSpPr>
        <p:spPr>
          <a:xfrm>
            <a:off x="363899" y="939100"/>
            <a:ext cx="3794100" cy="365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i="1" lang="en">
                <a:latin typeface="Lilita One"/>
                <a:ea typeface="Lilita One"/>
                <a:cs typeface="Lilita One"/>
                <a:sym typeface="Lilita One"/>
              </a:rPr>
              <a:t>Real-Time Alerts and Reminders</a:t>
            </a:r>
            <a:endParaRPr i="1">
              <a:latin typeface="Lilita One"/>
              <a:ea typeface="Lilita One"/>
              <a:cs typeface="Lilita One"/>
              <a:sym typeface="Lilita One"/>
            </a:endParaRPr>
          </a:p>
        </p:txBody>
      </p:sp>
      <p:sp>
        <p:nvSpPr>
          <p:cNvPr id="3016" name="Google Shape;3016;p62"/>
          <p:cNvSpPr txBox="1"/>
          <p:nvPr>
            <p:ph idx="2" type="subTitle"/>
          </p:nvPr>
        </p:nvSpPr>
        <p:spPr>
          <a:xfrm>
            <a:off x="894750" y="432725"/>
            <a:ext cx="2732400" cy="2396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Alerts users to abnormal vitals indicative of AFib episodes or atypical symptoms.</a:t>
            </a:r>
            <a:endParaRPr/>
          </a:p>
        </p:txBody>
      </p:sp>
      <p:sp>
        <p:nvSpPr>
          <p:cNvPr id="3017" name="Google Shape;3017;p62"/>
          <p:cNvSpPr txBox="1"/>
          <p:nvPr>
            <p:ph idx="3" type="subTitle"/>
          </p:nvPr>
        </p:nvSpPr>
        <p:spPr>
          <a:xfrm>
            <a:off x="652199" y="2261038"/>
            <a:ext cx="3217500" cy="365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i="1" lang="en">
                <a:latin typeface="Lilita One"/>
                <a:ea typeface="Lilita One"/>
                <a:cs typeface="Lilita One"/>
                <a:sym typeface="Lilita One"/>
              </a:rPr>
              <a:t>Detailed Data Analysis</a:t>
            </a:r>
            <a:endParaRPr i="1">
              <a:latin typeface="Lilita One"/>
              <a:ea typeface="Lilita One"/>
              <a:cs typeface="Lilita One"/>
              <a:sym typeface="Lilita One"/>
            </a:endParaRPr>
          </a:p>
        </p:txBody>
      </p:sp>
      <p:sp>
        <p:nvSpPr>
          <p:cNvPr id="3018" name="Google Shape;3018;p62"/>
          <p:cNvSpPr txBox="1"/>
          <p:nvPr>
            <p:ph idx="4" type="subTitle"/>
          </p:nvPr>
        </p:nvSpPr>
        <p:spPr>
          <a:xfrm>
            <a:off x="1076249" y="2070031"/>
            <a:ext cx="2369400" cy="1895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Organizes and presents detailed health data for review by users and healthcare providers.</a:t>
            </a:r>
            <a:endParaRPr/>
          </a:p>
        </p:txBody>
      </p:sp>
      <p:sp>
        <p:nvSpPr>
          <p:cNvPr id="3019" name="Google Shape;3019;p62"/>
          <p:cNvSpPr txBox="1"/>
          <p:nvPr>
            <p:ph idx="5" type="subTitle"/>
          </p:nvPr>
        </p:nvSpPr>
        <p:spPr>
          <a:xfrm>
            <a:off x="821699" y="3659175"/>
            <a:ext cx="2878500" cy="365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i="1" lang="en">
                <a:latin typeface="Lilita One"/>
                <a:ea typeface="Lilita One"/>
                <a:cs typeface="Lilita One"/>
                <a:sym typeface="Lilita One"/>
              </a:rPr>
              <a:t>Vital Sign Monitoring</a:t>
            </a:r>
            <a:endParaRPr i="1">
              <a:latin typeface="Lilita One"/>
              <a:ea typeface="Lilita One"/>
              <a:cs typeface="Lilita One"/>
              <a:sym typeface="Lilita One"/>
            </a:endParaRPr>
          </a:p>
        </p:txBody>
      </p:sp>
      <p:sp>
        <p:nvSpPr>
          <p:cNvPr id="3020" name="Google Shape;3020;p62"/>
          <p:cNvSpPr txBox="1"/>
          <p:nvPr>
            <p:ph idx="6" type="subTitle"/>
          </p:nvPr>
        </p:nvSpPr>
        <p:spPr>
          <a:xfrm>
            <a:off x="1076249" y="3321006"/>
            <a:ext cx="2369400" cy="2242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Tracks heart rate, heart </a:t>
            </a:r>
            <a:r>
              <a:rPr lang="en"/>
              <a:t>pulse</a:t>
            </a:r>
            <a:r>
              <a:rPr lang="en"/>
              <a:t>, and blood oxygen levels via PPG sensors for immediate tracking, and trend data.</a:t>
            </a:r>
            <a:endParaRPr/>
          </a:p>
        </p:txBody>
      </p:sp>
      <p:pic>
        <p:nvPicPr>
          <p:cNvPr id="3021" name="Google Shape;3021;p62"/>
          <p:cNvPicPr preferRelativeResize="0"/>
          <p:nvPr/>
        </p:nvPicPr>
        <p:blipFill rotWithShape="1">
          <a:blip r:embed="rId3">
            <a:alphaModFix/>
          </a:blip>
          <a:srcRect b="15327" l="0" r="0" t="17679"/>
          <a:stretch/>
        </p:blipFill>
        <p:spPr>
          <a:xfrm>
            <a:off x="4080302" y="1536625"/>
            <a:ext cx="2576371" cy="2396100"/>
          </a:xfrm>
          <a:prstGeom prst="rect">
            <a:avLst/>
          </a:prstGeom>
          <a:noFill/>
          <a:ln>
            <a:noFill/>
          </a:ln>
        </p:spPr>
      </p:pic>
      <p:pic>
        <p:nvPicPr>
          <p:cNvPr id="3022" name="Google Shape;3022;p62"/>
          <p:cNvPicPr preferRelativeResize="0"/>
          <p:nvPr/>
        </p:nvPicPr>
        <p:blipFill>
          <a:blip r:embed="rId4">
            <a:alphaModFix/>
          </a:blip>
          <a:stretch>
            <a:fillRect/>
          </a:stretch>
        </p:blipFill>
        <p:spPr>
          <a:xfrm>
            <a:off x="6943475" y="853874"/>
            <a:ext cx="1720127" cy="3761600"/>
          </a:xfrm>
          <a:prstGeom prst="rect">
            <a:avLst/>
          </a:prstGeom>
          <a:noFill/>
          <a:ln>
            <a:noFill/>
          </a:ln>
        </p:spPr>
      </p:pic>
      <p:sp>
        <p:nvSpPr>
          <p:cNvPr id="3023" name="Google Shape;3023;p62"/>
          <p:cNvSpPr txBox="1"/>
          <p:nvPr>
            <p:ph idx="6" type="subTitle"/>
          </p:nvPr>
        </p:nvSpPr>
        <p:spPr>
          <a:xfrm>
            <a:off x="3929400" y="4230000"/>
            <a:ext cx="4918500" cy="1333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200"/>
              <a:t>HeartWatch UI on a Google Pixel Watch (left) and iPhone (right)</a:t>
            </a:r>
            <a:endParaRPr sz="12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7" name="Shape 3027"/>
        <p:cNvGrpSpPr/>
        <p:nvPr/>
      </p:nvGrpSpPr>
      <p:grpSpPr>
        <a:xfrm>
          <a:off x="0" y="0"/>
          <a:ext cx="0" cy="0"/>
          <a:chOff x="0" y="0"/>
          <a:chExt cx="0" cy="0"/>
        </a:xfrm>
      </p:grpSpPr>
      <p:sp>
        <p:nvSpPr>
          <p:cNvPr id="3028" name="Google Shape;3028;p63"/>
          <p:cNvSpPr txBox="1"/>
          <p:nvPr/>
        </p:nvSpPr>
        <p:spPr>
          <a:xfrm>
            <a:off x="311700" y="172875"/>
            <a:ext cx="8520600" cy="737700"/>
          </a:xfrm>
          <a:prstGeom prst="rect">
            <a:avLst/>
          </a:prstGeom>
          <a:noFill/>
          <a:ln>
            <a:noFill/>
          </a:ln>
        </p:spPr>
        <p:txBody>
          <a:bodyPr anchorCtr="0" anchor="t" bIns="91425" lIns="91425" spcFirstLastPara="1" rIns="91425" wrap="square" tIns="91425">
            <a:normAutofit/>
          </a:bodyPr>
          <a:lstStyle/>
          <a:p>
            <a:pPr indent="0" lvl="0" marL="0" rtl="0" algn="ctr">
              <a:spcBef>
                <a:spcPts val="0"/>
              </a:spcBef>
              <a:spcAft>
                <a:spcPts val="0"/>
              </a:spcAft>
              <a:buNone/>
            </a:pPr>
            <a:r>
              <a:rPr lang="en" sz="2800">
                <a:solidFill>
                  <a:schemeClr val="lt2"/>
                </a:solidFill>
                <a:latin typeface="Lilita One"/>
                <a:ea typeface="Lilita One"/>
                <a:cs typeface="Lilita One"/>
                <a:sym typeface="Lilita One"/>
              </a:rPr>
              <a:t>How HeartWatch Works</a:t>
            </a:r>
            <a:endParaRPr sz="2800">
              <a:solidFill>
                <a:schemeClr val="lt2"/>
              </a:solidFill>
              <a:latin typeface="Lilita One"/>
              <a:ea typeface="Lilita One"/>
              <a:cs typeface="Lilita One"/>
              <a:sym typeface="Lilita One"/>
            </a:endParaRPr>
          </a:p>
        </p:txBody>
      </p:sp>
      <p:sp>
        <p:nvSpPr>
          <p:cNvPr id="3029" name="Google Shape;3029;p63"/>
          <p:cNvSpPr txBox="1"/>
          <p:nvPr/>
        </p:nvSpPr>
        <p:spPr>
          <a:xfrm>
            <a:off x="414800" y="814225"/>
            <a:ext cx="4040400" cy="38100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en" sz="1600">
                <a:solidFill>
                  <a:schemeClr val="lt2"/>
                </a:solidFill>
                <a:latin typeface="Nunito"/>
                <a:ea typeface="Nunito"/>
                <a:cs typeface="Nunito"/>
                <a:sym typeface="Nunito"/>
              </a:rPr>
              <a:t>HeartWatch leverages photoplethysmogram (PPG) sensors common in virtually all wearables.</a:t>
            </a:r>
            <a:endParaRPr b="1" sz="1600">
              <a:solidFill>
                <a:schemeClr val="lt2"/>
              </a:solidFill>
              <a:latin typeface="Nunito"/>
              <a:ea typeface="Nunito"/>
              <a:cs typeface="Nunito"/>
              <a:sym typeface="Nunito"/>
            </a:endParaRPr>
          </a:p>
          <a:p>
            <a:pPr indent="0" lvl="0" marL="0" marR="0" rtl="0" algn="ctr">
              <a:lnSpc>
                <a:spcPct val="100000"/>
              </a:lnSpc>
              <a:spcBef>
                <a:spcPts val="0"/>
              </a:spcBef>
              <a:spcAft>
                <a:spcPts val="0"/>
              </a:spcAft>
              <a:buNone/>
            </a:pPr>
            <a:r>
              <a:t/>
            </a:r>
            <a:endParaRPr b="1" sz="1600">
              <a:solidFill>
                <a:schemeClr val="lt2"/>
              </a:solidFill>
              <a:latin typeface="Nunito"/>
              <a:ea typeface="Nunito"/>
              <a:cs typeface="Nunito"/>
              <a:sym typeface="Nunito"/>
            </a:endParaRPr>
          </a:p>
          <a:p>
            <a:pPr indent="0" lvl="0" marL="0" marR="0" rtl="0" algn="ctr">
              <a:lnSpc>
                <a:spcPct val="100000"/>
              </a:lnSpc>
              <a:spcBef>
                <a:spcPts val="0"/>
              </a:spcBef>
              <a:spcAft>
                <a:spcPts val="0"/>
              </a:spcAft>
              <a:buNone/>
            </a:pPr>
            <a:r>
              <a:rPr b="1" lang="en" sz="1600">
                <a:solidFill>
                  <a:schemeClr val="lt2"/>
                </a:solidFill>
                <a:latin typeface="Nunito"/>
                <a:ea typeface="Nunito"/>
                <a:cs typeface="Nunito"/>
                <a:sym typeface="Nunito"/>
              </a:rPr>
              <a:t>PPG sensors measure blood volume below the skin to create electrical signals that can be analyzed.</a:t>
            </a:r>
            <a:endParaRPr b="1" sz="1600">
              <a:solidFill>
                <a:schemeClr val="lt2"/>
              </a:solidFill>
              <a:latin typeface="Nunito"/>
              <a:ea typeface="Nunito"/>
              <a:cs typeface="Nunito"/>
              <a:sym typeface="Nunito"/>
            </a:endParaRPr>
          </a:p>
        </p:txBody>
      </p:sp>
      <p:pic>
        <p:nvPicPr>
          <p:cNvPr id="3030" name="Google Shape;3030;p63"/>
          <p:cNvPicPr preferRelativeResize="0"/>
          <p:nvPr/>
        </p:nvPicPr>
        <p:blipFill>
          <a:blip r:embed="rId3">
            <a:alphaModFix/>
          </a:blip>
          <a:stretch>
            <a:fillRect/>
          </a:stretch>
        </p:blipFill>
        <p:spPr>
          <a:xfrm>
            <a:off x="4666175" y="1496575"/>
            <a:ext cx="3981787" cy="2603476"/>
          </a:xfrm>
          <a:prstGeom prst="rect">
            <a:avLst/>
          </a:prstGeom>
          <a:noFill/>
          <a:ln>
            <a:noFill/>
          </a:ln>
        </p:spPr>
      </p:pic>
      <p:sp>
        <p:nvSpPr>
          <p:cNvPr id="3031" name="Google Shape;3031;p63"/>
          <p:cNvSpPr txBox="1"/>
          <p:nvPr/>
        </p:nvSpPr>
        <p:spPr>
          <a:xfrm>
            <a:off x="4666113" y="4100050"/>
            <a:ext cx="3981900" cy="43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500">
                <a:solidFill>
                  <a:schemeClr val="lt2"/>
                </a:solidFill>
                <a:latin typeface="Nunito"/>
                <a:ea typeface="Nunito"/>
                <a:cs typeface="Nunito"/>
                <a:sym typeface="Nunito"/>
              </a:rPr>
              <a:t>PPG detail drawing - Apple Watch</a:t>
            </a:r>
            <a:endParaRPr sz="1500">
              <a:solidFill>
                <a:schemeClr val="lt2"/>
              </a:solidFill>
              <a:latin typeface="Nunito"/>
              <a:ea typeface="Nunito"/>
              <a:cs typeface="Nunito"/>
              <a:sym typeface="Nuni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035" name="Shape 3035"/>
        <p:cNvGrpSpPr/>
        <p:nvPr/>
      </p:nvGrpSpPr>
      <p:grpSpPr>
        <a:xfrm>
          <a:off x="0" y="0"/>
          <a:ext cx="0" cy="0"/>
          <a:chOff x="0" y="0"/>
          <a:chExt cx="0" cy="0"/>
        </a:xfrm>
      </p:grpSpPr>
      <p:pic>
        <p:nvPicPr>
          <p:cNvPr id="3036" name="Google Shape;3036;p64"/>
          <p:cNvPicPr preferRelativeResize="0"/>
          <p:nvPr/>
        </p:nvPicPr>
        <p:blipFill>
          <a:blip r:embed="rId3">
            <a:alphaModFix/>
          </a:blip>
          <a:stretch>
            <a:fillRect/>
          </a:stretch>
        </p:blipFill>
        <p:spPr>
          <a:xfrm>
            <a:off x="1182500" y="76200"/>
            <a:ext cx="6654789" cy="4991100"/>
          </a:xfrm>
          <a:prstGeom prst="rect">
            <a:avLst/>
          </a:prstGeom>
          <a:noFill/>
          <a:ln>
            <a:noFill/>
          </a:ln>
        </p:spPr>
      </p:pic>
      <p:sp>
        <p:nvSpPr>
          <p:cNvPr id="3037" name="Google Shape;3037;p64"/>
          <p:cNvSpPr txBox="1"/>
          <p:nvPr>
            <p:ph type="title"/>
          </p:nvPr>
        </p:nvSpPr>
        <p:spPr>
          <a:xfrm>
            <a:off x="144150" y="221775"/>
            <a:ext cx="8855700" cy="478200"/>
          </a:xfrm>
          <a:prstGeom prst="rect">
            <a:avLst/>
          </a:prstGeom>
          <a:solidFill>
            <a:schemeClr val="lt1"/>
          </a:solidFill>
        </p:spPr>
        <p:txBody>
          <a:bodyPr anchorCtr="0" anchor="ctr" bIns="91425" lIns="91425" spcFirstLastPara="1" rIns="91425" wrap="square" tIns="91425">
            <a:noAutofit/>
          </a:bodyPr>
          <a:lstStyle/>
          <a:p>
            <a:pPr indent="0" lvl="0" marL="0" rtl="0" algn="ctr">
              <a:spcBef>
                <a:spcPts val="0"/>
              </a:spcBef>
              <a:spcAft>
                <a:spcPts val="0"/>
              </a:spcAft>
              <a:buNone/>
            </a:pPr>
            <a:r>
              <a:rPr lang="en"/>
              <a:t>Synthesizing PPG  Data via Machine Learning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1" name="Shape 3041"/>
        <p:cNvGrpSpPr/>
        <p:nvPr/>
      </p:nvGrpSpPr>
      <p:grpSpPr>
        <a:xfrm>
          <a:off x="0" y="0"/>
          <a:ext cx="0" cy="0"/>
          <a:chOff x="0" y="0"/>
          <a:chExt cx="0" cy="0"/>
        </a:xfrm>
      </p:grpSpPr>
      <p:sp>
        <p:nvSpPr>
          <p:cNvPr id="3042" name="Google Shape;3042;p65"/>
          <p:cNvSpPr txBox="1"/>
          <p:nvPr/>
        </p:nvSpPr>
        <p:spPr>
          <a:xfrm>
            <a:off x="1352575" y="4452900"/>
            <a:ext cx="6684300" cy="794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lt2"/>
                </a:solidFill>
                <a:latin typeface="Lilita One"/>
                <a:ea typeface="Lilita One"/>
                <a:cs typeface="Lilita One"/>
                <a:sym typeface="Lilita One"/>
              </a:rPr>
              <a:t>When applied to PPG sensor data, these stacked models achieve an accuracy score of .9768 and an AUC score of .99</a:t>
            </a:r>
            <a:endParaRPr sz="1800">
              <a:solidFill>
                <a:schemeClr val="lt2"/>
              </a:solidFill>
              <a:latin typeface="Lilita One"/>
              <a:ea typeface="Lilita One"/>
              <a:cs typeface="Lilita One"/>
              <a:sym typeface="Lilita One"/>
            </a:endParaRPr>
          </a:p>
        </p:txBody>
      </p:sp>
      <p:sp>
        <p:nvSpPr>
          <p:cNvPr id="3043" name="Google Shape;3043;p65"/>
          <p:cNvSpPr txBox="1"/>
          <p:nvPr/>
        </p:nvSpPr>
        <p:spPr>
          <a:xfrm>
            <a:off x="1073700" y="116275"/>
            <a:ext cx="6996600" cy="353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2800">
                <a:solidFill>
                  <a:schemeClr val="lt2"/>
                </a:solidFill>
                <a:latin typeface="Lilita One"/>
                <a:ea typeface="Lilita One"/>
                <a:cs typeface="Lilita One"/>
                <a:sym typeface="Lilita One"/>
              </a:rPr>
              <a:t>Model Accuracy</a:t>
            </a:r>
            <a:endParaRPr sz="2700">
              <a:solidFill>
                <a:schemeClr val="lt2"/>
              </a:solidFill>
              <a:latin typeface="Oswald Medium"/>
              <a:ea typeface="Oswald Medium"/>
              <a:cs typeface="Oswald Medium"/>
              <a:sym typeface="Oswald Medium"/>
            </a:endParaRPr>
          </a:p>
        </p:txBody>
      </p:sp>
      <p:sp>
        <p:nvSpPr>
          <p:cNvPr id="3044" name="Google Shape;3044;p65"/>
          <p:cNvSpPr/>
          <p:nvPr/>
        </p:nvSpPr>
        <p:spPr>
          <a:xfrm>
            <a:off x="3134163" y="2275363"/>
            <a:ext cx="264600" cy="189000"/>
          </a:xfrm>
          <a:prstGeom prst="leftRightArrow">
            <a:avLst>
              <a:gd fmla="val 50000" name="adj1"/>
              <a:gd fmla="val 50000" name="adj2"/>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lita One"/>
              <a:ea typeface="Lilita One"/>
              <a:cs typeface="Lilita One"/>
              <a:sym typeface="Lilita One"/>
            </a:endParaRPr>
          </a:p>
        </p:txBody>
      </p:sp>
      <p:sp>
        <p:nvSpPr>
          <p:cNvPr id="3045" name="Google Shape;3045;p65"/>
          <p:cNvSpPr/>
          <p:nvPr/>
        </p:nvSpPr>
        <p:spPr>
          <a:xfrm>
            <a:off x="5463713" y="2259488"/>
            <a:ext cx="264600" cy="189000"/>
          </a:xfrm>
          <a:prstGeom prst="leftRightArrow">
            <a:avLst>
              <a:gd fmla="val 50000" name="adj1"/>
              <a:gd fmla="val 50000" name="adj2"/>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lita One"/>
              <a:ea typeface="Lilita One"/>
              <a:cs typeface="Lilita One"/>
              <a:sym typeface="Lilita One"/>
            </a:endParaRPr>
          </a:p>
        </p:txBody>
      </p:sp>
      <p:sp>
        <p:nvSpPr>
          <p:cNvPr id="3046" name="Google Shape;3046;p65"/>
          <p:cNvSpPr/>
          <p:nvPr/>
        </p:nvSpPr>
        <p:spPr>
          <a:xfrm>
            <a:off x="2800522" y="1019965"/>
            <a:ext cx="3501300" cy="3501300"/>
          </a:xfrm>
          <a:prstGeom prst="ellipse">
            <a:avLst/>
          </a:prstGeom>
          <a:solidFill>
            <a:srgbClr val="EDA29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047" name="Google Shape;3047;p65"/>
          <p:cNvGrpSpPr/>
          <p:nvPr/>
        </p:nvGrpSpPr>
        <p:grpSpPr>
          <a:xfrm>
            <a:off x="3468213" y="622240"/>
            <a:ext cx="2166000" cy="2166000"/>
            <a:chOff x="3611776" y="414352"/>
            <a:chExt cx="2166000" cy="2166000"/>
          </a:xfrm>
        </p:grpSpPr>
        <p:sp>
          <p:nvSpPr>
            <p:cNvPr id="3048" name="Google Shape;3048;p65"/>
            <p:cNvSpPr/>
            <p:nvPr/>
          </p:nvSpPr>
          <p:spPr>
            <a:xfrm>
              <a:off x="3611776" y="414352"/>
              <a:ext cx="2166000" cy="2166000"/>
            </a:xfrm>
            <a:prstGeom prst="ellipse">
              <a:avLst/>
            </a:prstGeom>
            <a:solidFill>
              <a:srgbClr val="D837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9" name="Google Shape;3049;p65"/>
            <p:cNvSpPr txBox="1"/>
            <p:nvPr/>
          </p:nvSpPr>
          <p:spPr>
            <a:xfrm>
              <a:off x="3967538" y="1027510"/>
              <a:ext cx="1496100" cy="54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i="1" lang="en" sz="1800">
                  <a:solidFill>
                    <a:schemeClr val="lt2"/>
                  </a:solidFill>
                  <a:latin typeface="Lilita One"/>
                  <a:ea typeface="Lilita One"/>
                  <a:cs typeface="Lilita One"/>
                  <a:sym typeface="Lilita One"/>
                </a:rPr>
                <a:t>SVM </a:t>
              </a:r>
              <a:endParaRPr i="1" sz="1800">
                <a:solidFill>
                  <a:schemeClr val="lt2"/>
                </a:solidFill>
                <a:latin typeface="Lilita One"/>
                <a:ea typeface="Lilita One"/>
                <a:cs typeface="Lilita One"/>
                <a:sym typeface="Lilita One"/>
              </a:endParaRPr>
            </a:p>
            <a:p>
              <a:pPr indent="0" lvl="0" marL="0" rtl="0" algn="ctr">
                <a:spcBef>
                  <a:spcPts val="0"/>
                </a:spcBef>
                <a:spcAft>
                  <a:spcPts val="0"/>
                </a:spcAft>
                <a:buNone/>
              </a:pPr>
              <a:r>
                <a:rPr lang="en" sz="1800">
                  <a:solidFill>
                    <a:schemeClr val="lt2"/>
                  </a:solidFill>
                  <a:latin typeface="Lilita One"/>
                  <a:ea typeface="Lilita One"/>
                  <a:cs typeface="Lilita One"/>
                  <a:sym typeface="Lilita One"/>
                </a:rPr>
                <a:t>.9528 Accuracy</a:t>
              </a:r>
              <a:endParaRPr sz="1000">
                <a:solidFill>
                  <a:srgbClr val="FFFFFF"/>
                </a:solidFill>
                <a:latin typeface="Roboto"/>
                <a:ea typeface="Roboto"/>
                <a:cs typeface="Roboto"/>
                <a:sym typeface="Roboto"/>
              </a:endParaRPr>
            </a:p>
          </p:txBody>
        </p:sp>
      </p:grpSp>
      <p:grpSp>
        <p:nvGrpSpPr>
          <p:cNvPr id="3050" name="Google Shape;3050;p65"/>
          <p:cNvGrpSpPr/>
          <p:nvPr/>
        </p:nvGrpSpPr>
        <p:grpSpPr>
          <a:xfrm>
            <a:off x="4418696" y="2240752"/>
            <a:ext cx="2166000" cy="2166000"/>
            <a:chOff x="4562258" y="2032864"/>
            <a:chExt cx="2166000" cy="2166000"/>
          </a:xfrm>
        </p:grpSpPr>
        <p:sp>
          <p:nvSpPr>
            <p:cNvPr id="3051" name="Google Shape;3051;p65"/>
            <p:cNvSpPr/>
            <p:nvPr/>
          </p:nvSpPr>
          <p:spPr>
            <a:xfrm>
              <a:off x="4562258" y="2032864"/>
              <a:ext cx="2166000" cy="2166000"/>
            </a:xfrm>
            <a:prstGeom prst="ellipse">
              <a:avLst/>
            </a:prstGeom>
            <a:solidFill>
              <a:srgbClr val="B02B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2" name="Google Shape;3052;p65"/>
            <p:cNvSpPr txBox="1"/>
            <p:nvPr/>
          </p:nvSpPr>
          <p:spPr>
            <a:xfrm>
              <a:off x="5079846" y="2834728"/>
              <a:ext cx="1496100" cy="702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i="1" lang="en" sz="1800">
                  <a:solidFill>
                    <a:schemeClr val="lt2"/>
                  </a:solidFill>
                  <a:latin typeface="Lilita One"/>
                  <a:ea typeface="Lilita One"/>
                  <a:cs typeface="Lilita One"/>
                  <a:sym typeface="Lilita One"/>
                </a:rPr>
                <a:t>RF</a:t>
              </a:r>
              <a:endParaRPr i="1" sz="1800">
                <a:solidFill>
                  <a:schemeClr val="lt2"/>
                </a:solidFill>
                <a:latin typeface="Lilita One"/>
                <a:ea typeface="Lilita One"/>
                <a:cs typeface="Lilita One"/>
                <a:sym typeface="Lilita One"/>
              </a:endParaRPr>
            </a:p>
            <a:p>
              <a:pPr indent="0" lvl="0" marL="0" rtl="0" algn="ctr">
                <a:spcBef>
                  <a:spcPts val="0"/>
                </a:spcBef>
                <a:spcAft>
                  <a:spcPts val="0"/>
                </a:spcAft>
                <a:buNone/>
              </a:pPr>
              <a:r>
                <a:rPr lang="en" sz="1800">
                  <a:solidFill>
                    <a:schemeClr val="lt2"/>
                  </a:solidFill>
                  <a:latin typeface="Lilita One"/>
                  <a:ea typeface="Lilita One"/>
                  <a:cs typeface="Lilita One"/>
                  <a:sym typeface="Lilita One"/>
                </a:rPr>
                <a:t>.9407</a:t>
              </a:r>
              <a:endParaRPr sz="1800">
                <a:solidFill>
                  <a:schemeClr val="lt2"/>
                </a:solidFill>
                <a:latin typeface="Lilita One"/>
                <a:ea typeface="Lilita One"/>
                <a:cs typeface="Lilita One"/>
                <a:sym typeface="Lilita One"/>
              </a:endParaRPr>
            </a:p>
            <a:p>
              <a:pPr indent="0" lvl="0" marL="0" rtl="0" algn="ctr">
                <a:spcBef>
                  <a:spcPts val="0"/>
                </a:spcBef>
                <a:spcAft>
                  <a:spcPts val="0"/>
                </a:spcAft>
                <a:buNone/>
              </a:pPr>
              <a:r>
                <a:rPr lang="en" sz="1800">
                  <a:solidFill>
                    <a:schemeClr val="lt2"/>
                  </a:solidFill>
                  <a:latin typeface="Lilita One"/>
                  <a:ea typeface="Lilita One"/>
                  <a:cs typeface="Lilita One"/>
                  <a:sym typeface="Lilita One"/>
                </a:rPr>
                <a:t>Accuracy</a:t>
              </a:r>
              <a:endParaRPr sz="1800">
                <a:solidFill>
                  <a:schemeClr val="lt2"/>
                </a:solidFill>
                <a:latin typeface="Lilita One"/>
                <a:ea typeface="Lilita One"/>
                <a:cs typeface="Lilita One"/>
                <a:sym typeface="Lilita One"/>
              </a:endParaRPr>
            </a:p>
            <a:p>
              <a:pPr indent="0" lvl="0" marL="0" rtl="0" algn="ctr">
                <a:spcBef>
                  <a:spcPts val="0"/>
                </a:spcBef>
                <a:spcAft>
                  <a:spcPts val="0"/>
                </a:spcAft>
                <a:buNone/>
              </a:pPr>
              <a:r>
                <a:t/>
              </a:r>
              <a:endParaRPr sz="1000">
                <a:solidFill>
                  <a:srgbClr val="FFFFFF"/>
                </a:solidFill>
                <a:latin typeface="Roboto"/>
                <a:ea typeface="Roboto"/>
                <a:cs typeface="Roboto"/>
                <a:sym typeface="Roboto"/>
              </a:endParaRPr>
            </a:p>
          </p:txBody>
        </p:sp>
      </p:grpSp>
      <p:grpSp>
        <p:nvGrpSpPr>
          <p:cNvPr id="3053" name="Google Shape;3053;p65"/>
          <p:cNvGrpSpPr/>
          <p:nvPr/>
        </p:nvGrpSpPr>
        <p:grpSpPr>
          <a:xfrm>
            <a:off x="2559313" y="2240752"/>
            <a:ext cx="2166000" cy="2166000"/>
            <a:chOff x="2702876" y="2032864"/>
            <a:chExt cx="2166000" cy="2166000"/>
          </a:xfrm>
        </p:grpSpPr>
        <p:sp>
          <p:nvSpPr>
            <p:cNvPr id="3054" name="Google Shape;3054;p65"/>
            <p:cNvSpPr/>
            <p:nvPr/>
          </p:nvSpPr>
          <p:spPr>
            <a:xfrm>
              <a:off x="2702876" y="2032864"/>
              <a:ext cx="2166000" cy="2166000"/>
            </a:xfrm>
            <a:prstGeom prst="ellipse">
              <a:avLst/>
            </a:prstGeom>
            <a:solidFill>
              <a:srgbClr val="801F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5" name="Google Shape;3055;p65"/>
            <p:cNvSpPr txBox="1"/>
            <p:nvPr/>
          </p:nvSpPr>
          <p:spPr>
            <a:xfrm>
              <a:off x="2855281" y="2834728"/>
              <a:ext cx="1496100" cy="702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i="1" lang="en" sz="1800">
                  <a:solidFill>
                    <a:schemeClr val="lt2"/>
                  </a:solidFill>
                  <a:latin typeface="Lilita One"/>
                  <a:ea typeface="Lilita One"/>
                  <a:cs typeface="Lilita One"/>
                  <a:sym typeface="Lilita One"/>
                </a:rPr>
                <a:t>MLP</a:t>
              </a:r>
              <a:endParaRPr i="1" sz="1800">
                <a:solidFill>
                  <a:schemeClr val="lt2"/>
                </a:solidFill>
                <a:latin typeface="Lilita One"/>
                <a:ea typeface="Lilita One"/>
                <a:cs typeface="Lilita One"/>
                <a:sym typeface="Lilita One"/>
              </a:endParaRPr>
            </a:p>
            <a:p>
              <a:pPr indent="0" lvl="0" marL="0" rtl="0" algn="ctr">
                <a:spcBef>
                  <a:spcPts val="0"/>
                </a:spcBef>
                <a:spcAft>
                  <a:spcPts val="0"/>
                </a:spcAft>
                <a:buNone/>
              </a:pPr>
              <a:r>
                <a:rPr lang="en" sz="1800">
                  <a:solidFill>
                    <a:schemeClr val="lt2"/>
                  </a:solidFill>
                  <a:latin typeface="Lilita One"/>
                  <a:ea typeface="Lilita One"/>
                  <a:cs typeface="Lilita One"/>
                  <a:sym typeface="Lilita One"/>
                </a:rPr>
                <a:t>.9518</a:t>
              </a:r>
              <a:endParaRPr sz="1800">
                <a:solidFill>
                  <a:schemeClr val="lt2"/>
                </a:solidFill>
                <a:latin typeface="Lilita One"/>
                <a:ea typeface="Lilita One"/>
                <a:cs typeface="Lilita One"/>
                <a:sym typeface="Lilita One"/>
              </a:endParaRPr>
            </a:p>
            <a:p>
              <a:pPr indent="0" lvl="0" marL="0" rtl="0" algn="ctr">
                <a:spcBef>
                  <a:spcPts val="0"/>
                </a:spcBef>
                <a:spcAft>
                  <a:spcPts val="0"/>
                </a:spcAft>
                <a:buNone/>
              </a:pPr>
              <a:r>
                <a:rPr lang="en" sz="1800">
                  <a:solidFill>
                    <a:schemeClr val="lt2"/>
                  </a:solidFill>
                  <a:latin typeface="Lilita One"/>
                  <a:ea typeface="Lilita One"/>
                  <a:cs typeface="Lilita One"/>
                  <a:sym typeface="Lilita One"/>
                </a:rPr>
                <a:t>Accuracy</a:t>
              </a:r>
              <a:endParaRPr sz="1800">
                <a:solidFill>
                  <a:schemeClr val="lt2"/>
                </a:solidFill>
                <a:latin typeface="Lilita One"/>
                <a:ea typeface="Lilita One"/>
                <a:cs typeface="Lilita One"/>
                <a:sym typeface="Lilita One"/>
              </a:endParaRPr>
            </a:p>
            <a:p>
              <a:pPr indent="0" lvl="0" marL="0" rtl="0" algn="ctr">
                <a:spcBef>
                  <a:spcPts val="0"/>
                </a:spcBef>
                <a:spcAft>
                  <a:spcPts val="0"/>
                </a:spcAft>
                <a:buNone/>
              </a:pPr>
              <a:r>
                <a:t/>
              </a:r>
              <a:endParaRPr sz="1000">
                <a:solidFill>
                  <a:srgbClr val="FFFFFF"/>
                </a:solidFill>
                <a:latin typeface="Roboto"/>
                <a:ea typeface="Roboto"/>
                <a:cs typeface="Roboto"/>
                <a:sym typeface="Roboto"/>
              </a:endParaRPr>
            </a:p>
          </p:txBody>
        </p:sp>
      </p:grpSp>
      <p:sp>
        <p:nvSpPr>
          <p:cNvPr id="3056" name="Google Shape;3056;p65"/>
          <p:cNvSpPr/>
          <p:nvPr/>
        </p:nvSpPr>
        <p:spPr>
          <a:xfrm>
            <a:off x="3811427" y="2098099"/>
            <a:ext cx="1479600" cy="1459800"/>
          </a:xfrm>
          <a:prstGeom prst="ellipse">
            <a:avLst/>
          </a:prstGeom>
          <a:solidFill>
            <a:srgbClr val="EDA29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i="1" lang="en" sz="2000">
                <a:solidFill>
                  <a:schemeClr val="lt2"/>
                </a:solidFill>
                <a:latin typeface="Lilita One"/>
                <a:ea typeface="Lilita One"/>
                <a:cs typeface="Lilita One"/>
                <a:sym typeface="Lilita One"/>
              </a:rPr>
              <a:t>STACK</a:t>
            </a:r>
            <a:endParaRPr sz="2000">
              <a:solidFill>
                <a:schemeClr val="lt2"/>
              </a:solidFill>
              <a:latin typeface="Lilita One"/>
              <a:ea typeface="Lilita One"/>
              <a:cs typeface="Lilita One"/>
              <a:sym typeface="Lilita One"/>
            </a:endParaRPr>
          </a:p>
          <a:p>
            <a:pPr indent="0" lvl="0" marL="0" rtl="0" algn="ctr">
              <a:spcBef>
                <a:spcPts val="0"/>
              </a:spcBef>
              <a:spcAft>
                <a:spcPts val="0"/>
              </a:spcAft>
              <a:buNone/>
            </a:pPr>
            <a:r>
              <a:rPr b="1" lang="en" sz="1600">
                <a:solidFill>
                  <a:schemeClr val="lt2"/>
                </a:solidFill>
                <a:latin typeface="Lilita One"/>
                <a:ea typeface="Lilita One"/>
                <a:cs typeface="Lilita One"/>
                <a:sym typeface="Lilita One"/>
              </a:rPr>
              <a:t>.9768 </a:t>
            </a:r>
            <a:r>
              <a:rPr b="1" lang="en" sz="1600">
                <a:solidFill>
                  <a:schemeClr val="lt2"/>
                </a:solidFill>
                <a:latin typeface="Lilita One"/>
                <a:ea typeface="Lilita One"/>
                <a:cs typeface="Lilita One"/>
                <a:sym typeface="Lilita One"/>
              </a:rPr>
              <a:t>Accuracy</a:t>
            </a:r>
            <a:endParaRPr b="1" sz="1600">
              <a:solidFill>
                <a:schemeClr val="lt2"/>
              </a:solidFill>
              <a:latin typeface="Lilita One"/>
              <a:ea typeface="Lilita One"/>
              <a:cs typeface="Lilita One"/>
              <a:sym typeface="Lilita One"/>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0" name="Shape 3060"/>
        <p:cNvGrpSpPr/>
        <p:nvPr/>
      </p:nvGrpSpPr>
      <p:grpSpPr>
        <a:xfrm>
          <a:off x="0" y="0"/>
          <a:ext cx="0" cy="0"/>
          <a:chOff x="0" y="0"/>
          <a:chExt cx="0" cy="0"/>
        </a:xfrm>
      </p:grpSpPr>
      <p:sp>
        <p:nvSpPr>
          <p:cNvPr id="3061" name="Google Shape;3061;p66"/>
          <p:cNvSpPr txBox="1"/>
          <p:nvPr>
            <p:ph type="title"/>
          </p:nvPr>
        </p:nvSpPr>
        <p:spPr>
          <a:xfrm>
            <a:off x="713225" y="310900"/>
            <a:ext cx="7717500" cy="478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Data Processing Example</a:t>
            </a:r>
            <a:endParaRPr/>
          </a:p>
        </p:txBody>
      </p:sp>
      <p:sp>
        <p:nvSpPr>
          <p:cNvPr id="3062" name="Google Shape;3062;p66"/>
          <p:cNvSpPr txBox="1"/>
          <p:nvPr>
            <p:ph idx="1" type="subTitle"/>
          </p:nvPr>
        </p:nvSpPr>
        <p:spPr>
          <a:xfrm>
            <a:off x="929998" y="1692079"/>
            <a:ext cx="3136500" cy="342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From Preprocessed Data to Analyzable Information</a:t>
            </a:r>
            <a:endParaRPr/>
          </a:p>
        </p:txBody>
      </p:sp>
      <p:sp>
        <p:nvSpPr>
          <p:cNvPr id="3063" name="Google Shape;3063;p66"/>
          <p:cNvSpPr txBox="1"/>
          <p:nvPr>
            <p:ph idx="2" type="subTitle"/>
          </p:nvPr>
        </p:nvSpPr>
        <p:spPr>
          <a:xfrm>
            <a:off x="930150" y="2511493"/>
            <a:ext cx="3136200" cy="1605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Raw Data is refined, then analyzed through ML stack.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data is used to create ECG data and measure it against control subjects with healthy cardiovascular activity.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It is then organized and stored for use by patients and clinicians.</a:t>
            </a:r>
            <a:endParaRPr/>
          </a:p>
        </p:txBody>
      </p:sp>
      <p:pic>
        <p:nvPicPr>
          <p:cNvPr id="3064" name="Google Shape;3064;p66"/>
          <p:cNvPicPr preferRelativeResize="0"/>
          <p:nvPr/>
        </p:nvPicPr>
        <p:blipFill>
          <a:blip r:embed="rId3">
            <a:alphaModFix/>
          </a:blip>
          <a:stretch>
            <a:fillRect/>
          </a:stretch>
        </p:blipFill>
        <p:spPr>
          <a:xfrm>
            <a:off x="4916350" y="1112587"/>
            <a:ext cx="3245774" cy="3248927"/>
          </a:xfrm>
          <a:prstGeom prst="rect">
            <a:avLst/>
          </a:prstGeom>
          <a:noFill/>
          <a:ln>
            <a:noFill/>
          </a:ln>
        </p:spPr>
      </p:pic>
      <p:sp>
        <p:nvSpPr>
          <p:cNvPr id="3065" name="Google Shape;3065;p66"/>
          <p:cNvSpPr txBox="1"/>
          <p:nvPr>
            <p:ph idx="2" type="subTitle"/>
          </p:nvPr>
        </p:nvSpPr>
        <p:spPr>
          <a:xfrm>
            <a:off x="4971136" y="4361513"/>
            <a:ext cx="3136200" cy="525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Preprocessing</a:t>
            </a:r>
            <a:r>
              <a:rPr lang="en"/>
              <a:t> pipeline for PPG data</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9" name="Shape 3069"/>
        <p:cNvGrpSpPr/>
        <p:nvPr/>
      </p:nvGrpSpPr>
      <p:grpSpPr>
        <a:xfrm>
          <a:off x="0" y="0"/>
          <a:ext cx="0" cy="0"/>
          <a:chOff x="0" y="0"/>
          <a:chExt cx="0" cy="0"/>
        </a:xfrm>
      </p:grpSpPr>
      <p:sp>
        <p:nvSpPr>
          <p:cNvPr id="3070" name="Google Shape;3070;p67"/>
          <p:cNvSpPr txBox="1"/>
          <p:nvPr>
            <p:ph type="title"/>
          </p:nvPr>
        </p:nvSpPr>
        <p:spPr>
          <a:xfrm>
            <a:off x="1707400" y="133075"/>
            <a:ext cx="6071700" cy="914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5300"/>
              <a:t>Target Demographic</a:t>
            </a:r>
            <a:endParaRPr sz="4000"/>
          </a:p>
        </p:txBody>
      </p:sp>
      <p:sp>
        <p:nvSpPr>
          <p:cNvPr id="3071" name="Google Shape;3071;p67"/>
          <p:cNvSpPr txBox="1"/>
          <p:nvPr/>
        </p:nvSpPr>
        <p:spPr>
          <a:xfrm>
            <a:off x="342575" y="1080425"/>
            <a:ext cx="7137300" cy="3517800"/>
          </a:xfrm>
          <a:prstGeom prst="rect">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Clr>
                <a:schemeClr val="lt2"/>
              </a:buClr>
              <a:buSzPts val="1600"/>
              <a:buFont typeface="Nunito"/>
              <a:buChar char="●"/>
            </a:pPr>
            <a:r>
              <a:rPr lang="en" sz="1600">
                <a:solidFill>
                  <a:schemeClr val="lt2"/>
                </a:solidFill>
                <a:latin typeface="Nunito"/>
                <a:ea typeface="Nunito"/>
                <a:cs typeface="Nunito"/>
                <a:sym typeface="Nunito"/>
              </a:rPr>
              <a:t>Users diagnosed with Afib</a:t>
            </a:r>
            <a:endParaRPr sz="1600">
              <a:solidFill>
                <a:schemeClr val="lt2"/>
              </a:solidFill>
              <a:latin typeface="Nunito"/>
              <a:ea typeface="Nunito"/>
              <a:cs typeface="Nunito"/>
              <a:sym typeface="Nunito"/>
            </a:endParaRPr>
          </a:p>
          <a:p>
            <a:pPr indent="0" lvl="0" marL="0" rtl="0" algn="l">
              <a:spcBef>
                <a:spcPts val="0"/>
              </a:spcBef>
              <a:spcAft>
                <a:spcPts val="0"/>
              </a:spcAft>
              <a:buNone/>
            </a:pPr>
            <a:r>
              <a:t/>
            </a:r>
            <a:endParaRPr sz="1600">
              <a:solidFill>
                <a:schemeClr val="lt2"/>
              </a:solidFill>
              <a:latin typeface="Nunito"/>
              <a:ea typeface="Nunito"/>
              <a:cs typeface="Nunito"/>
              <a:sym typeface="Nunito"/>
            </a:endParaRPr>
          </a:p>
          <a:p>
            <a:pPr indent="0" lvl="0" marL="914400" rtl="0" algn="l">
              <a:spcBef>
                <a:spcPts val="0"/>
              </a:spcBef>
              <a:spcAft>
                <a:spcPts val="0"/>
              </a:spcAft>
              <a:buNone/>
            </a:pPr>
            <a:r>
              <a:rPr lang="en" sz="1600">
                <a:solidFill>
                  <a:schemeClr val="lt2"/>
                </a:solidFill>
                <a:latin typeface="Nunito"/>
                <a:ea typeface="Nunito"/>
                <a:cs typeface="Nunito"/>
                <a:sym typeface="Nunito"/>
              </a:rPr>
              <a:t>The Journal of the American College of Cardiology estimates “that the current national prevalence of diagnosed AF is at least 10.55 million”</a:t>
            </a:r>
            <a:endParaRPr sz="1600">
              <a:solidFill>
                <a:schemeClr val="lt2"/>
              </a:solidFill>
              <a:latin typeface="Nunito"/>
              <a:ea typeface="Nunito"/>
              <a:cs typeface="Nunito"/>
              <a:sym typeface="Nunito"/>
            </a:endParaRPr>
          </a:p>
          <a:p>
            <a:pPr indent="0" lvl="0" marL="914400" rtl="0" algn="l">
              <a:spcBef>
                <a:spcPts val="0"/>
              </a:spcBef>
              <a:spcAft>
                <a:spcPts val="0"/>
              </a:spcAft>
              <a:buNone/>
            </a:pPr>
            <a:r>
              <a:t/>
            </a:r>
            <a:endParaRPr sz="1600">
              <a:solidFill>
                <a:schemeClr val="lt2"/>
              </a:solidFill>
              <a:latin typeface="Nunito"/>
              <a:ea typeface="Nunito"/>
              <a:cs typeface="Nunito"/>
              <a:sym typeface="Nunito"/>
            </a:endParaRPr>
          </a:p>
          <a:p>
            <a:pPr indent="0" lvl="0" marL="914400" marR="0" rtl="0" algn="l">
              <a:lnSpc>
                <a:spcPct val="100000"/>
              </a:lnSpc>
              <a:spcBef>
                <a:spcPts val="0"/>
              </a:spcBef>
              <a:spcAft>
                <a:spcPts val="0"/>
              </a:spcAft>
              <a:buNone/>
            </a:pPr>
            <a:r>
              <a:rPr lang="en" sz="1600">
                <a:solidFill>
                  <a:schemeClr val="lt2"/>
                </a:solidFill>
                <a:latin typeface="Nunito"/>
                <a:ea typeface="Nunito"/>
                <a:cs typeface="Nunito"/>
                <a:sym typeface="Nunito"/>
              </a:rPr>
              <a:t>A previous study projected that there would be 3.3 million adults with AF in the United States in 2020</a:t>
            </a:r>
            <a:endParaRPr sz="1600">
              <a:solidFill>
                <a:schemeClr val="lt2"/>
              </a:solidFill>
              <a:latin typeface="Nunito"/>
              <a:ea typeface="Nunito"/>
              <a:cs typeface="Nunito"/>
              <a:sym typeface="Nunito"/>
            </a:endParaRPr>
          </a:p>
          <a:p>
            <a:pPr indent="0" lvl="0" marL="914400" rtl="0" algn="l">
              <a:spcBef>
                <a:spcPts val="0"/>
              </a:spcBef>
              <a:spcAft>
                <a:spcPts val="0"/>
              </a:spcAft>
              <a:buNone/>
            </a:pPr>
            <a:r>
              <a:t/>
            </a:r>
            <a:endParaRPr sz="1600">
              <a:solidFill>
                <a:schemeClr val="lt2"/>
              </a:solidFill>
              <a:latin typeface="Nunito"/>
              <a:ea typeface="Nunito"/>
              <a:cs typeface="Nunito"/>
              <a:sym typeface="Nunito"/>
            </a:endParaRPr>
          </a:p>
          <a:p>
            <a:pPr indent="0" lvl="0" marL="914400" marR="0" rtl="0" algn="l">
              <a:lnSpc>
                <a:spcPct val="100000"/>
              </a:lnSpc>
              <a:spcBef>
                <a:spcPts val="0"/>
              </a:spcBef>
              <a:spcAft>
                <a:spcPts val="0"/>
              </a:spcAft>
              <a:buNone/>
            </a:pPr>
            <a:r>
              <a:rPr lang="en" sz="1600">
                <a:solidFill>
                  <a:schemeClr val="lt2"/>
                </a:solidFill>
                <a:latin typeface="Nunito"/>
                <a:ea typeface="Nunito"/>
                <a:cs typeface="Nunito"/>
                <a:sym typeface="Nunito"/>
              </a:rPr>
              <a:t>“Over time, AF patients became relatively younger, were less likely to be female or White, and were more likely to have hypertension and diabetes.”</a:t>
            </a:r>
            <a:endParaRPr sz="1600">
              <a:solidFill>
                <a:schemeClr val="lt2"/>
              </a:solidFill>
              <a:latin typeface="Nunito"/>
              <a:ea typeface="Nunito"/>
              <a:cs typeface="Nunito"/>
              <a:sym typeface="Nunito"/>
            </a:endParaRPr>
          </a:p>
          <a:p>
            <a:pPr indent="0" lvl="0" marL="457200" rtl="0" algn="l">
              <a:spcBef>
                <a:spcPts val="0"/>
              </a:spcBef>
              <a:spcAft>
                <a:spcPts val="0"/>
              </a:spcAft>
              <a:buNone/>
            </a:pPr>
            <a:r>
              <a:t/>
            </a:r>
            <a:endParaRPr sz="1600">
              <a:solidFill>
                <a:schemeClr val="lt2"/>
              </a:solidFill>
              <a:latin typeface="Nunito"/>
              <a:ea typeface="Nunito"/>
              <a:cs typeface="Nunito"/>
              <a:sym typeface="Nunito"/>
            </a:endParaRPr>
          </a:p>
          <a:p>
            <a:pPr indent="-330200" lvl="0" marL="457200" rtl="0" algn="l">
              <a:spcBef>
                <a:spcPts val="0"/>
              </a:spcBef>
              <a:spcAft>
                <a:spcPts val="0"/>
              </a:spcAft>
              <a:buClr>
                <a:schemeClr val="lt2"/>
              </a:buClr>
              <a:buSzPts val="1600"/>
              <a:buFont typeface="Nunito"/>
              <a:buChar char="●"/>
            </a:pPr>
            <a:r>
              <a:rPr lang="en" sz="1600">
                <a:solidFill>
                  <a:schemeClr val="lt2"/>
                </a:solidFill>
                <a:latin typeface="Nunito"/>
                <a:ea typeface="Nunito"/>
                <a:cs typeface="Nunito"/>
                <a:sym typeface="Nunito"/>
              </a:rPr>
              <a:t>Users with heart conditions that may be correlated with Afib, to track and </a:t>
            </a:r>
            <a:r>
              <a:rPr lang="en" sz="1600">
                <a:solidFill>
                  <a:schemeClr val="lt2"/>
                </a:solidFill>
                <a:latin typeface="Nunito"/>
                <a:ea typeface="Nunito"/>
                <a:cs typeface="Nunito"/>
                <a:sym typeface="Nunito"/>
              </a:rPr>
              <a:t>monitor</a:t>
            </a:r>
            <a:r>
              <a:rPr lang="en" sz="1600">
                <a:solidFill>
                  <a:schemeClr val="lt2"/>
                </a:solidFill>
                <a:latin typeface="Nunito"/>
                <a:ea typeface="Nunito"/>
                <a:cs typeface="Nunito"/>
                <a:sym typeface="Nunito"/>
              </a:rPr>
              <a:t> heart health for Afib symptoms.</a:t>
            </a:r>
            <a:endParaRPr sz="1600">
              <a:solidFill>
                <a:schemeClr val="lt2"/>
              </a:solidFill>
              <a:latin typeface="Nunito"/>
              <a:ea typeface="Nunito"/>
              <a:cs typeface="Nunito"/>
              <a:sym typeface="Nunito"/>
            </a:endParaRPr>
          </a:p>
          <a:p>
            <a:pPr indent="0" lvl="0" marL="0" rtl="0" algn="l">
              <a:spcBef>
                <a:spcPts val="0"/>
              </a:spcBef>
              <a:spcAft>
                <a:spcPts val="0"/>
              </a:spcAft>
              <a:buNone/>
            </a:pPr>
            <a:r>
              <a:t/>
            </a:r>
            <a:endParaRPr sz="1600">
              <a:solidFill>
                <a:schemeClr val="lt2"/>
              </a:solidFill>
              <a:latin typeface="Nunito"/>
              <a:ea typeface="Nunito"/>
              <a:cs typeface="Nunito"/>
              <a:sym typeface="Nunito"/>
            </a:endParaRPr>
          </a:p>
          <a:p>
            <a:pPr indent="0" lvl="0" marL="0" rtl="0" algn="l">
              <a:spcBef>
                <a:spcPts val="0"/>
              </a:spcBef>
              <a:spcAft>
                <a:spcPts val="0"/>
              </a:spcAft>
              <a:buNone/>
            </a:pPr>
            <a:r>
              <a:t/>
            </a:r>
            <a:endParaRPr sz="1600">
              <a:solidFill>
                <a:schemeClr val="lt2"/>
              </a:solidFill>
              <a:latin typeface="Nunito"/>
              <a:ea typeface="Nunito"/>
              <a:cs typeface="Nunito"/>
              <a:sym typeface="Nuni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5" name="Shape 3075"/>
        <p:cNvGrpSpPr/>
        <p:nvPr/>
      </p:nvGrpSpPr>
      <p:grpSpPr>
        <a:xfrm>
          <a:off x="0" y="0"/>
          <a:ext cx="0" cy="0"/>
          <a:chOff x="0" y="0"/>
          <a:chExt cx="0" cy="0"/>
        </a:xfrm>
      </p:grpSpPr>
      <p:sp>
        <p:nvSpPr>
          <p:cNvPr id="3076" name="Google Shape;3076;p68"/>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Qaly App</a:t>
            </a:r>
            <a:endParaRPr/>
          </a:p>
        </p:txBody>
      </p:sp>
      <p:sp>
        <p:nvSpPr>
          <p:cNvPr id="3077" name="Google Shape;3077;p68"/>
          <p:cNvSpPr/>
          <p:nvPr/>
        </p:nvSpPr>
        <p:spPr>
          <a:xfrm>
            <a:off x="3921900" y="4700807"/>
            <a:ext cx="1300200" cy="3006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78" name="Google Shape;3078;p68"/>
          <p:cNvSpPr txBox="1"/>
          <p:nvPr>
            <p:ph idx="4294967295" type="ctrTitle"/>
          </p:nvPr>
        </p:nvSpPr>
        <p:spPr>
          <a:xfrm>
            <a:off x="4570291" y="4730057"/>
            <a:ext cx="629400" cy="24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400">
                <a:solidFill>
                  <a:schemeClr val="hlink"/>
                </a:solidFill>
                <a:uFill>
                  <a:noFill/>
                </a:uFill>
                <a:hlinkClick action="ppaction://hlinkshowjump?jump=nextslide"/>
              </a:rPr>
              <a:t>NEXT</a:t>
            </a:r>
            <a:endParaRPr sz="1400"/>
          </a:p>
        </p:txBody>
      </p:sp>
      <p:sp>
        <p:nvSpPr>
          <p:cNvPr id="3079" name="Google Shape;3079;p68"/>
          <p:cNvSpPr txBox="1"/>
          <p:nvPr>
            <p:ph idx="4294967295" type="ctrTitle"/>
          </p:nvPr>
        </p:nvSpPr>
        <p:spPr>
          <a:xfrm>
            <a:off x="3943606" y="4730057"/>
            <a:ext cx="629400" cy="242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sz="1400">
                <a:solidFill>
                  <a:schemeClr val="hlink"/>
                </a:solidFill>
                <a:uFill>
                  <a:noFill/>
                </a:uFill>
                <a:hlinkClick action="ppaction://hlinkshowjump?jump=previousslide"/>
              </a:rPr>
              <a:t>PREV</a:t>
            </a:r>
            <a:endParaRPr sz="1400"/>
          </a:p>
        </p:txBody>
      </p:sp>
      <p:sp>
        <p:nvSpPr>
          <p:cNvPr id="3080" name="Google Shape;3080;p68"/>
          <p:cNvSpPr txBox="1"/>
          <p:nvPr/>
        </p:nvSpPr>
        <p:spPr>
          <a:xfrm>
            <a:off x="585575" y="1117025"/>
            <a:ext cx="4228200" cy="3298500"/>
          </a:xfrm>
          <a:prstGeom prst="rect">
            <a:avLst/>
          </a:prstGeom>
          <a:noFill/>
          <a:ln>
            <a:noFill/>
          </a:ln>
        </p:spPr>
        <p:txBody>
          <a:bodyPr anchorCtr="0" anchor="ctr" bIns="91425" lIns="91425" spcFirstLastPara="1" rIns="91425" wrap="square" tIns="91425">
            <a:noAutofit/>
          </a:bodyPr>
          <a:lstStyle/>
          <a:p>
            <a:pPr indent="-342900" lvl="0" marL="457200" rtl="0" algn="l">
              <a:lnSpc>
                <a:spcPct val="115000"/>
              </a:lnSpc>
              <a:spcBef>
                <a:spcPts val="0"/>
              </a:spcBef>
              <a:spcAft>
                <a:spcPts val="0"/>
              </a:spcAft>
              <a:buClr>
                <a:schemeClr val="lt2"/>
              </a:buClr>
              <a:buSzPts val="1800"/>
              <a:buFont typeface="Nunito"/>
              <a:buChar char="●"/>
            </a:pPr>
            <a:r>
              <a:rPr lang="en" sz="1800">
                <a:solidFill>
                  <a:schemeClr val="lt2"/>
                </a:solidFill>
                <a:latin typeface="Nunito"/>
                <a:ea typeface="Nunito"/>
                <a:cs typeface="Nunito"/>
                <a:sym typeface="Nunito"/>
              </a:rPr>
              <a:t>Features</a:t>
            </a:r>
            <a:endParaRPr sz="1800">
              <a:solidFill>
                <a:schemeClr val="lt2"/>
              </a:solidFill>
              <a:latin typeface="Nunito"/>
              <a:ea typeface="Nunito"/>
              <a:cs typeface="Nunito"/>
              <a:sym typeface="Nunito"/>
            </a:endParaRPr>
          </a:p>
          <a:p>
            <a:pPr indent="-342900" lvl="1" marL="914400" rtl="0" algn="l">
              <a:lnSpc>
                <a:spcPct val="115000"/>
              </a:lnSpc>
              <a:spcBef>
                <a:spcPts val="0"/>
              </a:spcBef>
              <a:spcAft>
                <a:spcPts val="0"/>
              </a:spcAft>
              <a:buClr>
                <a:schemeClr val="lt2"/>
              </a:buClr>
              <a:buSzPts val="1800"/>
              <a:buFont typeface="Nunito"/>
              <a:buChar char="○"/>
            </a:pPr>
            <a:r>
              <a:rPr lang="en" sz="1800">
                <a:solidFill>
                  <a:schemeClr val="lt2"/>
                </a:solidFill>
                <a:latin typeface="Nunito"/>
                <a:ea typeface="Nunito"/>
                <a:cs typeface="Nunito"/>
                <a:sym typeface="Nunito"/>
              </a:rPr>
              <a:t>Compatible</a:t>
            </a:r>
            <a:r>
              <a:rPr lang="en" sz="1800">
                <a:solidFill>
                  <a:schemeClr val="lt2"/>
                </a:solidFill>
                <a:latin typeface="Nunito"/>
                <a:ea typeface="Nunito"/>
                <a:cs typeface="Nunito"/>
                <a:sym typeface="Nunito"/>
              </a:rPr>
              <a:t> with any wearable</a:t>
            </a:r>
            <a:endParaRPr sz="1800">
              <a:solidFill>
                <a:schemeClr val="lt2"/>
              </a:solidFill>
              <a:latin typeface="Nunito"/>
              <a:ea typeface="Nunito"/>
              <a:cs typeface="Nunito"/>
              <a:sym typeface="Nunito"/>
            </a:endParaRPr>
          </a:p>
          <a:p>
            <a:pPr indent="-342900" lvl="1" marL="914400" rtl="0" algn="l">
              <a:lnSpc>
                <a:spcPct val="115000"/>
              </a:lnSpc>
              <a:spcBef>
                <a:spcPts val="0"/>
              </a:spcBef>
              <a:spcAft>
                <a:spcPts val="0"/>
              </a:spcAft>
              <a:buClr>
                <a:schemeClr val="lt2"/>
              </a:buClr>
              <a:buSzPts val="1800"/>
              <a:buFont typeface="Nunito"/>
              <a:buChar char="○"/>
            </a:pPr>
            <a:r>
              <a:rPr lang="en" sz="1800">
                <a:solidFill>
                  <a:schemeClr val="lt2"/>
                </a:solidFill>
                <a:latin typeface="Nunito"/>
                <a:ea typeface="Nunito"/>
                <a:cs typeface="Nunito"/>
                <a:sym typeface="Nunito"/>
              </a:rPr>
              <a:t>Tracks history of ECG Readings</a:t>
            </a:r>
            <a:endParaRPr sz="1800">
              <a:solidFill>
                <a:schemeClr val="lt2"/>
              </a:solidFill>
              <a:latin typeface="Nunito"/>
              <a:ea typeface="Nunito"/>
              <a:cs typeface="Nunito"/>
              <a:sym typeface="Nunito"/>
            </a:endParaRPr>
          </a:p>
          <a:p>
            <a:pPr indent="-342900" lvl="1" marL="914400" rtl="0" algn="l">
              <a:lnSpc>
                <a:spcPct val="115000"/>
              </a:lnSpc>
              <a:spcBef>
                <a:spcPts val="0"/>
              </a:spcBef>
              <a:spcAft>
                <a:spcPts val="0"/>
              </a:spcAft>
              <a:buClr>
                <a:schemeClr val="lt2"/>
              </a:buClr>
              <a:buSzPts val="1800"/>
              <a:buFont typeface="Nunito"/>
              <a:buChar char="○"/>
            </a:pPr>
            <a:r>
              <a:rPr lang="en" sz="1800">
                <a:solidFill>
                  <a:schemeClr val="lt2"/>
                </a:solidFill>
                <a:latin typeface="Nunito"/>
                <a:ea typeface="Nunito"/>
                <a:cs typeface="Nunito"/>
                <a:sym typeface="Nunito"/>
              </a:rPr>
              <a:t>Certified professional analysis of ECG</a:t>
            </a:r>
            <a:endParaRPr sz="1800">
              <a:solidFill>
                <a:schemeClr val="lt2"/>
              </a:solidFill>
              <a:latin typeface="Nunito"/>
              <a:ea typeface="Nunito"/>
              <a:cs typeface="Nunito"/>
              <a:sym typeface="Nunito"/>
            </a:endParaRPr>
          </a:p>
          <a:p>
            <a:pPr indent="-342900" lvl="0" marL="457200" rtl="0" algn="l">
              <a:lnSpc>
                <a:spcPct val="115000"/>
              </a:lnSpc>
              <a:spcBef>
                <a:spcPts val="0"/>
              </a:spcBef>
              <a:spcAft>
                <a:spcPts val="0"/>
              </a:spcAft>
              <a:buClr>
                <a:schemeClr val="lt2"/>
              </a:buClr>
              <a:buSzPts val="1800"/>
              <a:buFont typeface="Nunito"/>
              <a:buChar char="●"/>
            </a:pPr>
            <a:r>
              <a:rPr lang="en" sz="1800">
                <a:solidFill>
                  <a:schemeClr val="lt2"/>
                </a:solidFill>
                <a:latin typeface="Nunito"/>
                <a:ea typeface="Nunito"/>
                <a:cs typeface="Nunito"/>
                <a:sym typeface="Nunito"/>
              </a:rPr>
              <a:t>Drawbacks</a:t>
            </a:r>
            <a:endParaRPr sz="1800">
              <a:solidFill>
                <a:schemeClr val="lt2"/>
              </a:solidFill>
              <a:latin typeface="Nunito"/>
              <a:ea typeface="Nunito"/>
              <a:cs typeface="Nunito"/>
              <a:sym typeface="Nunito"/>
            </a:endParaRPr>
          </a:p>
          <a:p>
            <a:pPr indent="-342900" lvl="1" marL="914400" rtl="0" algn="l">
              <a:lnSpc>
                <a:spcPct val="115000"/>
              </a:lnSpc>
              <a:spcBef>
                <a:spcPts val="0"/>
              </a:spcBef>
              <a:spcAft>
                <a:spcPts val="0"/>
              </a:spcAft>
              <a:buClr>
                <a:schemeClr val="lt2"/>
              </a:buClr>
              <a:buSzPts val="1800"/>
              <a:buFont typeface="Nunito"/>
              <a:buChar char="○"/>
            </a:pPr>
            <a:r>
              <a:rPr lang="en" sz="1800">
                <a:solidFill>
                  <a:schemeClr val="lt2"/>
                </a:solidFill>
                <a:latin typeface="Nunito"/>
                <a:ea typeface="Nunito"/>
                <a:cs typeface="Nunito"/>
                <a:sym typeface="Nunito"/>
              </a:rPr>
              <a:t>$30/month</a:t>
            </a:r>
            <a:endParaRPr sz="1800">
              <a:solidFill>
                <a:schemeClr val="lt2"/>
              </a:solidFill>
              <a:latin typeface="Nunito"/>
              <a:ea typeface="Nunito"/>
              <a:cs typeface="Nunito"/>
              <a:sym typeface="Nunito"/>
            </a:endParaRPr>
          </a:p>
          <a:p>
            <a:pPr indent="-342900" lvl="1" marL="914400" rtl="0" algn="l">
              <a:lnSpc>
                <a:spcPct val="115000"/>
              </a:lnSpc>
              <a:spcBef>
                <a:spcPts val="0"/>
              </a:spcBef>
              <a:spcAft>
                <a:spcPts val="0"/>
              </a:spcAft>
              <a:buClr>
                <a:schemeClr val="lt2"/>
              </a:buClr>
              <a:buSzPts val="1800"/>
              <a:buFont typeface="Nunito"/>
              <a:buChar char="○"/>
            </a:pPr>
            <a:r>
              <a:rPr lang="en" sz="1800">
                <a:solidFill>
                  <a:schemeClr val="lt2"/>
                </a:solidFill>
                <a:latin typeface="Nunito"/>
                <a:ea typeface="Nunito"/>
                <a:cs typeface="Nunito"/>
                <a:sym typeface="Nunito"/>
              </a:rPr>
              <a:t>Long turnaround time for professional insight</a:t>
            </a:r>
            <a:endParaRPr sz="1800">
              <a:solidFill>
                <a:schemeClr val="lt2"/>
              </a:solidFill>
              <a:latin typeface="Nunito"/>
              <a:ea typeface="Nunito"/>
              <a:cs typeface="Nunito"/>
              <a:sym typeface="Nunito"/>
            </a:endParaRPr>
          </a:p>
        </p:txBody>
      </p:sp>
      <p:pic>
        <p:nvPicPr>
          <p:cNvPr id="3081" name="Google Shape;3081;p68"/>
          <p:cNvPicPr preferRelativeResize="0"/>
          <p:nvPr/>
        </p:nvPicPr>
        <p:blipFill>
          <a:blip r:embed="rId3">
            <a:alphaModFix/>
          </a:blip>
          <a:stretch>
            <a:fillRect/>
          </a:stretch>
        </p:blipFill>
        <p:spPr>
          <a:xfrm>
            <a:off x="5005200" y="1042250"/>
            <a:ext cx="1714500" cy="3448050"/>
          </a:xfrm>
          <a:prstGeom prst="rect">
            <a:avLst/>
          </a:prstGeom>
          <a:noFill/>
          <a:ln>
            <a:noFill/>
          </a:ln>
        </p:spPr>
      </p:pic>
      <p:pic>
        <p:nvPicPr>
          <p:cNvPr id="3082" name="Google Shape;3082;p68"/>
          <p:cNvPicPr preferRelativeResize="0"/>
          <p:nvPr/>
        </p:nvPicPr>
        <p:blipFill>
          <a:blip r:embed="rId4">
            <a:alphaModFix/>
          </a:blip>
          <a:stretch>
            <a:fillRect/>
          </a:stretch>
        </p:blipFill>
        <p:spPr>
          <a:xfrm>
            <a:off x="6976450" y="1017700"/>
            <a:ext cx="1714500" cy="34575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6" name="Shape 3086"/>
        <p:cNvGrpSpPr/>
        <p:nvPr/>
      </p:nvGrpSpPr>
      <p:grpSpPr>
        <a:xfrm>
          <a:off x="0" y="0"/>
          <a:ext cx="0" cy="0"/>
          <a:chOff x="0" y="0"/>
          <a:chExt cx="0" cy="0"/>
        </a:xfrm>
      </p:grpSpPr>
      <p:sp>
        <p:nvSpPr>
          <p:cNvPr id="3087" name="Google Shape;3087;p69"/>
          <p:cNvSpPr txBox="1"/>
          <p:nvPr>
            <p:ph type="title"/>
          </p:nvPr>
        </p:nvSpPr>
        <p:spPr>
          <a:xfrm>
            <a:off x="713250" y="370925"/>
            <a:ext cx="7717500" cy="478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Apple Medication</a:t>
            </a:r>
            <a:endParaRPr/>
          </a:p>
        </p:txBody>
      </p:sp>
      <p:sp>
        <p:nvSpPr>
          <p:cNvPr id="3088" name="Google Shape;3088;p69"/>
          <p:cNvSpPr/>
          <p:nvPr/>
        </p:nvSpPr>
        <p:spPr>
          <a:xfrm>
            <a:off x="3921900" y="4700807"/>
            <a:ext cx="1300200" cy="3006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89" name="Google Shape;3089;p69"/>
          <p:cNvSpPr txBox="1"/>
          <p:nvPr>
            <p:ph idx="4294967295" type="ctrTitle"/>
          </p:nvPr>
        </p:nvSpPr>
        <p:spPr>
          <a:xfrm>
            <a:off x="4570291" y="4730057"/>
            <a:ext cx="629400" cy="24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400">
                <a:solidFill>
                  <a:schemeClr val="hlink"/>
                </a:solidFill>
                <a:uFill>
                  <a:noFill/>
                </a:uFill>
                <a:hlinkClick action="ppaction://hlinkshowjump?jump=nextslide"/>
              </a:rPr>
              <a:t>NEXT</a:t>
            </a:r>
            <a:endParaRPr sz="1400"/>
          </a:p>
        </p:txBody>
      </p:sp>
      <p:sp>
        <p:nvSpPr>
          <p:cNvPr id="3090" name="Google Shape;3090;p69"/>
          <p:cNvSpPr txBox="1"/>
          <p:nvPr>
            <p:ph idx="4294967295" type="ctrTitle"/>
          </p:nvPr>
        </p:nvSpPr>
        <p:spPr>
          <a:xfrm>
            <a:off x="3943606" y="4730057"/>
            <a:ext cx="629400" cy="242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sz="1400">
                <a:solidFill>
                  <a:schemeClr val="hlink"/>
                </a:solidFill>
                <a:uFill>
                  <a:noFill/>
                </a:uFill>
                <a:hlinkClick action="ppaction://hlinkshowjump?jump=previousslide"/>
              </a:rPr>
              <a:t>PREV</a:t>
            </a:r>
            <a:endParaRPr sz="1400"/>
          </a:p>
        </p:txBody>
      </p:sp>
      <p:sp>
        <p:nvSpPr>
          <p:cNvPr id="3091" name="Google Shape;3091;p69"/>
          <p:cNvSpPr txBox="1"/>
          <p:nvPr/>
        </p:nvSpPr>
        <p:spPr>
          <a:xfrm>
            <a:off x="511400" y="1202525"/>
            <a:ext cx="3410400" cy="3298500"/>
          </a:xfrm>
          <a:prstGeom prst="rect">
            <a:avLst/>
          </a:prstGeom>
          <a:noFill/>
          <a:ln>
            <a:noFill/>
          </a:ln>
        </p:spPr>
        <p:txBody>
          <a:bodyPr anchorCtr="0" anchor="ctr" bIns="91425" lIns="91425" spcFirstLastPara="1" rIns="91425" wrap="square" tIns="91425">
            <a:noAutofit/>
          </a:bodyPr>
          <a:lstStyle/>
          <a:p>
            <a:pPr indent="-342900" lvl="0" marL="457200" rtl="0" algn="l">
              <a:lnSpc>
                <a:spcPct val="115000"/>
              </a:lnSpc>
              <a:spcBef>
                <a:spcPts val="0"/>
              </a:spcBef>
              <a:spcAft>
                <a:spcPts val="0"/>
              </a:spcAft>
              <a:buClr>
                <a:schemeClr val="lt2"/>
              </a:buClr>
              <a:buSzPts val="1800"/>
              <a:buFont typeface="Nunito"/>
              <a:buChar char="●"/>
            </a:pPr>
            <a:r>
              <a:rPr lang="en" sz="1800">
                <a:solidFill>
                  <a:schemeClr val="lt2"/>
                </a:solidFill>
                <a:latin typeface="Nunito"/>
                <a:ea typeface="Nunito"/>
                <a:cs typeface="Nunito"/>
                <a:sym typeface="Nunito"/>
              </a:rPr>
              <a:t>Features</a:t>
            </a:r>
            <a:endParaRPr sz="1800">
              <a:solidFill>
                <a:schemeClr val="lt2"/>
              </a:solidFill>
              <a:latin typeface="Nunito"/>
              <a:ea typeface="Nunito"/>
              <a:cs typeface="Nunito"/>
              <a:sym typeface="Nunito"/>
            </a:endParaRPr>
          </a:p>
          <a:p>
            <a:pPr indent="-342900" lvl="1" marL="914400" rtl="0" algn="l">
              <a:lnSpc>
                <a:spcPct val="115000"/>
              </a:lnSpc>
              <a:spcBef>
                <a:spcPts val="0"/>
              </a:spcBef>
              <a:spcAft>
                <a:spcPts val="0"/>
              </a:spcAft>
              <a:buClr>
                <a:schemeClr val="lt2"/>
              </a:buClr>
              <a:buSzPts val="1800"/>
              <a:buFont typeface="Nunito"/>
              <a:buChar char="○"/>
            </a:pPr>
            <a:r>
              <a:rPr lang="en" sz="1800">
                <a:solidFill>
                  <a:schemeClr val="lt2"/>
                </a:solidFill>
                <a:latin typeface="Nunito"/>
                <a:ea typeface="Nunito"/>
                <a:cs typeface="Nunito"/>
                <a:sym typeface="Nunito"/>
              </a:rPr>
              <a:t>Tracks heart rate and ECG</a:t>
            </a:r>
            <a:endParaRPr sz="1800">
              <a:solidFill>
                <a:schemeClr val="lt2"/>
              </a:solidFill>
              <a:latin typeface="Nunito"/>
              <a:ea typeface="Nunito"/>
              <a:cs typeface="Nunito"/>
              <a:sym typeface="Nunito"/>
            </a:endParaRPr>
          </a:p>
          <a:p>
            <a:pPr indent="-342900" lvl="1" marL="914400" rtl="0" algn="l">
              <a:lnSpc>
                <a:spcPct val="115000"/>
              </a:lnSpc>
              <a:spcBef>
                <a:spcPts val="0"/>
              </a:spcBef>
              <a:spcAft>
                <a:spcPts val="0"/>
              </a:spcAft>
              <a:buClr>
                <a:schemeClr val="lt2"/>
              </a:buClr>
              <a:buSzPts val="1800"/>
              <a:buFont typeface="Nunito"/>
              <a:buChar char="○"/>
            </a:pPr>
            <a:r>
              <a:rPr lang="en" sz="1800">
                <a:solidFill>
                  <a:schemeClr val="lt2"/>
                </a:solidFill>
                <a:latin typeface="Nunito"/>
                <a:ea typeface="Nunito"/>
                <a:cs typeface="Nunito"/>
                <a:sym typeface="Nunito"/>
              </a:rPr>
              <a:t>Instant </a:t>
            </a:r>
            <a:r>
              <a:rPr lang="en" sz="1800">
                <a:solidFill>
                  <a:schemeClr val="lt2"/>
                </a:solidFill>
                <a:latin typeface="Nunito"/>
                <a:ea typeface="Nunito"/>
                <a:cs typeface="Nunito"/>
                <a:sym typeface="Nunito"/>
              </a:rPr>
              <a:t>interpretation</a:t>
            </a:r>
            <a:r>
              <a:rPr lang="en" sz="1800">
                <a:solidFill>
                  <a:schemeClr val="lt2"/>
                </a:solidFill>
                <a:latin typeface="Nunito"/>
                <a:ea typeface="Nunito"/>
                <a:cs typeface="Nunito"/>
                <a:sym typeface="Nunito"/>
              </a:rPr>
              <a:t> on vitals</a:t>
            </a:r>
            <a:endParaRPr sz="1800">
              <a:solidFill>
                <a:schemeClr val="lt2"/>
              </a:solidFill>
              <a:latin typeface="Nunito"/>
              <a:ea typeface="Nunito"/>
              <a:cs typeface="Nunito"/>
              <a:sym typeface="Nunito"/>
            </a:endParaRPr>
          </a:p>
          <a:p>
            <a:pPr indent="-342900" lvl="1" marL="914400" rtl="0" algn="l">
              <a:lnSpc>
                <a:spcPct val="115000"/>
              </a:lnSpc>
              <a:spcBef>
                <a:spcPts val="0"/>
              </a:spcBef>
              <a:spcAft>
                <a:spcPts val="0"/>
              </a:spcAft>
              <a:buClr>
                <a:schemeClr val="lt2"/>
              </a:buClr>
              <a:buSzPts val="1800"/>
              <a:buFont typeface="Nunito"/>
              <a:buChar char="○"/>
            </a:pPr>
            <a:r>
              <a:rPr lang="en" sz="1800">
                <a:solidFill>
                  <a:schemeClr val="lt2"/>
                </a:solidFill>
                <a:latin typeface="Nunito"/>
                <a:ea typeface="Nunito"/>
                <a:cs typeface="Nunito"/>
                <a:sym typeface="Nunito"/>
              </a:rPr>
              <a:t>Automatic irregular heartbeat notifications</a:t>
            </a:r>
            <a:endParaRPr sz="1800">
              <a:solidFill>
                <a:schemeClr val="lt2"/>
              </a:solidFill>
              <a:latin typeface="Nunito"/>
              <a:ea typeface="Nunito"/>
              <a:cs typeface="Nunito"/>
              <a:sym typeface="Nunito"/>
            </a:endParaRPr>
          </a:p>
          <a:p>
            <a:pPr indent="-342900" lvl="0" marL="457200" rtl="0" algn="l">
              <a:lnSpc>
                <a:spcPct val="115000"/>
              </a:lnSpc>
              <a:spcBef>
                <a:spcPts val="0"/>
              </a:spcBef>
              <a:spcAft>
                <a:spcPts val="0"/>
              </a:spcAft>
              <a:buClr>
                <a:schemeClr val="lt2"/>
              </a:buClr>
              <a:buSzPts val="1800"/>
              <a:buFont typeface="Nunito"/>
              <a:buChar char="●"/>
            </a:pPr>
            <a:r>
              <a:rPr lang="en" sz="1800">
                <a:solidFill>
                  <a:schemeClr val="lt2"/>
                </a:solidFill>
                <a:latin typeface="Nunito"/>
                <a:ea typeface="Nunito"/>
                <a:cs typeface="Nunito"/>
                <a:sym typeface="Nunito"/>
              </a:rPr>
              <a:t>Drawbacks</a:t>
            </a:r>
            <a:endParaRPr sz="1800">
              <a:solidFill>
                <a:schemeClr val="lt2"/>
              </a:solidFill>
              <a:latin typeface="Nunito"/>
              <a:ea typeface="Nunito"/>
              <a:cs typeface="Nunito"/>
              <a:sym typeface="Nunito"/>
            </a:endParaRPr>
          </a:p>
          <a:p>
            <a:pPr indent="-342900" lvl="1" marL="914400" rtl="0" algn="l">
              <a:lnSpc>
                <a:spcPct val="115000"/>
              </a:lnSpc>
              <a:spcBef>
                <a:spcPts val="0"/>
              </a:spcBef>
              <a:spcAft>
                <a:spcPts val="0"/>
              </a:spcAft>
              <a:buClr>
                <a:schemeClr val="lt2"/>
              </a:buClr>
              <a:buSzPts val="1800"/>
              <a:buFont typeface="Nunito"/>
              <a:buChar char="○"/>
            </a:pPr>
            <a:r>
              <a:rPr lang="en" sz="1800">
                <a:solidFill>
                  <a:schemeClr val="lt2"/>
                </a:solidFill>
                <a:latin typeface="Nunito"/>
                <a:ea typeface="Nunito"/>
                <a:cs typeface="Nunito"/>
                <a:sym typeface="Nunito"/>
              </a:rPr>
              <a:t>Only on IOS</a:t>
            </a:r>
            <a:endParaRPr sz="1800">
              <a:solidFill>
                <a:schemeClr val="lt2"/>
              </a:solidFill>
              <a:latin typeface="Nunito"/>
              <a:ea typeface="Nunito"/>
              <a:cs typeface="Nunito"/>
              <a:sym typeface="Nunito"/>
            </a:endParaRPr>
          </a:p>
          <a:p>
            <a:pPr indent="-342900" lvl="1" marL="914400" rtl="0" algn="l">
              <a:lnSpc>
                <a:spcPct val="115000"/>
              </a:lnSpc>
              <a:spcBef>
                <a:spcPts val="0"/>
              </a:spcBef>
              <a:spcAft>
                <a:spcPts val="0"/>
              </a:spcAft>
              <a:buClr>
                <a:schemeClr val="lt2"/>
              </a:buClr>
              <a:buSzPts val="1800"/>
              <a:buFont typeface="Nunito"/>
              <a:buChar char="○"/>
            </a:pPr>
            <a:r>
              <a:rPr lang="en" sz="1800">
                <a:solidFill>
                  <a:schemeClr val="lt2"/>
                </a:solidFill>
                <a:latin typeface="Nunito"/>
                <a:ea typeface="Nunito"/>
                <a:cs typeface="Nunito"/>
                <a:sym typeface="Nunito"/>
              </a:rPr>
              <a:t>Only works with Apple Watch</a:t>
            </a:r>
            <a:endParaRPr sz="1800">
              <a:solidFill>
                <a:schemeClr val="lt2"/>
              </a:solidFill>
              <a:latin typeface="Nunito"/>
              <a:ea typeface="Nunito"/>
              <a:cs typeface="Nunito"/>
              <a:sym typeface="Nunito"/>
            </a:endParaRPr>
          </a:p>
          <a:p>
            <a:pPr indent="0" lvl="0" marL="0" rtl="0" algn="l">
              <a:lnSpc>
                <a:spcPct val="115000"/>
              </a:lnSpc>
              <a:spcBef>
                <a:spcPts val="0"/>
              </a:spcBef>
              <a:spcAft>
                <a:spcPts val="0"/>
              </a:spcAft>
              <a:buNone/>
            </a:pPr>
            <a:r>
              <a:t/>
            </a:r>
            <a:endParaRPr sz="1800">
              <a:solidFill>
                <a:schemeClr val="lt2"/>
              </a:solidFill>
              <a:latin typeface="Nunito"/>
              <a:ea typeface="Nunito"/>
              <a:cs typeface="Nunito"/>
              <a:sym typeface="Nunito"/>
            </a:endParaRPr>
          </a:p>
        </p:txBody>
      </p:sp>
      <p:pic>
        <p:nvPicPr>
          <p:cNvPr id="3092" name="Google Shape;3092;p69"/>
          <p:cNvPicPr preferRelativeResize="0"/>
          <p:nvPr/>
        </p:nvPicPr>
        <p:blipFill>
          <a:blip r:embed="rId3">
            <a:alphaModFix/>
          </a:blip>
          <a:stretch>
            <a:fillRect/>
          </a:stretch>
        </p:blipFill>
        <p:spPr>
          <a:xfrm>
            <a:off x="4474375" y="1036150"/>
            <a:ext cx="2398174" cy="3202124"/>
          </a:xfrm>
          <a:prstGeom prst="rect">
            <a:avLst/>
          </a:prstGeom>
          <a:noFill/>
          <a:ln>
            <a:noFill/>
          </a:ln>
        </p:spPr>
      </p:pic>
      <p:pic>
        <p:nvPicPr>
          <p:cNvPr id="3093" name="Google Shape;3093;p69"/>
          <p:cNvPicPr preferRelativeResize="0"/>
          <p:nvPr/>
        </p:nvPicPr>
        <p:blipFill>
          <a:blip r:embed="rId4">
            <a:alphaModFix/>
          </a:blip>
          <a:stretch>
            <a:fillRect/>
          </a:stretch>
        </p:blipFill>
        <p:spPr>
          <a:xfrm>
            <a:off x="7058900" y="1036151"/>
            <a:ext cx="1638591" cy="329849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7" name="Shape 3097"/>
        <p:cNvGrpSpPr/>
        <p:nvPr/>
      </p:nvGrpSpPr>
      <p:grpSpPr>
        <a:xfrm>
          <a:off x="0" y="0"/>
          <a:ext cx="0" cy="0"/>
          <a:chOff x="0" y="0"/>
          <a:chExt cx="0" cy="0"/>
        </a:xfrm>
      </p:grpSpPr>
      <p:sp>
        <p:nvSpPr>
          <p:cNvPr id="3098" name="Google Shape;3098;p70"/>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Timeline</a:t>
            </a:r>
            <a:endParaRPr/>
          </a:p>
        </p:txBody>
      </p:sp>
      <p:sp>
        <p:nvSpPr>
          <p:cNvPr id="3099" name="Google Shape;3099;p70"/>
          <p:cNvSpPr/>
          <p:nvPr/>
        </p:nvSpPr>
        <p:spPr>
          <a:xfrm>
            <a:off x="3921900" y="4700807"/>
            <a:ext cx="1300200" cy="3006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00" name="Google Shape;3100;p70"/>
          <p:cNvSpPr txBox="1"/>
          <p:nvPr>
            <p:ph idx="4294967295" type="ctrTitle"/>
          </p:nvPr>
        </p:nvSpPr>
        <p:spPr>
          <a:xfrm>
            <a:off x="4570291" y="4730057"/>
            <a:ext cx="629400" cy="24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400">
                <a:solidFill>
                  <a:schemeClr val="hlink"/>
                </a:solidFill>
                <a:uFill>
                  <a:noFill/>
                </a:uFill>
                <a:hlinkClick action="ppaction://hlinkshowjump?jump=nextslide"/>
              </a:rPr>
              <a:t>NEXT</a:t>
            </a:r>
            <a:endParaRPr sz="1400"/>
          </a:p>
        </p:txBody>
      </p:sp>
      <p:sp>
        <p:nvSpPr>
          <p:cNvPr id="3101" name="Google Shape;3101;p70"/>
          <p:cNvSpPr txBox="1"/>
          <p:nvPr>
            <p:ph idx="4294967295" type="ctrTitle"/>
          </p:nvPr>
        </p:nvSpPr>
        <p:spPr>
          <a:xfrm>
            <a:off x="3943606" y="4730057"/>
            <a:ext cx="629400" cy="242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sz="1400">
                <a:solidFill>
                  <a:schemeClr val="hlink"/>
                </a:solidFill>
                <a:uFill>
                  <a:noFill/>
                </a:uFill>
                <a:hlinkClick action="ppaction://hlinkshowjump?jump=previousslide"/>
              </a:rPr>
              <a:t>PREV</a:t>
            </a:r>
            <a:endParaRPr sz="1400"/>
          </a:p>
        </p:txBody>
      </p:sp>
      <p:sp>
        <p:nvSpPr>
          <p:cNvPr id="3102" name="Google Shape;3102;p70"/>
          <p:cNvSpPr txBox="1"/>
          <p:nvPr/>
        </p:nvSpPr>
        <p:spPr>
          <a:xfrm>
            <a:off x="126775" y="1082250"/>
            <a:ext cx="3376200" cy="3298500"/>
          </a:xfrm>
          <a:prstGeom prst="rect">
            <a:avLst/>
          </a:prstGeom>
          <a:noFill/>
          <a:ln>
            <a:noFill/>
          </a:ln>
        </p:spPr>
        <p:txBody>
          <a:bodyPr anchorCtr="0" anchor="ctr" bIns="91425" lIns="91425" spcFirstLastPara="1" rIns="91425" wrap="square" tIns="91425">
            <a:noAutofit/>
          </a:bodyPr>
          <a:lstStyle/>
          <a:p>
            <a:pPr indent="-342900" lvl="0" marL="457200" rtl="0" algn="l">
              <a:lnSpc>
                <a:spcPct val="115000"/>
              </a:lnSpc>
              <a:spcBef>
                <a:spcPts val="0"/>
              </a:spcBef>
              <a:spcAft>
                <a:spcPts val="0"/>
              </a:spcAft>
              <a:buClr>
                <a:schemeClr val="lt2"/>
              </a:buClr>
              <a:buSzPts val="1800"/>
              <a:buFont typeface="Nunito"/>
              <a:buChar char="●"/>
            </a:pPr>
            <a:r>
              <a:rPr lang="en" sz="1800">
                <a:solidFill>
                  <a:schemeClr val="lt2"/>
                </a:solidFill>
                <a:latin typeface="Nunito"/>
                <a:ea typeface="Nunito"/>
                <a:cs typeface="Nunito"/>
                <a:sym typeface="Nunito"/>
              </a:rPr>
              <a:t>27 Months to develop app</a:t>
            </a:r>
            <a:br>
              <a:rPr lang="en" sz="1800">
                <a:solidFill>
                  <a:schemeClr val="lt2"/>
                </a:solidFill>
                <a:latin typeface="Nunito"/>
                <a:ea typeface="Nunito"/>
                <a:cs typeface="Nunito"/>
                <a:sym typeface="Nunito"/>
              </a:rPr>
            </a:br>
            <a:endParaRPr sz="1800">
              <a:solidFill>
                <a:schemeClr val="lt2"/>
              </a:solidFill>
              <a:latin typeface="Nunito"/>
              <a:ea typeface="Nunito"/>
              <a:cs typeface="Nunito"/>
              <a:sym typeface="Nunito"/>
            </a:endParaRPr>
          </a:p>
          <a:p>
            <a:pPr indent="-342900" lvl="1" marL="914400" rtl="0" algn="l">
              <a:lnSpc>
                <a:spcPct val="115000"/>
              </a:lnSpc>
              <a:spcBef>
                <a:spcPts val="0"/>
              </a:spcBef>
              <a:spcAft>
                <a:spcPts val="0"/>
              </a:spcAft>
              <a:buClr>
                <a:schemeClr val="lt2"/>
              </a:buClr>
              <a:buSzPts val="1800"/>
              <a:buFont typeface="Nunito"/>
              <a:buChar char="○"/>
            </a:pPr>
            <a:r>
              <a:rPr lang="en" sz="1800">
                <a:solidFill>
                  <a:schemeClr val="lt2"/>
                </a:solidFill>
                <a:latin typeface="Nunito"/>
                <a:ea typeface="Nunito"/>
                <a:cs typeface="Nunito"/>
                <a:sym typeface="Nunito"/>
              </a:rPr>
              <a:t>Part 1: App groundwork and feature development</a:t>
            </a:r>
            <a:br>
              <a:rPr lang="en" sz="1800">
                <a:solidFill>
                  <a:schemeClr val="lt2"/>
                </a:solidFill>
                <a:latin typeface="Nunito"/>
                <a:ea typeface="Nunito"/>
                <a:cs typeface="Nunito"/>
                <a:sym typeface="Nunito"/>
              </a:rPr>
            </a:br>
            <a:endParaRPr sz="1800">
              <a:solidFill>
                <a:schemeClr val="lt2"/>
              </a:solidFill>
              <a:latin typeface="Nunito"/>
              <a:ea typeface="Nunito"/>
              <a:cs typeface="Nunito"/>
              <a:sym typeface="Nunito"/>
            </a:endParaRPr>
          </a:p>
          <a:p>
            <a:pPr indent="-342900" lvl="1" marL="914400" rtl="0" algn="l">
              <a:lnSpc>
                <a:spcPct val="115000"/>
              </a:lnSpc>
              <a:spcBef>
                <a:spcPts val="0"/>
              </a:spcBef>
              <a:spcAft>
                <a:spcPts val="0"/>
              </a:spcAft>
              <a:buClr>
                <a:schemeClr val="lt2"/>
              </a:buClr>
              <a:buSzPts val="1800"/>
              <a:buFont typeface="Nunito"/>
              <a:buChar char="○"/>
            </a:pPr>
            <a:r>
              <a:rPr lang="en" sz="1800">
                <a:solidFill>
                  <a:schemeClr val="lt2"/>
                </a:solidFill>
                <a:latin typeface="Nunito"/>
                <a:ea typeface="Nunito"/>
                <a:cs typeface="Nunito"/>
                <a:sym typeface="Nunito"/>
              </a:rPr>
              <a:t>Part 2: Clinical Trials and iterative updates</a:t>
            </a:r>
            <a:endParaRPr sz="1800">
              <a:solidFill>
                <a:schemeClr val="lt2"/>
              </a:solidFill>
              <a:latin typeface="Nunito"/>
              <a:ea typeface="Nunito"/>
              <a:cs typeface="Nunito"/>
              <a:sym typeface="Nunito"/>
            </a:endParaRPr>
          </a:p>
        </p:txBody>
      </p:sp>
      <p:pic>
        <p:nvPicPr>
          <p:cNvPr id="3103" name="Google Shape;3103;p70"/>
          <p:cNvPicPr preferRelativeResize="0"/>
          <p:nvPr/>
        </p:nvPicPr>
        <p:blipFill>
          <a:blip r:embed="rId3">
            <a:alphaModFix/>
          </a:blip>
          <a:stretch>
            <a:fillRect/>
          </a:stretch>
        </p:blipFill>
        <p:spPr>
          <a:xfrm>
            <a:off x="4221900" y="1170100"/>
            <a:ext cx="4744813" cy="3378307"/>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7" name="Shape 3107"/>
        <p:cNvGrpSpPr/>
        <p:nvPr/>
      </p:nvGrpSpPr>
      <p:grpSpPr>
        <a:xfrm>
          <a:off x="0" y="0"/>
          <a:ext cx="0" cy="0"/>
          <a:chOff x="0" y="0"/>
          <a:chExt cx="0" cy="0"/>
        </a:xfrm>
      </p:grpSpPr>
      <p:sp>
        <p:nvSpPr>
          <p:cNvPr id="3108" name="Google Shape;3108;p71"/>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Costs</a:t>
            </a:r>
            <a:endParaRPr/>
          </a:p>
        </p:txBody>
      </p:sp>
      <p:sp>
        <p:nvSpPr>
          <p:cNvPr id="3109" name="Google Shape;3109;p71"/>
          <p:cNvSpPr/>
          <p:nvPr/>
        </p:nvSpPr>
        <p:spPr>
          <a:xfrm>
            <a:off x="3921900" y="4700807"/>
            <a:ext cx="1300200" cy="3006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10" name="Google Shape;3110;p71"/>
          <p:cNvSpPr txBox="1"/>
          <p:nvPr>
            <p:ph idx="4294967295" type="ctrTitle"/>
          </p:nvPr>
        </p:nvSpPr>
        <p:spPr>
          <a:xfrm>
            <a:off x="4570291" y="4730057"/>
            <a:ext cx="629400" cy="24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400">
                <a:solidFill>
                  <a:schemeClr val="hlink"/>
                </a:solidFill>
                <a:uFill>
                  <a:noFill/>
                </a:uFill>
                <a:hlinkClick action="ppaction://hlinkshowjump?jump=nextslide"/>
              </a:rPr>
              <a:t>NEXT</a:t>
            </a:r>
            <a:endParaRPr sz="1400"/>
          </a:p>
        </p:txBody>
      </p:sp>
      <p:sp>
        <p:nvSpPr>
          <p:cNvPr id="3111" name="Google Shape;3111;p71"/>
          <p:cNvSpPr txBox="1"/>
          <p:nvPr>
            <p:ph idx="4294967295" type="ctrTitle"/>
          </p:nvPr>
        </p:nvSpPr>
        <p:spPr>
          <a:xfrm>
            <a:off x="3943606" y="4730057"/>
            <a:ext cx="629400" cy="242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sz="1400">
                <a:solidFill>
                  <a:schemeClr val="hlink"/>
                </a:solidFill>
                <a:uFill>
                  <a:noFill/>
                </a:uFill>
                <a:hlinkClick action="ppaction://hlinkshowjump?jump=previousslide"/>
              </a:rPr>
              <a:t>PREV</a:t>
            </a:r>
            <a:endParaRPr sz="1400"/>
          </a:p>
        </p:txBody>
      </p:sp>
      <p:sp>
        <p:nvSpPr>
          <p:cNvPr id="3112" name="Google Shape;3112;p71"/>
          <p:cNvSpPr txBox="1"/>
          <p:nvPr/>
        </p:nvSpPr>
        <p:spPr>
          <a:xfrm>
            <a:off x="386825" y="1117775"/>
            <a:ext cx="4228200" cy="3298500"/>
          </a:xfrm>
          <a:prstGeom prst="rect">
            <a:avLst/>
          </a:prstGeom>
          <a:noFill/>
          <a:ln>
            <a:noFill/>
          </a:ln>
        </p:spPr>
        <p:txBody>
          <a:bodyPr anchorCtr="0" anchor="ctr" bIns="91425" lIns="91425" spcFirstLastPara="1" rIns="91425" wrap="square" tIns="91425">
            <a:noAutofit/>
          </a:bodyPr>
          <a:lstStyle/>
          <a:p>
            <a:pPr indent="-342900" lvl="0" marL="457200" rtl="0" algn="l">
              <a:lnSpc>
                <a:spcPct val="115000"/>
              </a:lnSpc>
              <a:spcBef>
                <a:spcPts val="0"/>
              </a:spcBef>
              <a:spcAft>
                <a:spcPts val="0"/>
              </a:spcAft>
              <a:buClr>
                <a:schemeClr val="lt2"/>
              </a:buClr>
              <a:buSzPts val="1800"/>
              <a:buFont typeface="Nunito"/>
              <a:buChar char="●"/>
            </a:pPr>
            <a:r>
              <a:rPr lang="en" sz="1800">
                <a:solidFill>
                  <a:schemeClr val="lt2"/>
                </a:solidFill>
                <a:latin typeface="Nunito"/>
                <a:ea typeface="Nunito"/>
                <a:cs typeface="Nunito"/>
                <a:sym typeface="Nunito"/>
              </a:rPr>
              <a:t>Total Cost - $8,136,485</a:t>
            </a:r>
            <a:endParaRPr sz="1800">
              <a:solidFill>
                <a:schemeClr val="lt2"/>
              </a:solidFill>
              <a:latin typeface="Nunito"/>
              <a:ea typeface="Nunito"/>
              <a:cs typeface="Nunito"/>
              <a:sym typeface="Nunito"/>
            </a:endParaRPr>
          </a:p>
          <a:p>
            <a:pPr indent="-342900" lvl="1" marL="914400" rtl="0" algn="l">
              <a:lnSpc>
                <a:spcPct val="115000"/>
              </a:lnSpc>
              <a:spcBef>
                <a:spcPts val="0"/>
              </a:spcBef>
              <a:spcAft>
                <a:spcPts val="0"/>
              </a:spcAft>
              <a:buClr>
                <a:schemeClr val="lt2"/>
              </a:buClr>
              <a:buSzPts val="1800"/>
              <a:buFont typeface="Nunito"/>
              <a:buChar char="○"/>
            </a:pPr>
            <a:r>
              <a:rPr lang="en" sz="1800">
                <a:solidFill>
                  <a:schemeClr val="lt2"/>
                </a:solidFill>
                <a:latin typeface="Nunito"/>
                <a:ea typeface="Nunito"/>
                <a:cs typeface="Nunito"/>
                <a:sym typeface="Nunito"/>
              </a:rPr>
              <a:t>Labor</a:t>
            </a:r>
            <a:endParaRPr sz="1800">
              <a:solidFill>
                <a:schemeClr val="lt2"/>
              </a:solidFill>
              <a:latin typeface="Nunito"/>
              <a:ea typeface="Nunito"/>
              <a:cs typeface="Nunito"/>
              <a:sym typeface="Nunito"/>
            </a:endParaRPr>
          </a:p>
          <a:p>
            <a:pPr indent="-342900" lvl="1" marL="914400" rtl="0" algn="l">
              <a:lnSpc>
                <a:spcPct val="115000"/>
              </a:lnSpc>
              <a:spcBef>
                <a:spcPts val="0"/>
              </a:spcBef>
              <a:spcAft>
                <a:spcPts val="0"/>
              </a:spcAft>
              <a:buClr>
                <a:schemeClr val="lt2"/>
              </a:buClr>
              <a:buSzPts val="1800"/>
              <a:buFont typeface="Nunito"/>
              <a:buChar char="○"/>
            </a:pPr>
            <a:r>
              <a:rPr lang="en" sz="1800">
                <a:solidFill>
                  <a:schemeClr val="lt2"/>
                </a:solidFill>
                <a:latin typeface="Nunito"/>
                <a:ea typeface="Nunito"/>
                <a:cs typeface="Nunito"/>
                <a:sym typeface="Nunito"/>
              </a:rPr>
              <a:t>Clinical Trials</a:t>
            </a:r>
            <a:endParaRPr sz="1800">
              <a:solidFill>
                <a:schemeClr val="lt2"/>
              </a:solidFill>
              <a:latin typeface="Nunito"/>
              <a:ea typeface="Nunito"/>
              <a:cs typeface="Nunito"/>
              <a:sym typeface="Nunito"/>
            </a:endParaRPr>
          </a:p>
          <a:p>
            <a:pPr indent="-342900" lvl="1" marL="914400" rtl="0" algn="l">
              <a:lnSpc>
                <a:spcPct val="115000"/>
              </a:lnSpc>
              <a:spcBef>
                <a:spcPts val="0"/>
              </a:spcBef>
              <a:spcAft>
                <a:spcPts val="0"/>
              </a:spcAft>
              <a:buClr>
                <a:schemeClr val="lt2"/>
              </a:buClr>
              <a:buSzPts val="1800"/>
              <a:buFont typeface="Nunito"/>
              <a:buChar char="○"/>
            </a:pPr>
            <a:r>
              <a:rPr lang="en" sz="1800">
                <a:solidFill>
                  <a:schemeClr val="lt2"/>
                </a:solidFill>
                <a:latin typeface="Nunito"/>
                <a:ea typeface="Nunito"/>
                <a:cs typeface="Nunito"/>
                <a:sym typeface="Nunito"/>
              </a:rPr>
              <a:t>FDA, HIPAA clearance</a:t>
            </a:r>
            <a:endParaRPr sz="1800">
              <a:solidFill>
                <a:schemeClr val="lt2"/>
              </a:solidFill>
              <a:latin typeface="Nunito"/>
              <a:ea typeface="Nunito"/>
              <a:cs typeface="Nunito"/>
              <a:sym typeface="Nunito"/>
            </a:endParaRPr>
          </a:p>
          <a:p>
            <a:pPr indent="-342900" lvl="1" marL="914400" rtl="0" algn="l">
              <a:lnSpc>
                <a:spcPct val="115000"/>
              </a:lnSpc>
              <a:spcBef>
                <a:spcPts val="0"/>
              </a:spcBef>
              <a:spcAft>
                <a:spcPts val="0"/>
              </a:spcAft>
              <a:buClr>
                <a:schemeClr val="lt2"/>
              </a:buClr>
              <a:buSzPts val="1800"/>
              <a:buFont typeface="Nunito"/>
              <a:buChar char="○"/>
            </a:pPr>
            <a:r>
              <a:rPr lang="en" sz="1800">
                <a:solidFill>
                  <a:schemeClr val="lt2"/>
                </a:solidFill>
                <a:latin typeface="Nunito"/>
                <a:ea typeface="Nunito"/>
                <a:cs typeface="Nunito"/>
                <a:sym typeface="Nunito"/>
              </a:rPr>
              <a:t>Server Hosting</a:t>
            </a:r>
            <a:endParaRPr sz="1800">
              <a:solidFill>
                <a:schemeClr val="lt2"/>
              </a:solidFill>
              <a:latin typeface="Nunito"/>
              <a:ea typeface="Nunito"/>
              <a:cs typeface="Nunito"/>
              <a:sym typeface="Nunito"/>
            </a:endParaRPr>
          </a:p>
        </p:txBody>
      </p:sp>
      <p:pic>
        <p:nvPicPr>
          <p:cNvPr id="3113" name="Google Shape;3113;p71"/>
          <p:cNvPicPr preferRelativeResize="0"/>
          <p:nvPr/>
        </p:nvPicPr>
        <p:blipFill>
          <a:blip r:embed="rId3">
            <a:alphaModFix/>
          </a:blip>
          <a:stretch>
            <a:fillRect/>
          </a:stretch>
        </p:blipFill>
        <p:spPr>
          <a:xfrm>
            <a:off x="4615025" y="1170100"/>
            <a:ext cx="4224176" cy="1956887"/>
          </a:xfrm>
          <a:prstGeom prst="rect">
            <a:avLst/>
          </a:prstGeom>
          <a:noFill/>
          <a:ln>
            <a:noFill/>
          </a:ln>
        </p:spPr>
      </p:pic>
      <p:pic>
        <p:nvPicPr>
          <p:cNvPr id="3114" name="Google Shape;3114;p71"/>
          <p:cNvPicPr preferRelativeResize="0"/>
          <p:nvPr/>
        </p:nvPicPr>
        <p:blipFill>
          <a:blip r:embed="rId4">
            <a:alphaModFix/>
          </a:blip>
          <a:stretch>
            <a:fillRect/>
          </a:stretch>
        </p:blipFill>
        <p:spPr>
          <a:xfrm>
            <a:off x="4615021" y="3182601"/>
            <a:ext cx="4224175" cy="135849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8" name="Shape 3118"/>
        <p:cNvGrpSpPr/>
        <p:nvPr/>
      </p:nvGrpSpPr>
      <p:grpSpPr>
        <a:xfrm>
          <a:off x="0" y="0"/>
          <a:ext cx="0" cy="0"/>
          <a:chOff x="0" y="0"/>
          <a:chExt cx="0" cy="0"/>
        </a:xfrm>
      </p:grpSpPr>
      <p:sp>
        <p:nvSpPr>
          <p:cNvPr id="3119" name="Google Shape;3119;p72"/>
          <p:cNvSpPr txBox="1"/>
          <p:nvPr>
            <p:ph type="title"/>
          </p:nvPr>
        </p:nvSpPr>
        <p:spPr>
          <a:xfrm>
            <a:off x="139975" y="760325"/>
            <a:ext cx="8855700" cy="478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Risk Management</a:t>
            </a:r>
            <a:endParaRPr/>
          </a:p>
        </p:txBody>
      </p:sp>
      <p:sp>
        <p:nvSpPr>
          <p:cNvPr id="3120" name="Google Shape;3120;p72"/>
          <p:cNvSpPr txBox="1"/>
          <p:nvPr>
            <p:ph idx="1" type="body"/>
          </p:nvPr>
        </p:nvSpPr>
        <p:spPr>
          <a:xfrm>
            <a:off x="1648225" y="1238525"/>
            <a:ext cx="5988900" cy="3576600"/>
          </a:xfrm>
          <a:prstGeom prst="rect">
            <a:avLst/>
          </a:prstGeom>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SzPts val="1800"/>
              <a:buChar char="-"/>
            </a:pPr>
            <a:r>
              <a:rPr lang="en"/>
              <a:t>1. Undetected AFib Events</a:t>
            </a:r>
            <a:endParaRPr/>
          </a:p>
          <a:p>
            <a:pPr indent="-317500" lvl="1" marL="914400" rtl="0" algn="l">
              <a:lnSpc>
                <a:spcPct val="150000"/>
              </a:lnSpc>
              <a:spcBef>
                <a:spcPts val="0"/>
              </a:spcBef>
              <a:spcAft>
                <a:spcPts val="0"/>
              </a:spcAft>
              <a:buSzPts val="1400"/>
              <a:buChar char="-"/>
            </a:pPr>
            <a:r>
              <a:rPr lang="en"/>
              <a:t>Alerts reach both users and </a:t>
            </a:r>
            <a:r>
              <a:rPr lang="en"/>
              <a:t>caregivers</a:t>
            </a:r>
            <a:endParaRPr/>
          </a:p>
          <a:p>
            <a:pPr indent="-342900" lvl="0" marL="457200" rtl="0" algn="l">
              <a:lnSpc>
                <a:spcPct val="150000"/>
              </a:lnSpc>
              <a:spcBef>
                <a:spcPts val="0"/>
              </a:spcBef>
              <a:spcAft>
                <a:spcPts val="0"/>
              </a:spcAft>
              <a:buSzPts val="1800"/>
              <a:buChar char="-"/>
            </a:pPr>
            <a:r>
              <a:rPr lang="en"/>
              <a:t>2. Overdependence</a:t>
            </a:r>
            <a:endParaRPr/>
          </a:p>
          <a:p>
            <a:pPr indent="-317500" lvl="1" marL="914400" rtl="0" algn="l">
              <a:lnSpc>
                <a:spcPct val="150000"/>
              </a:lnSpc>
              <a:spcBef>
                <a:spcPts val="0"/>
              </a:spcBef>
              <a:spcAft>
                <a:spcPts val="0"/>
              </a:spcAft>
              <a:buSzPts val="1400"/>
              <a:buChar char="-"/>
            </a:pPr>
            <a:r>
              <a:rPr lang="en"/>
              <a:t>Collaboration with health providers</a:t>
            </a:r>
            <a:endParaRPr/>
          </a:p>
          <a:p>
            <a:pPr indent="-317500" lvl="1" marL="914400" rtl="0" algn="l">
              <a:lnSpc>
                <a:spcPct val="150000"/>
              </a:lnSpc>
              <a:spcBef>
                <a:spcPts val="0"/>
              </a:spcBef>
              <a:spcAft>
                <a:spcPts val="0"/>
              </a:spcAft>
              <a:buSzPts val="1400"/>
              <a:buChar char="-"/>
            </a:pPr>
            <a:r>
              <a:rPr lang="en"/>
              <a:t>Notify hospitals if regular check-ups missed</a:t>
            </a:r>
            <a:endParaRPr/>
          </a:p>
          <a:p>
            <a:pPr indent="-342900" lvl="0" marL="457200" rtl="0" algn="l">
              <a:lnSpc>
                <a:spcPct val="150000"/>
              </a:lnSpc>
              <a:spcBef>
                <a:spcPts val="0"/>
              </a:spcBef>
              <a:spcAft>
                <a:spcPts val="0"/>
              </a:spcAft>
              <a:buSzPts val="1800"/>
              <a:buChar char="-"/>
            </a:pPr>
            <a:r>
              <a:rPr lang="en"/>
              <a:t>3. Data Security</a:t>
            </a:r>
            <a:endParaRPr/>
          </a:p>
          <a:p>
            <a:pPr indent="-317500" lvl="1" marL="914400" rtl="0" algn="l">
              <a:lnSpc>
                <a:spcPct val="150000"/>
              </a:lnSpc>
              <a:spcBef>
                <a:spcPts val="0"/>
              </a:spcBef>
              <a:spcAft>
                <a:spcPts val="0"/>
              </a:spcAft>
              <a:buSzPts val="1400"/>
              <a:buChar char="-"/>
            </a:pPr>
            <a:r>
              <a:rPr lang="en"/>
              <a:t>Strong password protection</a:t>
            </a:r>
            <a:endParaRPr/>
          </a:p>
          <a:p>
            <a:pPr indent="-317500" lvl="1" marL="914400" rtl="0" algn="l">
              <a:lnSpc>
                <a:spcPct val="150000"/>
              </a:lnSpc>
              <a:spcBef>
                <a:spcPts val="0"/>
              </a:spcBef>
              <a:spcAft>
                <a:spcPts val="0"/>
              </a:spcAft>
              <a:buSzPts val="1400"/>
              <a:buChar char="-"/>
            </a:pPr>
            <a:r>
              <a:rPr lang="en"/>
              <a:t>Safe </a:t>
            </a:r>
            <a:r>
              <a:rPr lang="en"/>
              <a:t>data</a:t>
            </a:r>
            <a:r>
              <a:rPr lang="en"/>
              <a:t> </a:t>
            </a:r>
            <a:r>
              <a:rPr lang="en"/>
              <a:t>storage solution (Amazon RDS)</a:t>
            </a:r>
            <a:endParaRPr/>
          </a:p>
          <a:p>
            <a:pPr indent="-317500" lvl="1" marL="914400" rtl="0" algn="l">
              <a:lnSpc>
                <a:spcPct val="150000"/>
              </a:lnSpc>
              <a:spcBef>
                <a:spcPts val="0"/>
              </a:spcBef>
              <a:spcAft>
                <a:spcPts val="0"/>
              </a:spcAft>
              <a:buSzPts val="1400"/>
              <a:buChar char="-"/>
            </a:pPr>
            <a:r>
              <a:rPr lang="en"/>
              <a:t>User control over data (local or cloud)</a:t>
            </a:r>
            <a:endParaRPr/>
          </a:p>
          <a:p>
            <a:pPr indent="-317500" lvl="1" marL="914400" rtl="0" algn="l">
              <a:lnSpc>
                <a:spcPct val="150000"/>
              </a:lnSpc>
              <a:spcBef>
                <a:spcPts val="0"/>
              </a:spcBef>
              <a:spcAft>
                <a:spcPts val="0"/>
              </a:spcAft>
              <a:buSzPts val="1400"/>
              <a:buChar char="-"/>
            </a:pPr>
            <a:r>
              <a:rPr lang="en"/>
              <a:t>Education on privacy</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4" name="Shape 3124"/>
        <p:cNvGrpSpPr/>
        <p:nvPr/>
      </p:nvGrpSpPr>
      <p:grpSpPr>
        <a:xfrm>
          <a:off x="0" y="0"/>
          <a:ext cx="0" cy="0"/>
          <a:chOff x="0" y="0"/>
          <a:chExt cx="0" cy="0"/>
        </a:xfrm>
      </p:grpSpPr>
      <p:sp>
        <p:nvSpPr>
          <p:cNvPr id="3125" name="Google Shape;3125;p73"/>
          <p:cNvSpPr txBox="1"/>
          <p:nvPr>
            <p:ph type="title"/>
          </p:nvPr>
        </p:nvSpPr>
        <p:spPr>
          <a:xfrm>
            <a:off x="139975" y="455525"/>
            <a:ext cx="8855700" cy="478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Conclusion</a:t>
            </a:r>
            <a:endParaRPr/>
          </a:p>
        </p:txBody>
      </p:sp>
      <p:sp>
        <p:nvSpPr>
          <p:cNvPr id="3126" name="Google Shape;3126;p73"/>
          <p:cNvSpPr txBox="1"/>
          <p:nvPr>
            <p:ph idx="1" type="body"/>
          </p:nvPr>
        </p:nvSpPr>
        <p:spPr>
          <a:xfrm>
            <a:off x="1657275" y="1163600"/>
            <a:ext cx="5988900" cy="29562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
              <a:t>HeartWatch </a:t>
            </a:r>
            <a:r>
              <a:rPr lang="en"/>
              <a:t>aims to address the growing challenge of managing AFib, </a:t>
            </a:r>
            <a:r>
              <a:rPr lang="en"/>
              <a:t>particularly</a:t>
            </a:r>
            <a:r>
              <a:rPr lang="en"/>
              <a:t> those at risk of severe heart complications.</a:t>
            </a:r>
            <a:endParaRPr/>
          </a:p>
          <a:p>
            <a:pPr indent="0" lvl="0" marL="0" rtl="0" algn="l">
              <a:lnSpc>
                <a:spcPct val="150000"/>
              </a:lnSpc>
              <a:spcBef>
                <a:spcPts val="0"/>
              </a:spcBef>
              <a:spcAft>
                <a:spcPts val="0"/>
              </a:spcAft>
              <a:buNone/>
            </a:pPr>
            <a:r>
              <a:t/>
            </a:r>
            <a:endParaRPr/>
          </a:p>
          <a:p>
            <a:pPr indent="0" lvl="0" marL="0" rtl="0" algn="l">
              <a:lnSpc>
                <a:spcPct val="150000"/>
              </a:lnSpc>
              <a:spcBef>
                <a:spcPts val="0"/>
              </a:spcBef>
              <a:spcAft>
                <a:spcPts val="0"/>
              </a:spcAft>
              <a:buNone/>
            </a:pPr>
            <a:r>
              <a:rPr b="1" lang="en"/>
              <a:t>Heartwatch </a:t>
            </a:r>
            <a:r>
              <a:rPr lang="en"/>
              <a:t>integrates </a:t>
            </a:r>
            <a:r>
              <a:rPr lang="en"/>
              <a:t>seamlessly with existing wearable</a:t>
            </a:r>
            <a:r>
              <a:rPr lang="en"/>
              <a:t> </a:t>
            </a:r>
            <a:r>
              <a:rPr lang="en"/>
              <a:t>devices, using advanced machine learning to detect irregularities in cardiovascular health.</a:t>
            </a:r>
            <a:endParaRPr/>
          </a:p>
          <a:p>
            <a:pPr indent="0" lvl="0" marL="0" rtl="0" algn="l">
              <a:lnSpc>
                <a:spcPct val="150000"/>
              </a:lnSpc>
              <a:spcBef>
                <a:spcPts val="0"/>
              </a:spcBef>
              <a:spcAft>
                <a:spcPts val="0"/>
              </a:spcAft>
              <a:buNone/>
            </a:pPr>
            <a:r>
              <a:t/>
            </a:r>
            <a:endParaRPr/>
          </a:p>
          <a:p>
            <a:pPr indent="0" lvl="0" marL="0" rtl="0" algn="l">
              <a:lnSpc>
                <a:spcPct val="150000"/>
              </a:lnSpc>
              <a:spcBef>
                <a:spcPts val="0"/>
              </a:spcBef>
              <a:spcAft>
                <a:spcPts val="0"/>
              </a:spcAft>
              <a:buNone/>
            </a:pPr>
            <a:r>
              <a:rPr b="1" lang="en"/>
              <a:t>Heartwatch’s </a:t>
            </a:r>
            <a:r>
              <a:rPr lang="en"/>
              <a:t>goal is to improve health outcomes, reduce healthcare burdens, and provide a user-friendly means for managing AFib effectively.</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0" name="Shape 3130"/>
        <p:cNvGrpSpPr/>
        <p:nvPr/>
      </p:nvGrpSpPr>
      <p:grpSpPr>
        <a:xfrm>
          <a:off x="0" y="0"/>
          <a:ext cx="0" cy="0"/>
          <a:chOff x="0" y="0"/>
          <a:chExt cx="0" cy="0"/>
        </a:xfrm>
      </p:grpSpPr>
      <p:sp>
        <p:nvSpPr>
          <p:cNvPr id="3131" name="Google Shape;3131;p74"/>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References</a:t>
            </a:r>
            <a:endParaRPr/>
          </a:p>
        </p:txBody>
      </p:sp>
      <p:sp>
        <p:nvSpPr>
          <p:cNvPr id="3132" name="Google Shape;3132;p74"/>
          <p:cNvSpPr txBox="1"/>
          <p:nvPr/>
        </p:nvSpPr>
        <p:spPr>
          <a:xfrm>
            <a:off x="327050" y="954250"/>
            <a:ext cx="8749500" cy="4633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900">
                <a:solidFill>
                  <a:schemeClr val="lt2"/>
                </a:solidFill>
                <a:latin typeface="Times New Roman"/>
                <a:ea typeface="Times New Roman"/>
                <a:cs typeface="Times New Roman"/>
                <a:sym typeface="Times New Roman"/>
              </a:rPr>
              <a:t>[1]Brian, “What You Don’t Know About Your Meds Can Kill You | Medisafe,” </a:t>
            </a:r>
            <a:r>
              <a:rPr i="1" lang="en" sz="900">
                <a:solidFill>
                  <a:schemeClr val="lt2"/>
                </a:solidFill>
                <a:latin typeface="Times New Roman"/>
                <a:ea typeface="Times New Roman"/>
                <a:cs typeface="Times New Roman"/>
                <a:sym typeface="Times New Roman"/>
              </a:rPr>
              <a:t>Medisafe</a:t>
            </a:r>
            <a:r>
              <a:rPr lang="en" sz="900">
                <a:solidFill>
                  <a:schemeClr val="lt2"/>
                </a:solidFill>
                <a:latin typeface="Times New Roman"/>
                <a:ea typeface="Times New Roman"/>
                <a:cs typeface="Times New Roman"/>
                <a:sym typeface="Times New Roman"/>
              </a:rPr>
              <a:t>, Oct. 10, 2018. https://www.medisafe.com/what-you-dont-know-about-your-meds-can-kill-you/ (accessed Nov. 06, 2024).</a:t>
            </a:r>
            <a:endParaRPr sz="900">
              <a:solidFill>
                <a:schemeClr val="lt2"/>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 sz="900">
                <a:solidFill>
                  <a:schemeClr val="lt2"/>
                </a:solidFill>
                <a:latin typeface="Times New Roman"/>
                <a:ea typeface="Times New Roman"/>
                <a:cs typeface="Times New Roman"/>
                <a:sym typeface="Times New Roman"/>
              </a:rPr>
              <a:t>‌[2]“Track your medications in Health on iPhone,” </a:t>
            </a:r>
            <a:r>
              <a:rPr i="1" lang="en" sz="900">
                <a:solidFill>
                  <a:schemeClr val="lt2"/>
                </a:solidFill>
                <a:latin typeface="Times New Roman"/>
                <a:ea typeface="Times New Roman"/>
                <a:cs typeface="Times New Roman"/>
                <a:sym typeface="Times New Roman"/>
              </a:rPr>
              <a:t>Apple Support</a:t>
            </a:r>
            <a:r>
              <a:rPr lang="en" sz="900">
                <a:solidFill>
                  <a:schemeClr val="lt2"/>
                </a:solidFill>
                <a:latin typeface="Times New Roman"/>
                <a:ea typeface="Times New Roman"/>
                <a:cs typeface="Times New Roman"/>
                <a:sym typeface="Times New Roman"/>
              </a:rPr>
              <a:t>, 2024. https://support.apple.com/guide/iphone/track-your-medications-iph811670c81/ios (accessed Nov. 06, 2024).</a:t>
            </a:r>
            <a:endParaRPr sz="900">
              <a:solidFill>
                <a:schemeClr val="lt2"/>
              </a:solidFill>
              <a:latin typeface="Times New Roman"/>
              <a:ea typeface="Times New Roman"/>
              <a:cs typeface="Times New Roman"/>
              <a:sym typeface="Times New Roman"/>
            </a:endParaRPr>
          </a:p>
          <a:p>
            <a:pPr indent="0" lvl="0" marL="0" rtl="0" algn="l">
              <a:lnSpc>
                <a:spcPct val="200000"/>
              </a:lnSpc>
              <a:spcBef>
                <a:spcPts val="1200"/>
              </a:spcBef>
              <a:spcAft>
                <a:spcPts val="0"/>
              </a:spcAft>
              <a:buNone/>
            </a:pPr>
            <a:r>
              <a:rPr lang="en" sz="900">
                <a:solidFill>
                  <a:schemeClr val="lt2"/>
                </a:solidFill>
                <a:latin typeface="Times New Roman"/>
                <a:ea typeface="Times New Roman"/>
                <a:cs typeface="Times New Roman"/>
                <a:sym typeface="Times New Roman"/>
              </a:rPr>
              <a:t>[3] B. P. Krijthe, A. Kunst, E. J. Benjamin, G. Y. H. Lip, O. H. Franco, A. Hofman, J. C. M. Witteman, B. H. Stricker, and J. Heeringa, "Projections on the number of individuals with atrial fibrillation in the European Union, from 2000 to 2060," Eur. Heart J., vol. 34, pp. 2746-2751, 2013.</a:t>
            </a:r>
            <a:endParaRPr sz="900">
              <a:solidFill>
                <a:schemeClr val="lt2"/>
              </a:solidFill>
              <a:latin typeface="Times New Roman"/>
              <a:ea typeface="Times New Roman"/>
              <a:cs typeface="Times New Roman"/>
              <a:sym typeface="Times New Roman"/>
            </a:endParaRPr>
          </a:p>
          <a:p>
            <a:pPr indent="0" lvl="0" marL="0" rtl="0" algn="l">
              <a:lnSpc>
                <a:spcPct val="200000"/>
              </a:lnSpc>
              <a:spcBef>
                <a:spcPts val="0"/>
              </a:spcBef>
              <a:spcAft>
                <a:spcPts val="0"/>
              </a:spcAft>
              <a:buNone/>
            </a:pPr>
            <a:r>
              <a:rPr lang="en" sz="900">
                <a:solidFill>
                  <a:schemeClr val="lt2"/>
                </a:solidFill>
                <a:latin typeface="Times New Roman"/>
                <a:ea typeface="Times New Roman"/>
                <a:cs typeface="Times New Roman"/>
                <a:sym typeface="Times New Roman"/>
              </a:rPr>
              <a:t>[4] E. J. Benjamin, P. A. Wolf, R. B. D’Agostino, H. Silbershatz, W. B. Kannel, and D. Levy, "Impact of Atrial Fibrillation on the Risk of Death," Circulation, vol. 98, no. 10, pp. 946-952, Sep. 1998.</a:t>
            </a:r>
            <a:endParaRPr sz="900">
              <a:solidFill>
                <a:schemeClr val="lt2"/>
              </a:solidFill>
              <a:latin typeface="Times New Roman"/>
              <a:ea typeface="Times New Roman"/>
              <a:cs typeface="Times New Roman"/>
              <a:sym typeface="Times New Roman"/>
            </a:endParaRPr>
          </a:p>
          <a:p>
            <a:pPr indent="0" lvl="0" marL="0" rtl="0" algn="l">
              <a:lnSpc>
                <a:spcPct val="200000"/>
              </a:lnSpc>
              <a:spcBef>
                <a:spcPts val="1200"/>
              </a:spcBef>
              <a:spcAft>
                <a:spcPts val="0"/>
              </a:spcAft>
              <a:buNone/>
            </a:pPr>
            <a:r>
              <a:rPr lang="en" sz="900">
                <a:solidFill>
                  <a:schemeClr val="lt2"/>
                </a:solidFill>
                <a:latin typeface="Times New Roman"/>
                <a:ea typeface="Times New Roman"/>
                <a:cs typeface="Times New Roman"/>
                <a:sym typeface="Times New Roman"/>
              </a:rPr>
              <a:t>[5] S. J. Czaja et al., "Factors Predicting the Use of Technology: Findings from the Center for Research and Education on Aging and Technology Enhancement (CREATE)," </a:t>
            </a:r>
            <a:r>
              <a:rPr i="1" lang="en" sz="900">
                <a:solidFill>
                  <a:schemeClr val="lt2"/>
                </a:solidFill>
                <a:latin typeface="Times New Roman"/>
                <a:ea typeface="Times New Roman"/>
                <a:cs typeface="Times New Roman"/>
                <a:sym typeface="Times New Roman"/>
              </a:rPr>
              <a:t>Psychology and Aging</a:t>
            </a:r>
            <a:r>
              <a:rPr lang="en" sz="900">
                <a:solidFill>
                  <a:schemeClr val="lt2"/>
                </a:solidFill>
                <a:latin typeface="Times New Roman"/>
                <a:ea typeface="Times New Roman"/>
                <a:cs typeface="Times New Roman"/>
                <a:sym typeface="Times New Roman"/>
              </a:rPr>
              <a:t>, vol. 21, no. 2, pp. 333–352, 2006.</a:t>
            </a:r>
            <a:endParaRPr sz="900">
              <a:solidFill>
                <a:schemeClr val="lt2"/>
              </a:solidFill>
              <a:latin typeface="Times New Roman"/>
              <a:ea typeface="Times New Roman"/>
              <a:cs typeface="Times New Roman"/>
              <a:sym typeface="Times New Roman"/>
            </a:endParaRPr>
          </a:p>
          <a:p>
            <a:pPr indent="0" lvl="0" marL="0" rtl="0" algn="l">
              <a:lnSpc>
                <a:spcPct val="200000"/>
              </a:lnSpc>
              <a:spcBef>
                <a:spcPts val="1200"/>
              </a:spcBef>
              <a:spcAft>
                <a:spcPts val="0"/>
              </a:spcAft>
              <a:buNone/>
            </a:pPr>
            <a:r>
              <a:rPr lang="en" sz="900">
                <a:solidFill>
                  <a:schemeClr val="lt2"/>
                </a:solidFill>
                <a:latin typeface="Times New Roman"/>
                <a:ea typeface="Times New Roman"/>
                <a:cs typeface="Times New Roman"/>
                <a:sym typeface="Times New Roman"/>
              </a:rPr>
              <a:t>[6] K.-J. Brickwood, A. D. Williams, G. Watson, and J. O’Brien, "Older adults' experiences of using a wearable activity tracker with health professional feedback over a 12-month randomized controlled trial," </a:t>
            </a:r>
            <a:r>
              <a:rPr i="1" lang="en" sz="900">
                <a:solidFill>
                  <a:schemeClr val="lt2"/>
                </a:solidFill>
                <a:latin typeface="Times New Roman"/>
                <a:ea typeface="Times New Roman"/>
                <a:cs typeface="Times New Roman"/>
                <a:sym typeface="Times New Roman"/>
              </a:rPr>
              <a:t>Digital Health</a:t>
            </a:r>
            <a:r>
              <a:rPr lang="en" sz="900">
                <a:solidFill>
                  <a:schemeClr val="lt2"/>
                </a:solidFill>
                <a:latin typeface="Times New Roman"/>
                <a:ea typeface="Times New Roman"/>
                <a:cs typeface="Times New Roman"/>
                <a:sym typeface="Times New Roman"/>
              </a:rPr>
              <a:t>, vol. 6, pp. 1-13, 2020.</a:t>
            </a:r>
            <a:endParaRPr sz="900">
              <a:solidFill>
                <a:schemeClr val="lt2"/>
              </a:solidFill>
              <a:latin typeface="Times New Roman"/>
              <a:ea typeface="Times New Roman"/>
              <a:cs typeface="Times New Roman"/>
              <a:sym typeface="Times New Roman"/>
            </a:endParaRPr>
          </a:p>
          <a:p>
            <a:pPr indent="0" lvl="0" marL="0" rtl="0" algn="l">
              <a:lnSpc>
                <a:spcPct val="200000"/>
              </a:lnSpc>
              <a:spcBef>
                <a:spcPts val="1200"/>
              </a:spcBef>
              <a:spcAft>
                <a:spcPts val="0"/>
              </a:spcAft>
              <a:buNone/>
            </a:pPr>
            <a:r>
              <a:rPr lang="en" sz="900">
                <a:solidFill>
                  <a:schemeClr val="lt2"/>
                </a:solidFill>
                <a:latin typeface="Times New Roman"/>
                <a:ea typeface="Times New Roman"/>
                <a:cs typeface="Times New Roman"/>
                <a:sym typeface="Times New Roman"/>
              </a:rPr>
              <a:t>[7] P. A. Williams and V. McCauley, "Always Connected: The Security Challenges of the Healthcare Internet of Things," </a:t>
            </a:r>
            <a:r>
              <a:rPr i="1" lang="en" sz="900">
                <a:solidFill>
                  <a:schemeClr val="lt2"/>
                </a:solidFill>
                <a:latin typeface="Times New Roman"/>
                <a:ea typeface="Times New Roman"/>
                <a:cs typeface="Times New Roman"/>
                <a:sym typeface="Times New Roman"/>
              </a:rPr>
              <a:t>Journal of Medical Internet Research</a:t>
            </a:r>
            <a:r>
              <a:rPr lang="en" sz="900">
                <a:solidFill>
                  <a:schemeClr val="lt2"/>
                </a:solidFill>
                <a:latin typeface="Times New Roman"/>
                <a:ea typeface="Times New Roman"/>
                <a:cs typeface="Times New Roman"/>
                <a:sym typeface="Times New Roman"/>
              </a:rPr>
              <a:t>, vol. 18, no. 6, 2016.</a:t>
            </a:r>
            <a:endParaRPr sz="900">
              <a:solidFill>
                <a:schemeClr val="lt2"/>
              </a:solidFill>
              <a:latin typeface="Times New Roman"/>
              <a:ea typeface="Times New Roman"/>
              <a:cs typeface="Times New Roman"/>
              <a:sym typeface="Times New Roman"/>
            </a:endParaRPr>
          </a:p>
          <a:p>
            <a:pPr indent="0" lvl="0" marL="0" rtl="0" algn="l">
              <a:lnSpc>
                <a:spcPct val="200000"/>
              </a:lnSpc>
              <a:spcBef>
                <a:spcPts val="1200"/>
              </a:spcBef>
              <a:spcAft>
                <a:spcPts val="0"/>
              </a:spcAft>
              <a:buNone/>
            </a:pPr>
            <a:r>
              <a:t/>
            </a:r>
            <a:endParaRPr sz="900">
              <a:solidFill>
                <a:schemeClr val="lt2"/>
              </a:solidFill>
              <a:latin typeface="Times New Roman"/>
              <a:ea typeface="Times New Roman"/>
              <a:cs typeface="Times New Roman"/>
              <a:sym typeface="Times New Roman"/>
            </a:endParaRPr>
          </a:p>
          <a:p>
            <a:pPr indent="0" lvl="0" marL="0" rtl="0" algn="l">
              <a:spcBef>
                <a:spcPts val="0"/>
              </a:spcBef>
              <a:spcAft>
                <a:spcPts val="0"/>
              </a:spcAft>
              <a:buNone/>
            </a:pPr>
            <a:r>
              <a:t/>
            </a:r>
            <a:endParaRPr sz="900">
              <a:solidFill>
                <a:schemeClr val="lt2"/>
              </a:solidFill>
              <a:latin typeface="Times New Roman"/>
              <a:ea typeface="Times New Roman"/>
              <a:cs typeface="Times New Roman"/>
              <a:sym typeface="Times New Roman"/>
            </a:endParaRPr>
          </a:p>
          <a:p>
            <a:pPr indent="0" lvl="0" marL="0" rtl="0" algn="l">
              <a:spcBef>
                <a:spcPts val="0"/>
              </a:spcBef>
              <a:spcAft>
                <a:spcPts val="0"/>
              </a:spcAft>
              <a:buNone/>
            </a:pPr>
            <a:r>
              <a:t/>
            </a:r>
            <a:endParaRPr sz="900">
              <a:solidFill>
                <a:schemeClr val="lt2"/>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Cardiovascular Disease by Slidesgo">
  <a:themeElements>
    <a:clrScheme name="Simple Light">
      <a:dk1>
        <a:srgbClr val="B73D4C"/>
      </a:dk1>
      <a:lt1>
        <a:srgbClr val="DB7F86"/>
      </a:lt1>
      <a:dk2>
        <a:srgbClr val="4F0B13"/>
      </a:dk2>
      <a:lt2>
        <a:srgbClr val="FFFFFF"/>
      </a:lt2>
      <a:accent1>
        <a:srgbClr val="EC6469"/>
      </a:accent1>
      <a:accent2>
        <a:srgbClr val="DD8A94"/>
      </a:accent2>
      <a:accent3>
        <a:srgbClr val="C9D9E0"/>
      </a:accent3>
      <a:accent4>
        <a:srgbClr val="EA5462"/>
      </a:accent4>
      <a:accent5>
        <a:srgbClr val="4477BB"/>
      </a:accent5>
      <a:accent6>
        <a:srgbClr val="FFB6B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