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Libre Baskerville"/>
      <p:regular r:id="rId17"/>
      <p:bold r:id="rId18"/>
      <p:italic r:id="rId19"/>
      <p:boldItalic r:id="rId20"/>
    </p:embeddedFont>
    <p:embeddedFont>
      <p:font typeface="Cinzel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Baskerville-boldItalic.fntdata"/><Relationship Id="rId11" Type="http://schemas.openxmlformats.org/officeDocument/2006/relationships/slide" Target="slides/slide7.xml"/><Relationship Id="rId22" Type="http://schemas.openxmlformats.org/officeDocument/2006/relationships/font" Target="fonts/Cinzel-bold.fntdata"/><Relationship Id="rId10" Type="http://schemas.openxmlformats.org/officeDocument/2006/relationships/slide" Target="slides/slide6.xml"/><Relationship Id="rId21" Type="http://schemas.openxmlformats.org/officeDocument/2006/relationships/font" Target="fonts/Cinzel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LibreBaskerville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LibreBaskerville-italic.fntdata"/><Relationship Id="rId6" Type="http://schemas.openxmlformats.org/officeDocument/2006/relationships/slide" Target="slides/slide2.xml"/><Relationship Id="rId18" Type="http://schemas.openxmlformats.org/officeDocument/2006/relationships/font" Target="fonts/LibreBaskerville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5f391192_0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5f391192_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28010f7a5_0_3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d28010f7a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d28010f7a5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d28010f7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d28010f7a5_0_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d28010f7a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d282ae22cb_0_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d282ae22c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d28010f7a5_0_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d28010f7a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d28010f7a5_0_2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d28010f7a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d28010f7a5_0_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d28010f7a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d28010f7a5_0_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d28010f7a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d282ae22cb_2_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d282ae22cb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d282ae22cb_2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d282ae22cb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798700" y="1991850"/>
            <a:ext cx="35466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3600"/>
              <a:buNone/>
              <a:defRPr sz="3600">
                <a:solidFill>
                  <a:srgbClr val="40322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3600"/>
              <a:buNone/>
              <a:defRPr sz="3600">
                <a:solidFill>
                  <a:srgbClr val="403228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3600"/>
              <a:buNone/>
              <a:defRPr sz="3600">
                <a:solidFill>
                  <a:srgbClr val="403228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3600"/>
              <a:buNone/>
              <a:defRPr sz="3600">
                <a:solidFill>
                  <a:srgbClr val="403228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3600"/>
              <a:buNone/>
              <a:defRPr sz="3600">
                <a:solidFill>
                  <a:srgbClr val="403228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3600"/>
              <a:buNone/>
              <a:defRPr sz="3600">
                <a:solidFill>
                  <a:srgbClr val="403228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3600"/>
              <a:buNone/>
              <a:defRPr sz="3600">
                <a:solidFill>
                  <a:srgbClr val="403228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3600"/>
              <a:buNone/>
              <a:defRPr sz="3600">
                <a:solidFill>
                  <a:srgbClr val="403228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3600"/>
              <a:buNone/>
              <a:defRPr sz="3600">
                <a:solidFill>
                  <a:srgbClr val="40322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1411350" y="1333000"/>
            <a:ext cx="6321300" cy="2477400"/>
          </a:xfrm>
          <a:prstGeom prst="rect">
            <a:avLst/>
          </a:prstGeom>
          <a:noFill/>
          <a:ln cap="flat" cmpd="sng" w="28575">
            <a:solidFill>
              <a:srgbClr val="40322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 txBox="1"/>
          <p:nvPr>
            <p:ph type="ctrTitle"/>
          </p:nvPr>
        </p:nvSpPr>
        <p:spPr>
          <a:xfrm>
            <a:off x="1513950" y="1583350"/>
            <a:ext cx="61161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2919325" y="2687650"/>
            <a:ext cx="3305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1600"/>
              <a:buNone/>
              <a:defRPr i="1"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1600"/>
              <a:buNone/>
              <a:defRPr i="1"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1600"/>
              <a:buNone/>
              <a:defRPr i="1"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1600"/>
              <a:buNone/>
              <a:defRPr i="1"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1600"/>
              <a:buNone/>
              <a:defRPr i="1"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1600"/>
              <a:buNone/>
              <a:defRPr i="1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i="1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i="1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i="1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>
            <a:off x="1411350" y="720000"/>
            <a:ext cx="6321300" cy="3703500"/>
          </a:xfrm>
          <a:prstGeom prst="rect">
            <a:avLst/>
          </a:prstGeom>
          <a:noFill/>
          <a:ln cap="flat" cmpd="sng" w="28575">
            <a:solidFill>
              <a:srgbClr val="40322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03228"/>
              </a:solidFill>
            </a:endParaRPr>
          </a:p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2105050" y="720000"/>
            <a:ext cx="4933800" cy="370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600"/>
              </a:spcBef>
              <a:spcAft>
                <a:spcPts val="0"/>
              </a:spcAft>
              <a:buSzPts val="2400"/>
              <a:buChar char="✣"/>
              <a:defRPr i="1"/>
            </a:lvl1pPr>
            <a:lvl2pPr indent="-355600" lvl="1" marL="914400" rtl="0" algn="ctr">
              <a:spcBef>
                <a:spcPts val="0"/>
              </a:spcBef>
              <a:spcAft>
                <a:spcPts val="0"/>
              </a:spcAft>
              <a:buSzPts val="2000"/>
              <a:buChar char="⨳"/>
              <a:defRPr i="1"/>
            </a:lvl2pPr>
            <a:lvl3pPr indent="-355600" lvl="2" marL="1371600" rtl="0" algn="ctr">
              <a:spcBef>
                <a:spcPts val="0"/>
              </a:spcBef>
              <a:spcAft>
                <a:spcPts val="0"/>
              </a:spcAft>
              <a:buSzPts val="2000"/>
              <a:buChar char="■"/>
              <a:defRPr i="1"/>
            </a:lvl3pPr>
            <a:lvl4pPr indent="-330200" lvl="3" marL="18288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i="1"/>
            </a:lvl4pPr>
            <a:lvl5pPr indent="-330200" lvl="4" marL="22860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i="1"/>
            </a:lvl5pPr>
            <a:lvl6pPr indent="-330200" lvl="5" marL="27432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i="1"/>
            </a:lvl6pPr>
            <a:lvl7pPr indent="-330200" lvl="6" marL="32004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i="1"/>
            </a:lvl7pPr>
            <a:lvl8pPr indent="-330200" lvl="7" marL="36576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i="1"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i="1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4297650" y="47499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1224425" y="1477750"/>
            <a:ext cx="6695100" cy="3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✣"/>
              <a:defRPr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⨳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cxnSp>
        <p:nvCxnSpPr>
          <p:cNvPr id="22" name="Google Shape;22;p5"/>
          <p:cNvCxnSpPr/>
          <p:nvPr/>
        </p:nvCxnSpPr>
        <p:spPr>
          <a:xfrm>
            <a:off x="4279500" y="1427300"/>
            <a:ext cx="585000" cy="0"/>
          </a:xfrm>
          <a:prstGeom prst="straightConnector1">
            <a:avLst/>
          </a:prstGeom>
          <a:noFill/>
          <a:ln cap="flat" cmpd="sng" w="28575">
            <a:solidFill>
              <a:srgbClr val="9269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4297650" y="47499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1351075" y="1518375"/>
            <a:ext cx="3126900" cy="32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✣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⨳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27" name="Google Shape;27;p6"/>
          <p:cNvSpPr txBox="1"/>
          <p:nvPr>
            <p:ph idx="2" type="body"/>
          </p:nvPr>
        </p:nvSpPr>
        <p:spPr>
          <a:xfrm>
            <a:off x="4666144" y="1518375"/>
            <a:ext cx="3126900" cy="32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✣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⨳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4279500" y="1427300"/>
            <a:ext cx="585000" cy="0"/>
          </a:xfrm>
          <a:prstGeom prst="straightConnector1">
            <a:avLst/>
          </a:prstGeom>
          <a:noFill/>
          <a:ln cap="flat" cmpd="sng" w="28575">
            <a:solidFill>
              <a:srgbClr val="9269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4297650" y="47499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961200" y="1552350"/>
            <a:ext cx="2307000" cy="3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✣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⨳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2" type="body"/>
          </p:nvPr>
        </p:nvSpPr>
        <p:spPr>
          <a:xfrm>
            <a:off x="3386413" y="1552350"/>
            <a:ext cx="2307000" cy="3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✣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⨳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3" type="body"/>
          </p:nvPr>
        </p:nvSpPr>
        <p:spPr>
          <a:xfrm>
            <a:off x="5811626" y="1552350"/>
            <a:ext cx="2307000" cy="3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✣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⨳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cxnSp>
        <p:nvCxnSpPr>
          <p:cNvPr id="35" name="Google Shape;35;p7"/>
          <p:cNvCxnSpPr/>
          <p:nvPr/>
        </p:nvCxnSpPr>
        <p:spPr>
          <a:xfrm>
            <a:off x="4279500" y="1427300"/>
            <a:ext cx="585000" cy="0"/>
          </a:xfrm>
          <a:prstGeom prst="straightConnector1">
            <a:avLst/>
          </a:prstGeom>
          <a:noFill/>
          <a:ln cap="flat" cmpd="sng" w="28575">
            <a:solidFill>
              <a:srgbClr val="9269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4297650" y="47499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cxnSp>
        <p:nvCxnSpPr>
          <p:cNvPr id="39" name="Google Shape;39;p8"/>
          <p:cNvCxnSpPr/>
          <p:nvPr/>
        </p:nvCxnSpPr>
        <p:spPr>
          <a:xfrm>
            <a:off x="4279500" y="1427300"/>
            <a:ext cx="585000" cy="0"/>
          </a:xfrm>
          <a:prstGeom prst="straightConnector1">
            <a:avLst/>
          </a:prstGeom>
          <a:noFill/>
          <a:ln cap="flat" cmpd="sng" w="28575">
            <a:solidFill>
              <a:srgbClr val="9269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4297650" y="47499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200"/>
              <a:buFont typeface="Cinzel"/>
              <a:buNone/>
              <a:defRPr b="1" sz="1200">
                <a:latin typeface="Cinzel"/>
                <a:ea typeface="Cinzel"/>
                <a:cs typeface="Cinzel"/>
                <a:sym typeface="Cinzel"/>
              </a:defRPr>
            </a:lvl1pPr>
          </a:lstStyle>
          <a:p/>
        </p:txBody>
      </p:sp>
      <p:cxnSp>
        <p:nvCxnSpPr>
          <p:cNvPr id="43" name="Google Shape;43;p9"/>
          <p:cNvCxnSpPr/>
          <p:nvPr/>
        </p:nvCxnSpPr>
        <p:spPr>
          <a:xfrm>
            <a:off x="4279500" y="4137950"/>
            <a:ext cx="585000" cy="0"/>
          </a:xfrm>
          <a:prstGeom prst="straightConnector1">
            <a:avLst/>
          </a:prstGeom>
          <a:noFill/>
          <a:ln cap="flat" cmpd="sng" w="28575">
            <a:solidFill>
              <a:srgbClr val="92694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4297650" y="47499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Cinzel"/>
                <a:ea typeface="Cinzel"/>
                <a:cs typeface="Cinzel"/>
                <a:sym typeface="Cinzel"/>
              </a:defRPr>
            </a:lvl1pPr>
            <a:lvl2pPr lvl="1">
              <a:buNone/>
              <a:defRPr>
                <a:latin typeface="Cinzel"/>
                <a:ea typeface="Cinzel"/>
                <a:cs typeface="Cinzel"/>
                <a:sym typeface="Cinzel"/>
              </a:defRPr>
            </a:lvl2pPr>
            <a:lvl3pPr lvl="2">
              <a:buNone/>
              <a:defRPr>
                <a:latin typeface="Cinzel"/>
                <a:ea typeface="Cinzel"/>
                <a:cs typeface="Cinzel"/>
                <a:sym typeface="Cinzel"/>
              </a:defRPr>
            </a:lvl3pPr>
            <a:lvl4pPr lvl="3">
              <a:buNone/>
              <a:defRPr>
                <a:latin typeface="Cinzel"/>
                <a:ea typeface="Cinzel"/>
                <a:cs typeface="Cinzel"/>
                <a:sym typeface="Cinzel"/>
              </a:defRPr>
            </a:lvl4pPr>
            <a:lvl5pPr lvl="4">
              <a:buNone/>
              <a:defRPr>
                <a:latin typeface="Cinzel"/>
                <a:ea typeface="Cinzel"/>
                <a:cs typeface="Cinzel"/>
                <a:sym typeface="Cinzel"/>
              </a:defRPr>
            </a:lvl5pPr>
            <a:lvl6pPr lvl="5">
              <a:buNone/>
              <a:defRPr>
                <a:latin typeface="Cinzel"/>
                <a:ea typeface="Cinzel"/>
                <a:cs typeface="Cinzel"/>
                <a:sym typeface="Cinzel"/>
              </a:defRPr>
            </a:lvl6pPr>
            <a:lvl7pPr lvl="6">
              <a:buNone/>
              <a:defRPr>
                <a:latin typeface="Cinzel"/>
                <a:ea typeface="Cinzel"/>
                <a:cs typeface="Cinzel"/>
                <a:sym typeface="Cinzel"/>
              </a:defRPr>
            </a:lvl7pPr>
            <a:lvl8pPr lvl="7">
              <a:buNone/>
              <a:defRPr>
                <a:latin typeface="Cinzel"/>
                <a:ea typeface="Cinzel"/>
                <a:cs typeface="Cinzel"/>
                <a:sym typeface="Cinzel"/>
              </a:defRPr>
            </a:lvl8pPr>
            <a:lvl9pPr lvl="8">
              <a:buNone/>
              <a:defRPr>
                <a:latin typeface="Cinzel"/>
                <a:ea typeface="Cinzel"/>
                <a:cs typeface="Cinzel"/>
                <a:sym typeface="Cinze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4297650" y="47499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24425" y="1477750"/>
            <a:ext cx="6695100" cy="3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Libre Baskerville"/>
              <a:buChar char="✣"/>
              <a:defRPr sz="24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000"/>
              <a:buFont typeface="Libre Baskerville"/>
              <a:buChar char="⨳"/>
              <a:defRPr sz="20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000"/>
              <a:buFont typeface="Libre Baskerville"/>
              <a:buChar char="■"/>
              <a:defRPr sz="20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1600"/>
              <a:buFont typeface="Libre Baskerville"/>
              <a:buChar char="●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1600"/>
              <a:buFont typeface="Libre Baskerville"/>
              <a:buChar char="○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1600"/>
              <a:buFont typeface="Libre Baskerville"/>
              <a:buChar char="■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1600"/>
              <a:buFont typeface="Libre Baskerville"/>
              <a:buChar char="●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1600"/>
              <a:buFont typeface="Libre Baskerville"/>
              <a:buChar char="○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1600"/>
              <a:buFont typeface="Libre Baskerville"/>
              <a:buChar char="■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4297650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 sz="12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1pPr>
            <a:lvl2pPr lvl="1" algn="ctr">
              <a:buNone/>
              <a:defRPr sz="12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2pPr>
            <a:lvl3pPr lvl="2" algn="ctr">
              <a:buNone/>
              <a:defRPr sz="12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3pPr>
            <a:lvl4pPr lvl="3" algn="ctr">
              <a:buNone/>
              <a:defRPr sz="12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4pPr>
            <a:lvl5pPr lvl="4" algn="ctr">
              <a:buNone/>
              <a:defRPr sz="12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5pPr>
            <a:lvl6pPr lvl="5" algn="ctr">
              <a:buNone/>
              <a:defRPr sz="12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6pPr>
            <a:lvl7pPr lvl="6" algn="ctr">
              <a:buNone/>
              <a:defRPr sz="12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7pPr>
            <a:lvl8pPr lvl="7" algn="ctr">
              <a:buNone/>
              <a:defRPr sz="12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8pPr>
            <a:lvl9pPr lvl="8" algn="ctr">
              <a:buNone/>
              <a:defRPr sz="12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type="ctrTitle"/>
          </p:nvPr>
        </p:nvSpPr>
        <p:spPr>
          <a:xfrm>
            <a:off x="2798700" y="1991850"/>
            <a:ext cx="35466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FOLDING CANE DESIGN AND ASSEMBLY</a:t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~ hot ones ~</a:t>
            </a:r>
            <a:endParaRPr sz="3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type="ctrTitle"/>
          </p:nvPr>
        </p:nvSpPr>
        <p:spPr>
          <a:xfrm>
            <a:off x="1513950" y="1583350"/>
            <a:ext cx="61161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800"/>
              <a:t>1.</a:t>
            </a:r>
            <a:endParaRPr b="0"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Handle</a:t>
            </a:r>
            <a:endParaRPr/>
          </a:p>
        </p:txBody>
      </p:sp>
      <p:sp>
        <p:nvSpPr>
          <p:cNvPr id="57" name="Google Shape;57;p12"/>
          <p:cNvSpPr txBox="1"/>
          <p:nvPr>
            <p:ph idx="1" type="subTitle"/>
          </p:nvPr>
        </p:nvSpPr>
        <p:spPr>
          <a:xfrm>
            <a:off x="2919325" y="2687650"/>
            <a:ext cx="3305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Brian Ngo and Ciro Brinsko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Handle - Engineering Drawings and Designs</a:t>
            </a:r>
            <a:endParaRPr/>
          </a:p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4297650" y="47499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850" y="1291975"/>
            <a:ext cx="2952465" cy="2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0550" y="2229725"/>
            <a:ext cx="2647549" cy="1874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9324" y="3004775"/>
            <a:ext cx="2647978" cy="187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1513950" y="1583350"/>
            <a:ext cx="61161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800"/>
              <a:t>2</a:t>
            </a:r>
            <a:r>
              <a:rPr b="0" lang="en" sz="4800"/>
              <a:t>.</a:t>
            </a:r>
            <a:endParaRPr b="0"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Shaft</a:t>
            </a:r>
            <a:endParaRPr/>
          </a:p>
        </p:txBody>
      </p:sp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2919325" y="2687650"/>
            <a:ext cx="3305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Prince Mundy and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Omid Ghofrani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Shaft - Engineering Drawings and Designs</a:t>
            </a:r>
            <a:endParaRPr/>
          </a:p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4297650" y="47499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7707" y="1336000"/>
            <a:ext cx="2550943" cy="1797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3150" y="3267575"/>
            <a:ext cx="2455057" cy="174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32675" y="1370387"/>
            <a:ext cx="2553573" cy="1797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150" y="3267575"/>
            <a:ext cx="2474949" cy="174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1887900" y="818700"/>
            <a:ext cx="53682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The Shaft - Engineering Drawings and Designs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4297650" y="47499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050" y="1409649"/>
            <a:ext cx="2571118" cy="182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2863" y="2607963"/>
            <a:ext cx="2561076" cy="1824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38625" y="1409650"/>
            <a:ext cx="2571125" cy="1981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ctrTitle"/>
          </p:nvPr>
        </p:nvSpPr>
        <p:spPr>
          <a:xfrm>
            <a:off x="1513950" y="1583350"/>
            <a:ext cx="61161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800"/>
              <a:t>3</a:t>
            </a:r>
            <a:r>
              <a:rPr b="0" lang="en" sz="4800"/>
              <a:t>.</a:t>
            </a:r>
            <a:endParaRPr b="0"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Base</a:t>
            </a:r>
            <a:endParaRPr/>
          </a:p>
        </p:txBody>
      </p:sp>
      <p:sp>
        <p:nvSpPr>
          <p:cNvPr id="97" name="Google Shape;97;p17"/>
          <p:cNvSpPr txBox="1"/>
          <p:nvPr>
            <p:ph idx="1" type="subTitle"/>
          </p:nvPr>
        </p:nvSpPr>
        <p:spPr>
          <a:xfrm>
            <a:off x="2919325" y="2687650"/>
            <a:ext cx="3305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Winston James and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Satya Govindarajan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Base - Engineering Drawings and Designs</a:t>
            </a:r>
            <a:endParaRPr/>
          </a:p>
        </p:txBody>
      </p:sp>
      <p:sp>
        <p:nvSpPr>
          <p:cNvPr id="103" name="Google Shape;103;p18"/>
          <p:cNvSpPr txBox="1"/>
          <p:nvPr>
            <p:ph idx="12" type="sldNum"/>
          </p:nvPr>
        </p:nvSpPr>
        <p:spPr>
          <a:xfrm>
            <a:off x="4297650" y="47499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100" y="1596775"/>
            <a:ext cx="4087538" cy="3153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/>
          <p:cNvPicPr preferRelativeResize="0"/>
          <p:nvPr/>
        </p:nvPicPr>
        <p:blipFill rotWithShape="1">
          <a:blip r:embed="rId4">
            <a:alphaModFix/>
          </a:blip>
          <a:srcRect b="4213" l="13984" r="4854" t="9461"/>
          <a:stretch/>
        </p:blipFill>
        <p:spPr>
          <a:xfrm>
            <a:off x="5000675" y="1742775"/>
            <a:ext cx="3529050" cy="2721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ctrTitle"/>
          </p:nvPr>
        </p:nvSpPr>
        <p:spPr>
          <a:xfrm>
            <a:off x="1513950" y="1583350"/>
            <a:ext cx="61161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800"/>
              <a:t>4</a:t>
            </a:r>
            <a:r>
              <a:rPr b="0" lang="en" sz="4800"/>
              <a:t>.</a:t>
            </a:r>
            <a:endParaRPr b="0"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FREE BODY DIAGRAM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Free body Diagram</a:t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4297650" y="47499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5813" y="1508175"/>
            <a:ext cx="4192376" cy="3153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ctrTitle"/>
          </p:nvPr>
        </p:nvSpPr>
        <p:spPr>
          <a:xfrm>
            <a:off x="1513950" y="1583350"/>
            <a:ext cx="61161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800"/>
              <a:t>5</a:t>
            </a:r>
            <a:r>
              <a:rPr b="0" lang="en" sz="4800"/>
              <a:t>.</a:t>
            </a:r>
            <a:endParaRPr b="0"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PLANS FOR ASSEMBLY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4986800" y="228000"/>
            <a:ext cx="3774300" cy="46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Flow Chart</a:t>
            </a:r>
            <a:endParaRPr sz="1800"/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3D printed handle glued to inner top shaft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Inner top shaft held in place by spring clip button lock to outer top shaft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Top hinge &amp; latch </a:t>
            </a:r>
            <a:r>
              <a:rPr lang="en" sz="1400"/>
              <a:t>attaches</a:t>
            </a:r>
            <a:r>
              <a:rPr lang="en" sz="1400"/>
              <a:t> to top shaft, and bottom hinge &amp; latch catch </a:t>
            </a:r>
            <a:r>
              <a:rPr lang="en" sz="1400"/>
              <a:t>attach</a:t>
            </a:r>
            <a:r>
              <a:rPr lang="en" sz="1400"/>
              <a:t> to the middle shaft via nuts and bolts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Hinge 2 &amp; latch 2 </a:t>
            </a:r>
            <a:r>
              <a:rPr lang="en" sz="1400"/>
              <a:t>repeated</a:t>
            </a:r>
            <a:r>
              <a:rPr lang="en" sz="1400"/>
              <a:t> step 3 for middle &amp; bottom shaft but on the opposite side where step 3 was placed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Rubber end cap placed at bottom of bottom shaft via force or glue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Rubber end cap </a:t>
            </a:r>
            <a:r>
              <a:rPr lang="en" sz="1400"/>
              <a:t>attaches</a:t>
            </a:r>
            <a:r>
              <a:rPr lang="en" sz="1400"/>
              <a:t> to the top of ball and socket joint via </a:t>
            </a:r>
            <a:r>
              <a:rPr lang="en" sz="1400"/>
              <a:t>epoxy</a:t>
            </a:r>
            <a:r>
              <a:rPr lang="en" sz="1400"/>
              <a:t> putty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Ball and socket joint </a:t>
            </a:r>
            <a:r>
              <a:rPr lang="en" sz="1400"/>
              <a:t>attaches</a:t>
            </a:r>
            <a:r>
              <a:rPr lang="en" sz="1400"/>
              <a:t> to rubber quad base via </a:t>
            </a:r>
            <a:r>
              <a:rPr lang="en" sz="1400"/>
              <a:t>epoxy</a:t>
            </a:r>
            <a:r>
              <a:rPr lang="en" sz="1400"/>
              <a:t> putty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4297650" y="47499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 rotWithShape="1">
          <a:blip r:embed="rId3">
            <a:alphaModFix/>
          </a:blip>
          <a:srcRect b="0" l="4224" r="0" t="-3220"/>
          <a:stretch/>
        </p:blipFill>
        <p:spPr>
          <a:xfrm>
            <a:off x="314575" y="152400"/>
            <a:ext cx="368227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olabella template">
  <a:themeElements>
    <a:clrScheme name="Custom 347">
      <a:dk1>
        <a:srgbClr val="403228"/>
      </a:dk1>
      <a:lt1>
        <a:srgbClr val="FFFFFF"/>
      </a:lt1>
      <a:dk2>
        <a:srgbClr val="926940"/>
      </a:dk2>
      <a:lt2>
        <a:srgbClr val="F3EFEA"/>
      </a:lt2>
      <a:accent1>
        <a:srgbClr val="261408"/>
      </a:accent1>
      <a:accent2>
        <a:srgbClr val="8E5025"/>
      </a:accent2>
      <a:accent3>
        <a:srgbClr val="B68C68"/>
      </a:accent3>
      <a:accent4>
        <a:srgbClr val="E8DAC2"/>
      </a:accent4>
      <a:accent5>
        <a:srgbClr val="8E2525"/>
      </a:accent5>
      <a:accent6>
        <a:srgbClr val="B67068"/>
      </a:accent6>
      <a:hlink>
        <a:srgbClr val="40322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